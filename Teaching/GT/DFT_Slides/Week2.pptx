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96" r:id="rId2"/>
    <p:sldId id="264" r:id="rId3"/>
    <p:sldId id="298" r:id="rId4"/>
    <p:sldId id="299" r:id="rId5"/>
    <p:sldId id="300" r:id="rId6"/>
    <p:sldId id="297" r:id="rId7"/>
    <p:sldId id="301" r:id="rId8"/>
    <p:sldId id="302" r:id="rId9"/>
    <p:sldId id="303" r:id="rId10"/>
    <p:sldId id="304" r:id="rId11"/>
    <p:sldId id="308" r:id="rId12"/>
    <p:sldId id="307" r:id="rId13"/>
    <p:sldId id="309" r:id="rId14"/>
    <p:sldId id="305" r:id="rId15"/>
    <p:sldId id="30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09D9"/>
    <a:srgbClr val="0D0692"/>
    <a:srgbClr val="3E0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1844E-60A1-4998-B30A-A418A6FDD646}" v="2515" dt="2024-09-22T04:04:03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owmik, Sayan" userId="2b51cadb-156e-4c9a-99fc-6d2138739850" providerId="ADAL" clId="{2B50C6D2-8568-43B0-A1CD-E9860F9F381B}"/>
    <pc:docChg chg="undo custSel addSld delSld modSld sldOrd modMainMaster">
      <pc:chgData name="Bhowmik, Sayan" userId="2b51cadb-156e-4c9a-99fc-6d2138739850" providerId="ADAL" clId="{2B50C6D2-8568-43B0-A1CD-E9860F9F381B}" dt="2024-09-14T16:13:31.835" v="10704" actId="20577"/>
      <pc:docMkLst>
        <pc:docMk/>
      </pc:docMkLst>
      <pc:sldChg chg="addSp delSp modSp del mod">
        <pc:chgData name="Bhowmik, Sayan" userId="2b51cadb-156e-4c9a-99fc-6d2138739850" providerId="ADAL" clId="{2B50C6D2-8568-43B0-A1CD-E9860F9F381B}" dt="2024-09-12T03:41:41.936" v="9663" actId="47"/>
        <pc:sldMkLst>
          <pc:docMk/>
          <pc:sldMk cId="137394434" sldId="256"/>
        </pc:sldMkLst>
        <pc:spChg chg="mod">
          <ac:chgData name="Bhowmik, Sayan" userId="2b51cadb-156e-4c9a-99fc-6d2138739850" providerId="ADAL" clId="{2B50C6D2-8568-43B0-A1CD-E9860F9F381B}" dt="2024-09-07T04:31:19.084" v="3757" actId="1035"/>
          <ac:spMkLst>
            <pc:docMk/>
            <pc:sldMk cId="137394434" sldId="256"/>
            <ac:spMk id="2" creationId="{BF0B817D-D4F8-1224-9D1F-5070200448D4}"/>
          </ac:spMkLst>
        </pc:spChg>
        <pc:spChg chg="mod">
          <ac:chgData name="Bhowmik, Sayan" userId="2b51cadb-156e-4c9a-99fc-6d2138739850" providerId="ADAL" clId="{2B50C6D2-8568-43B0-A1CD-E9860F9F381B}" dt="2024-09-07T04:31:15.009" v="3749" actId="1036"/>
          <ac:spMkLst>
            <pc:docMk/>
            <pc:sldMk cId="137394434" sldId="256"/>
            <ac:spMk id="3" creationId="{54B9CEDF-66F4-D04D-3CFA-2BFEA2B014E7}"/>
          </ac:spMkLst>
        </pc:spChg>
        <pc:picChg chg="add del mod">
          <ac:chgData name="Bhowmik, Sayan" userId="2b51cadb-156e-4c9a-99fc-6d2138739850" providerId="ADAL" clId="{2B50C6D2-8568-43B0-A1CD-E9860F9F381B}" dt="2024-09-07T04:21:11.430" v="3574" actId="21"/>
          <ac:picMkLst>
            <pc:docMk/>
            <pc:sldMk cId="137394434" sldId="256"/>
            <ac:picMk id="5" creationId="{BCA8FB59-6F20-3DE1-3D28-17B4FD060E19}"/>
          </ac:picMkLst>
        </pc:picChg>
        <pc:picChg chg="add mod modCrop">
          <ac:chgData name="Bhowmik, Sayan" userId="2b51cadb-156e-4c9a-99fc-6d2138739850" providerId="ADAL" clId="{2B50C6D2-8568-43B0-A1CD-E9860F9F381B}" dt="2024-09-07T04:33:46.308" v="3780" actId="1037"/>
          <ac:picMkLst>
            <pc:docMk/>
            <pc:sldMk cId="137394434" sldId="256"/>
            <ac:picMk id="7" creationId="{D6BD3A41-93A1-669D-EB9C-55BB1695B2C0}"/>
          </ac:picMkLst>
        </pc:picChg>
        <pc:picChg chg="add mod modCrop">
          <ac:chgData name="Bhowmik, Sayan" userId="2b51cadb-156e-4c9a-99fc-6d2138739850" providerId="ADAL" clId="{2B50C6D2-8568-43B0-A1CD-E9860F9F381B}" dt="2024-09-07T04:26:33.036" v="3626" actId="1035"/>
          <ac:picMkLst>
            <pc:docMk/>
            <pc:sldMk cId="137394434" sldId="256"/>
            <ac:picMk id="9" creationId="{45F1F362-35F4-BC20-F9B6-347A031BAB31}"/>
          </ac:picMkLst>
        </pc:picChg>
        <pc:picChg chg="add mod modCrop">
          <ac:chgData name="Bhowmik, Sayan" userId="2b51cadb-156e-4c9a-99fc-6d2138739850" providerId="ADAL" clId="{2B50C6D2-8568-43B0-A1CD-E9860F9F381B}" dt="2024-09-07T04:28:04.845" v="3647" actId="1037"/>
          <ac:picMkLst>
            <pc:docMk/>
            <pc:sldMk cId="137394434" sldId="256"/>
            <ac:picMk id="10" creationId="{EC4A888D-FC12-2CCB-B87F-B8B74D61DBCE}"/>
          </ac:picMkLst>
        </pc:picChg>
      </pc:sldChg>
      <pc:sldChg chg="addSp delSp modSp new mod ord modTransition modClrScheme modAnim chgLayout">
        <pc:chgData name="Bhowmik, Sayan" userId="2b51cadb-156e-4c9a-99fc-6d2138739850" providerId="ADAL" clId="{2B50C6D2-8568-43B0-A1CD-E9860F9F381B}" dt="2024-09-12T02:52:40.946" v="8585"/>
        <pc:sldMkLst>
          <pc:docMk/>
          <pc:sldMk cId="2868050767" sldId="257"/>
        </pc:sldMkLst>
        <pc:spChg chg="del">
          <ac:chgData name="Bhowmik, Sayan" userId="2b51cadb-156e-4c9a-99fc-6d2138739850" providerId="ADAL" clId="{2B50C6D2-8568-43B0-A1CD-E9860F9F381B}" dt="2024-09-06T23:37:55.366" v="1" actId="700"/>
          <ac:spMkLst>
            <pc:docMk/>
            <pc:sldMk cId="2868050767" sldId="257"/>
            <ac:spMk id="2" creationId="{B627212B-35AC-E2D5-066E-76DE3F0D241B}"/>
          </ac:spMkLst>
        </pc:spChg>
        <pc:spChg chg="del">
          <ac:chgData name="Bhowmik, Sayan" userId="2b51cadb-156e-4c9a-99fc-6d2138739850" providerId="ADAL" clId="{2B50C6D2-8568-43B0-A1CD-E9860F9F381B}" dt="2024-09-06T23:37:55.366" v="1" actId="700"/>
          <ac:spMkLst>
            <pc:docMk/>
            <pc:sldMk cId="2868050767" sldId="257"/>
            <ac:spMk id="3" creationId="{001C31D7-E3F1-0B53-5BB8-0550FD7AD09B}"/>
          </ac:spMkLst>
        </pc:spChg>
        <pc:spChg chg="add mod">
          <ac:chgData name="Bhowmik, Sayan" userId="2b51cadb-156e-4c9a-99fc-6d2138739850" providerId="ADAL" clId="{2B50C6D2-8568-43B0-A1CD-E9860F9F381B}" dt="2024-09-07T03:20:06.503" v="2436" actId="255"/>
          <ac:spMkLst>
            <pc:docMk/>
            <pc:sldMk cId="2868050767" sldId="257"/>
            <ac:spMk id="4" creationId="{9ACCED98-9529-DCC6-459B-DD663EC0A9BB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14" creationId="{87055232-B584-5B72-7F27-516A07AC6772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15" creationId="{360FC57A-BF6D-6D0E-0EE0-22513564C01E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16" creationId="{18265FF0-BDBC-1C2B-73CE-E5AE19B443D3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17" creationId="{1AB8EA44-8657-2395-D8A4-F52522B1EE58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0" creationId="{8DC90E20-9582-4DBB-2453-A7F20EFB8E27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1" creationId="{D05B419D-C734-E3C3-5F7A-FAF0EF3B93D0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6" creationId="{93D36E14-1F10-7877-D701-143E12D6028B}"/>
          </ac:spMkLst>
        </pc:spChg>
        <pc:spChg chg="add mod">
          <ac:chgData name="Bhowmik, Sayan" userId="2b51cadb-156e-4c9a-99fc-6d2138739850" providerId="ADAL" clId="{2B50C6D2-8568-43B0-A1CD-E9860F9F381B}" dt="2024-09-07T00:50:52.421" v="1718" actId="1035"/>
          <ac:spMkLst>
            <pc:docMk/>
            <pc:sldMk cId="2868050767" sldId="257"/>
            <ac:spMk id="27" creationId="{9C8AA2C4-CC8B-5962-D9FA-EE43D48BACD8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8" creationId="{CE990AFC-3757-E81A-3D86-57F7EA26BABD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9" creationId="{75C355F5-8112-EE20-A5BC-E56E9C71ACDD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0" creationId="{B1A811A5-7900-C879-5FEC-8DB5A0297BAC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1" creationId="{08D6ED64-AB91-0504-0A96-B61BD1833735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4" creationId="{8952C023-F12B-E719-323D-063482BE2A7A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5" creationId="{ADB50322-B22E-B76B-B85B-349BBF455A93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6" creationId="{159CF06C-BDC5-D220-6DAA-4C78F8DF05F1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7" creationId="{925880E1-F6FA-DC55-8F1D-FFCEAC69F3BE}"/>
          </ac:spMkLst>
        </pc:spChg>
        <pc:spChg chg="add mod">
          <ac:chgData name="Bhowmik, Sayan" userId="2b51cadb-156e-4c9a-99fc-6d2138739850" providerId="ADAL" clId="{2B50C6D2-8568-43B0-A1CD-E9860F9F381B}" dt="2024-09-07T00:50:03.471" v="1691" actId="1076"/>
          <ac:spMkLst>
            <pc:docMk/>
            <pc:sldMk cId="2868050767" sldId="257"/>
            <ac:spMk id="40" creationId="{C37A2BE0-9F96-12FD-2291-209901F3C008}"/>
          </ac:spMkLst>
        </pc:spChg>
        <pc:spChg chg="add mod">
          <ac:chgData name="Bhowmik, Sayan" userId="2b51cadb-156e-4c9a-99fc-6d2138739850" providerId="ADAL" clId="{2B50C6D2-8568-43B0-A1CD-E9860F9F381B}" dt="2024-09-07T00:48:35.539" v="1663" actId="1076"/>
          <ac:spMkLst>
            <pc:docMk/>
            <pc:sldMk cId="2868050767" sldId="257"/>
            <ac:spMk id="42" creationId="{C41AE6EE-596D-C86A-FF1A-CEB95B4AD4D0}"/>
          </ac:spMkLst>
        </pc:spChg>
        <pc:spChg chg="add mod">
          <ac:chgData name="Bhowmik, Sayan" userId="2b51cadb-156e-4c9a-99fc-6d2138739850" providerId="ADAL" clId="{2B50C6D2-8568-43B0-A1CD-E9860F9F381B}" dt="2024-09-07T00:48:50.133" v="1669" actId="20577"/>
          <ac:spMkLst>
            <pc:docMk/>
            <pc:sldMk cId="2868050767" sldId="257"/>
            <ac:spMk id="43" creationId="{557DE6D1-DE4C-8E87-06B7-934307E39E0E}"/>
          </ac:spMkLst>
        </pc:spChg>
        <pc:spChg chg="add mod">
          <ac:chgData name="Bhowmik, Sayan" userId="2b51cadb-156e-4c9a-99fc-6d2138739850" providerId="ADAL" clId="{2B50C6D2-8568-43B0-A1CD-E9860F9F381B}" dt="2024-09-07T00:49:59.017" v="1690" actId="1076"/>
          <ac:spMkLst>
            <pc:docMk/>
            <pc:sldMk cId="2868050767" sldId="257"/>
            <ac:spMk id="44" creationId="{429DE423-24B2-4326-45E6-1F077CC578AD}"/>
          </ac:spMkLst>
        </pc:spChg>
        <pc:spChg chg="add mod">
          <ac:chgData name="Bhowmik, Sayan" userId="2b51cadb-156e-4c9a-99fc-6d2138739850" providerId="ADAL" clId="{2B50C6D2-8568-43B0-A1CD-E9860F9F381B}" dt="2024-09-07T00:51:51.035" v="1830" actId="20577"/>
          <ac:spMkLst>
            <pc:docMk/>
            <pc:sldMk cId="2868050767" sldId="257"/>
            <ac:spMk id="45" creationId="{32AD25D6-5B58-0BB0-5022-700D9D49693F}"/>
          </ac:spMkLst>
        </pc:spChg>
        <pc:spChg chg="add mod">
          <ac:chgData name="Bhowmik, Sayan" userId="2b51cadb-156e-4c9a-99fc-6d2138739850" providerId="ADAL" clId="{2B50C6D2-8568-43B0-A1CD-E9860F9F381B}" dt="2024-09-07T00:52:14.142" v="1832" actId="1076"/>
          <ac:spMkLst>
            <pc:docMk/>
            <pc:sldMk cId="2868050767" sldId="257"/>
            <ac:spMk id="46" creationId="{C76C63D3-BD61-E1D4-981D-6C3E6FC74304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47" creationId="{00009FDB-1156-D62C-98A1-B31CB252A589}"/>
          </ac:spMkLst>
        </pc:spChg>
        <pc:spChg chg="add mod">
          <ac:chgData name="Bhowmik, Sayan" userId="2b51cadb-156e-4c9a-99fc-6d2138739850" providerId="ADAL" clId="{2B50C6D2-8568-43B0-A1CD-E9860F9F381B}" dt="2024-09-07T00:55:12.001" v="1898" actId="1076"/>
          <ac:spMkLst>
            <pc:docMk/>
            <pc:sldMk cId="2868050767" sldId="257"/>
            <ac:spMk id="48" creationId="{BB678A2A-1B57-01B4-116D-4C481962D35E}"/>
          </ac:spMkLst>
        </pc:sp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6" creationId="{1538445A-5CC8-741B-87E3-111A616A87C1}"/>
          </ac:picMkLst>
        </pc:pic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8" creationId="{FA4911BF-D70C-91D1-0E9F-2922377DDFE2}"/>
          </ac:picMkLst>
        </pc:pic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9" creationId="{E5D72DF5-FC35-CCF5-1710-73DD3EC41B11}"/>
          </ac:picMkLst>
        </pc:picChg>
        <pc:picChg chg="add del mod">
          <ac:chgData name="Bhowmik, Sayan" userId="2b51cadb-156e-4c9a-99fc-6d2138739850" providerId="ADAL" clId="{2B50C6D2-8568-43B0-A1CD-E9860F9F381B}" dt="2024-09-07T00:43:30.949" v="1555" actId="478"/>
          <ac:picMkLst>
            <pc:docMk/>
            <pc:sldMk cId="2868050767" sldId="257"/>
            <ac:picMk id="11" creationId="{96C8163D-7D68-6C6A-A764-92739E1AB828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13" creationId="{717838B6-E15C-94BE-3EEC-B620D6DB15B7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19" creationId="{E1536FA6-D50E-EC0D-407D-22890F0EC54A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22" creationId="{D4C3AFDF-2A27-76D9-9699-3BD61BFFC85D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33" creationId="{55C9AF0B-9DE9-49FD-C44E-7F13A4B85135}"/>
          </ac:picMkLst>
        </pc:picChg>
        <pc:picChg chg="add mod">
          <ac:chgData name="Bhowmik, Sayan" userId="2b51cadb-156e-4c9a-99fc-6d2138739850" providerId="ADAL" clId="{2B50C6D2-8568-43B0-A1CD-E9860F9F381B}" dt="2024-09-07T00:47:13.133" v="1647" actId="1037"/>
          <ac:picMkLst>
            <pc:docMk/>
            <pc:sldMk cId="2868050767" sldId="257"/>
            <ac:picMk id="39" creationId="{82704663-C4D8-31C2-7DE5-D29424630322}"/>
          </ac:picMkLst>
        </pc:picChg>
        <pc:picChg chg="add mod">
          <ac:chgData name="Bhowmik, Sayan" userId="2b51cadb-156e-4c9a-99fc-6d2138739850" providerId="ADAL" clId="{2B50C6D2-8568-43B0-A1CD-E9860F9F381B}" dt="2024-09-07T00:50:13.413" v="1694" actId="1076"/>
          <ac:picMkLst>
            <pc:docMk/>
            <pc:sldMk cId="2868050767" sldId="257"/>
            <ac:picMk id="41" creationId="{3AF745BC-78BD-B867-434D-53E9C314412D}"/>
          </ac:picMkLst>
        </pc:pic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3" creationId="{09913761-3008-56B7-9E2E-EA288A4AD269}"/>
          </ac:cxnSpMkLst>
        </pc:cxn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4" creationId="{F3419335-7E03-9CA2-9E98-C8F604051E25}"/>
          </ac:cxnSpMkLst>
        </pc:cxn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5" creationId="{F1CC9B79-4678-AF4C-DDE9-D0DBC429E4ED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2:52:13.583" v="8584"/>
        <pc:sldMkLst>
          <pc:docMk/>
          <pc:sldMk cId="1196883161" sldId="258"/>
        </pc:sldMkLst>
        <pc:spChg chg="del">
          <ac:chgData name="Bhowmik, Sayan" userId="2b51cadb-156e-4c9a-99fc-6d2138739850" providerId="ADAL" clId="{2B50C6D2-8568-43B0-A1CD-E9860F9F381B}" dt="2024-09-07T01:00:25.314" v="1900" actId="478"/>
          <ac:spMkLst>
            <pc:docMk/>
            <pc:sldMk cId="1196883161" sldId="258"/>
            <ac:spMk id="2" creationId="{4FFD2D61-6B3F-9448-8E4C-A9A139CB8412}"/>
          </ac:spMkLst>
        </pc:spChg>
        <pc:spChg chg="add mod">
          <ac:chgData name="Bhowmik, Sayan" userId="2b51cadb-156e-4c9a-99fc-6d2138739850" providerId="ADAL" clId="{2B50C6D2-8568-43B0-A1CD-E9860F9F381B}" dt="2024-09-12T02:50:35.350" v="8524" actId="207"/>
          <ac:spMkLst>
            <pc:docMk/>
            <pc:sldMk cId="1196883161" sldId="258"/>
            <ac:spMk id="2" creationId="{51380C68-1AD4-36E9-82B9-22A81F654808}"/>
          </ac:spMkLst>
        </pc:spChg>
        <pc:spChg chg="add mod">
          <ac:chgData name="Bhowmik, Sayan" userId="2b51cadb-156e-4c9a-99fc-6d2138739850" providerId="ADAL" clId="{2B50C6D2-8568-43B0-A1CD-E9860F9F381B}" dt="2024-09-07T03:20:12.233" v="2437" actId="255"/>
          <ac:spMkLst>
            <pc:docMk/>
            <pc:sldMk cId="1196883161" sldId="258"/>
            <ac:spMk id="3" creationId="{ED7EB690-AE30-E8F9-9F7E-7D9C8EACA387}"/>
          </ac:spMkLst>
        </pc:spChg>
        <pc:spChg chg="add mod">
          <ac:chgData name="Bhowmik, Sayan" userId="2b51cadb-156e-4c9a-99fc-6d2138739850" providerId="ADAL" clId="{2B50C6D2-8568-43B0-A1CD-E9860F9F381B}" dt="2024-09-12T02:51:28.705" v="8578" actId="1076"/>
          <ac:spMkLst>
            <pc:docMk/>
            <pc:sldMk cId="1196883161" sldId="258"/>
            <ac:spMk id="4" creationId="{F8C63C3E-8897-9A08-B2D4-5E1383E3711A}"/>
          </ac:spMkLst>
        </pc:spChg>
        <pc:spChg chg="add mod">
          <ac:chgData name="Bhowmik, Sayan" userId="2b51cadb-156e-4c9a-99fc-6d2138739850" providerId="ADAL" clId="{2B50C6D2-8568-43B0-A1CD-E9860F9F381B}" dt="2024-09-07T02:27:20.212" v="2018" actId="1076"/>
          <ac:spMkLst>
            <pc:docMk/>
            <pc:sldMk cId="1196883161" sldId="258"/>
            <ac:spMk id="11" creationId="{B77874F7-4046-E86A-B939-A095943EABC0}"/>
          </ac:spMkLst>
        </pc:spChg>
        <pc:spChg chg="add mod">
          <ac:chgData name="Bhowmik, Sayan" userId="2b51cadb-156e-4c9a-99fc-6d2138739850" providerId="ADAL" clId="{2B50C6D2-8568-43B0-A1CD-E9860F9F381B}" dt="2024-09-07T02:27:32.331" v="2024" actId="20577"/>
          <ac:spMkLst>
            <pc:docMk/>
            <pc:sldMk cId="1196883161" sldId="258"/>
            <ac:spMk id="12" creationId="{70078EF3-8AC5-1294-C23F-FAF97CED7B87}"/>
          </ac:spMkLst>
        </pc:spChg>
        <pc:spChg chg="add mod">
          <ac:chgData name="Bhowmik, Sayan" userId="2b51cadb-156e-4c9a-99fc-6d2138739850" providerId="ADAL" clId="{2B50C6D2-8568-43B0-A1CD-E9860F9F381B}" dt="2024-09-12T02:50:57.477" v="8548" actId="1035"/>
          <ac:spMkLst>
            <pc:docMk/>
            <pc:sldMk cId="1196883161" sldId="258"/>
            <ac:spMk id="13" creationId="{47D09CCF-9BDA-605E-CB2A-AAB963C6DAEF}"/>
          </ac:spMkLst>
        </pc:spChg>
        <pc:spChg chg="add mod">
          <ac:chgData name="Bhowmik, Sayan" userId="2b51cadb-156e-4c9a-99fc-6d2138739850" providerId="ADAL" clId="{2B50C6D2-8568-43B0-A1CD-E9860F9F381B}" dt="2024-09-12T02:50:57.477" v="8548" actId="1035"/>
          <ac:spMkLst>
            <pc:docMk/>
            <pc:sldMk cId="1196883161" sldId="258"/>
            <ac:spMk id="14" creationId="{E93ACAFE-CF53-4E3F-4511-D10AAA66F036}"/>
          </ac:spMkLst>
        </pc:spChg>
        <pc:spChg chg="add mod">
          <ac:chgData name="Bhowmik, Sayan" userId="2b51cadb-156e-4c9a-99fc-6d2138739850" providerId="ADAL" clId="{2B50C6D2-8568-43B0-A1CD-E9860F9F381B}" dt="2024-09-07T03:22:34.791" v="2547" actId="1035"/>
          <ac:spMkLst>
            <pc:docMk/>
            <pc:sldMk cId="1196883161" sldId="258"/>
            <ac:spMk id="15" creationId="{7CE87F8F-F074-A8F3-9377-D72AB2B8B6C5}"/>
          </ac:spMkLst>
        </pc:spChg>
        <pc:spChg chg="add mod">
          <ac:chgData name="Bhowmik, Sayan" userId="2b51cadb-156e-4c9a-99fc-6d2138739850" providerId="ADAL" clId="{2B50C6D2-8568-43B0-A1CD-E9860F9F381B}" dt="2024-09-07T04:04:43.985" v="3116" actId="207"/>
          <ac:spMkLst>
            <pc:docMk/>
            <pc:sldMk cId="1196883161" sldId="258"/>
            <ac:spMk id="16" creationId="{DA733486-93C1-6BB9-10ED-89B74A9656AD}"/>
          </ac:spMkLst>
        </pc:spChg>
        <pc:spChg chg="add mod">
          <ac:chgData name="Bhowmik, Sayan" userId="2b51cadb-156e-4c9a-99fc-6d2138739850" providerId="ADAL" clId="{2B50C6D2-8568-43B0-A1CD-E9860F9F381B}" dt="2024-09-07T03:26:39.470" v="2582" actId="1035"/>
          <ac:spMkLst>
            <pc:docMk/>
            <pc:sldMk cId="1196883161" sldId="258"/>
            <ac:spMk id="17" creationId="{987B72A8-80F4-9C62-C194-C34145980060}"/>
          </ac:spMkLst>
        </pc:spChg>
        <pc:spChg chg="add mod">
          <ac:chgData name="Bhowmik, Sayan" userId="2b51cadb-156e-4c9a-99fc-6d2138739850" providerId="ADAL" clId="{2B50C6D2-8568-43B0-A1CD-E9860F9F381B}" dt="2024-09-07T03:26:49.765" v="2584" actId="1076"/>
          <ac:spMkLst>
            <pc:docMk/>
            <pc:sldMk cId="1196883161" sldId="258"/>
            <ac:spMk id="18" creationId="{1EC2A328-206A-FEC9-A1AF-09970E3F9977}"/>
          </ac:spMkLst>
        </pc:spChg>
        <pc:spChg chg="add mod">
          <ac:chgData name="Bhowmik, Sayan" userId="2b51cadb-156e-4c9a-99fc-6d2138739850" providerId="ADAL" clId="{2B50C6D2-8568-43B0-A1CD-E9860F9F381B}" dt="2024-09-07T03:26:55.284" v="2586" actId="1076"/>
          <ac:spMkLst>
            <pc:docMk/>
            <pc:sldMk cId="1196883161" sldId="258"/>
            <ac:spMk id="19" creationId="{E0DBD307-AE82-675D-D035-64429435B24D}"/>
          </ac:spMkLst>
        </pc:spChg>
        <pc:spChg chg="add mod">
          <ac:chgData name="Bhowmik, Sayan" userId="2b51cadb-156e-4c9a-99fc-6d2138739850" providerId="ADAL" clId="{2B50C6D2-8568-43B0-A1CD-E9860F9F381B}" dt="2024-09-07T03:27:55.475" v="2609" actId="1038"/>
          <ac:spMkLst>
            <pc:docMk/>
            <pc:sldMk cId="1196883161" sldId="258"/>
            <ac:spMk id="20" creationId="{4C3A170F-4413-C754-9B4D-7450677C350F}"/>
          </ac:spMkLst>
        </pc:spChg>
        <pc:spChg chg="add mod">
          <ac:chgData name="Bhowmik, Sayan" userId="2b51cadb-156e-4c9a-99fc-6d2138739850" providerId="ADAL" clId="{2B50C6D2-8568-43B0-A1CD-E9860F9F381B}" dt="2024-09-07T03:27:06.925" v="2590" actId="1076"/>
          <ac:spMkLst>
            <pc:docMk/>
            <pc:sldMk cId="1196883161" sldId="258"/>
            <ac:spMk id="21" creationId="{FFA9F211-60A0-2924-275B-EF8C8D4BA551}"/>
          </ac:spMkLst>
        </pc:spChg>
        <pc:spChg chg="add mod">
          <ac:chgData name="Bhowmik, Sayan" userId="2b51cadb-156e-4c9a-99fc-6d2138739850" providerId="ADAL" clId="{2B50C6D2-8568-43B0-A1CD-E9860F9F381B}" dt="2024-09-07T03:27:15.123" v="2599" actId="1037"/>
          <ac:spMkLst>
            <pc:docMk/>
            <pc:sldMk cId="1196883161" sldId="258"/>
            <ac:spMk id="22" creationId="{8ED3802E-D8EA-BC92-9045-82C30F45C93E}"/>
          </ac:spMkLst>
        </pc:spChg>
        <pc:spChg chg="add mod">
          <ac:chgData name="Bhowmik, Sayan" userId="2b51cadb-156e-4c9a-99fc-6d2138739850" providerId="ADAL" clId="{2B50C6D2-8568-43B0-A1CD-E9860F9F381B}" dt="2024-09-07T03:27:22.496" v="2601" actId="1076"/>
          <ac:spMkLst>
            <pc:docMk/>
            <pc:sldMk cId="1196883161" sldId="258"/>
            <ac:spMk id="23" creationId="{90CB65D9-881E-97C1-ADAB-A66949416EFE}"/>
          </ac:spMkLst>
        </pc:spChg>
        <pc:spChg chg="add mod">
          <ac:chgData name="Bhowmik, Sayan" userId="2b51cadb-156e-4c9a-99fc-6d2138739850" providerId="ADAL" clId="{2B50C6D2-8568-43B0-A1CD-E9860F9F381B}" dt="2024-09-07T03:27:35.536" v="2608" actId="1037"/>
          <ac:spMkLst>
            <pc:docMk/>
            <pc:sldMk cId="1196883161" sldId="258"/>
            <ac:spMk id="24" creationId="{AE897CBA-2328-28D1-3618-F35BF2FFF165}"/>
          </ac:spMkLst>
        </pc:spChg>
        <pc:picChg chg="add mod">
          <ac:chgData name="Bhowmik, Sayan" userId="2b51cadb-156e-4c9a-99fc-6d2138739850" providerId="ADAL" clId="{2B50C6D2-8568-43B0-A1CD-E9860F9F381B}" dt="2024-09-07T03:22:34.791" v="2547" actId="1035"/>
          <ac:picMkLst>
            <pc:docMk/>
            <pc:sldMk cId="1196883161" sldId="258"/>
            <ac:picMk id="5" creationId="{AE0909B9-6D1D-9066-0CC1-8B7F84690461}"/>
          </ac:picMkLst>
        </pc:picChg>
        <pc:picChg chg="add del mod modCrop">
          <ac:chgData name="Bhowmik, Sayan" userId="2b51cadb-156e-4c9a-99fc-6d2138739850" providerId="ADAL" clId="{2B50C6D2-8568-43B0-A1CD-E9860F9F381B}" dt="2024-09-07T03:25:31.881" v="2558" actId="1036"/>
          <ac:picMkLst>
            <pc:docMk/>
            <pc:sldMk cId="1196883161" sldId="258"/>
            <ac:picMk id="7" creationId="{D8CA862E-2B78-DBC7-BF78-771109FDE30E}"/>
          </ac:picMkLst>
        </pc:picChg>
        <pc:picChg chg="add mod modCrop">
          <ac:chgData name="Bhowmik, Sayan" userId="2b51cadb-156e-4c9a-99fc-6d2138739850" providerId="ADAL" clId="{2B50C6D2-8568-43B0-A1CD-E9860F9F381B}" dt="2024-09-07T03:25:31.881" v="2558" actId="1036"/>
          <ac:picMkLst>
            <pc:docMk/>
            <pc:sldMk cId="1196883161" sldId="258"/>
            <ac:picMk id="8" creationId="{51274B44-A152-877F-5E97-F27E495A8EB6}"/>
          </ac:picMkLst>
        </pc:picChg>
        <pc:picChg chg="add mod modCrop">
          <ac:chgData name="Bhowmik, Sayan" userId="2b51cadb-156e-4c9a-99fc-6d2138739850" providerId="ADAL" clId="{2B50C6D2-8568-43B0-A1CD-E9860F9F381B}" dt="2024-09-12T02:50:57.477" v="8548" actId="1035"/>
          <ac:picMkLst>
            <pc:docMk/>
            <pc:sldMk cId="1196883161" sldId="258"/>
            <ac:picMk id="9" creationId="{6EFA8E7D-A9A3-FB8C-9833-ED5DB5157522}"/>
          </ac:picMkLst>
        </pc:picChg>
        <pc:picChg chg="add mod modCrop">
          <ac:chgData name="Bhowmik, Sayan" userId="2b51cadb-156e-4c9a-99fc-6d2138739850" providerId="ADAL" clId="{2B50C6D2-8568-43B0-A1CD-E9860F9F381B}" dt="2024-09-12T02:50:57.477" v="8548" actId="1035"/>
          <ac:picMkLst>
            <pc:docMk/>
            <pc:sldMk cId="1196883161" sldId="258"/>
            <ac:picMk id="10" creationId="{568E57A0-BFA8-6E3A-270A-3EF8F2E0503D}"/>
          </ac:picMkLst>
        </pc:picChg>
      </pc:sldChg>
      <pc:sldChg chg="addSp delSp modSp new del mod modClrScheme chgLayout">
        <pc:chgData name="Bhowmik, Sayan" userId="2b51cadb-156e-4c9a-99fc-6d2138739850" providerId="ADAL" clId="{2B50C6D2-8568-43B0-A1CD-E9860F9F381B}" dt="2024-09-07T00:52:25.173" v="1833" actId="47"/>
        <pc:sldMkLst>
          <pc:docMk/>
          <pc:sldMk cId="2506589126" sldId="258"/>
        </pc:sldMkLst>
        <pc:spChg chg="del mod ord">
          <ac:chgData name="Bhowmik, Sayan" userId="2b51cadb-156e-4c9a-99fc-6d2138739850" providerId="ADAL" clId="{2B50C6D2-8568-43B0-A1CD-E9860F9F381B}" dt="2024-09-06T23:38:49.555" v="33" actId="700"/>
          <ac:spMkLst>
            <pc:docMk/>
            <pc:sldMk cId="2506589126" sldId="258"/>
            <ac:spMk id="2" creationId="{AE673D01-74E1-79BC-BA8F-168A8C5A1EA1}"/>
          </ac:spMkLst>
        </pc:spChg>
        <pc:spChg chg="del">
          <ac:chgData name="Bhowmik, Sayan" userId="2b51cadb-156e-4c9a-99fc-6d2138739850" providerId="ADAL" clId="{2B50C6D2-8568-43B0-A1CD-E9860F9F381B}" dt="2024-09-06T23:38:49.555" v="33" actId="700"/>
          <ac:spMkLst>
            <pc:docMk/>
            <pc:sldMk cId="2506589126" sldId="258"/>
            <ac:spMk id="3" creationId="{AD7E1260-1A9D-56A6-2D46-2FBC69CB135D}"/>
          </ac:spMkLst>
        </pc:spChg>
        <pc:spChg chg="add mod ord">
          <ac:chgData name="Bhowmik, Sayan" userId="2b51cadb-156e-4c9a-99fc-6d2138739850" providerId="ADAL" clId="{2B50C6D2-8568-43B0-A1CD-E9860F9F381B}" dt="2024-09-06T23:47:14.478" v="176" actId="20577"/>
          <ac:spMkLst>
            <pc:docMk/>
            <pc:sldMk cId="2506589126" sldId="258"/>
            <ac:spMk id="4" creationId="{183825D8-DD45-FA7F-94BE-2B6459A88832}"/>
          </ac:spMkLst>
        </pc:spChg>
        <pc:spChg chg="add mod">
          <ac:chgData name="Bhowmik, Sayan" userId="2b51cadb-156e-4c9a-99fc-6d2138739850" providerId="ADAL" clId="{2B50C6D2-8568-43B0-A1CD-E9860F9F381B}" dt="2024-09-07T00:26:14.030" v="1109" actId="1076"/>
          <ac:spMkLst>
            <pc:docMk/>
            <pc:sldMk cId="2506589126" sldId="258"/>
            <ac:spMk id="13" creationId="{F9B95254-85F9-BA35-A5D9-90A58091CCFD}"/>
          </ac:spMkLst>
        </pc:spChg>
        <pc:spChg chg="add mod">
          <ac:chgData name="Bhowmik, Sayan" userId="2b51cadb-156e-4c9a-99fc-6d2138739850" providerId="ADAL" clId="{2B50C6D2-8568-43B0-A1CD-E9860F9F381B}" dt="2024-09-07T00:26:25.078" v="1111" actId="1035"/>
          <ac:spMkLst>
            <pc:docMk/>
            <pc:sldMk cId="2506589126" sldId="258"/>
            <ac:spMk id="14" creationId="{E7E43501-5866-2D24-BD61-ED47D6F507D6}"/>
          </ac:spMkLst>
        </pc:spChg>
        <pc:spChg chg="add mod">
          <ac:chgData name="Bhowmik, Sayan" userId="2b51cadb-156e-4c9a-99fc-6d2138739850" providerId="ADAL" clId="{2B50C6D2-8568-43B0-A1CD-E9860F9F381B}" dt="2024-09-07T00:26:28.814" v="1112" actId="1076"/>
          <ac:spMkLst>
            <pc:docMk/>
            <pc:sldMk cId="2506589126" sldId="258"/>
            <ac:spMk id="15" creationId="{3564B326-14DE-2D09-9B2E-A8C46ED78C2E}"/>
          </ac:spMkLst>
        </pc:spChg>
        <pc:spChg chg="add mod">
          <ac:chgData name="Bhowmik, Sayan" userId="2b51cadb-156e-4c9a-99fc-6d2138739850" providerId="ADAL" clId="{2B50C6D2-8568-43B0-A1CD-E9860F9F381B}" dt="2024-09-07T00:26:31.553" v="1113" actId="1076"/>
          <ac:spMkLst>
            <pc:docMk/>
            <pc:sldMk cId="2506589126" sldId="258"/>
            <ac:spMk id="16" creationId="{DC9181B3-F100-7064-E677-69D6650BC7FA}"/>
          </ac:spMkLst>
        </pc:spChg>
        <pc:spChg chg="add mod">
          <ac:chgData name="Bhowmik, Sayan" userId="2b51cadb-156e-4c9a-99fc-6d2138739850" providerId="ADAL" clId="{2B50C6D2-8568-43B0-A1CD-E9860F9F381B}" dt="2024-09-07T00:26:34.693" v="1114" actId="1076"/>
          <ac:spMkLst>
            <pc:docMk/>
            <pc:sldMk cId="2506589126" sldId="258"/>
            <ac:spMk id="17" creationId="{F1302994-7C37-8D24-5784-D3D8B8C48F58}"/>
          </ac:spMkLst>
        </pc:spChg>
        <pc:spChg chg="add mod">
          <ac:chgData name="Bhowmik, Sayan" userId="2b51cadb-156e-4c9a-99fc-6d2138739850" providerId="ADAL" clId="{2B50C6D2-8568-43B0-A1CD-E9860F9F381B}" dt="2024-09-07T00:25:58.079" v="1101" actId="1076"/>
          <ac:spMkLst>
            <pc:docMk/>
            <pc:sldMk cId="2506589126" sldId="258"/>
            <ac:spMk id="18" creationId="{F60F8078-6967-5294-9E78-516FECAD1802}"/>
          </ac:spMkLst>
        </pc:spChg>
        <pc:spChg chg="add del mod">
          <ac:chgData name="Bhowmik, Sayan" userId="2b51cadb-156e-4c9a-99fc-6d2138739850" providerId="ADAL" clId="{2B50C6D2-8568-43B0-A1CD-E9860F9F381B}" dt="2024-09-07T00:20:05.813" v="996" actId="478"/>
          <ac:spMkLst>
            <pc:docMk/>
            <pc:sldMk cId="2506589126" sldId="258"/>
            <ac:spMk id="19" creationId="{54C795A0-F15A-AC7A-13EA-9826D0089D1C}"/>
          </ac:spMkLst>
        </pc:spChg>
        <pc:spChg chg="add mod">
          <ac:chgData name="Bhowmik, Sayan" userId="2b51cadb-156e-4c9a-99fc-6d2138739850" providerId="ADAL" clId="{2B50C6D2-8568-43B0-A1CD-E9860F9F381B}" dt="2024-09-07T00:26:39.524" v="1115" actId="1076"/>
          <ac:spMkLst>
            <pc:docMk/>
            <pc:sldMk cId="2506589126" sldId="258"/>
            <ac:spMk id="20" creationId="{1B240516-8092-D91E-D41A-6643257A2977}"/>
          </ac:spMkLst>
        </pc:spChg>
        <pc:spChg chg="add mod">
          <ac:chgData name="Bhowmik, Sayan" userId="2b51cadb-156e-4c9a-99fc-6d2138739850" providerId="ADAL" clId="{2B50C6D2-8568-43B0-A1CD-E9860F9F381B}" dt="2024-09-07T00:20:58.738" v="1052" actId="1035"/>
          <ac:spMkLst>
            <pc:docMk/>
            <pc:sldMk cId="2506589126" sldId="258"/>
            <ac:spMk id="24" creationId="{FAF84FEE-A783-733D-791A-5747283A19BC}"/>
          </ac:spMkLst>
        </pc:spChg>
        <pc:spChg chg="add mod">
          <ac:chgData name="Bhowmik, Sayan" userId="2b51cadb-156e-4c9a-99fc-6d2138739850" providerId="ADAL" clId="{2B50C6D2-8568-43B0-A1CD-E9860F9F381B}" dt="2024-09-07T00:09:33.443" v="934" actId="20577"/>
          <ac:spMkLst>
            <pc:docMk/>
            <pc:sldMk cId="2506589126" sldId="258"/>
            <ac:spMk id="25" creationId="{F567EEAA-2135-DA34-8785-521E9B8E9FA2}"/>
          </ac:spMkLst>
        </pc:spChg>
        <pc:spChg chg="add mod">
          <ac:chgData name="Bhowmik, Sayan" userId="2b51cadb-156e-4c9a-99fc-6d2138739850" providerId="ADAL" clId="{2B50C6D2-8568-43B0-A1CD-E9860F9F381B}" dt="2024-09-07T00:19:58.171" v="994" actId="1037"/>
          <ac:spMkLst>
            <pc:docMk/>
            <pc:sldMk cId="2506589126" sldId="258"/>
            <ac:spMk id="26" creationId="{13624068-A161-EE95-FB1F-87DB9AD3E83C}"/>
          </ac:spMkLst>
        </pc:spChg>
        <pc:spChg chg="add del mod">
          <ac:chgData name="Bhowmik, Sayan" userId="2b51cadb-156e-4c9a-99fc-6d2138739850" providerId="ADAL" clId="{2B50C6D2-8568-43B0-A1CD-E9860F9F381B}" dt="2024-09-07T00:27:56.374" v="1119" actId="21"/>
          <ac:spMkLst>
            <pc:docMk/>
            <pc:sldMk cId="2506589126" sldId="258"/>
            <ac:spMk id="27" creationId="{9C8AA2C4-CC8B-5962-D9FA-EE43D48BACD8}"/>
          </ac:spMkLst>
        </pc:spChg>
        <pc:picChg chg="add mod">
          <ac:chgData name="Bhowmik, Sayan" userId="2b51cadb-156e-4c9a-99fc-6d2138739850" providerId="ADAL" clId="{2B50C6D2-8568-43B0-A1CD-E9860F9F381B}" dt="2024-09-07T00:25:55.161" v="1100" actId="1076"/>
          <ac:picMkLst>
            <pc:docMk/>
            <pc:sldMk cId="2506589126" sldId="258"/>
            <ac:picMk id="6" creationId="{6050144D-520B-1E64-19FB-2F9DC32C6830}"/>
          </ac:picMkLst>
        </pc:picChg>
        <pc:picChg chg="add del mod">
          <ac:chgData name="Bhowmik, Sayan" userId="2b51cadb-156e-4c9a-99fc-6d2138739850" providerId="ADAL" clId="{2B50C6D2-8568-43B0-A1CD-E9860F9F381B}" dt="2024-09-07T00:17:46.816" v="937" actId="478"/>
          <ac:picMkLst>
            <pc:docMk/>
            <pc:sldMk cId="2506589126" sldId="258"/>
            <ac:picMk id="8" creationId="{4D3B7113-D652-9006-8097-4BB277466A7B}"/>
          </ac:picMkLst>
        </pc:picChg>
        <pc:picChg chg="add mod modCrop">
          <ac:chgData name="Bhowmik, Sayan" userId="2b51cadb-156e-4c9a-99fc-6d2138739850" providerId="ADAL" clId="{2B50C6D2-8568-43B0-A1CD-E9860F9F381B}" dt="2024-09-07T00:46:19.030" v="1589" actId="732"/>
          <ac:picMkLst>
            <pc:docMk/>
            <pc:sldMk cId="2506589126" sldId="258"/>
            <ac:picMk id="22" creationId="{29097EFF-47BC-611E-C7B1-07EA9AD4878F}"/>
          </ac:picMkLst>
        </pc:picChg>
        <pc:picChg chg="add mod modCrop">
          <ac:chgData name="Bhowmik, Sayan" userId="2b51cadb-156e-4c9a-99fc-6d2138739850" providerId="ADAL" clId="{2B50C6D2-8568-43B0-A1CD-E9860F9F381B}" dt="2024-09-06T23:59:00.963" v="545" actId="1076"/>
          <ac:picMkLst>
            <pc:docMk/>
            <pc:sldMk cId="2506589126" sldId="258"/>
            <ac:picMk id="23" creationId="{90314574-450F-F8E7-F917-501D5755F3B4}"/>
          </ac:picMkLst>
        </pc:picChg>
        <pc:picChg chg="add del mod">
          <ac:chgData name="Bhowmik, Sayan" userId="2b51cadb-156e-4c9a-99fc-6d2138739850" providerId="ADAL" clId="{2B50C6D2-8568-43B0-A1CD-E9860F9F381B}" dt="2024-09-07T00:09:03.045" v="921" actId="478"/>
          <ac:picMkLst>
            <pc:docMk/>
            <pc:sldMk cId="2506589126" sldId="258"/>
            <ac:picMk id="28" creationId="{3E847B11-57B9-1CAE-EA5D-0A53DA7AA42F}"/>
          </ac:picMkLst>
        </pc:picChg>
        <pc:picChg chg="add del mod modCrop">
          <ac:chgData name="Bhowmik, Sayan" userId="2b51cadb-156e-4c9a-99fc-6d2138739850" providerId="ADAL" clId="{2B50C6D2-8568-43B0-A1CD-E9860F9F381B}" dt="2024-09-07T00:25:21.833" v="1092" actId="478"/>
          <ac:picMkLst>
            <pc:docMk/>
            <pc:sldMk cId="2506589126" sldId="258"/>
            <ac:picMk id="30" creationId="{D43884EE-E620-C007-B755-031B15FC59AA}"/>
          </ac:picMkLst>
        </pc:picChg>
        <pc:cxnChg chg="add mod">
          <ac:chgData name="Bhowmik, Sayan" userId="2b51cadb-156e-4c9a-99fc-6d2138739850" providerId="ADAL" clId="{2B50C6D2-8568-43B0-A1CD-E9860F9F381B}" dt="2024-09-07T00:26:01.026" v="1102" actId="1076"/>
          <ac:cxnSpMkLst>
            <pc:docMk/>
            <pc:sldMk cId="2506589126" sldId="258"/>
            <ac:cxnSpMk id="10" creationId="{4F970016-C44B-8116-E27D-6BAA7E48A210}"/>
          </ac:cxnSpMkLst>
        </pc:cxnChg>
        <pc:cxnChg chg="add mod">
          <ac:chgData name="Bhowmik, Sayan" userId="2b51cadb-156e-4c9a-99fc-6d2138739850" providerId="ADAL" clId="{2B50C6D2-8568-43B0-A1CD-E9860F9F381B}" dt="2024-09-07T00:26:05.831" v="1107" actId="1036"/>
          <ac:cxnSpMkLst>
            <pc:docMk/>
            <pc:sldMk cId="2506589126" sldId="258"/>
            <ac:cxnSpMk id="11" creationId="{D4227D11-DD11-248F-FCEA-C288B0D05A5C}"/>
          </ac:cxnSpMkLst>
        </pc:cxnChg>
        <pc:cxnChg chg="add mod">
          <ac:chgData name="Bhowmik, Sayan" userId="2b51cadb-156e-4c9a-99fc-6d2138739850" providerId="ADAL" clId="{2B50C6D2-8568-43B0-A1CD-E9860F9F381B}" dt="2024-09-07T00:26:09.132" v="1108" actId="1076"/>
          <ac:cxnSpMkLst>
            <pc:docMk/>
            <pc:sldMk cId="2506589126" sldId="258"/>
            <ac:cxnSpMk id="12" creationId="{5032AA6D-33F3-5F9B-CADF-E6BE44012A9D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2:59:23.320" v="8593"/>
        <pc:sldMkLst>
          <pc:docMk/>
          <pc:sldMk cId="3857450893" sldId="259"/>
        </pc:sldMkLst>
        <pc:spChg chg="del">
          <ac:chgData name="Bhowmik, Sayan" userId="2b51cadb-156e-4c9a-99fc-6d2138739850" providerId="ADAL" clId="{2B50C6D2-8568-43B0-A1CD-E9860F9F381B}" dt="2024-09-07T03:02:52.069" v="2168" actId="478"/>
          <ac:spMkLst>
            <pc:docMk/>
            <pc:sldMk cId="3857450893" sldId="259"/>
            <ac:spMk id="2" creationId="{C23637E4-4C14-83A4-DB2A-F08BDBB6571F}"/>
          </ac:spMkLst>
        </pc:spChg>
        <pc:spChg chg="add mod">
          <ac:chgData name="Bhowmik, Sayan" userId="2b51cadb-156e-4c9a-99fc-6d2138739850" providerId="ADAL" clId="{2B50C6D2-8568-43B0-A1CD-E9860F9F381B}" dt="2024-09-07T05:12:53.559" v="4545" actId="1036"/>
          <ac:spMkLst>
            <pc:docMk/>
            <pc:sldMk cId="3857450893" sldId="259"/>
            <ac:spMk id="3" creationId="{793D3A49-17F8-0827-4B9E-99E86E2A5D76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4" creationId="{BF79EF7D-54FB-FC7A-2841-775DE30C8DAF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7" creationId="{AF498270-6473-76BC-01F4-441121864FE4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8" creationId="{FBD7D494-2FC9-006A-D00F-593AE89ED4B6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9" creationId="{1C9E27DE-516E-12B7-BE90-F231036AFC94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0" creationId="{3C2E5C19-C292-3976-A01F-6E51FB79FA3E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2" creationId="{87664281-CCB5-41AC-0FEE-FB307307680C}"/>
          </ac:spMkLst>
        </pc:spChg>
        <pc:spChg chg="add del mod">
          <ac:chgData name="Bhowmik, Sayan" userId="2b51cadb-156e-4c9a-99fc-6d2138739850" providerId="ADAL" clId="{2B50C6D2-8568-43B0-A1CD-E9860F9F381B}" dt="2024-09-07T03:47:59.783" v="2927" actId="478"/>
          <ac:spMkLst>
            <pc:docMk/>
            <pc:sldMk cId="3857450893" sldId="259"/>
            <ac:spMk id="13" creationId="{590E3211-575F-5C59-0D85-6643EFDA0B50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4" creationId="{AF00C2EC-C157-409D-0620-9CB230F87CE7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18" creationId="{CA312B70-D79A-034D-7453-D27DC31200B9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2" creationId="{A19FD826-D2AD-501D-BF89-60BDE68FB77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3" creationId="{B985E712-155D-5B06-A317-A275061667AC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4" creationId="{9606535C-19FA-D2D5-C7B6-546557845FC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34" creationId="{EA406583-2A7C-0663-9618-3B42CB8CCB22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39" creationId="{FC2BB6B5-6A29-331E-5037-DCFEF249BE6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0" creationId="{E37D5559-7898-CE44-9C8C-DC87B3668077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6" creationId="{55C04D33-3E96-31F6-3C43-49482F150240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7" creationId="{9FA2BBE1-AAC2-4DCC-A201-0175E8D157E8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8" creationId="{BB725EB0-64EC-BB31-8D5B-1934AD3DB786}"/>
          </ac:spMkLst>
        </pc:spChg>
        <pc:spChg chg="add mod">
          <ac:chgData name="Bhowmik, Sayan" userId="2b51cadb-156e-4c9a-99fc-6d2138739850" providerId="ADAL" clId="{2B50C6D2-8568-43B0-A1CD-E9860F9F381B}" dt="2024-09-07T05:11:59.217" v="4533" actId="1035"/>
          <ac:spMkLst>
            <pc:docMk/>
            <pc:sldMk cId="3857450893" sldId="259"/>
            <ac:spMk id="49" creationId="{D998A952-2EC2-7171-FBE6-02CA41E2356D}"/>
          </ac:spMkLst>
        </pc:spChg>
        <pc:picChg chg="add mod modCrop">
          <ac:chgData name="Bhowmik, Sayan" userId="2b51cadb-156e-4c9a-99fc-6d2138739850" providerId="ADAL" clId="{2B50C6D2-8568-43B0-A1CD-E9860F9F381B}" dt="2024-09-07T05:11:29.365" v="4516" actId="1035"/>
          <ac:picMkLst>
            <pc:docMk/>
            <pc:sldMk cId="3857450893" sldId="259"/>
            <ac:picMk id="6" creationId="{0F5F0090-01D0-8C0D-6153-390291B3AEFC}"/>
          </ac:picMkLst>
        </pc:picChg>
        <pc:picChg chg="add mod">
          <ac:chgData name="Bhowmik, Sayan" userId="2b51cadb-156e-4c9a-99fc-6d2138739850" providerId="ADAL" clId="{2B50C6D2-8568-43B0-A1CD-E9860F9F381B}" dt="2024-09-07T05:11:29.365" v="4516" actId="1035"/>
          <ac:picMkLst>
            <pc:docMk/>
            <pc:sldMk cId="3857450893" sldId="259"/>
            <ac:picMk id="11" creationId="{F6981061-2030-E3F1-050A-8480BF6B0962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5" creationId="{43CBFD2F-BCDA-F900-0243-90F960C001D3}"/>
          </ac:picMkLst>
        </pc:picChg>
        <pc:picChg chg="add mod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6" creationId="{13EEA58E-A62F-47E8-B53D-5277DE4A3923}"/>
          </ac:picMkLst>
        </pc:picChg>
        <pc:picChg chg="add mod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7" creationId="{B0826FC1-3CDB-5DE8-4A0C-5F98627CF34E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36" creationId="{7F942DB6-FCF8-6390-6454-8F593DE48B0F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38" creationId="{D4F75E2F-416D-444A-310D-D0FFD81688A9}"/>
          </ac:picMkLst>
        </pc:pic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0" creationId="{E9231E89-85FC-FF71-208F-202B7CCFBA81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1" creationId="{32AEA984-85BC-E37D-006B-B261C53D53A2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6" creationId="{A9AAAFB8-659F-5D3D-3987-CD18A45A6F06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9" creationId="{71FC56C3-A1D7-CF03-4D09-3916C7F623DB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31" creationId="{38FF55A1-FA12-0C06-C330-36125880B2A6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1" creationId="{1E7FCEDF-6F85-E538-1248-95245C170820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3" creationId="{24C381E7-F521-5440-CD0C-1EECDC9F20E0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5" creationId="{99914FF2-F71A-DA46-7077-736313879E1B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3:04:35.179" v="8670" actId="1036"/>
        <pc:sldMkLst>
          <pc:docMk/>
          <pc:sldMk cId="157255989" sldId="260"/>
        </pc:sldMkLst>
        <pc:spChg chg="del">
          <ac:chgData name="Bhowmik, Sayan" userId="2b51cadb-156e-4c9a-99fc-6d2138739850" providerId="ADAL" clId="{2B50C6D2-8568-43B0-A1CD-E9860F9F381B}" dt="2024-09-07T05:12:27.235" v="4535" actId="478"/>
          <ac:spMkLst>
            <pc:docMk/>
            <pc:sldMk cId="157255989" sldId="260"/>
            <ac:spMk id="2" creationId="{3A11B0D1-057B-50A3-4956-234E7B660A86}"/>
          </ac:spMkLst>
        </pc:spChg>
        <pc:spChg chg="add mod">
          <ac:chgData name="Bhowmik, Sayan" userId="2b51cadb-156e-4c9a-99fc-6d2138739850" providerId="ADAL" clId="{2B50C6D2-8568-43B0-A1CD-E9860F9F381B}" dt="2024-09-12T03:04:35.179" v="8670" actId="1036"/>
          <ac:spMkLst>
            <pc:docMk/>
            <pc:sldMk cId="157255989" sldId="260"/>
            <ac:spMk id="2" creationId="{EA84CEC4-DE71-5A16-E204-A204FA46A6B0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3" creationId="{DF5A7842-CA60-4FFD-B373-D78A4063A0AF}"/>
          </ac:spMkLst>
        </pc:spChg>
        <pc:spChg chg="add mod">
          <ac:chgData name="Bhowmik, Sayan" userId="2b51cadb-156e-4c9a-99fc-6d2138739850" providerId="ADAL" clId="{2B50C6D2-8568-43B0-A1CD-E9860F9F381B}" dt="2024-09-07T15:37:48.115" v="5443" actId="1076"/>
          <ac:spMkLst>
            <pc:docMk/>
            <pc:sldMk cId="157255989" sldId="260"/>
            <ac:spMk id="5" creationId="{7586C59C-03FF-365F-C44E-D0DDE281C2BA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9" creationId="{C73674B5-8D55-C727-7E88-7FF40DF9FB05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1" creationId="{A7177C20-82DD-4163-B0F9-8A4E9FDD957A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2" creationId="{DB324698-73BB-F29A-F797-79343C575155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3" creationId="{1EECA294-F2B2-C173-378A-1E0D7265C9C8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4" creationId="{1E589BBC-CE00-DE5E-08B9-76841E841B9A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5" creationId="{F53C8EE4-1873-B0DD-B5E9-104B79AAAA58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6" creationId="{D64B8B83-BFE1-F9B5-F2FA-83E51F49F970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7" creationId="{CE2D8D69-00EB-D42E-06E7-559FC3C77EBB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8" creationId="{1B72140B-7DD8-83C8-E97D-99F987D95404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9" creationId="{9E823644-AB76-5805-E367-71248CC9AEA9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20" creationId="{15C6159D-2F31-F72B-F677-CB0C3350D9AF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4" creationId="{F9DEAFE1-A8B6-5C00-D9DF-279872D86FB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5" creationId="{9513FBC0-4FE7-CB79-00AB-1B35D18240E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6" creationId="{B82046BD-C98E-9C43-2D66-40A6FA2CE9F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7" creationId="{D4ECA92B-ABC2-8CDA-82EC-733D6E118ADA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8" creationId="{F00242E1-38C0-FFD1-ECAB-AD0503B6EB7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9" creationId="{4701E287-6A3F-A8C0-CEE5-1E1EDD8768C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0" creationId="{2C24E775-BC4B-9B7E-CA00-31C040B576D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1" creationId="{2E70DCDE-D56C-8B12-BCF0-74AF1E2AACF9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2" creationId="{57004BB8-1740-20A5-4CE4-8368E9DBBBC0}"/>
          </ac:spMkLst>
        </pc:spChg>
        <pc:spChg chg="add mod">
          <ac:chgData name="Bhowmik, Sayan" userId="2b51cadb-156e-4c9a-99fc-6d2138739850" providerId="ADAL" clId="{2B50C6D2-8568-43B0-A1CD-E9860F9F381B}" dt="2024-09-07T16:07:07.704" v="5522" actId="1036"/>
          <ac:spMkLst>
            <pc:docMk/>
            <pc:sldMk cId="157255989" sldId="260"/>
            <ac:spMk id="84" creationId="{9E0AB2B8-DBD0-9FE4-F35B-691DEF78988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7" creationId="{5AA60BDB-7D9E-F6AB-1DA1-EFEBC8F34D28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8" creationId="{D20B6FFC-C7E4-B716-481F-AB3C9598FBD2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9" creationId="{EED37FCE-7974-BC1E-F2E2-5A470E98FD87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0" creationId="{16C72269-0501-8A6E-0296-7ADCA4DABBD1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1" creationId="{798715FA-4999-C202-B41C-BF6519CED540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2" creationId="{CF8D4118-F414-6E9E-E1CD-F53BDBF6407C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3" creationId="{9963175B-E339-3224-2824-D94B5C7EB82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4" creationId="{0D74A87F-714E-3E0F-D1D1-179077F370C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5" creationId="{2B716C74-0C52-1999-613E-CFDFEFCDD580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98" creationId="{B4FC7879-9997-C9B9-B148-6D43BE86FFF3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99" creationId="{E7FD1F26-AA54-9300-D625-66D6C0D5AE6D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0" creationId="{8BEB80AE-AC2B-974F-DA50-064CDAFBFB0C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1" creationId="{FD568AE6-956B-C1B1-961E-A022FA4AAF75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2" creationId="{77AFF1A6-8274-BEFE-21E0-BA9DC593F9A8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3" creationId="{DB057134-5C5B-82CC-8A78-88FE1AEF64B9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4" creationId="{0FD9189A-30C6-FC62-17DD-32BD55FA79D1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5" creationId="{927E5CFA-23F4-D499-967E-4B738621D6BF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6" creationId="{A0552EBF-EF72-A040-F192-307FE71BEB39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09" creationId="{D704F282-0779-1700-78E2-FFFFAE3472A8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0" creationId="{3E281EA1-4B95-8111-123C-D03682457CFC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1" creationId="{C1BBBDA2-E923-5C49-8817-15B4D78CEFF4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2" creationId="{5C7138B5-1A69-CF76-5BBC-5AEEE8D82AB9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3" creationId="{81935A2D-AAE8-6A61-4C67-C47C557262A1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4" creationId="{F51BE09F-009D-4845-1BE8-6A6D53EF3046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5" creationId="{4BECBC99-66D7-7A95-418A-D327B68AE07A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6" creationId="{C935FA00-7473-B729-1887-9AA48EAE6C18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7" creationId="{EB06EF99-4A19-F90A-BE87-C947EADEC1E0}"/>
          </ac:spMkLst>
        </pc:spChg>
        <pc:spChg chg="add mod">
          <ac:chgData name="Bhowmik, Sayan" userId="2b51cadb-156e-4c9a-99fc-6d2138739850" providerId="ADAL" clId="{2B50C6D2-8568-43B0-A1CD-E9860F9F381B}" dt="2024-09-07T15:38:29.206" v="5462" actId="1036"/>
          <ac:spMkLst>
            <pc:docMk/>
            <pc:sldMk cId="157255989" sldId="260"/>
            <ac:spMk id="119" creationId="{566331A6-3532-C77B-778F-A7E35453F3FF}"/>
          </ac:spMkLst>
        </pc:spChg>
        <pc:spChg chg="add mod">
          <ac:chgData name="Bhowmik, Sayan" userId="2b51cadb-156e-4c9a-99fc-6d2138739850" providerId="ADAL" clId="{2B50C6D2-8568-43B0-A1CD-E9860F9F381B}" dt="2024-09-07T15:38:29.206" v="5462" actId="1036"/>
          <ac:spMkLst>
            <pc:docMk/>
            <pc:sldMk cId="157255989" sldId="260"/>
            <ac:spMk id="124" creationId="{E461D206-BAF2-914B-A28D-F422572C620C}"/>
          </ac:spMkLst>
        </pc:spChg>
        <pc:spChg chg="add mod">
          <ac:chgData name="Bhowmik, Sayan" userId="2b51cadb-156e-4c9a-99fc-6d2138739850" providerId="ADAL" clId="{2B50C6D2-8568-43B0-A1CD-E9860F9F381B}" dt="2024-09-07T15:37:44.374" v="5442" actId="1076"/>
          <ac:spMkLst>
            <pc:docMk/>
            <pc:sldMk cId="157255989" sldId="260"/>
            <ac:spMk id="125" creationId="{EB5414A9-CD26-27B1-4908-6977FD59CBA6}"/>
          </ac:spMkLst>
        </pc:spChg>
        <pc:spChg chg="add mod">
          <ac:chgData name="Bhowmik, Sayan" userId="2b51cadb-156e-4c9a-99fc-6d2138739850" providerId="ADAL" clId="{2B50C6D2-8568-43B0-A1CD-E9860F9F381B}" dt="2024-09-07T15:37:44.374" v="5442" actId="1076"/>
          <ac:spMkLst>
            <pc:docMk/>
            <pc:sldMk cId="157255989" sldId="260"/>
            <ac:spMk id="127" creationId="{B12A2FCD-8477-30D9-1506-11ADDA183348}"/>
          </ac:spMkLst>
        </pc:spChg>
        <pc:spChg chg="add mod">
          <ac:chgData name="Bhowmik, Sayan" userId="2b51cadb-156e-4c9a-99fc-6d2138739850" providerId="ADAL" clId="{2B50C6D2-8568-43B0-A1CD-E9860F9F381B}" dt="2024-09-07T15:41:58.530" v="5517" actId="1076"/>
          <ac:spMkLst>
            <pc:docMk/>
            <pc:sldMk cId="157255989" sldId="260"/>
            <ac:spMk id="128" creationId="{520180A0-7A0A-8238-9627-5DA206BB727C}"/>
          </ac:spMkLst>
        </pc:spChg>
        <pc:spChg chg="add mod">
          <ac:chgData name="Bhowmik, Sayan" userId="2b51cadb-156e-4c9a-99fc-6d2138739850" providerId="ADAL" clId="{2B50C6D2-8568-43B0-A1CD-E9860F9F381B}" dt="2024-09-07T15:40:39.014" v="5514" actId="1076"/>
          <ac:spMkLst>
            <pc:docMk/>
            <pc:sldMk cId="157255989" sldId="260"/>
            <ac:spMk id="131" creationId="{92FBE197-FCA2-B997-0867-BF5E58142EF4}"/>
          </ac:spMkLst>
        </pc:spChg>
        <pc:grpChg chg="add mod">
          <ac:chgData name="Bhowmik, Sayan" userId="2b51cadb-156e-4c9a-99fc-6d2138739850" providerId="ADAL" clId="{2B50C6D2-8568-43B0-A1CD-E9860F9F381B}" dt="2024-09-07T15:35:56.362" v="5353" actId="1035"/>
          <ac:grpSpMkLst>
            <pc:docMk/>
            <pc:sldMk cId="157255989" sldId="260"/>
            <ac:grpSpMk id="21" creationId="{94CDCAF0-BFD4-EFD3-5F79-4DB90D8F89F1}"/>
          </ac:grpSpMkLst>
        </pc:grpChg>
        <pc:grpChg chg="add mod">
          <ac:chgData name="Bhowmik, Sayan" userId="2b51cadb-156e-4c9a-99fc-6d2138739850" providerId="ADAL" clId="{2B50C6D2-8568-43B0-A1CD-E9860F9F381B}" dt="2024-09-07T15:15:24.404" v="4850" actId="164"/>
          <ac:grpSpMkLst>
            <pc:docMk/>
            <pc:sldMk cId="157255989" sldId="260"/>
            <ac:grpSpMk id="22" creationId="{EB223704-591F-542A-422B-83262D3C08C8}"/>
          </ac:grpSpMkLst>
        </pc:grpChg>
        <pc:grpChg chg="add mod">
          <ac:chgData name="Bhowmik, Sayan" userId="2b51cadb-156e-4c9a-99fc-6d2138739850" providerId="ADAL" clId="{2B50C6D2-8568-43B0-A1CD-E9860F9F381B}" dt="2024-09-07T16:07:07.704" v="5522" actId="1036"/>
          <ac:grpSpMkLst>
            <pc:docMk/>
            <pc:sldMk cId="157255989" sldId="260"/>
            <ac:grpSpMk id="83" creationId="{BC7599F5-6740-5BE2-F2D7-EB0244B2DF78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85" creationId="{50AFD8D4-D6D8-7637-6B98-90709DCABA42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96" creationId="{B96A2AD5-E190-20C6-B0C5-2AB27D8DA376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107" creationId="{5F2E10A4-460F-0291-3E63-A39AC648A2B1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126" creationId="{3937DD9A-E8F9-C95A-BB4D-C3CEE390488C}"/>
          </ac:grpSpMkLst>
        </pc:grpChg>
        <pc:picChg chg="add mod modCrop">
          <ac:chgData name="Bhowmik, Sayan" userId="2b51cadb-156e-4c9a-99fc-6d2138739850" providerId="ADAL" clId="{2B50C6D2-8568-43B0-A1CD-E9860F9F381B}" dt="2024-09-07T15:39:43.842" v="5465" actId="962"/>
          <ac:picMkLst>
            <pc:docMk/>
            <pc:sldMk cId="157255989" sldId="260"/>
            <ac:picMk id="4" creationId="{DB675B00-2E5A-D407-7180-C96B390AD4DF}"/>
          </ac:picMkLst>
        </pc:picChg>
        <pc:picChg chg="add del mod">
          <ac:chgData name="Bhowmik, Sayan" userId="2b51cadb-156e-4c9a-99fc-6d2138739850" providerId="ADAL" clId="{2B50C6D2-8568-43B0-A1CD-E9860F9F381B}" dt="2024-09-07T05:14:38.181" v="4606" actId="478"/>
          <ac:picMkLst>
            <pc:docMk/>
            <pc:sldMk cId="157255989" sldId="260"/>
            <ac:picMk id="5" creationId="{C462020C-FF61-9875-FB6D-5DD6FAA59869}"/>
          </ac:picMkLst>
        </pc:picChg>
        <pc:picChg chg="add del mod">
          <ac:chgData name="Bhowmik, Sayan" userId="2b51cadb-156e-4c9a-99fc-6d2138739850" providerId="ADAL" clId="{2B50C6D2-8568-43B0-A1CD-E9860F9F381B}" dt="2024-09-07T15:17:54.745" v="4892" actId="478"/>
          <ac:picMkLst>
            <pc:docMk/>
            <pc:sldMk cId="157255989" sldId="260"/>
            <ac:picMk id="7" creationId="{161FE316-12E7-5643-A481-95F6708415FE}"/>
          </ac:picMkLst>
        </pc:picChg>
        <pc:picChg chg="add mod">
          <ac:chgData name="Bhowmik, Sayan" userId="2b51cadb-156e-4c9a-99fc-6d2138739850" providerId="ADAL" clId="{2B50C6D2-8568-43B0-A1CD-E9860F9F381B}" dt="2024-09-07T15:35:56.362" v="5353" actId="1035"/>
          <ac:picMkLst>
            <pc:docMk/>
            <pc:sldMk cId="157255989" sldId="260"/>
            <ac:picMk id="8" creationId="{ED7F1C63-EDEF-372C-CAE3-1735573EE73E}"/>
          </ac:picMkLst>
        </pc:picChg>
        <pc:picChg chg="add mod">
          <ac:chgData name="Bhowmik, Sayan" userId="2b51cadb-156e-4c9a-99fc-6d2138739850" providerId="ADAL" clId="{2B50C6D2-8568-43B0-A1CD-E9860F9F381B}" dt="2024-09-07T15:05:03.969" v="4735" actId="164"/>
          <ac:picMkLst>
            <pc:docMk/>
            <pc:sldMk cId="157255989" sldId="260"/>
            <ac:picMk id="10" creationId="{D6B5706D-5A53-828A-A54C-93C4FBFB7A33}"/>
          </ac:picMkLst>
        </pc:picChg>
        <pc:picChg chg="mod">
          <ac:chgData name="Bhowmik, Sayan" userId="2b51cadb-156e-4c9a-99fc-6d2138739850" providerId="ADAL" clId="{2B50C6D2-8568-43B0-A1CD-E9860F9F381B}" dt="2024-09-07T15:05:06.378" v="4736"/>
          <ac:picMkLst>
            <pc:docMk/>
            <pc:sldMk cId="157255989" sldId="260"/>
            <ac:picMk id="23" creationId="{7DEBC629-5F69-2BF4-C008-063A5551BE4E}"/>
          </ac:picMkLst>
        </pc:picChg>
        <pc:picChg chg="mod modCrop">
          <ac:chgData name="Bhowmik, Sayan" userId="2b51cadb-156e-4c9a-99fc-6d2138739850" providerId="ADAL" clId="{2B50C6D2-8568-43B0-A1CD-E9860F9F381B}" dt="2024-09-07T15:16:42.890" v="4884" actId="732"/>
          <ac:picMkLst>
            <pc:docMk/>
            <pc:sldMk cId="157255989" sldId="260"/>
            <ac:picMk id="86" creationId="{49AA12EE-AAAF-2022-EFFA-72326676A8AA}"/>
          </ac:picMkLst>
        </pc:picChg>
        <pc:picChg chg="mod modCrop">
          <ac:chgData name="Bhowmik, Sayan" userId="2b51cadb-156e-4c9a-99fc-6d2138739850" providerId="ADAL" clId="{2B50C6D2-8568-43B0-A1CD-E9860F9F381B}" dt="2024-09-07T15:17:01.062" v="4887" actId="732"/>
          <ac:picMkLst>
            <pc:docMk/>
            <pc:sldMk cId="157255989" sldId="260"/>
            <ac:picMk id="97" creationId="{5A0D23E2-CF0F-3EE4-04E0-CE217F00D55A}"/>
          </ac:picMkLst>
        </pc:picChg>
        <pc:picChg chg="mod">
          <ac:chgData name="Bhowmik, Sayan" userId="2b51cadb-156e-4c9a-99fc-6d2138739850" providerId="ADAL" clId="{2B50C6D2-8568-43B0-A1CD-E9860F9F381B}" dt="2024-09-07T15:17:36.780" v="4890"/>
          <ac:picMkLst>
            <pc:docMk/>
            <pc:sldMk cId="157255989" sldId="260"/>
            <ac:picMk id="108" creationId="{BB7AB766-D3AF-B5B4-C7B5-8185AF7261F2}"/>
          </ac:picMkLst>
        </pc:picChg>
        <pc:picChg chg="add mod modCrop">
          <ac:chgData name="Bhowmik, Sayan" userId="2b51cadb-156e-4c9a-99fc-6d2138739850" providerId="ADAL" clId="{2B50C6D2-8568-43B0-A1CD-E9860F9F381B}" dt="2024-09-07T15:38:29.206" v="5462" actId="1036"/>
          <ac:picMkLst>
            <pc:docMk/>
            <pc:sldMk cId="157255989" sldId="260"/>
            <ac:picMk id="118" creationId="{87528041-E97B-3CD7-7E63-A610FE3A5C3E}"/>
          </ac:picMkLst>
        </pc:picChg>
        <pc:picChg chg="add mod modCrop">
          <ac:chgData name="Bhowmik, Sayan" userId="2b51cadb-156e-4c9a-99fc-6d2138739850" providerId="ADAL" clId="{2B50C6D2-8568-43B0-A1CD-E9860F9F381B}" dt="2024-09-07T15:30:41.278" v="5212" actId="164"/>
          <ac:picMkLst>
            <pc:docMk/>
            <pc:sldMk cId="157255989" sldId="260"/>
            <ac:picMk id="120" creationId="{8A178D3A-93D7-9CBF-8F43-C320F4DAA1F3}"/>
          </ac:picMkLst>
        </pc:picChg>
        <pc:picChg chg="add mod modCrop">
          <ac:chgData name="Bhowmik, Sayan" userId="2b51cadb-156e-4c9a-99fc-6d2138739850" providerId="ADAL" clId="{2B50C6D2-8568-43B0-A1CD-E9860F9F381B}" dt="2024-09-07T15:33:38.861" v="5273" actId="1037"/>
          <ac:picMkLst>
            <pc:docMk/>
            <pc:sldMk cId="157255989" sldId="260"/>
            <ac:picMk id="121" creationId="{1F5E8D99-892B-B1DA-9AE0-82FE92A4F900}"/>
          </ac:picMkLst>
        </pc:picChg>
        <pc:picChg chg="add mod">
          <ac:chgData name="Bhowmik, Sayan" userId="2b51cadb-156e-4c9a-99fc-6d2138739850" providerId="ADAL" clId="{2B50C6D2-8568-43B0-A1CD-E9860F9F381B}" dt="2024-09-07T15:40:43.460" v="5515" actId="1076"/>
          <ac:picMkLst>
            <pc:docMk/>
            <pc:sldMk cId="157255989" sldId="260"/>
            <ac:picMk id="130" creationId="{558DAD59-755C-6355-9BD3-07FA24D80188}"/>
          </ac:picMkLst>
        </pc:picChg>
        <pc:cxnChg chg="add del">
          <ac:chgData name="Bhowmik, Sayan" userId="2b51cadb-156e-4c9a-99fc-6d2138739850" providerId="ADAL" clId="{2B50C6D2-8568-43B0-A1CD-E9860F9F381B}" dt="2024-09-07T15:05:43.068" v="4739" actId="478"/>
          <ac:cxnSpMkLst>
            <pc:docMk/>
            <pc:sldMk cId="157255989" sldId="260"/>
            <ac:cxnSpMk id="34" creationId="{781FFC54-9176-4A71-D56B-2446C938ED88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36" creationId="{F48832F2-8F86-0B3C-5A88-E95C8160DC0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38" creationId="{4157DA3F-A9F6-387A-43F2-BCCA299BB3A7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0" creationId="{518682F6-58B4-C24C-777B-EB8B3C896E24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3" creationId="{7E1437B3-2B8B-4B49-1D08-7CE52AAC4EEA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5" creationId="{15F7BB74-A4D6-66D1-F28C-10ADB730DB40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8" creationId="{C6B59D6A-5CB1-4428-2CFE-113E6BA39B1E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0" creationId="{B5994502-6368-A3A2-6ACF-ACA66298C5B3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2" creationId="{0F7C6625-4A15-CCFA-DFD3-3322FE98EA15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5" creationId="{84AAC7E1-B2BD-719D-4612-74F60A6D6312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7" creationId="{DB428E05-6B47-22CF-CA7A-DFD4D807DCF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0" creationId="{CB35B95A-9EEB-4E2B-D3CA-1BCD4519A8F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5" creationId="{7EB11E62-1970-1A5C-D7FB-04E48BF583C2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9" creationId="{87ED6D9D-7827-94BD-7D06-0696D3F974E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1" creationId="{842E4BBD-857A-64ED-E998-CD1FA330A5A3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3" creationId="{6E83F494-2E0E-DB18-3A66-3336223AF10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5" creationId="{FAA614A7-89AF-3723-49C2-D96515D189E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7" creationId="{AC7D08BA-CA7D-8CC8-E195-17868037AF1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9" creationId="{A53DB0DA-CE16-D663-1731-D7CB5A6DBEF0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81" creationId="{550D91E0-CE0C-60BB-AC5D-249829E497A5}"/>
          </ac:cxnSpMkLst>
        </pc:cxnChg>
        <pc:cxnChg chg="add mod">
          <ac:chgData name="Bhowmik, Sayan" userId="2b51cadb-156e-4c9a-99fc-6d2138739850" providerId="ADAL" clId="{2B50C6D2-8568-43B0-A1CD-E9860F9F381B}" dt="2024-09-07T15:33:33.624" v="5252" actId="1037"/>
          <ac:cxnSpMkLst>
            <pc:docMk/>
            <pc:sldMk cId="157255989" sldId="260"/>
            <ac:cxnSpMk id="123" creationId="{B7785CF6-90A2-55ED-A8C2-5A043E08A7CB}"/>
          </ac:cxnSpMkLst>
        </pc:cxnChg>
      </pc:sldChg>
      <pc:sldChg chg="addSp delSp modSp new add del mod modTransition modAnim">
        <pc:chgData name="Bhowmik, Sayan" userId="2b51cadb-156e-4c9a-99fc-6d2138739850" providerId="ADAL" clId="{2B50C6D2-8568-43B0-A1CD-E9860F9F381B}" dt="2024-09-12T03:06:43.304" v="8673"/>
        <pc:sldMkLst>
          <pc:docMk/>
          <pc:sldMk cId="367872424" sldId="261"/>
        </pc:sldMkLst>
        <pc:spChg chg="del">
          <ac:chgData name="Bhowmik, Sayan" userId="2b51cadb-156e-4c9a-99fc-6d2138739850" providerId="ADAL" clId="{2B50C6D2-8568-43B0-A1CD-E9860F9F381B}" dt="2024-09-07T16:08:01.604" v="5526" actId="478"/>
          <ac:spMkLst>
            <pc:docMk/>
            <pc:sldMk cId="367872424" sldId="261"/>
            <ac:spMk id="2" creationId="{A68B4FBD-700D-E82A-B7AD-F866D63BFA97}"/>
          </ac:spMkLst>
        </pc:spChg>
        <pc:spChg chg="add mod">
          <ac:chgData name="Bhowmik, Sayan" userId="2b51cadb-156e-4c9a-99fc-6d2138739850" providerId="ADAL" clId="{2B50C6D2-8568-43B0-A1CD-E9860F9F381B}" dt="2024-09-07T16:08:12.366" v="5529" actId="20577"/>
          <ac:spMkLst>
            <pc:docMk/>
            <pc:sldMk cId="367872424" sldId="261"/>
            <ac:spMk id="3" creationId="{4358B116-4040-6812-0B61-99B8FDC3F00D}"/>
          </ac:spMkLst>
        </pc:spChg>
        <pc:spChg chg="add mod">
          <ac:chgData name="Bhowmik, Sayan" userId="2b51cadb-156e-4c9a-99fc-6d2138739850" providerId="ADAL" clId="{2B50C6D2-8568-43B0-A1CD-E9860F9F381B}" dt="2024-09-07T16:08:34.716" v="5577" actId="20577"/>
          <ac:spMkLst>
            <pc:docMk/>
            <pc:sldMk cId="367872424" sldId="261"/>
            <ac:spMk id="4" creationId="{9B8E0370-628E-6C96-7C73-99A3D84BEFF2}"/>
          </ac:spMkLst>
        </pc:spChg>
        <pc:spChg chg="add mod">
          <ac:chgData name="Bhowmik, Sayan" userId="2b51cadb-156e-4c9a-99fc-6d2138739850" providerId="ADAL" clId="{2B50C6D2-8568-43B0-A1CD-E9860F9F381B}" dt="2024-09-07T16:51:53.503" v="5901" actId="1037"/>
          <ac:spMkLst>
            <pc:docMk/>
            <pc:sldMk cId="367872424" sldId="261"/>
            <ac:spMk id="5" creationId="{40659C78-B42B-6E14-3835-FBF3D48D3A33}"/>
          </ac:spMkLst>
        </pc:spChg>
        <pc:spChg chg="add mod">
          <ac:chgData name="Bhowmik, Sayan" userId="2b51cadb-156e-4c9a-99fc-6d2138739850" providerId="ADAL" clId="{2B50C6D2-8568-43B0-A1CD-E9860F9F381B}" dt="2024-09-07T16:38:48.712" v="5640" actId="1076"/>
          <ac:spMkLst>
            <pc:docMk/>
            <pc:sldMk cId="367872424" sldId="261"/>
            <ac:spMk id="12" creationId="{FD7A354A-2E6E-DF41-C59C-B8B8460B3D30}"/>
          </ac:spMkLst>
        </pc:spChg>
        <pc:spChg chg="add mod">
          <ac:chgData name="Bhowmik, Sayan" userId="2b51cadb-156e-4c9a-99fc-6d2138739850" providerId="ADAL" clId="{2B50C6D2-8568-43B0-A1CD-E9860F9F381B}" dt="2024-09-07T16:53:39.088" v="5902" actId="1076"/>
          <ac:spMkLst>
            <pc:docMk/>
            <pc:sldMk cId="367872424" sldId="261"/>
            <ac:spMk id="13" creationId="{8CFE98C1-0A57-530C-E981-5E1FB261CC46}"/>
          </ac:spMkLst>
        </pc:spChg>
        <pc:spChg chg="add mod">
          <ac:chgData name="Bhowmik, Sayan" userId="2b51cadb-156e-4c9a-99fc-6d2138739850" providerId="ADAL" clId="{2B50C6D2-8568-43B0-A1CD-E9860F9F381B}" dt="2024-09-07T16:39:26.455" v="5652" actId="1076"/>
          <ac:spMkLst>
            <pc:docMk/>
            <pc:sldMk cId="367872424" sldId="261"/>
            <ac:spMk id="14" creationId="{CB3147CB-A19F-44CF-0C0B-68551C6FF455}"/>
          </ac:spMkLst>
        </pc:spChg>
        <pc:spChg chg="add mod">
          <ac:chgData name="Bhowmik, Sayan" userId="2b51cadb-156e-4c9a-99fc-6d2138739850" providerId="ADAL" clId="{2B50C6D2-8568-43B0-A1CD-E9860F9F381B}" dt="2024-09-07T16:39:36.467" v="5654" actId="1076"/>
          <ac:spMkLst>
            <pc:docMk/>
            <pc:sldMk cId="367872424" sldId="261"/>
            <ac:spMk id="15" creationId="{C8758138-6BC1-A627-7225-C421C254C75B}"/>
          </ac:spMkLst>
        </pc:spChg>
        <pc:spChg chg="add mod">
          <ac:chgData name="Bhowmik, Sayan" userId="2b51cadb-156e-4c9a-99fc-6d2138739850" providerId="ADAL" clId="{2B50C6D2-8568-43B0-A1CD-E9860F9F381B}" dt="2024-09-07T17:03:34.471" v="5985" actId="207"/>
          <ac:spMkLst>
            <pc:docMk/>
            <pc:sldMk cId="367872424" sldId="261"/>
            <ac:spMk id="18" creationId="{275C3287-F4B4-8092-97C2-CBF9F11238A1}"/>
          </ac:spMkLst>
        </pc:spChg>
        <pc:spChg chg="add mod">
          <ac:chgData name="Bhowmik, Sayan" userId="2b51cadb-156e-4c9a-99fc-6d2138739850" providerId="ADAL" clId="{2B50C6D2-8568-43B0-A1CD-E9860F9F381B}" dt="2024-09-07T17:03:54.080" v="6011" actId="1035"/>
          <ac:spMkLst>
            <pc:docMk/>
            <pc:sldMk cId="367872424" sldId="261"/>
            <ac:spMk id="23" creationId="{2BD58F86-2B7E-CFEB-746B-ADE9265F775B}"/>
          </ac:spMkLst>
        </pc:spChg>
        <pc:spChg chg="add mod">
          <ac:chgData name="Bhowmik, Sayan" userId="2b51cadb-156e-4c9a-99fc-6d2138739850" providerId="ADAL" clId="{2B50C6D2-8568-43B0-A1CD-E9860F9F381B}" dt="2024-09-07T17:04:02.810" v="6025" actId="1036"/>
          <ac:spMkLst>
            <pc:docMk/>
            <pc:sldMk cId="367872424" sldId="261"/>
            <ac:spMk id="24" creationId="{7484F757-A201-4C7C-A503-8744F1F675FC}"/>
          </ac:spMkLst>
        </pc:spChg>
        <pc:spChg chg="add del mod">
          <ac:chgData name="Bhowmik, Sayan" userId="2b51cadb-156e-4c9a-99fc-6d2138739850" providerId="ADAL" clId="{2B50C6D2-8568-43B0-A1CD-E9860F9F381B}" dt="2024-09-07T17:21:33.818" v="6049" actId="478"/>
          <ac:spMkLst>
            <pc:docMk/>
            <pc:sldMk cId="367872424" sldId="261"/>
            <ac:spMk id="25" creationId="{C5B37D93-3E73-2183-0D00-2C79E05609BC}"/>
          </ac:spMkLst>
        </pc:spChg>
        <pc:picChg chg="add mod modCrop">
          <ac:chgData name="Bhowmik, Sayan" userId="2b51cadb-156e-4c9a-99fc-6d2138739850" providerId="ADAL" clId="{2B50C6D2-8568-43B0-A1CD-E9860F9F381B}" dt="2024-09-07T16:28:20.499" v="5592" actId="14100"/>
          <ac:picMkLst>
            <pc:docMk/>
            <pc:sldMk cId="367872424" sldId="261"/>
            <ac:picMk id="7" creationId="{C3778CEB-7BF6-D7FC-514B-9F9064CB35EF}"/>
          </ac:picMkLst>
        </pc:picChg>
        <pc:picChg chg="add del mod">
          <ac:chgData name="Bhowmik, Sayan" userId="2b51cadb-156e-4c9a-99fc-6d2138739850" providerId="ADAL" clId="{2B50C6D2-8568-43B0-A1CD-E9860F9F381B}" dt="2024-09-07T16:31:52.466" v="5597" actId="478"/>
          <ac:picMkLst>
            <pc:docMk/>
            <pc:sldMk cId="367872424" sldId="261"/>
            <ac:picMk id="9" creationId="{16B3FB44-01FD-8F11-EADA-987DEA131B20}"/>
          </ac:picMkLst>
        </pc:picChg>
        <pc:picChg chg="add mod">
          <ac:chgData name="Bhowmik, Sayan" userId="2b51cadb-156e-4c9a-99fc-6d2138739850" providerId="ADAL" clId="{2B50C6D2-8568-43B0-A1CD-E9860F9F381B}" dt="2024-09-07T16:37:44.878" v="5605" actId="1076"/>
          <ac:picMkLst>
            <pc:docMk/>
            <pc:sldMk cId="367872424" sldId="261"/>
            <ac:picMk id="11" creationId="{A93727B3-01A5-F27A-D07A-503304F022C8}"/>
          </ac:picMkLst>
        </pc:picChg>
        <pc:picChg chg="add mod">
          <ac:chgData name="Bhowmik, Sayan" userId="2b51cadb-156e-4c9a-99fc-6d2138739850" providerId="ADAL" clId="{2B50C6D2-8568-43B0-A1CD-E9860F9F381B}" dt="2024-09-07T16:41:37.590" v="5664" actId="1076"/>
          <ac:picMkLst>
            <pc:docMk/>
            <pc:sldMk cId="367872424" sldId="261"/>
            <ac:picMk id="17" creationId="{1C0687FE-5696-BBF5-3ACD-83F931847149}"/>
          </ac:picMkLst>
        </pc:picChg>
        <pc:picChg chg="add mod">
          <ac:chgData name="Bhowmik, Sayan" userId="2b51cadb-156e-4c9a-99fc-6d2138739850" providerId="ADAL" clId="{2B50C6D2-8568-43B0-A1CD-E9860F9F381B}" dt="2024-09-07T17:21:15.020" v="6045" actId="1076"/>
          <ac:picMkLst>
            <pc:docMk/>
            <pc:sldMk cId="367872424" sldId="261"/>
            <ac:picMk id="20" creationId="{7AFBEA60-41AE-0896-69E8-F1DE08B29921}"/>
          </ac:picMkLst>
        </pc:picChg>
        <pc:picChg chg="add mod">
          <ac:chgData name="Bhowmik, Sayan" userId="2b51cadb-156e-4c9a-99fc-6d2138739850" providerId="ADAL" clId="{2B50C6D2-8568-43B0-A1CD-E9860F9F381B}" dt="2024-09-07T17:03:54.080" v="6011" actId="1035"/>
          <ac:picMkLst>
            <pc:docMk/>
            <pc:sldMk cId="367872424" sldId="261"/>
            <ac:picMk id="22" creationId="{86B233FB-619B-C943-409E-9ADE19440F6B}"/>
          </ac:picMkLst>
        </pc:picChg>
      </pc:sldChg>
      <pc:sldChg chg="addSp delSp modSp new mod modTransition modAnim">
        <pc:chgData name="Bhowmik, Sayan" userId="2b51cadb-156e-4c9a-99fc-6d2138739850" providerId="ADAL" clId="{2B50C6D2-8568-43B0-A1CD-E9860F9F381B}" dt="2024-09-12T03:20:47.196" v="8737"/>
        <pc:sldMkLst>
          <pc:docMk/>
          <pc:sldMk cId="4147006912" sldId="262"/>
        </pc:sldMkLst>
        <pc:spChg chg="add mod">
          <ac:chgData name="Bhowmik, Sayan" userId="2b51cadb-156e-4c9a-99fc-6d2138739850" providerId="ADAL" clId="{2B50C6D2-8568-43B0-A1CD-E9860F9F381B}" dt="2024-09-12T03:20:32.016" v="8735" actId="1035"/>
          <ac:spMkLst>
            <pc:docMk/>
            <pc:sldMk cId="4147006912" sldId="262"/>
            <ac:spMk id="2" creationId="{2E133398-0841-24B6-E516-4BF6BB648B35}"/>
          </ac:spMkLst>
        </pc:spChg>
        <pc:spChg chg="del">
          <ac:chgData name="Bhowmik, Sayan" userId="2b51cadb-156e-4c9a-99fc-6d2138739850" providerId="ADAL" clId="{2B50C6D2-8568-43B0-A1CD-E9860F9F381B}" dt="2024-09-07T17:02:36.652" v="5969" actId="478"/>
          <ac:spMkLst>
            <pc:docMk/>
            <pc:sldMk cId="4147006912" sldId="262"/>
            <ac:spMk id="2" creationId="{3FEF4610-552A-ED71-7B48-DDEF5236332F}"/>
          </ac:spMkLst>
        </pc:spChg>
        <pc:spChg chg="add mod">
          <ac:chgData name="Bhowmik, Sayan" userId="2b51cadb-156e-4c9a-99fc-6d2138739850" providerId="ADAL" clId="{2B50C6D2-8568-43B0-A1CD-E9860F9F381B}" dt="2024-09-07T18:07:57.822" v="6751" actId="20577"/>
          <ac:spMkLst>
            <pc:docMk/>
            <pc:sldMk cId="4147006912" sldId="262"/>
            <ac:spMk id="3" creationId="{50718A16-6A8B-C8FC-FBFF-F96458995092}"/>
          </ac:spMkLst>
        </pc:spChg>
        <pc:spChg chg="add mod">
          <ac:chgData name="Bhowmik, Sayan" userId="2b51cadb-156e-4c9a-99fc-6d2138739850" providerId="ADAL" clId="{2B50C6D2-8568-43B0-A1CD-E9860F9F381B}" dt="2024-09-07T18:20:18.462" v="7028" actId="1037"/>
          <ac:spMkLst>
            <pc:docMk/>
            <pc:sldMk cId="4147006912" sldId="262"/>
            <ac:spMk id="4" creationId="{F45D9336-7F04-E6E3-75D5-6D95327C3F7C}"/>
          </ac:spMkLst>
        </pc:spChg>
        <pc:spChg chg="add mod">
          <ac:chgData name="Bhowmik, Sayan" userId="2b51cadb-156e-4c9a-99fc-6d2138739850" providerId="ADAL" clId="{2B50C6D2-8568-43B0-A1CD-E9860F9F381B}" dt="2024-09-07T18:20:18.462" v="7028" actId="1037"/>
          <ac:spMkLst>
            <pc:docMk/>
            <pc:sldMk cId="4147006912" sldId="262"/>
            <ac:spMk id="5" creationId="{80DD9871-FD23-2386-8467-6385A522AA39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16" creationId="{8F78262C-F3B4-D1FF-91A4-402695016EF3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19" creationId="{5340A003-B2D0-33E0-9507-660846C98981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24" creationId="{1A62BAC6-FD7F-653F-E9AE-906F96C4492A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26" creationId="{A4C59C65-AC8E-4CC3-1AB6-ADAB0C3A659B}"/>
          </ac:spMkLst>
        </pc:spChg>
        <pc:spChg chg="add mod">
          <ac:chgData name="Bhowmik, Sayan" userId="2b51cadb-156e-4c9a-99fc-6d2138739850" providerId="ADAL" clId="{2B50C6D2-8568-43B0-A1CD-E9860F9F381B}" dt="2024-09-07T18:20:21.640" v="7029" actId="14100"/>
          <ac:spMkLst>
            <pc:docMk/>
            <pc:sldMk cId="4147006912" sldId="262"/>
            <ac:spMk id="27" creationId="{FBA7C170-7844-D19D-9BA0-DB9EAD41C4C4}"/>
          </ac:spMkLst>
        </pc:spChg>
        <pc:spChg chg="add del mod">
          <ac:chgData name="Bhowmik, Sayan" userId="2b51cadb-156e-4c9a-99fc-6d2138739850" providerId="ADAL" clId="{2B50C6D2-8568-43B0-A1CD-E9860F9F381B}" dt="2024-09-07T18:17:18.223" v="7003" actId="1076"/>
          <ac:spMkLst>
            <pc:docMk/>
            <pc:sldMk cId="4147006912" sldId="262"/>
            <ac:spMk id="28" creationId="{7EC3F503-F9F3-A04D-3E76-F5BBDB58930A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29" creationId="{E42C7B80-E29F-5B0B-2D4A-7ED64C7F5D7B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0" creationId="{2131C98D-C64F-A016-3567-5C1BFC546E98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1" creationId="{BF7A7545-0F6C-67D2-3C26-496020BC56BD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9" creationId="{27FFF98F-E0A9-E29B-14B7-AE186637057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0" creationId="{4D48826B-702C-2E21-2350-4ADD6B421B02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1" creationId="{6F23160F-FB20-D851-5D3B-966A16BA6E3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7" creationId="{28E91AAE-7188-3835-9B55-CC4CA76372CB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8" creationId="{1F99DF7F-40FD-47C9-9D52-3ED208CE2D3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9" creationId="{79E54170-3D0C-5221-3161-5316E630C9C1}"/>
          </ac:spMkLst>
        </pc:spChg>
        <pc:spChg chg="add del mod">
          <ac:chgData name="Bhowmik, Sayan" userId="2b51cadb-156e-4c9a-99fc-6d2138739850" providerId="ADAL" clId="{2B50C6D2-8568-43B0-A1CD-E9860F9F381B}" dt="2024-09-07T18:14:47.959" v="6918" actId="478"/>
          <ac:spMkLst>
            <pc:docMk/>
            <pc:sldMk cId="4147006912" sldId="262"/>
            <ac:spMk id="54" creationId="{1AFB44FD-4184-BC7F-B639-5AD0FEE5038E}"/>
          </ac:spMkLst>
        </pc:spChg>
        <pc:spChg chg="add mod">
          <ac:chgData name="Bhowmik, Sayan" userId="2b51cadb-156e-4c9a-99fc-6d2138739850" providerId="ADAL" clId="{2B50C6D2-8568-43B0-A1CD-E9860F9F381B}" dt="2024-09-07T19:20:46.717" v="7074" actId="1037"/>
          <ac:spMkLst>
            <pc:docMk/>
            <pc:sldMk cId="4147006912" sldId="262"/>
            <ac:spMk id="69" creationId="{68F5C792-3EC9-4726-0E85-969D0CAD96A4}"/>
          </ac:spMkLst>
        </pc:spChg>
        <pc:picChg chg="add mod">
          <ac:chgData name="Bhowmik, Sayan" userId="2b51cadb-156e-4c9a-99fc-6d2138739850" providerId="ADAL" clId="{2B50C6D2-8568-43B0-A1CD-E9860F9F381B}" dt="2024-09-07T18:20:18.462" v="7028" actId="1037"/>
          <ac:picMkLst>
            <pc:docMk/>
            <pc:sldMk cId="4147006912" sldId="262"/>
            <ac:picMk id="6" creationId="{14A8F94E-7337-C02D-4B15-2C3842A54BF1}"/>
          </ac:picMkLst>
        </pc:picChg>
        <pc:picChg chg="add mod">
          <ac:chgData name="Bhowmik, Sayan" userId="2b51cadb-156e-4c9a-99fc-6d2138739850" providerId="ADAL" clId="{2B50C6D2-8568-43B0-A1CD-E9860F9F381B}" dt="2024-09-07T18:20:18.462" v="7028" actId="1037"/>
          <ac:picMkLst>
            <pc:docMk/>
            <pc:sldMk cId="4147006912" sldId="262"/>
            <ac:picMk id="7" creationId="{BBD4AB0F-49F5-E83A-B43F-CB8CD656CD01}"/>
          </ac:picMkLst>
        </pc:picChg>
        <pc:picChg chg="add mod">
          <ac:chgData name="Bhowmik, Sayan" userId="2b51cadb-156e-4c9a-99fc-6d2138739850" providerId="ADAL" clId="{2B50C6D2-8568-43B0-A1CD-E9860F9F381B}" dt="2024-09-07T18:20:39.189" v="7056" actId="1035"/>
          <ac:picMkLst>
            <pc:docMk/>
            <pc:sldMk cId="4147006912" sldId="262"/>
            <ac:picMk id="12" creationId="{CE6E6349-0519-23BF-E24C-9B8CFA909AD8}"/>
          </ac:picMkLst>
        </pc:picChg>
        <pc:picChg chg="add del mod modCrop">
          <ac:chgData name="Bhowmik, Sayan" userId="2b51cadb-156e-4c9a-99fc-6d2138739850" providerId="ADAL" clId="{2B50C6D2-8568-43B0-A1CD-E9860F9F381B}" dt="2024-09-07T18:17:15.549" v="7002" actId="1076"/>
          <ac:picMkLst>
            <pc:docMk/>
            <pc:sldMk cId="4147006912" sldId="262"/>
            <ac:picMk id="25" creationId="{5FA7F914-CB5D-1592-88B1-58D5268CDF51}"/>
          </ac:picMkLst>
        </pc:picChg>
        <pc:picChg chg="add mod modCrop">
          <ac:chgData name="Bhowmik, Sayan" userId="2b51cadb-156e-4c9a-99fc-6d2138739850" providerId="ADAL" clId="{2B50C6D2-8568-43B0-A1CD-E9860F9F381B}" dt="2024-09-07T18:17:27.002" v="7005" actId="1076"/>
          <ac:picMkLst>
            <pc:docMk/>
            <pc:sldMk cId="4147006912" sldId="262"/>
            <ac:picMk id="53" creationId="{E49764D2-C019-C620-EE3D-37B3F1C16126}"/>
          </ac:picMkLst>
        </pc:picChg>
        <pc:cxnChg chg="add mod">
          <ac:chgData name="Bhowmik, Sayan" userId="2b51cadb-156e-4c9a-99fc-6d2138739850" providerId="ADAL" clId="{2B50C6D2-8568-43B0-A1CD-E9860F9F381B}" dt="2024-09-07T18:20:18.462" v="7028" actId="1037"/>
          <ac:cxnSpMkLst>
            <pc:docMk/>
            <pc:sldMk cId="4147006912" sldId="262"/>
            <ac:cxnSpMk id="9" creationId="{85A9FE46-FB67-4D76-C702-A6650EBDFD9F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14" creationId="{9D7A5B1F-006C-B580-B57E-E948E9009441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18" creationId="{B00BD44C-22F1-423B-55FD-7CAB5E10790D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23" creationId="{AA697D2C-CA0B-B9B9-DBF1-94EB20222D30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33" creationId="{1BB4723D-1AE6-3C4A-BAEB-CEEEAAC79501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43" creationId="{AB106F20-7BD7-D5A2-72A4-7C29780A4E89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51" creationId="{A5028E12-532D-C67C-5FD1-851B89B1CDE4}"/>
          </ac:cxnSpMkLst>
        </pc:cxnChg>
        <pc:cxnChg chg="add mod">
          <ac:chgData name="Bhowmik, Sayan" userId="2b51cadb-156e-4c9a-99fc-6d2138739850" providerId="ADAL" clId="{2B50C6D2-8568-43B0-A1CD-E9860F9F381B}" dt="2024-09-07T18:16:03.177" v="6969" actId="1582"/>
          <ac:cxnSpMkLst>
            <pc:docMk/>
            <pc:sldMk cId="4147006912" sldId="262"/>
            <ac:cxnSpMk id="56" creationId="{0CF529BE-4F6E-5E65-7C79-41AACC126F6A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3:23:07.237" v="8815"/>
        <pc:sldMkLst>
          <pc:docMk/>
          <pc:sldMk cId="2672808557" sldId="263"/>
        </pc:sldMkLst>
        <pc:spChg chg="del">
          <ac:chgData name="Bhowmik, Sayan" userId="2b51cadb-156e-4c9a-99fc-6d2138739850" providerId="ADAL" clId="{2B50C6D2-8568-43B0-A1CD-E9860F9F381B}" dt="2024-09-07T19:24:28.821" v="7076" actId="478"/>
          <ac:spMkLst>
            <pc:docMk/>
            <pc:sldMk cId="2672808557" sldId="263"/>
            <ac:spMk id="2" creationId="{4EA8239A-CBC6-D3A9-6CA8-E2E23D6AB078}"/>
          </ac:spMkLst>
        </pc:spChg>
        <pc:spChg chg="add mod">
          <ac:chgData name="Bhowmik, Sayan" userId="2b51cadb-156e-4c9a-99fc-6d2138739850" providerId="ADAL" clId="{2B50C6D2-8568-43B0-A1CD-E9860F9F381B}" dt="2024-09-12T03:22:51.259" v="8812" actId="1076"/>
          <ac:spMkLst>
            <pc:docMk/>
            <pc:sldMk cId="2672808557" sldId="263"/>
            <ac:spMk id="2" creationId="{C1B81317-F042-C2B1-8225-98A03FC3FDD1}"/>
          </ac:spMkLst>
        </pc:spChg>
        <pc:spChg chg="add mod">
          <ac:chgData name="Bhowmik, Sayan" userId="2b51cadb-156e-4c9a-99fc-6d2138739850" providerId="ADAL" clId="{2B50C6D2-8568-43B0-A1CD-E9860F9F381B}" dt="2024-09-07T19:24:52.200" v="7121" actId="20577"/>
          <ac:spMkLst>
            <pc:docMk/>
            <pc:sldMk cId="2672808557" sldId="263"/>
            <ac:spMk id="3" creationId="{29A379F0-7A25-4F90-96B2-13196F28883D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4" creationId="{FB659FEC-5664-3928-DDAD-BE1274D7D205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5" creationId="{F5A6EFE4-7C9F-11E4-F40A-0D211430FCC4}"/>
          </ac:spMkLst>
        </pc:spChg>
        <pc:spChg chg="add mod">
          <ac:chgData name="Bhowmik, Sayan" userId="2b51cadb-156e-4c9a-99fc-6d2138739850" providerId="ADAL" clId="{2B50C6D2-8568-43B0-A1CD-E9860F9F381B}" dt="2024-09-07T20:28:32.258" v="8477" actId="207"/>
          <ac:spMkLst>
            <pc:docMk/>
            <pc:sldMk cId="2672808557" sldId="263"/>
            <ac:spMk id="6" creationId="{D15775EA-EE4C-0AB5-237F-D0CE10D90187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7" creationId="{7E460C71-D888-E7A9-F395-161DB2050AF5}"/>
          </ac:spMkLst>
        </pc:spChg>
        <pc:spChg chg="add mod">
          <ac:chgData name="Bhowmik, Sayan" userId="2b51cadb-156e-4c9a-99fc-6d2138739850" providerId="ADAL" clId="{2B50C6D2-8568-43B0-A1CD-E9860F9F381B}" dt="2024-09-12T03:22:41.302" v="8810" actId="1036"/>
          <ac:spMkLst>
            <pc:docMk/>
            <pc:sldMk cId="2672808557" sldId="263"/>
            <ac:spMk id="10" creationId="{95CFAB66-EFEC-BFC9-5FA8-E3BC50DD09A9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17" creationId="{2A1BB56C-C8C2-0EE5-7AD7-E58D275D44BA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18" creationId="{9E122096-F8A6-09B2-B598-D23562FDA6A3}"/>
          </ac:spMkLst>
        </pc:spChg>
        <pc:spChg chg="add mod">
          <ac:chgData name="Bhowmik, Sayan" userId="2b51cadb-156e-4c9a-99fc-6d2138739850" providerId="ADAL" clId="{2B50C6D2-8568-43B0-A1CD-E9860F9F381B}" dt="2024-09-07T20:23:11.079" v="8379" actId="14100"/>
          <ac:spMkLst>
            <pc:docMk/>
            <pc:sldMk cId="2672808557" sldId="263"/>
            <ac:spMk id="19" creationId="{8A24BFE8-0310-9ADF-7301-B96B203A2EBA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32" creationId="{754FB285-5B5B-E8F9-A98B-C2C015EAA038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33" creationId="{C7AD9ACA-1422-46E1-C97D-2E968B2DF7B3}"/>
          </ac:spMkLst>
        </pc:spChg>
        <pc:picChg chg="add mod">
          <ac:chgData name="Bhowmik, Sayan" userId="2b51cadb-156e-4c9a-99fc-6d2138739850" providerId="ADAL" clId="{2B50C6D2-8568-43B0-A1CD-E9860F9F381B}" dt="2024-09-12T03:22:41.302" v="8810" actId="1036"/>
          <ac:picMkLst>
            <pc:docMk/>
            <pc:sldMk cId="2672808557" sldId="263"/>
            <ac:picMk id="9" creationId="{D0A23EDB-E33C-E22E-7BE4-13544FA9BEA4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2" creationId="{A4BCFD91-D48A-6E02-7B55-D29951BD36EA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3" creationId="{7B0AF034-D998-3B49-9530-B67313E330B4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4" creationId="{3021EA56-568D-A577-FE67-4CF40FE0B66F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5" creationId="{5F3E3083-660C-4385-5621-1AD947304F89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6" creationId="{D2A6A6FB-D1C9-1998-D552-B4193125B793}"/>
          </ac:picMkLst>
        </pc:picChg>
        <pc:picChg chg="add mod">
          <ac:chgData name="Bhowmik, Sayan" userId="2b51cadb-156e-4c9a-99fc-6d2138739850" providerId="ADAL" clId="{2B50C6D2-8568-43B0-A1CD-E9860F9F381B}" dt="2024-09-07T20:13:39.515" v="8232"/>
          <ac:picMkLst>
            <pc:docMk/>
            <pc:sldMk cId="2672808557" sldId="263"/>
            <ac:picMk id="21" creationId="{2591807E-A2F0-1DA2-38C7-294E340F081F}"/>
          </ac:picMkLst>
        </pc:picChg>
        <pc:picChg chg="add mod">
          <ac:chgData name="Bhowmik, Sayan" userId="2b51cadb-156e-4c9a-99fc-6d2138739850" providerId="ADAL" clId="{2B50C6D2-8568-43B0-A1CD-E9860F9F381B}" dt="2024-09-07T20:23:15.597" v="8380" actId="1076"/>
          <ac:picMkLst>
            <pc:docMk/>
            <pc:sldMk cId="2672808557" sldId="263"/>
            <ac:picMk id="23" creationId="{74F49B17-BA07-3844-A4B2-2FD66E25EE6D}"/>
          </ac:picMkLst>
        </pc:picChg>
        <pc:picChg chg="add mod">
          <ac:chgData name="Bhowmik, Sayan" userId="2b51cadb-156e-4c9a-99fc-6d2138739850" providerId="ADAL" clId="{2B50C6D2-8568-43B0-A1CD-E9860F9F381B}" dt="2024-09-07T20:23:15.597" v="8380" actId="1076"/>
          <ac:picMkLst>
            <pc:docMk/>
            <pc:sldMk cId="2672808557" sldId="263"/>
            <ac:picMk id="25" creationId="{8911AA3C-3A73-117A-9CE3-1DD0DBC199F1}"/>
          </ac:picMkLst>
        </pc:picChg>
        <pc:picChg chg="add mod ord">
          <ac:chgData name="Bhowmik, Sayan" userId="2b51cadb-156e-4c9a-99fc-6d2138739850" providerId="ADAL" clId="{2B50C6D2-8568-43B0-A1CD-E9860F9F381B}" dt="2024-09-12T03:22:41.302" v="8810" actId="1036"/>
          <ac:picMkLst>
            <pc:docMk/>
            <pc:sldMk cId="2672808557" sldId="263"/>
            <ac:picMk id="27" creationId="{622D08D2-852A-9366-04A9-56F2D8415731}"/>
          </ac:picMkLst>
        </pc:picChg>
        <pc:picChg chg="add mod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29" creationId="{7FA93B50-C622-3BA2-EEF9-2F9A7CAB4EED}"/>
          </ac:picMkLst>
        </pc:picChg>
        <pc:picChg chg="add mod ord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31" creationId="{EBDBEE17-D4ED-A72D-12EF-9C847149D0AE}"/>
          </ac:picMkLst>
        </pc:picChg>
      </pc:sldChg>
      <pc:sldChg chg="addSp modSp new mod modTransition">
        <pc:chgData name="Bhowmik, Sayan" userId="2b51cadb-156e-4c9a-99fc-6d2138739850" providerId="ADAL" clId="{2B50C6D2-8568-43B0-A1CD-E9860F9F381B}" dt="2024-09-12T03:30:23.873" v="9095" actId="207"/>
        <pc:sldMkLst>
          <pc:docMk/>
          <pc:sldMk cId="1763616833" sldId="264"/>
        </pc:sldMkLst>
        <pc:spChg chg="mod">
          <ac:chgData name="Bhowmik, Sayan" userId="2b51cadb-156e-4c9a-99fc-6d2138739850" providerId="ADAL" clId="{2B50C6D2-8568-43B0-A1CD-E9860F9F381B}" dt="2024-09-12T03:24:39.983" v="8825" actId="20577"/>
          <ac:spMkLst>
            <pc:docMk/>
            <pc:sldMk cId="1763616833" sldId="264"/>
            <ac:spMk id="2" creationId="{1085CC0E-112B-8A13-D523-416CB11F2A26}"/>
          </ac:spMkLst>
        </pc:spChg>
        <pc:spChg chg="mod">
          <ac:chgData name="Bhowmik, Sayan" userId="2b51cadb-156e-4c9a-99fc-6d2138739850" providerId="ADAL" clId="{2B50C6D2-8568-43B0-A1CD-E9860F9F381B}" dt="2024-09-12T03:30:23.873" v="9095" actId="207"/>
          <ac:spMkLst>
            <pc:docMk/>
            <pc:sldMk cId="1763616833" sldId="264"/>
            <ac:spMk id="3" creationId="{1E16CF53-8BCD-4DFD-9D4D-94731DDCF8A5}"/>
          </ac:spMkLst>
        </pc:spChg>
        <pc:picChg chg="add mod">
          <ac:chgData name="Bhowmik, Sayan" userId="2b51cadb-156e-4c9a-99fc-6d2138739850" providerId="ADAL" clId="{2B50C6D2-8568-43B0-A1CD-E9860F9F381B}" dt="2024-09-12T03:28:48.905" v="9093" actId="1076"/>
          <ac:picMkLst>
            <pc:docMk/>
            <pc:sldMk cId="1763616833" sldId="264"/>
            <ac:picMk id="4" creationId="{E960E600-A01C-0513-776E-DA23001F16BD}"/>
          </ac:picMkLst>
        </pc:picChg>
      </pc:sldChg>
      <pc:sldChg chg="delSp modSp add mod">
        <pc:chgData name="Bhowmik, Sayan" userId="2b51cadb-156e-4c9a-99fc-6d2138739850" providerId="ADAL" clId="{2B50C6D2-8568-43B0-A1CD-E9860F9F381B}" dt="2024-09-12T03:38:04.434" v="9644" actId="478"/>
        <pc:sldMkLst>
          <pc:docMk/>
          <pc:sldMk cId="3699678174" sldId="265"/>
        </pc:sldMkLst>
        <pc:spChg chg="mod">
          <ac:chgData name="Bhowmik, Sayan" userId="2b51cadb-156e-4c9a-99fc-6d2138739850" providerId="ADAL" clId="{2B50C6D2-8568-43B0-A1CD-E9860F9F381B}" dt="2024-09-12T03:31:13.843" v="9111" actId="20577"/>
          <ac:spMkLst>
            <pc:docMk/>
            <pc:sldMk cId="3699678174" sldId="265"/>
            <ac:spMk id="2" creationId="{1085CC0E-112B-8A13-D523-416CB11F2A26}"/>
          </ac:spMkLst>
        </pc:spChg>
        <pc:spChg chg="mod">
          <ac:chgData name="Bhowmik, Sayan" userId="2b51cadb-156e-4c9a-99fc-6d2138739850" providerId="ADAL" clId="{2B50C6D2-8568-43B0-A1CD-E9860F9F381B}" dt="2024-09-12T03:37:51.892" v="9639" actId="20577"/>
          <ac:spMkLst>
            <pc:docMk/>
            <pc:sldMk cId="3699678174" sldId="265"/>
            <ac:spMk id="3" creationId="{1E16CF53-8BCD-4DFD-9D4D-94731DDCF8A5}"/>
          </ac:spMkLst>
        </pc:spChg>
        <pc:picChg chg="del mod">
          <ac:chgData name="Bhowmik, Sayan" userId="2b51cadb-156e-4c9a-99fc-6d2138739850" providerId="ADAL" clId="{2B50C6D2-8568-43B0-A1CD-E9860F9F381B}" dt="2024-09-12T03:38:04.434" v="9644" actId="478"/>
          <ac:picMkLst>
            <pc:docMk/>
            <pc:sldMk cId="3699678174" sldId="265"/>
            <ac:picMk id="4" creationId="{E960E600-A01C-0513-776E-DA23001F16BD}"/>
          </ac:picMkLst>
        </pc:picChg>
      </pc:sldChg>
      <pc:sldChg chg="modSp add mod">
        <pc:chgData name="Bhowmik, Sayan" userId="2b51cadb-156e-4c9a-99fc-6d2138739850" providerId="ADAL" clId="{2B50C6D2-8568-43B0-A1CD-E9860F9F381B}" dt="2024-09-14T16:13:31.835" v="10704" actId="20577"/>
        <pc:sldMkLst>
          <pc:docMk/>
          <pc:sldMk cId="2301168615" sldId="266"/>
        </pc:sldMkLst>
        <pc:spChg chg="mod">
          <ac:chgData name="Bhowmik, Sayan" userId="2b51cadb-156e-4c9a-99fc-6d2138739850" providerId="ADAL" clId="{2B50C6D2-8568-43B0-A1CD-E9860F9F381B}" dt="2024-09-14T16:13:31.835" v="10704" actId="20577"/>
          <ac:spMkLst>
            <pc:docMk/>
            <pc:sldMk cId="2301168615" sldId="266"/>
            <ac:spMk id="3" creationId="{54B9CEDF-66F4-D04D-3CFA-2BFEA2B014E7}"/>
          </ac:spMkLst>
        </pc:spChg>
      </pc:sldChg>
      <pc:sldChg chg="modSp add mod">
        <pc:chgData name="Bhowmik, Sayan" userId="2b51cadb-156e-4c9a-99fc-6d2138739850" providerId="ADAL" clId="{2B50C6D2-8568-43B0-A1CD-E9860F9F381B}" dt="2024-09-12T03:53:19.657" v="10038" actId="207"/>
        <pc:sldMkLst>
          <pc:docMk/>
          <pc:sldMk cId="1917269061" sldId="267"/>
        </pc:sldMkLst>
        <pc:spChg chg="mod">
          <ac:chgData name="Bhowmik, Sayan" userId="2b51cadb-156e-4c9a-99fc-6d2138739850" providerId="ADAL" clId="{2B50C6D2-8568-43B0-A1CD-E9860F9F381B}" dt="2024-09-12T03:53:19.657" v="10038" actId="207"/>
          <ac:spMkLst>
            <pc:docMk/>
            <pc:sldMk cId="1917269061" sldId="267"/>
            <ac:spMk id="3" creationId="{1E16CF53-8BCD-4DFD-9D4D-94731DDCF8A5}"/>
          </ac:spMkLst>
        </pc:spChg>
        <pc:picChg chg="mod">
          <ac:chgData name="Bhowmik, Sayan" userId="2b51cadb-156e-4c9a-99fc-6d2138739850" providerId="ADAL" clId="{2B50C6D2-8568-43B0-A1CD-E9860F9F381B}" dt="2024-09-12T03:52:48.322" v="10022" actId="1076"/>
          <ac:picMkLst>
            <pc:docMk/>
            <pc:sldMk cId="1917269061" sldId="267"/>
            <ac:picMk id="4" creationId="{E960E600-A01C-0513-776E-DA23001F16BD}"/>
          </ac:picMkLst>
        </pc:picChg>
      </pc:sldChg>
      <pc:sldChg chg="modSp add mod">
        <pc:chgData name="Bhowmik, Sayan" userId="2b51cadb-156e-4c9a-99fc-6d2138739850" providerId="ADAL" clId="{2B50C6D2-8568-43B0-A1CD-E9860F9F381B}" dt="2024-09-14T03:37:09.349" v="10702" actId="20577"/>
        <pc:sldMkLst>
          <pc:docMk/>
          <pc:sldMk cId="1199095437" sldId="268"/>
        </pc:sldMkLst>
        <pc:spChg chg="mod">
          <ac:chgData name="Bhowmik, Sayan" userId="2b51cadb-156e-4c9a-99fc-6d2138739850" providerId="ADAL" clId="{2B50C6D2-8568-43B0-A1CD-E9860F9F381B}" dt="2024-09-14T03:37:09.349" v="10702" actId="20577"/>
          <ac:spMkLst>
            <pc:docMk/>
            <pc:sldMk cId="1199095437" sldId="268"/>
            <ac:spMk id="3" creationId="{54B9CEDF-66F4-D04D-3CFA-2BFEA2B014E7}"/>
          </ac:spMkLst>
        </pc:spChg>
      </pc:sldChg>
      <pc:sldChg chg="addSp modSp add mod modTransition modAnim">
        <pc:chgData name="Bhowmik, Sayan" userId="2b51cadb-156e-4c9a-99fc-6d2138739850" providerId="ADAL" clId="{2B50C6D2-8568-43B0-A1CD-E9860F9F381B}" dt="2024-09-12T04:02:34.415" v="10100"/>
        <pc:sldMkLst>
          <pc:docMk/>
          <pc:sldMk cId="3570555386" sldId="295"/>
        </pc:sldMkLst>
        <pc:spChg chg="add mod">
          <ac:chgData name="Bhowmik, Sayan" userId="2b51cadb-156e-4c9a-99fc-6d2138739850" providerId="ADAL" clId="{2B50C6D2-8568-43B0-A1CD-E9860F9F381B}" dt="2024-09-12T04:02:07.090" v="10097" actId="207"/>
          <ac:spMkLst>
            <pc:docMk/>
            <pc:sldMk cId="3570555386" sldId="295"/>
            <ac:spMk id="3" creationId="{5C9F73A3-91D6-80B0-A663-D9FDD129D936}"/>
          </ac:spMkLst>
        </pc:spChg>
        <pc:spChg chg="mod">
          <ac:chgData name="Bhowmik, Sayan" userId="2b51cadb-156e-4c9a-99fc-6d2138739850" providerId="ADAL" clId="{2B50C6D2-8568-43B0-A1CD-E9860F9F381B}" dt="2024-09-12T04:02:18.001" v="10098" actId="208"/>
          <ac:spMkLst>
            <pc:docMk/>
            <pc:sldMk cId="3570555386" sldId="295"/>
            <ac:spMk id="15" creationId="{8F5E2B7E-6662-27A3-E091-0FC100DA6913}"/>
          </ac:spMkLst>
        </pc:spChg>
      </pc:sldChg>
      <pc:sldChg chg="addSp delSp modSp add mod delAnim modAnim">
        <pc:chgData name="Bhowmik, Sayan" userId="2b51cadb-156e-4c9a-99fc-6d2138739850" providerId="ADAL" clId="{2B50C6D2-8568-43B0-A1CD-E9860F9F381B}" dt="2024-09-12T04:06:49.936" v="10286" actId="1076"/>
        <pc:sldMkLst>
          <pc:docMk/>
          <pc:sldMk cId="3953153317" sldId="296"/>
        </pc:sldMkLst>
        <pc:spChg chg="mod">
          <ac:chgData name="Bhowmik, Sayan" userId="2b51cadb-156e-4c9a-99fc-6d2138739850" providerId="ADAL" clId="{2B50C6D2-8568-43B0-A1CD-E9860F9F381B}" dt="2024-09-12T04:04:55.187" v="10259" actId="20577"/>
          <ac:spMkLst>
            <pc:docMk/>
            <pc:sldMk cId="3953153317" sldId="296"/>
            <ac:spMk id="2" creationId="{BF0B817D-D4F8-1224-9D1F-5070200448D4}"/>
          </ac:spMkLst>
        </pc:spChg>
        <pc:spChg chg="mod">
          <ac:chgData name="Bhowmik, Sayan" userId="2b51cadb-156e-4c9a-99fc-6d2138739850" providerId="ADAL" clId="{2B50C6D2-8568-43B0-A1CD-E9860F9F381B}" dt="2024-09-12T04:04:09.654" v="10139" actId="20577"/>
          <ac:spMkLst>
            <pc:docMk/>
            <pc:sldMk cId="3953153317" sldId="296"/>
            <ac:spMk id="3" creationId="{54B9CEDF-66F4-D04D-3CFA-2BFEA2B014E7}"/>
          </ac:spMkLst>
        </pc:spChg>
        <pc:spChg chg="add mod">
          <ac:chgData name="Bhowmik, Sayan" userId="2b51cadb-156e-4c9a-99fc-6d2138739850" providerId="ADAL" clId="{2B50C6D2-8568-43B0-A1CD-E9860F9F381B}" dt="2024-09-12T04:06:42.943" v="10283" actId="164"/>
          <ac:spMkLst>
            <pc:docMk/>
            <pc:sldMk cId="3953153317" sldId="296"/>
            <ac:spMk id="8" creationId="{4BBA617E-981F-EABA-A89F-2ADBE195F2E1}"/>
          </ac:spMkLst>
        </pc:spChg>
        <pc:grpChg chg="add mod">
          <ac:chgData name="Bhowmik, Sayan" userId="2b51cadb-156e-4c9a-99fc-6d2138739850" providerId="ADAL" clId="{2B50C6D2-8568-43B0-A1CD-E9860F9F381B}" dt="2024-09-12T04:06:45.758" v="10285" actId="1076"/>
          <ac:grpSpMkLst>
            <pc:docMk/>
            <pc:sldMk cId="3953153317" sldId="296"/>
            <ac:grpSpMk id="11" creationId="{14FCF22B-25A3-3204-7535-0DFB78A9D102}"/>
          </ac:grpSpMkLst>
        </pc:grpChg>
        <pc:picChg chg="add del mod">
          <ac:chgData name="Bhowmik, Sayan" userId="2b51cadb-156e-4c9a-99fc-6d2138739850" providerId="ADAL" clId="{2B50C6D2-8568-43B0-A1CD-E9860F9F381B}" dt="2024-09-12T04:06:28.487" v="10269" actId="478"/>
          <ac:picMkLst>
            <pc:docMk/>
            <pc:sldMk cId="3953153317" sldId="296"/>
            <ac:picMk id="4" creationId="{E95DBA3A-6C5A-EA16-888F-C5D41789A230}"/>
          </ac:picMkLst>
        </pc:picChg>
        <pc:picChg chg="add mod">
          <ac:chgData name="Bhowmik, Sayan" userId="2b51cadb-156e-4c9a-99fc-6d2138739850" providerId="ADAL" clId="{2B50C6D2-8568-43B0-A1CD-E9860F9F381B}" dt="2024-09-12T04:06:49.936" v="10286" actId="1076"/>
          <ac:picMkLst>
            <pc:docMk/>
            <pc:sldMk cId="3953153317" sldId="296"/>
            <ac:picMk id="5" creationId="{B82B8D5F-8077-A846-34A7-567BD768969F}"/>
          </ac:picMkLst>
        </pc:picChg>
        <pc:picChg chg="add mod">
          <ac:chgData name="Bhowmik, Sayan" userId="2b51cadb-156e-4c9a-99fc-6d2138739850" providerId="ADAL" clId="{2B50C6D2-8568-43B0-A1CD-E9860F9F381B}" dt="2024-09-12T04:06:42.943" v="10283" actId="164"/>
          <ac:picMkLst>
            <pc:docMk/>
            <pc:sldMk cId="3953153317" sldId="296"/>
            <ac:picMk id="6" creationId="{2F586A69-C5F4-6367-1630-D3F9AF56C326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7" creationId="{D6BD3A41-93A1-669D-EB9C-55BB1695B2C0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9" creationId="{45F1F362-35F4-BC20-F9B6-347A031BAB31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10" creationId="{EC4A888D-FC12-2CCB-B87F-B8B74D61DBCE}"/>
          </ac:picMkLst>
        </pc:picChg>
      </pc:sldChg>
      <pc:sldChg chg="modSp add mod">
        <pc:chgData name="Bhowmik, Sayan" userId="2b51cadb-156e-4c9a-99fc-6d2138739850" providerId="ADAL" clId="{2B50C6D2-8568-43B0-A1CD-E9860F9F381B}" dt="2024-09-13T02:42:16.322" v="10700" actId="20577"/>
        <pc:sldMkLst>
          <pc:docMk/>
          <pc:sldMk cId="3653671856" sldId="297"/>
        </pc:sldMkLst>
        <pc:spChg chg="mod">
          <ac:chgData name="Bhowmik, Sayan" userId="2b51cadb-156e-4c9a-99fc-6d2138739850" providerId="ADAL" clId="{2B50C6D2-8568-43B0-A1CD-E9860F9F381B}" dt="2024-09-13T02:42:16.322" v="10700" actId="20577"/>
          <ac:spMkLst>
            <pc:docMk/>
            <pc:sldMk cId="3653671856" sldId="297"/>
            <ac:spMk id="3" creationId="{1E16CF53-8BCD-4DFD-9D4D-94731DDCF8A5}"/>
          </ac:spMkLst>
        </pc:spChg>
      </pc:sldChg>
      <pc:sldMasterChg chg="addSp delSp modSp mod modSldLayout">
        <pc:chgData name="Bhowmik, Sayan" userId="2b51cadb-156e-4c9a-99fc-6d2138739850" providerId="ADAL" clId="{2B50C6D2-8568-43B0-A1CD-E9860F9F381B}" dt="2024-09-07T04:51:18.724" v="4104" actId="1038"/>
        <pc:sldMasterMkLst>
          <pc:docMk/>
          <pc:sldMasterMk cId="243162514" sldId="2147483648"/>
        </pc:sldMasterMkLst>
        <pc:picChg chg="add mod">
          <ac:chgData name="Bhowmik, Sayan" userId="2b51cadb-156e-4c9a-99fc-6d2138739850" providerId="ADAL" clId="{2B50C6D2-8568-43B0-A1CD-E9860F9F381B}" dt="2024-09-07T04:51:18.724" v="4104" actId="1038"/>
          <ac:picMkLst>
            <pc:docMk/>
            <pc:sldMasterMk cId="243162514" sldId="2147483648"/>
            <ac:picMk id="7" creationId="{BCA8FB59-6F20-3DE1-3D28-17B4FD060E19}"/>
          </ac:picMkLst>
        </pc:picChg>
        <pc:picChg chg="add del mod">
          <ac:chgData name="Bhowmik, Sayan" userId="2b51cadb-156e-4c9a-99fc-6d2138739850" providerId="ADAL" clId="{2B50C6D2-8568-43B0-A1CD-E9860F9F381B}" dt="2024-09-07T04:30:42.919" v="3703" actId="21"/>
          <ac:picMkLst>
            <pc:docMk/>
            <pc:sldMasterMk cId="243162514" sldId="2147483648"/>
            <ac:picMk id="8" creationId="{4C275718-EE2B-01EC-68BB-F348A6D98E3B}"/>
          </ac:picMkLst>
        </pc:picChg>
        <pc:sldLayoutChg chg="addSp delSp modSp mod">
          <pc:chgData name="Bhowmik, Sayan" userId="2b51cadb-156e-4c9a-99fc-6d2138739850" providerId="ADAL" clId="{2B50C6D2-8568-43B0-A1CD-E9860F9F381B}" dt="2024-09-07T04:31:03.671" v="3740" actId="1035"/>
          <pc:sldLayoutMkLst>
            <pc:docMk/>
            <pc:sldMasterMk cId="243162514" sldId="2147483648"/>
            <pc:sldLayoutMk cId="3560958533" sldId="2147483649"/>
          </pc:sldLayoutMkLst>
          <pc:picChg chg="add del mod">
            <ac:chgData name="Bhowmik, Sayan" userId="2b51cadb-156e-4c9a-99fc-6d2138739850" providerId="ADAL" clId="{2B50C6D2-8568-43B0-A1CD-E9860F9F381B}" dt="2024-09-07T04:30:03.904" v="3682" actId="478"/>
            <ac:picMkLst>
              <pc:docMk/>
              <pc:sldMasterMk cId="243162514" sldId="2147483648"/>
              <pc:sldLayoutMk cId="3560958533" sldId="2147483649"/>
              <ac:picMk id="8" creationId="{CEE988BE-11EA-D625-C039-74192646CD48}"/>
            </ac:picMkLst>
          </pc:picChg>
          <pc:picChg chg="add mod">
            <ac:chgData name="Bhowmik, Sayan" userId="2b51cadb-156e-4c9a-99fc-6d2138739850" providerId="ADAL" clId="{2B50C6D2-8568-43B0-A1CD-E9860F9F381B}" dt="2024-09-07T04:31:03.671" v="3740" actId="1035"/>
            <ac:picMkLst>
              <pc:docMk/>
              <pc:sldMasterMk cId="243162514" sldId="2147483648"/>
              <pc:sldLayoutMk cId="3560958533" sldId="2147483649"/>
              <ac:picMk id="9" creationId="{4C275718-EE2B-01EC-68BB-F348A6D98E3B}"/>
            </ac:picMkLst>
          </pc:picChg>
        </pc:sldLayoutChg>
        <pc:sldLayoutChg chg="modSp">
          <pc:chgData name="Bhowmik, Sayan" userId="2b51cadb-156e-4c9a-99fc-6d2138739850" providerId="ADAL" clId="{2B50C6D2-8568-43B0-A1CD-E9860F9F381B}" dt="2024-09-06T23:38:10.705" v="3" actId="735"/>
          <pc:sldLayoutMkLst>
            <pc:docMk/>
            <pc:sldMasterMk cId="243162514" sldId="2147483648"/>
            <pc:sldLayoutMk cId="3388117231" sldId="2147483654"/>
          </pc:sldLayoutMkLst>
        </pc:sldLayoutChg>
      </pc:sldMasterChg>
    </pc:docChg>
  </pc:docChgLst>
  <pc:docChgLst>
    <pc:chgData name="Bhowmik, Sayan" userId="2b51cadb-156e-4c9a-99fc-6d2138739850" providerId="ADAL" clId="{0A61844E-60A1-4998-B30A-A418A6FDD646}"/>
    <pc:docChg chg="undo custSel addSld delSld modSld">
      <pc:chgData name="Bhowmik, Sayan" userId="2b51cadb-156e-4c9a-99fc-6d2138739850" providerId="ADAL" clId="{0A61844E-60A1-4998-B30A-A418A6FDD646}" dt="2024-09-22T04:04:03.358" v="8932"/>
      <pc:docMkLst>
        <pc:docMk/>
      </pc:docMkLst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2868050767" sldId="257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196883161" sldId="258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857450893" sldId="259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57255989" sldId="260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67872424" sldId="261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4147006912" sldId="262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2672808557" sldId="263"/>
        </pc:sldMkLst>
      </pc:sldChg>
      <pc:sldChg chg="modSp mod">
        <pc:chgData name="Bhowmik, Sayan" userId="2b51cadb-156e-4c9a-99fc-6d2138739850" providerId="ADAL" clId="{0A61844E-60A1-4998-B30A-A418A6FDD646}" dt="2024-09-21T17:43:50.246" v="3753" actId="114"/>
        <pc:sldMkLst>
          <pc:docMk/>
          <pc:sldMk cId="1763616833" sldId="264"/>
        </pc:sldMkLst>
        <pc:spChg chg="mod">
          <ac:chgData name="Bhowmik, Sayan" userId="2b51cadb-156e-4c9a-99fc-6d2138739850" providerId="ADAL" clId="{0A61844E-60A1-4998-B30A-A418A6FDD646}" dt="2024-09-21T17:43:50.246" v="3753" actId="114"/>
          <ac:spMkLst>
            <pc:docMk/>
            <pc:sldMk cId="1763616833" sldId="264"/>
            <ac:spMk id="3" creationId="{1E16CF53-8BCD-4DFD-9D4D-94731DDCF8A5}"/>
          </ac:spMkLst>
        </pc:spChg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699678174" sldId="265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2301168615" sldId="266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917269061" sldId="267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199095437" sldId="268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570555386" sldId="295"/>
        </pc:sldMkLst>
      </pc:sldChg>
      <pc:sldChg chg="addSp delSp modSp mod">
        <pc:chgData name="Bhowmik, Sayan" userId="2b51cadb-156e-4c9a-99fc-6d2138739850" providerId="ADAL" clId="{0A61844E-60A1-4998-B30A-A418A6FDD646}" dt="2024-09-20T01:18:45.462" v="31" actId="20577"/>
        <pc:sldMkLst>
          <pc:docMk/>
          <pc:sldMk cId="3953153317" sldId="296"/>
        </pc:sldMkLst>
        <pc:spChg chg="mod">
          <ac:chgData name="Bhowmik, Sayan" userId="2b51cadb-156e-4c9a-99fc-6d2138739850" providerId="ADAL" clId="{0A61844E-60A1-4998-B30A-A418A6FDD646}" dt="2024-09-20T01:18:45.462" v="31" actId="20577"/>
          <ac:spMkLst>
            <pc:docMk/>
            <pc:sldMk cId="3953153317" sldId="296"/>
            <ac:spMk id="3" creationId="{54B9CEDF-66F4-D04D-3CFA-2BFEA2B014E7}"/>
          </ac:spMkLst>
        </pc:spChg>
        <pc:grpChg chg="del">
          <ac:chgData name="Bhowmik, Sayan" userId="2b51cadb-156e-4c9a-99fc-6d2138739850" providerId="ADAL" clId="{0A61844E-60A1-4998-B30A-A418A6FDD646}" dt="2024-09-20T01:17:53.292" v="1" actId="478"/>
          <ac:grpSpMkLst>
            <pc:docMk/>
            <pc:sldMk cId="3953153317" sldId="296"/>
            <ac:grpSpMk id="11" creationId="{14FCF22B-25A3-3204-7535-0DFB78A9D102}"/>
          </ac:grpSpMkLst>
        </pc:grpChg>
        <pc:picChg chg="add mod">
          <ac:chgData name="Bhowmik, Sayan" userId="2b51cadb-156e-4c9a-99fc-6d2138739850" providerId="ADAL" clId="{0A61844E-60A1-4998-B30A-A418A6FDD646}" dt="2024-09-20T01:18:08.979" v="4" actId="1076"/>
          <ac:picMkLst>
            <pc:docMk/>
            <pc:sldMk cId="3953153317" sldId="296"/>
            <ac:picMk id="4" creationId="{B55F80D4-0E8D-E1D7-9321-A023FAFCDFFD}"/>
          </ac:picMkLst>
        </pc:picChg>
        <pc:picChg chg="del">
          <ac:chgData name="Bhowmik, Sayan" userId="2b51cadb-156e-4c9a-99fc-6d2138739850" providerId="ADAL" clId="{0A61844E-60A1-4998-B30A-A418A6FDD646}" dt="2024-09-20T01:17:53.292" v="1" actId="478"/>
          <ac:picMkLst>
            <pc:docMk/>
            <pc:sldMk cId="3953153317" sldId="296"/>
            <ac:picMk id="5" creationId="{B82B8D5F-8077-A846-34A7-567BD768969F}"/>
          </ac:picMkLst>
        </pc:picChg>
      </pc:sldChg>
      <pc:sldChg chg="addSp modSp mod">
        <pc:chgData name="Bhowmik, Sayan" userId="2b51cadb-156e-4c9a-99fc-6d2138739850" providerId="ADAL" clId="{0A61844E-60A1-4998-B30A-A418A6FDD646}" dt="2024-09-21T16:56:03.239" v="3617" actId="14100"/>
        <pc:sldMkLst>
          <pc:docMk/>
          <pc:sldMk cId="3653671856" sldId="297"/>
        </pc:sldMkLst>
        <pc:spChg chg="mod">
          <ac:chgData name="Bhowmik, Sayan" userId="2b51cadb-156e-4c9a-99fc-6d2138739850" providerId="ADAL" clId="{0A61844E-60A1-4998-B30A-A418A6FDD646}" dt="2024-09-21T16:55:09.403" v="3608" actId="207"/>
          <ac:spMkLst>
            <pc:docMk/>
            <pc:sldMk cId="3653671856" sldId="297"/>
            <ac:spMk id="3" creationId="{1E16CF53-8BCD-4DFD-9D4D-94731DDCF8A5}"/>
          </ac:spMkLst>
        </pc:spChg>
        <pc:picChg chg="add mod">
          <ac:chgData name="Bhowmik, Sayan" userId="2b51cadb-156e-4c9a-99fc-6d2138739850" providerId="ADAL" clId="{0A61844E-60A1-4998-B30A-A418A6FDD646}" dt="2024-09-21T16:56:03.239" v="3617" actId="14100"/>
          <ac:picMkLst>
            <pc:docMk/>
            <pc:sldMk cId="3653671856" sldId="297"/>
            <ac:picMk id="4" creationId="{E6F09E56-FB8B-07CB-A527-048135187D1A}"/>
          </ac:picMkLst>
        </pc:picChg>
      </pc:sldChg>
      <pc:sldChg chg="addSp delSp modSp new mod modTransition modClrScheme modAnim chgLayout">
        <pc:chgData name="Bhowmik, Sayan" userId="2b51cadb-156e-4c9a-99fc-6d2138739850" providerId="ADAL" clId="{0A61844E-60A1-4998-B30A-A418A6FDD646}" dt="2024-09-22T03:47:57.005" v="8764"/>
        <pc:sldMkLst>
          <pc:docMk/>
          <pc:sldMk cId="1238487447" sldId="298"/>
        </pc:sldMkLst>
        <pc:spChg chg="del mod ord">
          <ac:chgData name="Bhowmik, Sayan" userId="2b51cadb-156e-4c9a-99fc-6d2138739850" providerId="ADAL" clId="{0A61844E-60A1-4998-B30A-A418A6FDD646}" dt="2024-09-20T01:48:49.213" v="179" actId="700"/>
          <ac:spMkLst>
            <pc:docMk/>
            <pc:sldMk cId="1238487447" sldId="298"/>
            <ac:spMk id="2" creationId="{1464D716-7B13-368E-29F2-D5592AF6814C}"/>
          </ac:spMkLst>
        </pc:spChg>
        <pc:spChg chg="del">
          <ac:chgData name="Bhowmik, Sayan" userId="2b51cadb-156e-4c9a-99fc-6d2138739850" providerId="ADAL" clId="{0A61844E-60A1-4998-B30A-A418A6FDD646}" dt="2024-09-20T01:48:49.213" v="179" actId="700"/>
          <ac:spMkLst>
            <pc:docMk/>
            <pc:sldMk cId="1238487447" sldId="298"/>
            <ac:spMk id="3" creationId="{3282FF75-DB26-BCE2-7CA1-A6F89CE3F832}"/>
          </ac:spMkLst>
        </pc:spChg>
        <pc:spChg chg="add mod ord">
          <ac:chgData name="Bhowmik, Sayan" userId="2b51cadb-156e-4c9a-99fc-6d2138739850" providerId="ADAL" clId="{0A61844E-60A1-4998-B30A-A418A6FDD646}" dt="2024-09-20T01:49:02.682" v="192" actId="20577"/>
          <ac:spMkLst>
            <pc:docMk/>
            <pc:sldMk cId="1238487447" sldId="298"/>
            <ac:spMk id="4" creationId="{CA0FF0B6-3BF5-64E5-6301-F1786BDF18E4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5" creationId="{8797EEB2-B2A9-8D15-9D60-85E6E5D56E48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6" creationId="{C2EF45FF-40E1-478D-E817-8BECB954473A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7" creationId="{22A43A4C-DC5F-B663-449A-5397744BEEC8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9" creationId="{05AB47B0-5738-DB7B-BB74-A202A85199BD}"/>
          </ac:spMkLst>
        </pc:spChg>
        <pc:spChg chg="add mod">
          <ac:chgData name="Bhowmik, Sayan" userId="2b51cadb-156e-4c9a-99fc-6d2138739850" providerId="ADAL" clId="{0A61844E-60A1-4998-B30A-A418A6FDD646}" dt="2024-09-20T03:01:09.002" v="1182" actId="20577"/>
          <ac:spMkLst>
            <pc:docMk/>
            <pc:sldMk cId="1238487447" sldId="298"/>
            <ac:spMk id="10" creationId="{B011423B-5444-CA44-4AB3-F8EA703102EC}"/>
          </ac:spMkLst>
        </pc:spChg>
        <pc:spChg chg="add mod">
          <ac:chgData name="Bhowmik, Sayan" userId="2b51cadb-156e-4c9a-99fc-6d2138739850" providerId="ADAL" clId="{0A61844E-60A1-4998-B30A-A418A6FDD646}" dt="2024-09-20T01:51:29.842" v="294" actId="208"/>
          <ac:spMkLst>
            <pc:docMk/>
            <pc:sldMk cId="1238487447" sldId="298"/>
            <ac:spMk id="11" creationId="{1B04D1AD-52C3-06DE-F1DD-EF01DEA282DE}"/>
          </ac:spMkLst>
        </pc:spChg>
        <pc:spChg chg="add mod">
          <ac:chgData name="Bhowmik, Sayan" userId="2b51cadb-156e-4c9a-99fc-6d2138739850" providerId="ADAL" clId="{0A61844E-60A1-4998-B30A-A418A6FDD646}" dt="2024-09-20T01:52:31.928" v="326" actId="1035"/>
          <ac:spMkLst>
            <pc:docMk/>
            <pc:sldMk cId="1238487447" sldId="298"/>
            <ac:spMk id="12" creationId="{F0D8934C-C0C4-59B2-3A12-53B5B8A7BDC7}"/>
          </ac:spMkLst>
        </pc:spChg>
        <pc:spChg chg="add mod">
          <ac:chgData name="Bhowmik, Sayan" userId="2b51cadb-156e-4c9a-99fc-6d2138739850" providerId="ADAL" clId="{0A61844E-60A1-4998-B30A-A418A6FDD646}" dt="2024-09-20T03:00:05.458" v="1177" actId="207"/>
          <ac:spMkLst>
            <pc:docMk/>
            <pc:sldMk cId="1238487447" sldId="298"/>
            <ac:spMk id="15" creationId="{25883164-D53B-A7F3-8CB4-7450B0C18635}"/>
          </ac:spMkLst>
        </pc:spChg>
        <pc:spChg chg="add mod">
          <ac:chgData name="Bhowmik, Sayan" userId="2b51cadb-156e-4c9a-99fc-6d2138739850" providerId="ADAL" clId="{0A61844E-60A1-4998-B30A-A418A6FDD646}" dt="2024-09-20T01:56:15.761" v="416" actId="20577"/>
          <ac:spMkLst>
            <pc:docMk/>
            <pc:sldMk cId="1238487447" sldId="298"/>
            <ac:spMk id="16" creationId="{2B8C672A-EE05-D03E-72D0-E248468C99DA}"/>
          </ac:spMkLst>
        </pc:spChg>
        <pc:spChg chg="add mod">
          <ac:chgData name="Bhowmik, Sayan" userId="2b51cadb-156e-4c9a-99fc-6d2138739850" providerId="ADAL" clId="{0A61844E-60A1-4998-B30A-A418A6FDD646}" dt="2024-09-20T02:07:13.884" v="543" actId="20577"/>
          <ac:spMkLst>
            <pc:docMk/>
            <pc:sldMk cId="1238487447" sldId="298"/>
            <ac:spMk id="17" creationId="{D6F24ABA-BFB0-9F2D-9E0B-726BBD0A5239}"/>
          </ac:spMkLst>
        </pc:spChg>
        <pc:spChg chg="add mod">
          <ac:chgData name="Bhowmik, Sayan" userId="2b51cadb-156e-4c9a-99fc-6d2138739850" providerId="ADAL" clId="{0A61844E-60A1-4998-B30A-A418A6FDD646}" dt="2024-09-20T02:59:51.122" v="1176" actId="207"/>
          <ac:spMkLst>
            <pc:docMk/>
            <pc:sldMk cId="1238487447" sldId="298"/>
            <ac:spMk id="20" creationId="{FAD8FCE1-1AE1-D590-31A3-CD6A4F391717}"/>
          </ac:spMkLst>
        </pc:spChg>
        <pc:spChg chg="add mod">
          <ac:chgData name="Bhowmik, Sayan" userId="2b51cadb-156e-4c9a-99fc-6d2138739850" providerId="ADAL" clId="{0A61844E-60A1-4998-B30A-A418A6FDD646}" dt="2024-09-20T02:13:09.398" v="705" actId="20577"/>
          <ac:spMkLst>
            <pc:docMk/>
            <pc:sldMk cId="1238487447" sldId="298"/>
            <ac:spMk id="21" creationId="{A24B658B-A5EF-7D87-1909-6C6F2357DD7C}"/>
          </ac:spMkLst>
        </pc:spChg>
        <pc:spChg chg="add mod">
          <ac:chgData name="Bhowmik, Sayan" userId="2b51cadb-156e-4c9a-99fc-6d2138739850" providerId="ADAL" clId="{0A61844E-60A1-4998-B30A-A418A6FDD646}" dt="2024-09-20T02:26:15.896" v="916" actId="1037"/>
          <ac:spMkLst>
            <pc:docMk/>
            <pc:sldMk cId="1238487447" sldId="298"/>
            <ac:spMk id="24" creationId="{A2B28AD1-5F08-9E1A-49F8-20CAEF526273}"/>
          </ac:spMkLst>
        </pc:spChg>
        <pc:spChg chg="add mod">
          <ac:chgData name="Bhowmik, Sayan" userId="2b51cadb-156e-4c9a-99fc-6d2138739850" providerId="ADAL" clId="{0A61844E-60A1-4998-B30A-A418A6FDD646}" dt="2024-09-20T02:42:04.806" v="942" actId="1036"/>
          <ac:spMkLst>
            <pc:docMk/>
            <pc:sldMk cId="1238487447" sldId="298"/>
            <ac:spMk id="25" creationId="{91D9F199-B5A5-731C-CC4E-33A575A02F06}"/>
          </ac:spMkLst>
        </pc:spChg>
        <pc:spChg chg="add mod">
          <ac:chgData name="Bhowmik, Sayan" userId="2b51cadb-156e-4c9a-99fc-6d2138739850" providerId="ADAL" clId="{0A61844E-60A1-4998-B30A-A418A6FDD646}" dt="2024-09-20T02:46:59.122" v="1052" actId="14100"/>
          <ac:spMkLst>
            <pc:docMk/>
            <pc:sldMk cId="1238487447" sldId="298"/>
            <ac:spMk id="26" creationId="{015C6858-7E61-2C85-2034-C60B0EDA437D}"/>
          </ac:spMkLst>
        </pc:spChg>
        <pc:spChg chg="add mod">
          <ac:chgData name="Bhowmik, Sayan" userId="2b51cadb-156e-4c9a-99fc-6d2138739850" providerId="ADAL" clId="{0A61844E-60A1-4998-B30A-A418A6FDD646}" dt="2024-09-20T02:44:21.156" v="972" actId="207"/>
          <ac:spMkLst>
            <pc:docMk/>
            <pc:sldMk cId="1238487447" sldId="298"/>
            <ac:spMk id="30" creationId="{7738BBD4-6A4A-76E1-3C20-6005CB7F3012}"/>
          </ac:spMkLst>
        </pc:spChg>
        <pc:spChg chg="add mod">
          <ac:chgData name="Bhowmik, Sayan" userId="2b51cadb-156e-4c9a-99fc-6d2138739850" providerId="ADAL" clId="{0A61844E-60A1-4998-B30A-A418A6FDD646}" dt="2024-09-20T02:47:09.378" v="1060" actId="1076"/>
          <ac:spMkLst>
            <pc:docMk/>
            <pc:sldMk cId="1238487447" sldId="298"/>
            <ac:spMk id="31" creationId="{A2BC9E84-92EA-20EB-6265-174CEBEFBE06}"/>
          </ac:spMkLst>
        </pc:spChg>
        <pc:spChg chg="add mod">
          <ac:chgData name="Bhowmik, Sayan" userId="2b51cadb-156e-4c9a-99fc-6d2138739850" providerId="ADAL" clId="{0A61844E-60A1-4998-B30A-A418A6FDD646}" dt="2024-09-20T03:04:40.806" v="1185" actId="1582"/>
          <ac:spMkLst>
            <pc:docMk/>
            <pc:sldMk cId="1238487447" sldId="298"/>
            <ac:spMk id="44" creationId="{B5D9594D-CDF0-3EB7-38B7-D0893C23B9BF}"/>
          </ac:spMkLst>
        </pc:spChg>
        <pc:spChg chg="add del mod">
          <ac:chgData name="Bhowmik, Sayan" userId="2b51cadb-156e-4c9a-99fc-6d2138739850" providerId="ADAL" clId="{0A61844E-60A1-4998-B30A-A418A6FDD646}" dt="2024-09-20T03:04:32.333" v="1183" actId="478"/>
          <ac:spMkLst>
            <pc:docMk/>
            <pc:sldMk cId="1238487447" sldId="298"/>
            <ac:spMk id="45" creationId="{0F499593-5BEF-7A27-7C3B-833F80DA8D16}"/>
          </ac:spMkLst>
        </pc:spChg>
        <pc:spChg chg="add mod">
          <ac:chgData name="Bhowmik, Sayan" userId="2b51cadb-156e-4c9a-99fc-6d2138739850" providerId="ADAL" clId="{0A61844E-60A1-4998-B30A-A418A6FDD646}" dt="2024-09-20T03:08:46.796" v="1432" actId="20577"/>
          <ac:spMkLst>
            <pc:docMk/>
            <pc:sldMk cId="1238487447" sldId="298"/>
            <ac:spMk id="46" creationId="{BAF161B7-11C7-FC6C-0C59-604B87E1FE87}"/>
          </ac:spMkLst>
        </pc:spChg>
        <pc:cxnChg chg="add mod">
          <ac:chgData name="Bhowmik, Sayan" userId="2b51cadb-156e-4c9a-99fc-6d2138739850" providerId="ADAL" clId="{0A61844E-60A1-4998-B30A-A418A6FDD646}" dt="2024-09-20T02:25:11.582" v="894" actId="1076"/>
          <ac:cxnSpMkLst>
            <pc:docMk/>
            <pc:sldMk cId="1238487447" sldId="298"/>
            <ac:cxnSpMk id="8" creationId="{31893D75-8DFC-D442-2C39-D73A27E15C3D}"/>
          </ac:cxnSpMkLst>
        </pc:cxnChg>
        <pc:cxnChg chg="add del mod">
          <ac:chgData name="Bhowmik, Sayan" userId="2b51cadb-156e-4c9a-99fc-6d2138739850" providerId="ADAL" clId="{0A61844E-60A1-4998-B30A-A418A6FDD646}" dt="2024-09-20T02:15:56.539" v="716" actId="478"/>
          <ac:cxnSpMkLst>
            <pc:docMk/>
            <pc:sldMk cId="1238487447" sldId="298"/>
            <ac:cxnSpMk id="14" creationId="{E70A0470-127F-1CE5-8096-EFDD3725D11F}"/>
          </ac:cxnSpMkLst>
        </pc:cxnChg>
        <pc:cxnChg chg="add mod">
          <ac:chgData name="Bhowmik, Sayan" userId="2b51cadb-156e-4c9a-99fc-6d2138739850" providerId="ADAL" clId="{0A61844E-60A1-4998-B30A-A418A6FDD646}" dt="2024-09-20T02:10:39.634" v="545" actId="208"/>
          <ac:cxnSpMkLst>
            <pc:docMk/>
            <pc:sldMk cId="1238487447" sldId="298"/>
            <ac:cxnSpMk id="19" creationId="{2C8F7F1F-05E7-EB63-F37D-4CE42041DF1C}"/>
          </ac:cxnSpMkLst>
        </pc:cxnChg>
        <pc:cxnChg chg="add mod">
          <ac:chgData name="Bhowmik, Sayan" userId="2b51cadb-156e-4c9a-99fc-6d2138739850" providerId="ADAL" clId="{0A61844E-60A1-4998-B30A-A418A6FDD646}" dt="2024-09-20T02:17:09.522" v="719" actId="208"/>
          <ac:cxnSpMkLst>
            <pc:docMk/>
            <pc:sldMk cId="1238487447" sldId="298"/>
            <ac:cxnSpMk id="23" creationId="{1E44660C-DED5-B86B-A501-679B6A133AE0}"/>
          </ac:cxnSpMkLst>
        </pc:cxnChg>
        <pc:cxnChg chg="add mod">
          <ac:chgData name="Bhowmik, Sayan" userId="2b51cadb-156e-4c9a-99fc-6d2138739850" providerId="ADAL" clId="{0A61844E-60A1-4998-B30A-A418A6FDD646}" dt="2024-09-20T02:47:30.697" v="1065" actId="14100"/>
          <ac:cxnSpMkLst>
            <pc:docMk/>
            <pc:sldMk cId="1238487447" sldId="298"/>
            <ac:cxnSpMk id="28" creationId="{4BED1942-E20B-D3F7-4916-7BDAD169DB59}"/>
          </ac:cxnSpMkLst>
        </pc:cxnChg>
        <pc:cxnChg chg="add mod">
          <ac:chgData name="Bhowmik, Sayan" userId="2b51cadb-156e-4c9a-99fc-6d2138739850" providerId="ADAL" clId="{0A61844E-60A1-4998-B30A-A418A6FDD646}" dt="2024-09-20T02:47:19.852" v="1063" actId="208"/>
          <ac:cxnSpMkLst>
            <pc:docMk/>
            <pc:sldMk cId="1238487447" sldId="298"/>
            <ac:cxnSpMk id="33" creationId="{74E0EE34-6FC1-EFA9-4394-4F10DEFEF1C0}"/>
          </ac:cxnSpMkLst>
        </pc:cxnChg>
      </pc:sldChg>
      <pc:sldChg chg="addSp delSp modSp new mod modTransition delAnim modAnim">
        <pc:chgData name="Bhowmik, Sayan" userId="2b51cadb-156e-4c9a-99fc-6d2138739850" providerId="ADAL" clId="{0A61844E-60A1-4998-B30A-A418A6FDD646}" dt="2024-09-22T03:53:27.227" v="8804"/>
        <pc:sldMkLst>
          <pc:docMk/>
          <pc:sldMk cId="2623716365" sldId="299"/>
        </pc:sldMkLst>
        <pc:spChg chg="mod">
          <ac:chgData name="Bhowmik, Sayan" userId="2b51cadb-156e-4c9a-99fc-6d2138739850" providerId="ADAL" clId="{0A61844E-60A1-4998-B30A-A418A6FDD646}" dt="2024-09-20T03:06:16.162" v="1226" actId="20577"/>
          <ac:spMkLst>
            <pc:docMk/>
            <pc:sldMk cId="2623716365" sldId="299"/>
            <ac:spMk id="2" creationId="{A17A30F9-9334-4717-90A6-F560DA47AED3}"/>
          </ac:spMkLst>
        </pc:spChg>
        <pc:spChg chg="add mod">
          <ac:chgData name="Bhowmik, Sayan" userId="2b51cadb-156e-4c9a-99fc-6d2138739850" providerId="ADAL" clId="{0A61844E-60A1-4998-B30A-A418A6FDD646}" dt="2024-09-21T15:41:28.948" v="2058" actId="1036"/>
          <ac:spMkLst>
            <pc:docMk/>
            <pc:sldMk cId="2623716365" sldId="299"/>
            <ac:spMk id="3" creationId="{36950842-3FA2-4296-C85D-257A28161921}"/>
          </ac:spMkLst>
        </pc:spChg>
        <pc:spChg chg="add mod">
          <ac:chgData name="Bhowmik, Sayan" userId="2b51cadb-156e-4c9a-99fc-6d2138739850" providerId="ADAL" clId="{0A61844E-60A1-4998-B30A-A418A6FDD646}" dt="2024-09-21T15:41:28.948" v="2058" actId="1036"/>
          <ac:spMkLst>
            <pc:docMk/>
            <pc:sldMk cId="2623716365" sldId="299"/>
            <ac:spMk id="4" creationId="{40827129-E592-57CA-B7F8-5B249303EEF9}"/>
          </ac:spMkLst>
        </pc:spChg>
        <pc:spChg chg="add mod">
          <ac:chgData name="Bhowmik, Sayan" userId="2b51cadb-156e-4c9a-99fc-6d2138739850" providerId="ADAL" clId="{0A61844E-60A1-4998-B30A-A418A6FDD646}" dt="2024-09-20T03:09:35.687" v="1433"/>
          <ac:spMkLst>
            <pc:docMk/>
            <pc:sldMk cId="2623716365" sldId="299"/>
            <ac:spMk id="5" creationId="{921BBF8E-07AA-9D6C-3273-E6C448731B36}"/>
          </ac:spMkLst>
        </pc:spChg>
        <pc:spChg chg="add del mod">
          <ac:chgData name="Bhowmik, Sayan" userId="2b51cadb-156e-4c9a-99fc-6d2138739850" providerId="ADAL" clId="{0A61844E-60A1-4998-B30A-A418A6FDD646}" dt="2024-09-20T03:19:03.814" v="1498" actId="478"/>
          <ac:spMkLst>
            <pc:docMk/>
            <pc:sldMk cId="2623716365" sldId="299"/>
            <ac:spMk id="7" creationId="{31064098-6B49-8872-5BFC-70B2198B5AFE}"/>
          </ac:spMkLst>
        </pc:spChg>
        <pc:spChg chg="add mod ord">
          <ac:chgData name="Bhowmik, Sayan" userId="2b51cadb-156e-4c9a-99fc-6d2138739850" providerId="ADAL" clId="{0A61844E-60A1-4998-B30A-A418A6FDD646}" dt="2024-09-21T15:56:12.383" v="2237" actId="207"/>
          <ac:spMkLst>
            <pc:docMk/>
            <pc:sldMk cId="2623716365" sldId="299"/>
            <ac:spMk id="10" creationId="{9A7DA7D0-F064-68CC-4D3F-DF7D2752960E}"/>
          </ac:spMkLst>
        </pc:spChg>
        <pc:spChg chg="add mod">
          <ac:chgData name="Bhowmik, Sayan" userId="2b51cadb-156e-4c9a-99fc-6d2138739850" providerId="ADAL" clId="{0A61844E-60A1-4998-B30A-A418A6FDD646}" dt="2024-09-21T15:41:04.548" v="1985" actId="1035"/>
          <ac:spMkLst>
            <pc:docMk/>
            <pc:sldMk cId="2623716365" sldId="299"/>
            <ac:spMk id="12" creationId="{2061B818-E12A-D487-F2AD-D0D57C02A57D}"/>
          </ac:spMkLst>
        </pc:spChg>
        <pc:spChg chg="add mod">
          <ac:chgData name="Bhowmik, Sayan" userId="2b51cadb-156e-4c9a-99fc-6d2138739850" providerId="ADAL" clId="{0A61844E-60A1-4998-B30A-A418A6FDD646}" dt="2024-09-21T15:41:04.548" v="1985" actId="1035"/>
          <ac:spMkLst>
            <pc:docMk/>
            <pc:sldMk cId="2623716365" sldId="299"/>
            <ac:spMk id="16" creationId="{5E9E6DF9-FF65-EF7D-7EEA-85B920F8C843}"/>
          </ac:spMkLst>
        </pc:spChg>
        <pc:spChg chg="add mod">
          <ac:chgData name="Bhowmik, Sayan" userId="2b51cadb-156e-4c9a-99fc-6d2138739850" providerId="ADAL" clId="{0A61844E-60A1-4998-B30A-A418A6FDD646}" dt="2024-09-20T03:22:18.551" v="1577" actId="1076"/>
          <ac:spMkLst>
            <pc:docMk/>
            <pc:sldMk cId="2623716365" sldId="299"/>
            <ac:spMk id="17" creationId="{12260BAE-6E01-29B0-DB2D-B4C5B3BEBE9B}"/>
          </ac:spMkLst>
        </pc:spChg>
        <pc:spChg chg="add mod">
          <ac:chgData name="Bhowmik, Sayan" userId="2b51cadb-156e-4c9a-99fc-6d2138739850" providerId="ADAL" clId="{0A61844E-60A1-4998-B30A-A418A6FDD646}" dt="2024-09-20T03:22:18.551" v="1577" actId="1076"/>
          <ac:spMkLst>
            <pc:docMk/>
            <pc:sldMk cId="2623716365" sldId="299"/>
            <ac:spMk id="18" creationId="{D865EBA2-DF51-ED0B-4472-0E6430990C39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19" creationId="{97CCE9C3-116C-1B29-5A85-A462E6B0CD61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20" creationId="{8AAE429B-2710-2935-DB52-2037EA06883D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21" creationId="{0059D0E9-FE54-4871-DC6E-A6D3865CD8A3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23" creationId="{200AAE96-DFA7-78E6-8C85-A204D3318818}"/>
          </ac:spMkLst>
        </pc:spChg>
        <pc:spChg chg="add mod">
          <ac:chgData name="Bhowmik, Sayan" userId="2b51cadb-156e-4c9a-99fc-6d2138739850" providerId="ADAL" clId="{0A61844E-60A1-4998-B30A-A418A6FDD646}" dt="2024-09-22T03:50:29.342" v="8792" actId="1036"/>
          <ac:spMkLst>
            <pc:docMk/>
            <pc:sldMk cId="2623716365" sldId="299"/>
            <ac:spMk id="37" creationId="{975B4C91-16A7-DDA3-16D3-0CAC32A79FEA}"/>
          </ac:spMkLst>
        </pc:spChg>
        <pc:spChg chg="add mod">
          <ac:chgData name="Bhowmik, Sayan" userId="2b51cadb-156e-4c9a-99fc-6d2138739850" providerId="ADAL" clId="{0A61844E-60A1-4998-B30A-A418A6FDD646}" dt="2024-09-21T15:41:04.548" v="1985" actId="1035"/>
          <ac:spMkLst>
            <pc:docMk/>
            <pc:sldMk cId="2623716365" sldId="299"/>
            <ac:spMk id="41" creationId="{2006C4BA-DDF5-6335-27D3-391595539320}"/>
          </ac:spMkLst>
        </pc:spChg>
        <pc:spChg chg="add del mod">
          <ac:chgData name="Bhowmik, Sayan" userId="2b51cadb-156e-4c9a-99fc-6d2138739850" providerId="ADAL" clId="{0A61844E-60A1-4998-B30A-A418A6FDD646}" dt="2024-09-21T15:41:42.348" v="2060" actId="478"/>
          <ac:spMkLst>
            <pc:docMk/>
            <pc:sldMk cId="2623716365" sldId="299"/>
            <ac:spMk id="42" creationId="{36834677-F7D1-6C21-A715-2587B706BE82}"/>
          </ac:spMkLst>
        </pc:spChg>
        <pc:spChg chg="add mod">
          <ac:chgData name="Bhowmik, Sayan" userId="2b51cadb-156e-4c9a-99fc-6d2138739850" providerId="ADAL" clId="{0A61844E-60A1-4998-B30A-A418A6FDD646}" dt="2024-09-21T15:42:24.230" v="2085" actId="20577"/>
          <ac:spMkLst>
            <pc:docMk/>
            <pc:sldMk cId="2623716365" sldId="299"/>
            <ac:spMk id="43" creationId="{763EACD9-C204-6ABD-A813-C667E777EEDC}"/>
          </ac:spMkLst>
        </pc:spChg>
        <pc:spChg chg="add mod">
          <ac:chgData name="Bhowmik, Sayan" userId="2b51cadb-156e-4c9a-99fc-6d2138739850" providerId="ADAL" clId="{0A61844E-60A1-4998-B30A-A418A6FDD646}" dt="2024-09-21T15:59:03.590" v="2262" actId="207"/>
          <ac:spMkLst>
            <pc:docMk/>
            <pc:sldMk cId="2623716365" sldId="299"/>
            <ac:spMk id="44" creationId="{0E79EE00-4520-0856-1690-635891DC9CC8}"/>
          </ac:spMkLst>
        </pc:spChg>
        <pc:spChg chg="add mod">
          <ac:chgData name="Bhowmik, Sayan" userId="2b51cadb-156e-4c9a-99fc-6d2138739850" providerId="ADAL" clId="{0A61844E-60A1-4998-B30A-A418A6FDD646}" dt="2024-09-21T15:58:15.085" v="2261" actId="1076"/>
          <ac:spMkLst>
            <pc:docMk/>
            <pc:sldMk cId="2623716365" sldId="299"/>
            <ac:spMk id="45" creationId="{E6EF4A01-BD98-095F-D86A-49B7DFAB82CD}"/>
          </ac:spMkLst>
        </pc:spChg>
        <pc:spChg chg="add mod">
          <ac:chgData name="Bhowmik, Sayan" userId="2b51cadb-156e-4c9a-99fc-6d2138739850" providerId="ADAL" clId="{0A61844E-60A1-4998-B30A-A418A6FDD646}" dt="2024-09-21T16:02:23.630" v="2355" actId="1076"/>
          <ac:spMkLst>
            <pc:docMk/>
            <pc:sldMk cId="2623716365" sldId="299"/>
            <ac:spMk id="46" creationId="{80CC833A-4D22-85FF-B3AC-29A9C2AAB3BA}"/>
          </ac:spMkLst>
        </pc:spChg>
        <pc:spChg chg="add mod">
          <ac:chgData name="Bhowmik, Sayan" userId="2b51cadb-156e-4c9a-99fc-6d2138739850" providerId="ADAL" clId="{0A61844E-60A1-4998-B30A-A418A6FDD646}" dt="2024-09-21T16:02:11.837" v="2352" actId="1076"/>
          <ac:spMkLst>
            <pc:docMk/>
            <pc:sldMk cId="2623716365" sldId="299"/>
            <ac:spMk id="47" creationId="{FF20EC2E-9E8A-087D-BB21-E6D6D93B15B7}"/>
          </ac:spMkLst>
        </pc:spChg>
        <pc:spChg chg="add mod">
          <ac:chgData name="Bhowmik, Sayan" userId="2b51cadb-156e-4c9a-99fc-6d2138739850" providerId="ADAL" clId="{0A61844E-60A1-4998-B30A-A418A6FDD646}" dt="2024-09-21T16:02:15.069" v="2353" actId="208"/>
          <ac:spMkLst>
            <pc:docMk/>
            <pc:sldMk cId="2623716365" sldId="299"/>
            <ac:spMk id="48" creationId="{A319975B-188F-4D4D-2B5F-70B9A9A0E26B}"/>
          </ac:spMkLst>
        </pc:spChg>
        <pc:spChg chg="add del mod">
          <ac:chgData name="Bhowmik, Sayan" userId="2b51cadb-156e-4c9a-99fc-6d2138739850" providerId="ADAL" clId="{0A61844E-60A1-4998-B30A-A418A6FDD646}" dt="2024-09-22T03:51:54.041" v="8797" actId="478"/>
          <ac:spMkLst>
            <pc:docMk/>
            <pc:sldMk cId="2623716365" sldId="299"/>
            <ac:spMk id="49" creationId="{AB440B25-5A37-AF3B-FFA7-528D39EFA3DC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5" creationId="{4F2E7B6B-FE4F-F73E-83BB-17DEA179BEE4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6" creationId="{B55F9788-7B9D-2333-DA47-28D39C01B2B0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7" creationId="{706307C6-DD49-0AC2-7F6F-DBB921AB92F7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8" creationId="{53193060-B26B-FF9D-9C6A-1DD329DF8A86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4" creationId="{763C1E9B-473F-BFFA-079E-7431B43142C3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5" creationId="{77E5BF23-3D0F-089B-DBAF-C8071E44FBB4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6" creationId="{731B54E3-FE58-497E-71D7-ED9FBC480044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7" creationId="{18AA4FF8-09AE-6088-0C58-1A4B5FCBA128}"/>
          </ac:spMkLst>
        </pc:spChg>
        <pc:picChg chg="add mod">
          <ac:chgData name="Bhowmik, Sayan" userId="2b51cadb-156e-4c9a-99fc-6d2138739850" providerId="ADAL" clId="{0A61844E-60A1-4998-B30A-A418A6FDD646}" dt="2024-09-21T15:41:04.548" v="1985" actId="1035"/>
          <ac:picMkLst>
            <pc:docMk/>
            <pc:sldMk cId="2623716365" sldId="299"/>
            <ac:picMk id="6" creationId="{1A5D16A8-FB64-6542-933E-0A153A064DC4}"/>
          </ac:picMkLst>
        </pc:picChg>
        <pc:picChg chg="add mod ord">
          <ac:chgData name="Bhowmik, Sayan" userId="2b51cadb-156e-4c9a-99fc-6d2138739850" providerId="ADAL" clId="{0A61844E-60A1-4998-B30A-A418A6FDD646}" dt="2024-09-21T16:05:45.595" v="2357" actId="1076"/>
          <ac:picMkLst>
            <pc:docMk/>
            <pc:sldMk cId="2623716365" sldId="299"/>
            <ac:picMk id="7" creationId="{491D38F5-786A-9C1E-A477-BEB0F9A3C8AA}"/>
          </ac:picMkLst>
        </pc:picChg>
        <pc:picChg chg="add mod ord">
          <ac:chgData name="Bhowmik, Sayan" userId="2b51cadb-156e-4c9a-99fc-6d2138739850" providerId="ADAL" clId="{0A61844E-60A1-4998-B30A-A418A6FDD646}" dt="2024-09-22T03:50:29.342" v="8792" actId="1036"/>
          <ac:picMkLst>
            <pc:docMk/>
            <pc:sldMk cId="2623716365" sldId="299"/>
            <ac:picMk id="14" creationId="{101B8884-59D6-FA7F-3A25-D60356640B24}"/>
          </ac:picMkLst>
        </pc:picChg>
        <pc:cxnChg chg="add mod ord">
          <ac:chgData name="Bhowmik, Sayan" userId="2b51cadb-156e-4c9a-99fc-6d2138739850" providerId="ADAL" clId="{0A61844E-60A1-4998-B30A-A418A6FDD646}" dt="2024-09-21T15:56:17.691" v="2238" actId="208"/>
          <ac:cxnSpMkLst>
            <pc:docMk/>
            <pc:sldMk cId="2623716365" sldId="299"/>
            <ac:cxnSpMk id="8" creationId="{694A08A6-4673-2628-A949-76E2AD947C27}"/>
          </ac:cxnSpMkLst>
        </pc:cxnChg>
        <pc:cxnChg chg="add mod">
          <ac:chgData name="Bhowmik, Sayan" userId="2b51cadb-156e-4c9a-99fc-6d2138739850" providerId="ADAL" clId="{0A61844E-60A1-4998-B30A-A418A6FDD646}" dt="2024-09-21T15:56:24.064" v="2240" actId="208"/>
          <ac:cxnSpMkLst>
            <pc:docMk/>
            <pc:sldMk cId="2623716365" sldId="299"/>
            <ac:cxnSpMk id="9" creationId="{3B599AE5-B073-3203-E984-8E155BAA4268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11" creationId="{7C8816E6-FA2D-D68E-7E3D-65B3500C5349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13" creationId="{BA0A0C38-DEC9-5D04-B84C-CA9D1851240E}"/>
          </ac:cxnSpMkLst>
        </pc:cxnChg>
        <pc:cxnChg chg="add del mod">
          <ac:chgData name="Bhowmik, Sayan" userId="2b51cadb-156e-4c9a-99fc-6d2138739850" providerId="ADAL" clId="{0A61844E-60A1-4998-B30A-A418A6FDD646}" dt="2024-09-20T03:19:03.814" v="1498" actId="478"/>
          <ac:cxnSpMkLst>
            <pc:docMk/>
            <pc:sldMk cId="2623716365" sldId="299"/>
            <ac:cxnSpMk id="14" creationId="{C4954EAC-49D7-57A4-C58F-DBCE4F40BD85}"/>
          </ac:cxnSpMkLst>
        </pc:cxnChg>
        <pc:cxnChg chg="add del mod">
          <ac:chgData name="Bhowmik, Sayan" userId="2b51cadb-156e-4c9a-99fc-6d2138739850" providerId="ADAL" clId="{0A61844E-60A1-4998-B30A-A418A6FDD646}" dt="2024-09-20T03:19:03.814" v="1498" actId="478"/>
          <ac:cxnSpMkLst>
            <pc:docMk/>
            <pc:sldMk cId="2623716365" sldId="299"/>
            <ac:cxnSpMk id="15" creationId="{264A4458-F590-F396-879E-B884BB764913}"/>
          </ac:cxnSpMkLst>
        </pc:cxnChg>
        <pc:cxnChg chg="add mod">
          <ac:chgData name="Bhowmik, Sayan" userId="2b51cadb-156e-4c9a-99fc-6d2138739850" providerId="ADAL" clId="{0A61844E-60A1-4998-B30A-A418A6FDD646}" dt="2024-09-20T03:25:27.027" v="1761" actId="1035"/>
          <ac:cxnSpMkLst>
            <pc:docMk/>
            <pc:sldMk cId="2623716365" sldId="299"/>
            <ac:cxnSpMk id="22" creationId="{413A3364-4FD8-37A8-3E70-DE6F69BD9F1B}"/>
          </ac:cxnSpMkLst>
        </pc:cxnChg>
        <pc:cxnChg chg="add mod">
          <ac:chgData name="Bhowmik, Sayan" userId="2b51cadb-156e-4c9a-99fc-6d2138739850" providerId="ADAL" clId="{0A61844E-60A1-4998-B30A-A418A6FDD646}" dt="2024-09-22T03:50:29.342" v="8792" actId="1036"/>
          <ac:cxnSpMkLst>
            <pc:docMk/>
            <pc:sldMk cId="2623716365" sldId="299"/>
            <ac:cxnSpMk id="24" creationId="{AC1BA9C0-E0BE-671A-ADE3-0D616C7035EB}"/>
          </ac:cxnSpMkLst>
        </pc:cxnChg>
        <pc:cxnChg chg="add del mod">
          <ac:chgData name="Bhowmik, Sayan" userId="2b51cadb-156e-4c9a-99fc-6d2138739850" providerId="ADAL" clId="{0A61844E-60A1-4998-B30A-A418A6FDD646}" dt="2024-09-21T15:35:27.867" v="1793" actId="478"/>
          <ac:cxnSpMkLst>
            <pc:docMk/>
            <pc:sldMk cId="2623716365" sldId="299"/>
            <ac:cxnSpMk id="26" creationId="{D9DED01B-5D4E-279A-8756-AF1A57AD6F5D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30" creationId="{3CEF2B9E-53FC-A3C3-4F7C-63A23A3EC796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36" creationId="{04632AE5-C4E3-7A60-7D38-3343C2E85325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39" creationId="{324B26B7-8EDA-B2D4-3A71-27F98D98C7FF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0" creationId="{369BEDE8-B4EA-EB9F-CDE7-3B7630C121BF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1" creationId="{18BF9B3F-FEFE-47A5-10F7-4FC2F868C674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2" creationId="{5B11E1A9-8E13-EFD8-01AD-4DEB75202221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3" creationId="{4957EE96-A9F2-DFA7-D364-D0630C05758D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4" creationId="{2107DE09-FB09-5FEA-A28E-EE66EDD57742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59" creationId="{F3DA07EC-69D9-F564-A994-BAB5FE4D16A7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0" creationId="{E72C52CC-8166-6D79-B860-A705433C00E8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1" creationId="{E9880711-01EB-546F-2989-E7D90780FCC2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2" creationId="{24AFBC82-64BC-DE0F-C4CD-9E31E85D9B86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3" creationId="{D52C2619-E0CD-E26E-E635-B25314A89939}"/>
          </ac:cxnSpMkLst>
        </pc:cxnChg>
      </pc:sldChg>
      <pc:sldChg chg="addSp delSp modSp new mod modTransition modAnim">
        <pc:chgData name="Bhowmik, Sayan" userId="2b51cadb-156e-4c9a-99fc-6d2138739850" providerId="ADAL" clId="{0A61844E-60A1-4998-B30A-A418A6FDD646}" dt="2024-09-22T03:55:27.914" v="8831"/>
        <pc:sldMkLst>
          <pc:docMk/>
          <pc:sldMk cId="2749834603" sldId="300"/>
        </pc:sldMkLst>
        <pc:spChg chg="mod">
          <ac:chgData name="Bhowmik, Sayan" userId="2b51cadb-156e-4c9a-99fc-6d2138739850" providerId="ADAL" clId="{0A61844E-60A1-4998-B30A-A418A6FDD646}" dt="2024-09-20T03:24:27.813" v="1610" actId="20577"/>
          <ac:spMkLst>
            <pc:docMk/>
            <pc:sldMk cId="2749834603" sldId="300"/>
            <ac:spMk id="2" creationId="{1896565E-9070-E468-04CD-EA2CACF3F938}"/>
          </ac:spMkLst>
        </pc:spChg>
        <pc:spChg chg="add mod">
          <ac:chgData name="Bhowmik, Sayan" userId="2b51cadb-156e-4c9a-99fc-6d2138739850" providerId="ADAL" clId="{0A61844E-60A1-4998-B30A-A418A6FDD646}" dt="2024-09-20T03:24:39.229" v="1611"/>
          <ac:spMkLst>
            <pc:docMk/>
            <pc:sldMk cId="2749834603" sldId="300"/>
            <ac:spMk id="3" creationId="{29C05805-6A1B-5285-33A6-B79B6BD216FC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8" creationId="{5BE9C328-B394-47B6-BE3C-160C0C1A2A2E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10" creationId="{779F850F-820E-9AE2-DE0B-F14A2C65F8E8}"/>
          </ac:spMkLst>
        </pc:spChg>
        <pc:spChg chg="add mod">
          <ac:chgData name="Bhowmik, Sayan" userId="2b51cadb-156e-4c9a-99fc-6d2138739850" providerId="ADAL" clId="{0A61844E-60A1-4998-B30A-A418A6FDD646}" dt="2024-09-22T03:54:02.297" v="8826" actId="1036"/>
          <ac:spMkLst>
            <pc:docMk/>
            <pc:sldMk cId="2749834603" sldId="300"/>
            <ac:spMk id="15" creationId="{1D8443DA-5CA3-8F8D-4075-621C52171D5A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16" creationId="{EEBBC8AF-742A-9F76-D3A4-B96E09423B03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18" creationId="{90B3550E-1C90-5C2B-4A9F-2F41D990EE2D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0" creationId="{5F0BC1AA-9C65-7AB7-FBA7-B233C8939F98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21" creationId="{3573EB63-72A5-3305-3C58-84C61C3198DC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3" creationId="{4DEF58E2-C72B-8E8B-9727-A9AA4CC13F95}"/>
          </ac:spMkLst>
        </pc:spChg>
        <pc:spChg chg="add del">
          <ac:chgData name="Bhowmik, Sayan" userId="2b51cadb-156e-4c9a-99fc-6d2138739850" providerId="ADAL" clId="{0A61844E-60A1-4998-B30A-A418A6FDD646}" dt="2024-09-21T16:10:17.510" v="2428" actId="11529"/>
          <ac:spMkLst>
            <pc:docMk/>
            <pc:sldMk cId="2749834603" sldId="300"/>
            <ac:spMk id="24" creationId="{33C67D08-37BE-4F43-7026-E2FECB089404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5" creationId="{E3F99A9B-0982-62D2-149C-8CFD33223B7C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6" creationId="{EA963AFD-DEF0-3B8C-669C-57921AC5553A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27" creationId="{ED451E4E-ADAF-BB31-546D-D94A3183D741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0" creationId="{BFBDCE88-CF54-D8D7-26F1-A6C061D28D32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1" creationId="{DD74F6D9-6DB5-B8EC-EA20-B92D5A4D1C5E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2" creationId="{8B3A124F-5585-FACF-0EF1-249306B2FFD5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3" creationId="{12D78804-1C58-1A0D-B373-92507655C1D8}"/>
          </ac:spMkLst>
        </pc:spChg>
        <pc:spChg chg="add mod">
          <ac:chgData name="Bhowmik, Sayan" userId="2b51cadb-156e-4c9a-99fc-6d2138739850" providerId="ADAL" clId="{0A61844E-60A1-4998-B30A-A418A6FDD646}" dt="2024-09-21T16:44:38.237" v="3233" actId="1035"/>
          <ac:spMkLst>
            <pc:docMk/>
            <pc:sldMk cId="2749834603" sldId="300"/>
            <ac:spMk id="36" creationId="{13B477AB-F974-023A-28CE-BF6ED0A183C0}"/>
          </ac:spMkLst>
        </pc:spChg>
        <pc:spChg chg="add mod">
          <ac:chgData name="Bhowmik, Sayan" userId="2b51cadb-156e-4c9a-99fc-6d2138739850" providerId="ADAL" clId="{0A61844E-60A1-4998-B30A-A418A6FDD646}" dt="2024-09-21T16:44:38.237" v="3233" actId="1035"/>
          <ac:spMkLst>
            <pc:docMk/>
            <pc:sldMk cId="2749834603" sldId="300"/>
            <ac:spMk id="37" creationId="{5F9888F2-F9BD-B5FF-E0FC-F7C408174BFC}"/>
          </ac:spMkLst>
        </pc:spChg>
        <pc:spChg chg="add mod">
          <ac:chgData name="Bhowmik, Sayan" userId="2b51cadb-156e-4c9a-99fc-6d2138739850" providerId="ADAL" clId="{0A61844E-60A1-4998-B30A-A418A6FDD646}" dt="2024-09-21T16:44:38.237" v="3233" actId="1035"/>
          <ac:spMkLst>
            <pc:docMk/>
            <pc:sldMk cId="2749834603" sldId="300"/>
            <ac:spMk id="38" creationId="{4CD04839-A852-B4B6-5E3D-B25738CD7BF7}"/>
          </ac:spMkLst>
        </pc:spChg>
        <pc:spChg chg="add mod">
          <ac:chgData name="Bhowmik, Sayan" userId="2b51cadb-156e-4c9a-99fc-6d2138739850" providerId="ADAL" clId="{0A61844E-60A1-4998-B30A-A418A6FDD646}" dt="2024-09-21T16:47:55.012" v="3313" actId="1035"/>
          <ac:spMkLst>
            <pc:docMk/>
            <pc:sldMk cId="2749834603" sldId="300"/>
            <ac:spMk id="39" creationId="{2C2D643E-D57D-8518-04DC-45EFBA77F45D}"/>
          </ac:spMkLst>
        </pc:spChg>
        <pc:picChg chg="add mod">
          <ac:chgData name="Bhowmik, Sayan" userId="2b51cadb-156e-4c9a-99fc-6d2138739850" providerId="ADAL" clId="{0A61844E-60A1-4998-B30A-A418A6FDD646}" dt="2024-09-21T16:26:13.241" v="2935" actId="1037"/>
          <ac:picMkLst>
            <pc:docMk/>
            <pc:sldMk cId="2749834603" sldId="300"/>
            <ac:picMk id="4" creationId="{022D628A-93D5-882C-557D-DCEB2A77DE8E}"/>
          </ac:picMkLst>
        </pc:picChg>
        <pc:picChg chg="add mod">
          <ac:chgData name="Bhowmik, Sayan" userId="2b51cadb-156e-4c9a-99fc-6d2138739850" providerId="ADAL" clId="{0A61844E-60A1-4998-B30A-A418A6FDD646}" dt="2024-09-21T16:26:13.241" v="2935" actId="1037"/>
          <ac:picMkLst>
            <pc:docMk/>
            <pc:sldMk cId="2749834603" sldId="300"/>
            <ac:picMk id="11" creationId="{ACB01A75-A923-4534-FB73-FC2A69E835B1}"/>
          </ac:picMkLst>
        </pc:picChg>
        <pc:picChg chg="add mod ord">
          <ac:chgData name="Bhowmik, Sayan" userId="2b51cadb-156e-4c9a-99fc-6d2138739850" providerId="ADAL" clId="{0A61844E-60A1-4998-B30A-A418A6FDD646}" dt="2024-09-22T03:54:02.297" v="8826" actId="1036"/>
          <ac:picMkLst>
            <pc:docMk/>
            <pc:sldMk cId="2749834603" sldId="300"/>
            <ac:picMk id="19" creationId="{4B4FA9B9-4294-93CC-9602-AE8099539625}"/>
          </ac:picMkLst>
        </pc:pic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5" creationId="{CAD064BD-2AD6-F4DD-815D-7EAC369FE947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6" creationId="{D124ECBB-5649-CC29-D768-61BD22D5154E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7" creationId="{5BA955A0-D8AC-0224-BE3A-79157D56770A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9" creationId="{7429D98A-EFF3-DBC2-32B7-9F758785B130}"/>
          </ac:cxnSpMkLst>
        </pc:cxnChg>
        <pc:cxnChg chg="add mod">
          <ac:chgData name="Bhowmik, Sayan" userId="2b51cadb-156e-4c9a-99fc-6d2138739850" providerId="ADAL" clId="{0A61844E-60A1-4998-B30A-A418A6FDD646}" dt="2024-09-22T03:54:02.297" v="8826" actId="1036"/>
          <ac:cxnSpMkLst>
            <pc:docMk/>
            <pc:sldMk cId="2749834603" sldId="300"/>
            <ac:cxnSpMk id="12" creationId="{8CEF883A-734F-4960-2960-21CD1301C2B9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13" creationId="{FFD07BBB-A711-50AF-305A-815A55D408DE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14" creationId="{CDD56B64-EFF1-92C1-0BC0-9A6DB815793C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17" creationId="{E79B4EFC-996F-98B3-E35C-44F15BEE1B3F}"/>
          </ac:cxnSpMkLst>
        </pc:cxnChg>
        <pc:cxnChg chg="add mod">
          <ac:chgData name="Bhowmik, Sayan" userId="2b51cadb-156e-4c9a-99fc-6d2138739850" providerId="ADAL" clId="{0A61844E-60A1-4998-B30A-A418A6FDD646}" dt="2024-09-21T16:43:46.665" v="3224" actId="1035"/>
          <ac:cxnSpMkLst>
            <pc:docMk/>
            <pc:sldMk cId="2749834603" sldId="300"/>
            <ac:cxnSpMk id="29" creationId="{E6F7F190-67BC-A607-D90B-D59A987B2438}"/>
          </ac:cxnSpMkLst>
        </pc:cxnChg>
        <pc:cxnChg chg="add mod">
          <ac:chgData name="Bhowmik, Sayan" userId="2b51cadb-156e-4c9a-99fc-6d2138739850" providerId="ADAL" clId="{0A61844E-60A1-4998-B30A-A418A6FDD646}" dt="2024-09-21T16:47:58.518" v="3314" actId="14100"/>
          <ac:cxnSpMkLst>
            <pc:docMk/>
            <pc:sldMk cId="2749834603" sldId="300"/>
            <ac:cxnSpMk id="41" creationId="{F64199BE-ACE2-87CC-A349-ED74AC9EEA2B}"/>
          </ac:cxnSpMkLst>
        </pc:cxnChg>
      </pc:sldChg>
      <pc:sldChg chg="modSp add mod">
        <pc:chgData name="Bhowmik, Sayan" userId="2b51cadb-156e-4c9a-99fc-6d2138739850" providerId="ADAL" clId="{0A61844E-60A1-4998-B30A-A418A6FDD646}" dt="2024-09-21T17:07:29.901" v="3645" actId="20577"/>
        <pc:sldMkLst>
          <pc:docMk/>
          <pc:sldMk cId="2810233673" sldId="301"/>
        </pc:sldMkLst>
        <pc:spChg chg="mod">
          <ac:chgData name="Bhowmik, Sayan" userId="2b51cadb-156e-4c9a-99fc-6d2138739850" providerId="ADAL" clId="{0A61844E-60A1-4998-B30A-A418A6FDD646}" dt="2024-09-21T17:07:29.901" v="3645" actId="20577"/>
          <ac:spMkLst>
            <pc:docMk/>
            <pc:sldMk cId="2810233673" sldId="301"/>
            <ac:spMk id="3" creationId="{54B9CEDF-66F4-D04D-3CFA-2BFEA2B014E7}"/>
          </ac:spMkLst>
        </pc:spChg>
      </pc:sldChg>
      <pc:sldChg chg="modSp add mod">
        <pc:chgData name="Bhowmik, Sayan" userId="2b51cadb-156e-4c9a-99fc-6d2138739850" providerId="ADAL" clId="{0A61844E-60A1-4998-B30A-A418A6FDD646}" dt="2024-09-21T17:44:24.567" v="3770" actId="20577"/>
        <pc:sldMkLst>
          <pc:docMk/>
          <pc:sldMk cId="4055682661" sldId="302"/>
        </pc:sldMkLst>
        <pc:spChg chg="mod">
          <ac:chgData name="Bhowmik, Sayan" userId="2b51cadb-156e-4c9a-99fc-6d2138739850" providerId="ADAL" clId="{0A61844E-60A1-4998-B30A-A418A6FDD646}" dt="2024-09-21T17:44:24.567" v="3770" actId="20577"/>
          <ac:spMkLst>
            <pc:docMk/>
            <pc:sldMk cId="4055682661" sldId="302"/>
            <ac:spMk id="3" creationId="{1E16CF53-8BCD-4DFD-9D4D-94731DDCF8A5}"/>
          </ac:spMkLst>
        </pc:spChg>
      </pc:sldChg>
      <pc:sldChg chg="addSp delSp modSp add mod modTransition modAnim">
        <pc:chgData name="Bhowmik, Sayan" userId="2b51cadb-156e-4c9a-99fc-6d2138739850" providerId="ADAL" clId="{0A61844E-60A1-4998-B30A-A418A6FDD646}" dt="2024-09-22T03:57:42.048" v="8837"/>
        <pc:sldMkLst>
          <pc:docMk/>
          <pc:sldMk cId="789896735" sldId="303"/>
        </pc:sldMkLst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8" creationId="{5BE9C328-B394-47B6-BE3C-160C0C1A2A2E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0" creationId="{779F850F-820E-9AE2-DE0B-F14A2C65F8E8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5" creationId="{1D8443DA-5CA3-8F8D-4075-621C52171D5A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6" creationId="{EEBBC8AF-742A-9F76-D3A4-B96E09423B03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8" creationId="{90B3550E-1C90-5C2B-4A9F-2F41D990EE2D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0" creationId="{5F0BC1AA-9C65-7AB7-FBA7-B233C8939F98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1" creationId="{3573EB63-72A5-3305-3C58-84C61C3198DC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3" creationId="{4DEF58E2-C72B-8E8B-9727-A9AA4CC13F95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5" creationId="{E3F99A9B-0982-62D2-149C-8CFD33223B7C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6" creationId="{EA963AFD-DEF0-3B8C-669C-57921AC5553A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7" creationId="{ED451E4E-ADAF-BB31-546D-D94A3183D741}"/>
          </ac:spMkLst>
        </pc:spChg>
        <pc:spChg chg="add mod">
          <ac:chgData name="Bhowmik, Sayan" userId="2b51cadb-156e-4c9a-99fc-6d2138739850" providerId="ADAL" clId="{0A61844E-60A1-4998-B30A-A418A6FDD646}" dt="2024-09-21T19:38:28.446" v="4297" actId="1036"/>
          <ac:spMkLst>
            <pc:docMk/>
            <pc:sldMk cId="789896735" sldId="303"/>
            <ac:spMk id="28" creationId="{A4500F40-B37F-63F6-4A30-F6FCC89A4D49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30" creationId="{BFBDCE88-CF54-D8D7-26F1-A6C061D28D32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31" creationId="{DD74F6D9-6DB5-B8EC-EA20-B92D5A4D1C5E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32" creationId="{8B3A124F-5585-FACF-0EF1-249306B2FFD5}"/>
          </ac:spMkLst>
        </pc:spChg>
        <pc:spChg chg="mod">
          <ac:chgData name="Bhowmik, Sayan" userId="2b51cadb-156e-4c9a-99fc-6d2138739850" providerId="ADAL" clId="{0A61844E-60A1-4998-B30A-A418A6FDD646}" dt="2024-09-21T17:48:22.213" v="3836" actId="1037"/>
          <ac:spMkLst>
            <pc:docMk/>
            <pc:sldMk cId="789896735" sldId="303"/>
            <ac:spMk id="33" creationId="{12D78804-1C58-1A0D-B373-92507655C1D8}"/>
          </ac:spMkLst>
        </pc:spChg>
        <pc:spChg chg="mod">
          <ac:chgData name="Bhowmik, Sayan" userId="2b51cadb-156e-4c9a-99fc-6d2138739850" providerId="ADAL" clId="{0A61844E-60A1-4998-B30A-A418A6FDD646}" dt="2024-09-21T17:48:33.613" v="3850" actId="1035"/>
          <ac:spMkLst>
            <pc:docMk/>
            <pc:sldMk cId="789896735" sldId="303"/>
            <ac:spMk id="36" creationId="{13B477AB-F974-023A-28CE-BF6ED0A183C0}"/>
          </ac:spMkLst>
        </pc:spChg>
        <pc:spChg chg="mod">
          <ac:chgData name="Bhowmik, Sayan" userId="2b51cadb-156e-4c9a-99fc-6d2138739850" providerId="ADAL" clId="{0A61844E-60A1-4998-B30A-A418A6FDD646}" dt="2024-09-21T17:48:41.445" v="3867" actId="1036"/>
          <ac:spMkLst>
            <pc:docMk/>
            <pc:sldMk cId="789896735" sldId="303"/>
            <ac:spMk id="37" creationId="{5F9888F2-F9BD-B5FF-E0FC-F7C408174BFC}"/>
          </ac:spMkLst>
        </pc:spChg>
        <pc:spChg chg="mod">
          <ac:chgData name="Bhowmik, Sayan" userId="2b51cadb-156e-4c9a-99fc-6d2138739850" providerId="ADAL" clId="{0A61844E-60A1-4998-B30A-A418A6FDD646}" dt="2024-09-21T17:50:21.181" v="3929" actId="1076"/>
          <ac:spMkLst>
            <pc:docMk/>
            <pc:sldMk cId="789896735" sldId="303"/>
            <ac:spMk id="38" creationId="{4CD04839-A852-B4B6-5E3D-B25738CD7BF7}"/>
          </ac:spMkLst>
        </pc:spChg>
        <pc:spChg chg="mod">
          <ac:chgData name="Bhowmik, Sayan" userId="2b51cadb-156e-4c9a-99fc-6d2138739850" providerId="ADAL" clId="{0A61844E-60A1-4998-B30A-A418A6FDD646}" dt="2024-09-21T17:50:28.580" v="3930" actId="1076"/>
          <ac:spMkLst>
            <pc:docMk/>
            <pc:sldMk cId="789896735" sldId="303"/>
            <ac:spMk id="39" creationId="{2C2D643E-D57D-8518-04DC-45EFBA77F45D}"/>
          </ac:spMkLst>
        </pc:spChg>
        <pc:spChg chg="add mod">
          <ac:chgData name="Bhowmik, Sayan" userId="2b51cadb-156e-4c9a-99fc-6d2138739850" providerId="ADAL" clId="{0A61844E-60A1-4998-B30A-A418A6FDD646}" dt="2024-09-21T19:46:47.094" v="4436" actId="20577"/>
          <ac:spMkLst>
            <pc:docMk/>
            <pc:sldMk cId="789896735" sldId="303"/>
            <ac:spMk id="49" creationId="{06BC575A-E2C2-D6C4-0714-1145C6E66B92}"/>
          </ac:spMkLst>
        </pc:spChg>
        <pc:spChg chg="add mod">
          <ac:chgData name="Bhowmik, Sayan" userId="2b51cadb-156e-4c9a-99fc-6d2138739850" providerId="ADAL" clId="{0A61844E-60A1-4998-B30A-A418A6FDD646}" dt="2024-09-21T19:38:28.446" v="4297" actId="1036"/>
          <ac:spMkLst>
            <pc:docMk/>
            <pc:sldMk cId="789896735" sldId="303"/>
            <ac:spMk id="53" creationId="{1A2F0AC8-4962-68C9-E996-CAD05FD61ADF}"/>
          </ac:spMkLst>
        </pc:spChg>
        <pc:spChg chg="add mod">
          <ac:chgData name="Bhowmik, Sayan" userId="2b51cadb-156e-4c9a-99fc-6d2138739850" providerId="ADAL" clId="{0A61844E-60A1-4998-B30A-A418A6FDD646}" dt="2024-09-21T19:38:16.960" v="4242" actId="1035"/>
          <ac:spMkLst>
            <pc:docMk/>
            <pc:sldMk cId="789896735" sldId="303"/>
            <ac:spMk id="54" creationId="{4B3DBFBD-454C-0A09-5178-1C2DBE5D5E9D}"/>
          </ac:spMkLst>
        </pc:spChg>
        <pc:spChg chg="add mod">
          <ac:chgData name="Bhowmik, Sayan" userId="2b51cadb-156e-4c9a-99fc-6d2138739850" providerId="ADAL" clId="{0A61844E-60A1-4998-B30A-A418A6FDD646}" dt="2024-09-21T19:38:16.960" v="4242" actId="1035"/>
          <ac:spMkLst>
            <pc:docMk/>
            <pc:sldMk cId="789896735" sldId="303"/>
            <ac:spMk id="55" creationId="{004E73E5-C73F-8528-D646-B64580DD16FA}"/>
          </ac:spMkLst>
        </pc:spChg>
        <pc:spChg chg="add mod">
          <ac:chgData name="Bhowmik, Sayan" userId="2b51cadb-156e-4c9a-99fc-6d2138739850" providerId="ADAL" clId="{0A61844E-60A1-4998-B30A-A418A6FDD646}" dt="2024-09-21T19:38:16.960" v="4242" actId="1035"/>
          <ac:spMkLst>
            <pc:docMk/>
            <pc:sldMk cId="789896735" sldId="303"/>
            <ac:spMk id="56" creationId="{1597E6F4-F5DC-76E4-4647-A97A0FE3338F}"/>
          </ac:spMkLst>
        </pc:spChg>
        <pc:spChg chg="add mod">
          <ac:chgData name="Bhowmik, Sayan" userId="2b51cadb-156e-4c9a-99fc-6d2138739850" providerId="ADAL" clId="{0A61844E-60A1-4998-B30A-A418A6FDD646}" dt="2024-09-21T19:52:51.103" v="4486" actId="20577"/>
          <ac:spMkLst>
            <pc:docMk/>
            <pc:sldMk cId="789896735" sldId="303"/>
            <ac:spMk id="59" creationId="{9055408F-1168-A478-6034-227F18B97C92}"/>
          </ac:spMkLst>
        </pc:spChg>
        <pc:spChg chg="add mod">
          <ac:chgData name="Bhowmik, Sayan" userId="2b51cadb-156e-4c9a-99fc-6d2138739850" providerId="ADAL" clId="{0A61844E-60A1-4998-B30A-A418A6FDD646}" dt="2024-09-21T19:53:34.716" v="4502" actId="1076"/>
          <ac:spMkLst>
            <pc:docMk/>
            <pc:sldMk cId="789896735" sldId="303"/>
            <ac:spMk id="60" creationId="{1240DA03-2E4D-8E1A-AA63-725CB5BCE37C}"/>
          </ac:spMkLst>
        </pc:spChg>
        <pc:spChg chg="add mod">
          <ac:chgData name="Bhowmik, Sayan" userId="2b51cadb-156e-4c9a-99fc-6d2138739850" providerId="ADAL" clId="{0A61844E-60A1-4998-B30A-A418A6FDD646}" dt="2024-09-21T19:53:45.158" v="4512" actId="20577"/>
          <ac:spMkLst>
            <pc:docMk/>
            <pc:sldMk cId="789896735" sldId="303"/>
            <ac:spMk id="61" creationId="{82A42FBD-53F4-9257-320B-034D21BAB561}"/>
          </ac:spMkLst>
        </pc:spChg>
        <pc:spChg chg="add mod">
          <ac:chgData name="Bhowmik, Sayan" userId="2b51cadb-156e-4c9a-99fc-6d2138739850" providerId="ADAL" clId="{0A61844E-60A1-4998-B30A-A418A6FDD646}" dt="2024-09-21T19:54:29.016" v="4518" actId="208"/>
          <ac:spMkLst>
            <pc:docMk/>
            <pc:sldMk cId="789896735" sldId="303"/>
            <ac:spMk id="62" creationId="{5E0103E9-6125-3F6E-6E82-E8E45838B5D4}"/>
          </ac:spMkLst>
        </pc:spChg>
        <pc:spChg chg="add mod">
          <ac:chgData name="Bhowmik, Sayan" userId="2b51cadb-156e-4c9a-99fc-6d2138739850" providerId="ADAL" clId="{0A61844E-60A1-4998-B30A-A418A6FDD646}" dt="2024-09-21T19:59:36.576" v="4579" actId="1038"/>
          <ac:spMkLst>
            <pc:docMk/>
            <pc:sldMk cId="789896735" sldId="303"/>
            <ac:spMk id="63" creationId="{A2EBACAE-EAB8-82AD-79BB-264B56FDDA22}"/>
          </ac:spMkLst>
        </pc:spChg>
        <pc:spChg chg="add mod">
          <ac:chgData name="Bhowmik, Sayan" userId="2b51cadb-156e-4c9a-99fc-6d2138739850" providerId="ADAL" clId="{0A61844E-60A1-4998-B30A-A418A6FDD646}" dt="2024-09-21T20:07:50.785" v="4870" actId="20577"/>
          <ac:spMkLst>
            <pc:docMk/>
            <pc:sldMk cId="789896735" sldId="303"/>
            <ac:spMk id="64" creationId="{B840AF90-3522-872D-6D6D-B15AE5F44B14}"/>
          </ac:spMkLst>
        </pc:spChg>
        <pc:spChg chg="add mod">
          <ac:chgData name="Bhowmik, Sayan" userId="2b51cadb-156e-4c9a-99fc-6d2138739850" providerId="ADAL" clId="{0A61844E-60A1-4998-B30A-A418A6FDD646}" dt="2024-09-21T20:12:39.217" v="4947" actId="208"/>
          <ac:spMkLst>
            <pc:docMk/>
            <pc:sldMk cId="789896735" sldId="303"/>
            <ac:spMk id="65" creationId="{603FF2D2-D393-8FB0-949C-AD6B65306562}"/>
          </ac:spMkLst>
        </pc:spChg>
        <pc:picChg chg="del">
          <ac:chgData name="Bhowmik, Sayan" userId="2b51cadb-156e-4c9a-99fc-6d2138739850" providerId="ADAL" clId="{0A61844E-60A1-4998-B30A-A418A6FDD646}" dt="2024-09-21T17:46:38.658" v="3772" actId="478"/>
          <ac:picMkLst>
            <pc:docMk/>
            <pc:sldMk cId="789896735" sldId="303"/>
            <ac:picMk id="4" creationId="{022D628A-93D5-882C-557D-DCEB2A77DE8E}"/>
          </ac:picMkLst>
        </pc:picChg>
        <pc:picChg chg="del">
          <ac:chgData name="Bhowmik, Sayan" userId="2b51cadb-156e-4c9a-99fc-6d2138739850" providerId="ADAL" clId="{0A61844E-60A1-4998-B30A-A418A6FDD646}" dt="2024-09-21T17:46:38.658" v="3772" actId="478"/>
          <ac:picMkLst>
            <pc:docMk/>
            <pc:sldMk cId="789896735" sldId="303"/>
            <ac:picMk id="11" creationId="{ACB01A75-A923-4534-FB73-FC2A69E835B1}"/>
          </ac:picMkLst>
        </pc:picChg>
        <pc:picChg chg="del">
          <ac:chgData name="Bhowmik, Sayan" userId="2b51cadb-156e-4c9a-99fc-6d2138739850" providerId="ADAL" clId="{0A61844E-60A1-4998-B30A-A418A6FDD646}" dt="2024-09-21T17:46:38.658" v="3772" actId="478"/>
          <ac:picMkLst>
            <pc:docMk/>
            <pc:sldMk cId="789896735" sldId="303"/>
            <ac:picMk id="19" creationId="{4B4FA9B9-4294-93CC-9602-AE8099539625}"/>
          </ac:picMkLst>
        </pc:pic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5" creationId="{CAD064BD-2AD6-F4DD-815D-7EAC369FE947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6" creationId="{D124ECBB-5649-CC29-D768-61BD22D5154E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7" creationId="{5BA955A0-D8AC-0224-BE3A-79157D56770A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9" creationId="{7429D98A-EFF3-DBC2-32B7-9F758785B130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2" creationId="{8CEF883A-734F-4960-2960-21CD1301C2B9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3" creationId="{FFD07BBB-A711-50AF-305A-815A55D408DE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4" creationId="{CDD56B64-EFF1-92C1-0BC0-9A6DB815793C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7" creationId="{E79B4EFC-996F-98B3-E35C-44F15BEE1B3F}"/>
          </ac:cxnSpMkLst>
        </pc:cxnChg>
        <pc:cxnChg chg="del">
          <ac:chgData name="Bhowmik, Sayan" userId="2b51cadb-156e-4c9a-99fc-6d2138739850" providerId="ADAL" clId="{0A61844E-60A1-4998-B30A-A418A6FDD646}" dt="2024-09-21T17:48:15.411" v="3816" actId="478"/>
          <ac:cxnSpMkLst>
            <pc:docMk/>
            <pc:sldMk cId="789896735" sldId="303"/>
            <ac:cxnSpMk id="29" creationId="{E6F7F190-67BC-A607-D90B-D59A987B2438}"/>
          </ac:cxnSpMkLst>
        </pc:cxnChg>
        <pc:cxnChg chg="add del mod">
          <ac:chgData name="Bhowmik, Sayan" userId="2b51cadb-156e-4c9a-99fc-6d2138739850" providerId="ADAL" clId="{0A61844E-60A1-4998-B30A-A418A6FDD646}" dt="2024-09-21T17:55:00.176" v="3989" actId="478"/>
          <ac:cxnSpMkLst>
            <pc:docMk/>
            <pc:sldMk cId="789896735" sldId="303"/>
            <ac:cxnSpMk id="35" creationId="{91C7D136-50FC-2791-F68D-D7E6E6BF1491}"/>
          </ac:cxnSpMkLst>
        </pc:cxnChg>
        <pc:cxnChg chg="del mod">
          <ac:chgData name="Bhowmik, Sayan" userId="2b51cadb-156e-4c9a-99fc-6d2138739850" providerId="ADAL" clId="{0A61844E-60A1-4998-B30A-A418A6FDD646}" dt="2024-09-21T17:47:14.098" v="3780" actId="478"/>
          <ac:cxnSpMkLst>
            <pc:docMk/>
            <pc:sldMk cId="789896735" sldId="303"/>
            <ac:cxnSpMk id="41" creationId="{F64199BE-ACE2-87CC-A349-ED74AC9EEA2B}"/>
          </ac:cxnSpMkLst>
        </pc:cxnChg>
        <pc:cxnChg chg="add mod">
          <ac:chgData name="Bhowmik, Sayan" userId="2b51cadb-156e-4c9a-99fc-6d2138739850" providerId="ADAL" clId="{0A61844E-60A1-4998-B30A-A418A6FDD646}" dt="2024-09-21T19:38:28.446" v="4297" actId="1036"/>
          <ac:cxnSpMkLst>
            <pc:docMk/>
            <pc:sldMk cId="789896735" sldId="303"/>
            <ac:cxnSpMk id="43" creationId="{9A5CB58A-4283-6DB0-4ECC-72A07AE31ED3}"/>
          </ac:cxnSpMkLst>
        </pc:cxnChg>
        <pc:cxnChg chg="add mod">
          <ac:chgData name="Bhowmik, Sayan" userId="2b51cadb-156e-4c9a-99fc-6d2138739850" providerId="ADAL" clId="{0A61844E-60A1-4998-B30A-A418A6FDD646}" dt="2024-09-21T19:38:28.446" v="4297" actId="1036"/>
          <ac:cxnSpMkLst>
            <pc:docMk/>
            <pc:sldMk cId="789896735" sldId="303"/>
            <ac:cxnSpMk id="51" creationId="{1B69F491-E194-6B5D-65E6-83D7BFE608E1}"/>
          </ac:cxnSpMkLst>
        </pc:cxnChg>
        <pc:cxnChg chg="add mod">
          <ac:chgData name="Bhowmik, Sayan" userId="2b51cadb-156e-4c9a-99fc-6d2138739850" providerId="ADAL" clId="{0A61844E-60A1-4998-B30A-A418A6FDD646}" dt="2024-09-21T19:39:01.458" v="4299" actId="208"/>
          <ac:cxnSpMkLst>
            <pc:docMk/>
            <pc:sldMk cId="789896735" sldId="303"/>
            <ac:cxnSpMk id="58" creationId="{D204FF0E-FD1C-146E-0B47-F28D60E02113}"/>
          </ac:cxnSpMkLst>
        </pc:cxnChg>
      </pc:sldChg>
      <pc:sldChg chg="addSp delSp modSp new mod modTransition addAnim delAnim modAnim">
        <pc:chgData name="Bhowmik, Sayan" userId="2b51cadb-156e-4c9a-99fc-6d2138739850" providerId="ADAL" clId="{0A61844E-60A1-4998-B30A-A418A6FDD646}" dt="2024-09-22T03:58:33.214" v="8842"/>
        <pc:sldMkLst>
          <pc:docMk/>
          <pc:sldMk cId="58650123" sldId="304"/>
        </pc:sldMkLst>
        <pc:spChg chg="mod">
          <ac:chgData name="Bhowmik, Sayan" userId="2b51cadb-156e-4c9a-99fc-6d2138739850" providerId="ADAL" clId="{0A61844E-60A1-4998-B30A-A418A6FDD646}" dt="2024-09-21T20:14:39.212" v="4958" actId="14100"/>
          <ac:spMkLst>
            <pc:docMk/>
            <pc:sldMk cId="58650123" sldId="304"/>
            <ac:spMk id="2" creationId="{A0219E6C-AEE0-8B7F-E8B4-3CC38026AC46}"/>
          </ac:spMkLst>
        </pc:spChg>
        <pc:spChg chg="add mod">
          <ac:chgData name="Bhowmik, Sayan" userId="2b51cadb-156e-4c9a-99fc-6d2138739850" providerId="ADAL" clId="{0A61844E-60A1-4998-B30A-A418A6FDD646}" dt="2024-09-21T20:24:12.096" v="5175" actId="115"/>
          <ac:spMkLst>
            <pc:docMk/>
            <pc:sldMk cId="58650123" sldId="304"/>
            <ac:spMk id="3" creationId="{FAF0A60C-420C-23FB-3500-ECC359251CFC}"/>
          </ac:spMkLst>
        </pc:spChg>
        <pc:spChg chg="add mod">
          <ac:chgData name="Bhowmik, Sayan" userId="2b51cadb-156e-4c9a-99fc-6d2138739850" providerId="ADAL" clId="{0A61844E-60A1-4998-B30A-A418A6FDD646}" dt="2024-09-22T03:08:27.997" v="7648" actId="20577"/>
          <ac:spMkLst>
            <pc:docMk/>
            <pc:sldMk cId="58650123" sldId="304"/>
            <ac:spMk id="4" creationId="{1E6C7C20-A683-0FE9-5DF4-4B5EFE635F7C}"/>
          </ac:spMkLst>
        </pc:spChg>
        <pc:spChg chg="add mod">
          <ac:chgData name="Bhowmik, Sayan" userId="2b51cadb-156e-4c9a-99fc-6d2138739850" providerId="ADAL" clId="{0A61844E-60A1-4998-B30A-A418A6FDD646}" dt="2024-09-22T00:25:35.625" v="5404"/>
          <ac:spMkLst>
            <pc:docMk/>
            <pc:sldMk cId="58650123" sldId="304"/>
            <ac:spMk id="8" creationId="{3A5FFD32-42AE-399E-47EC-E8F59ED08628}"/>
          </ac:spMkLst>
        </pc:spChg>
        <pc:spChg chg="add mod">
          <ac:chgData name="Bhowmik, Sayan" userId="2b51cadb-156e-4c9a-99fc-6d2138739850" providerId="ADAL" clId="{0A61844E-60A1-4998-B30A-A418A6FDD646}" dt="2024-09-22T00:29:50.198" v="5485" actId="1037"/>
          <ac:spMkLst>
            <pc:docMk/>
            <pc:sldMk cId="58650123" sldId="304"/>
            <ac:spMk id="9" creationId="{F94AD7A4-6C08-671F-A644-F9F0143AB6CF}"/>
          </ac:spMkLst>
        </pc:spChg>
        <pc:spChg chg="add mod">
          <ac:chgData name="Bhowmik, Sayan" userId="2b51cadb-156e-4c9a-99fc-6d2138739850" providerId="ADAL" clId="{0A61844E-60A1-4998-B30A-A418A6FDD646}" dt="2024-09-22T00:48:23.677" v="5851" actId="115"/>
          <ac:spMkLst>
            <pc:docMk/>
            <pc:sldMk cId="58650123" sldId="304"/>
            <ac:spMk id="12" creationId="{7651467B-3A54-6129-12D0-91B016CCAC86}"/>
          </ac:spMkLst>
        </pc:spChg>
        <pc:spChg chg="add mod">
          <ac:chgData name="Bhowmik, Sayan" userId="2b51cadb-156e-4c9a-99fc-6d2138739850" providerId="ADAL" clId="{0A61844E-60A1-4998-B30A-A418A6FDD646}" dt="2024-09-22T02:00:55.376" v="6831"/>
          <ac:spMkLst>
            <pc:docMk/>
            <pc:sldMk cId="58650123" sldId="304"/>
            <ac:spMk id="13" creationId="{97326AB6-FC6A-CB30-3A44-4019C096526F}"/>
          </ac:spMkLst>
        </pc:spChg>
        <pc:spChg chg="add mod">
          <ac:chgData name="Bhowmik, Sayan" userId="2b51cadb-156e-4c9a-99fc-6d2138739850" providerId="ADAL" clId="{0A61844E-60A1-4998-B30A-A418A6FDD646}" dt="2024-09-22T00:57:22.741" v="6095" actId="1038"/>
          <ac:spMkLst>
            <pc:docMk/>
            <pc:sldMk cId="58650123" sldId="304"/>
            <ac:spMk id="14" creationId="{B2F54D49-E26C-6B94-5441-52C883132C7C}"/>
          </ac:spMkLst>
        </pc:spChg>
        <pc:picChg chg="add del mod modCrop">
          <ac:chgData name="Bhowmik, Sayan" userId="2b51cadb-156e-4c9a-99fc-6d2138739850" providerId="ADAL" clId="{0A61844E-60A1-4998-B30A-A418A6FDD646}" dt="2024-09-22T00:33:49.573" v="5486" actId="478"/>
          <ac:picMkLst>
            <pc:docMk/>
            <pc:sldMk cId="58650123" sldId="304"/>
            <ac:picMk id="5" creationId="{0E3678F3-4937-D9C0-AFD8-2C2F2446904B}"/>
          </ac:picMkLst>
        </pc:picChg>
        <pc:picChg chg="add del mod modCrop">
          <ac:chgData name="Bhowmik, Sayan" userId="2b51cadb-156e-4c9a-99fc-6d2138739850" providerId="ADAL" clId="{0A61844E-60A1-4998-B30A-A418A6FDD646}" dt="2024-09-22T00:33:49.573" v="5486" actId="478"/>
          <ac:picMkLst>
            <pc:docMk/>
            <pc:sldMk cId="58650123" sldId="304"/>
            <ac:picMk id="6" creationId="{D88B92B6-1AB9-B985-ED22-3A1F58696B27}"/>
          </ac:picMkLst>
        </pc:picChg>
        <pc:picChg chg="add del mod modCrop">
          <ac:chgData name="Bhowmik, Sayan" userId="2b51cadb-156e-4c9a-99fc-6d2138739850" providerId="ADAL" clId="{0A61844E-60A1-4998-B30A-A418A6FDD646}" dt="2024-09-22T00:33:49.573" v="5486" actId="478"/>
          <ac:picMkLst>
            <pc:docMk/>
            <pc:sldMk cId="58650123" sldId="304"/>
            <ac:picMk id="7" creationId="{19765A07-39AB-816B-7363-8DA4B842F4A2}"/>
          </ac:picMkLst>
        </pc:picChg>
        <pc:picChg chg="add mod modCrop">
          <ac:chgData name="Bhowmik, Sayan" userId="2b51cadb-156e-4c9a-99fc-6d2138739850" providerId="ADAL" clId="{0A61844E-60A1-4998-B30A-A418A6FDD646}" dt="2024-09-22T00:34:25.030" v="5502" actId="14100"/>
          <ac:picMkLst>
            <pc:docMk/>
            <pc:sldMk cId="58650123" sldId="304"/>
            <ac:picMk id="11" creationId="{9C4D22FC-76F5-647B-C680-2DCD4C747B94}"/>
          </ac:picMkLst>
        </pc:picChg>
      </pc:sldChg>
      <pc:sldChg chg="addSp modSp new mod modTransition modAnim">
        <pc:chgData name="Bhowmik, Sayan" userId="2b51cadb-156e-4c9a-99fc-6d2138739850" providerId="ADAL" clId="{0A61844E-60A1-4998-B30A-A418A6FDD646}" dt="2024-09-22T04:00:21.892" v="8847"/>
        <pc:sldMkLst>
          <pc:docMk/>
          <pc:sldMk cId="564023433" sldId="305"/>
        </pc:sldMkLst>
        <pc:spChg chg="mod">
          <ac:chgData name="Bhowmik, Sayan" userId="2b51cadb-156e-4c9a-99fc-6d2138739850" providerId="ADAL" clId="{0A61844E-60A1-4998-B30A-A418A6FDD646}" dt="2024-09-22T01:11:17.556" v="6117" actId="14100"/>
          <ac:spMkLst>
            <pc:docMk/>
            <pc:sldMk cId="564023433" sldId="305"/>
            <ac:spMk id="2" creationId="{94AAD8A5-F78B-875F-90D4-C728F3685A12}"/>
          </ac:spMkLst>
        </pc:spChg>
        <pc:spChg chg="add mod">
          <ac:chgData name="Bhowmik, Sayan" userId="2b51cadb-156e-4c9a-99fc-6d2138739850" providerId="ADAL" clId="{0A61844E-60A1-4998-B30A-A418A6FDD646}" dt="2024-09-22T01:11:26.118" v="6118"/>
          <ac:spMkLst>
            <pc:docMk/>
            <pc:sldMk cId="564023433" sldId="305"/>
            <ac:spMk id="3" creationId="{54CBAF4B-5210-5643-D3DA-FE97BBEFA7FE}"/>
          </ac:spMkLst>
        </pc:spChg>
        <pc:spChg chg="add mod">
          <ac:chgData name="Bhowmik, Sayan" userId="2b51cadb-156e-4c9a-99fc-6d2138739850" providerId="ADAL" clId="{0A61844E-60A1-4998-B30A-A418A6FDD646}" dt="2024-09-22T01:54:28.437" v="6738" actId="20577"/>
          <ac:spMkLst>
            <pc:docMk/>
            <pc:sldMk cId="564023433" sldId="305"/>
            <ac:spMk id="4" creationId="{0D47F412-3115-D03A-F54E-A998F10D395F}"/>
          </ac:spMkLst>
        </pc:spChg>
        <pc:spChg chg="add mod">
          <ac:chgData name="Bhowmik, Sayan" userId="2b51cadb-156e-4c9a-99fc-6d2138739850" providerId="ADAL" clId="{0A61844E-60A1-4998-B30A-A418A6FDD646}" dt="2024-09-22T02:01:13.794" v="6835"/>
          <ac:spMkLst>
            <pc:docMk/>
            <pc:sldMk cId="564023433" sldId="305"/>
            <ac:spMk id="5" creationId="{F56B6478-5A26-EAED-7948-B81F659B2BB1}"/>
          </ac:spMkLst>
        </pc:spChg>
        <pc:spChg chg="add mod">
          <ac:chgData name="Bhowmik, Sayan" userId="2b51cadb-156e-4c9a-99fc-6d2138739850" providerId="ADAL" clId="{0A61844E-60A1-4998-B30A-A418A6FDD646}" dt="2024-09-22T01:51:15.567" v="6702" actId="1035"/>
          <ac:spMkLst>
            <pc:docMk/>
            <pc:sldMk cId="564023433" sldId="305"/>
            <ac:spMk id="6" creationId="{E96401FC-35C6-1F35-41AA-D1D04E57C6E4}"/>
          </ac:spMkLst>
        </pc:spChg>
        <pc:spChg chg="add mod">
          <ac:chgData name="Bhowmik, Sayan" userId="2b51cadb-156e-4c9a-99fc-6d2138739850" providerId="ADAL" clId="{0A61844E-60A1-4998-B30A-A418A6FDD646}" dt="2024-09-22T02:36:11.188" v="7337" actId="1035"/>
          <ac:spMkLst>
            <pc:docMk/>
            <pc:sldMk cId="564023433" sldId="305"/>
            <ac:spMk id="7" creationId="{A00EC411-BC55-2CF0-674B-081D221DD6CC}"/>
          </ac:spMkLst>
        </pc:spChg>
        <pc:spChg chg="add mod">
          <ac:chgData name="Bhowmik, Sayan" userId="2b51cadb-156e-4c9a-99fc-6d2138739850" providerId="ADAL" clId="{0A61844E-60A1-4998-B30A-A418A6FDD646}" dt="2024-09-22T02:36:15.853" v="7344" actId="1035"/>
          <ac:spMkLst>
            <pc:docMk/>
            <pc:sldMk cId="564023433" sldId="305"/>
            <ac:spMk id="8" creationId="{CCAF71FD-0B8E-6AE3-482A-4CD827A36083}"/>
          </ac:spMkLst>
        </pc:spChg>
        <pc:spChg chg="add mod">
          <ac:chgData name="Bhowmik, Sayan" userId="2b51cadb-156e-4c9a-99fc-6d2138739850" providerId="ADAL" clId="{0A61844E-60A1-4998-B30A-A418A6FDD646}" dt="2024-09-22T02:02:18.147" v="6875" actId="1036"/>
          <ac:spMkLst>
            <pc:docMk/>
            <pc:sldMk cId="564023433" sldId="305"/>
            <ac:spMk id="9" creationId="{8B059F16-48BD-0F25-F5A5-597DDC9B24FE}"/>
          </ac:spMkLst>
        </pc:spChg>
        <pc:spChg chg="add mod">
          <ac:chgData name="Bhowmik, Sayan" userId="2b51cadb-156e-4c9a-99fc-6d2138739850" providerId="ADAL" clId="{0A61844E-60A1-4998-B30A-A418A6FDD646}" dt="2024-09-22T02:27:57.769" v="7238" actId="207"/>
          <ac:spMkLst>
            <pc:docMk/>
            <pc:sldMk cId="564023433" sldId="305"/>
            <ac:spMk id="10" creationId="{9BDBDCDF-1DC3-3FA9-865E-1FE5DDACE627}"/>
          </ac:spMkLst>
        </pc:spChg>
        <pc:spChg chg="add mod">
          <ac:chgData name="Bhowmik, Sayan" userId="2b51cadb-156e-4c9a-99fc-6d2138739850" providerId="ADAL" clId="{0A61844E-60A1-4998-B30A-A418A6FDD646}" dt="2024-09-22T02:29:22.590" v="7265" actId="1037"/>
          <ac:spMkLst>
            <pc:docMk/>
            <pc:sldMk cId="564023433" sldId="305"/>
            <ac:spMk id="11" creationId="{9162CCA2-31A9-89D5-E5F7-63E65650D6AE}"/>
          </ac:spMkLst>
        </pc:spChg>
        <pc:spChg chg="add mod">
          <ac:chgData name="Bhowmik, Sayan" userId="2b51cadb-156e-4c9a-99fc-6d2138739850" providerId="ADAL" clId="{0A61844E-60A1-4998-B30A-A418A6FDD646}" dt="2024-09-22T02:45:05.494" v="7428" actId="1076"/>
          <ac:spMkLst>
            <pc:docMk/>
            <pc:sldMk cId="564023433" sldId="305"/>
            <ac:spMk id="12" creationId="{539A4ED1-E399-5B10-DF06-E078717CE478}"/>
          </ac:spMkLst>
        </pc:spChg>
      </pc:sldChg>
      <pc:sldChg chg="addSp modSp new mod modTransition modAnim">
        <pc:chgData name="Bhowmik, Sayan" userId="2b51cadb-156e-4c9a-99fc-6d2138739850" providerId="ADAL" clId="{0A61844E-60A1-4998-B30A-A418A6FDD646}" dt="2024-09-22T04:04:03.358" v="8932"/>
        <pc:sldMkLst>
          <pc:docMk/>
          <pc:sldMk cId="4032460336" sldId="306"/>
        </pc:sldMkLst>
        <pc:spChg chg="mod">
          <ac:chgData name="Bhowmik, Sayan" userId="2b51cadb-156e-4c9a-99fc-6d2138739850" providerId="ADAL" clId="{0A61844E-60A1-4998-B30A-A418A6FDD646}" dt="2024-09-22T01:12:00.995" v="6136" actId="14100"/>
          <ac:spMkLst>
            <pc:docMk/>
            <pc:sldMk cId="4032460336" sldId="306"/>
            <ac:spMk id="2" creationId="{43DB3E86-AC2E-5C62-9A6A-70BC86A8CCFB}"/>
          </ac:spMkLst>
        </pc:spChg>
        <pc:spChg chg="add mod">
          <ac:chgData name="Bhowmik, Sayan" userId="2b51cadb-156e-4c9a-99fc-6d2138739850" providerId="ADAL" clId="{0A61844E-60A1-4998-B30A-A418A6FDD646}" dt="2024-09-22T01:12:14.602" v="6137"/>
          <ac:spMkLst>
            <pc:docMk/>
            <pc:sldMk cId="4032460336" sldId="306"/>
            <ac:spMk id="3" creationId="{F8B4C7C9-C1C5-4EEC-106B-370E95F310D2}"/>
          </ac:spMkLst>
        </pc:spChg>
        <pc:spChg chg="add mod">
          <ac:chgData name="Bhowmik, Sayan" userId="2b51cadb-156e-4c9a-99fc-6d2138739850" providerId="ADAL" clId="{0A61844E-60A1-4998-B30A-A418A6FDD646}" dt="2024-09-22T03:10:17.822" v="7666" actId="1037"/>
          <ac:spMkLst>
            <pc:docMk/>
            <pc:sldMk cId="4032460336" sldId="306"/>
            <ac:spMk id="4" creationId="{264850BF-176C-56EA-9794-E472FB0D2B3D}"/>
          </ac:spMkLst>
        </pc:spChg>
        <pc:spChg chg="add mod">
          <ac:chgData name="Bhowmik, Sayan" userId="2b51cadb-156e-4c9a-99fc-6d2138739850" providerId="ADAL" clId="{0A61844E-60A1-4998-B30A-A418A6FDD646}" dt="2024-09-22T03:09:40.447" v="7656" actId="20577"/>
          <ac:spMkLst>
            <pc:docMk/>
            <pc:sldMk cId="4032460336" sldId="306"/>
            <ac:spMk id="5" creationId="{C51EE527-8B4D-34E8-9624-D658BF30BD34}"/>
          </ac:spMkLst>
        </pc:spChg>
        <pc:spChg chg="add mod">
          <ac:chgData name="Bhowmik, Sayan" userId="2b51cadb-156e-4c9a-99fc-6d2138739850" providerId="ADAL" clId="{0A61844E-60A1-4998-B30A-A418A6FDD646}" dt="2024-09-22T03:28:14.364" v="7882" actId="1035"/>
          <ac:spMkLst>
            <pc:docMk/>
            <pc:sldMk cId="4032460336" sldId="306"/>
            <ac:spMk id="9" creationId="{D7803A5A-6651-E5B7-C809-8C5BBC0ED25E}"/>
          </ac:spMkLst>
        </pc:spChg>
        <pc:spChg chg="add mod">
          <ac:chgData name="Bhowmik, Sayan" userId="2b51cadb-156e-4c9a-99fc-6d2138739850" providerId="ADAL" clId="{0A61844E-60A1-4998-B30A-A418A6FDD646}" dt="2024-09-22T03:34:25.792" v="8122" actId="1035"/>
          <ac:spMkLst>
            <pc:docMk/>
            <pc:sldMk cId="4032460336" sldId="306"/>
            <ac:spMk id="10" creationId="{C74FEA18-47FC-1192-E128-7A8EE2DC12C1}"/>
          </ac:spMkLst>
        </pc:spChg>
        <pc:spChg chg="add mod">
          <ac:chgData name="Bhowmik, Sayan" userId="2b51cadb-156e-4c9a-99fc-6d2138739850" providerId="ADAL" clId="{0A61844E-60A1-4998-B30A-A418A6FDD646}" dt="2024-09-22T03:35:15.165" v="8253" actId="1036"/>
          <ac:spMkLst>
            <pc:docMk/>
            <pc:sldMk cId="4032460336" sldId="306"/>
            <ac:spMk id="11" creationId="{C4050547-23E0-9F1A-A65F-E1A06F130177}"/>
          </ac:spMkLst>
        </pc:spChg>
        <pc:spChg chg="add mod">
          <ac:chgData name="Bhowmik, Sayan" userId="2b51cadb-156e-4c9a-99fc-6d2138739850" providerId="ADAL" clId="{0A61844E-60A1-4998-B30A-A418A6FDD646}" dt="2024-09-22T03:35:31.850" v="8338" actId="1036"/>
          <ac:spMkLst>
            <pc:docMk/>
            <pc:sldMk cId="4032460336" sldId="306"/>
            <ac:spMk id="12" creationId="{2C33C8E6-BBC5-FF99-A517-FA9C54E12434}"/>
          </ac:spMkLst>
        </pc:spChg>
        <pc:picChg chg="add mod ord">
          <ac:chgData name="Bhowmik, Sayan" userId="2b51cadb-156e-4c9a-99fc-6d2138739850" providerId="ADAL" clId="{0A61844E-60A1-4998-B30A-A418A6FDD646}" dt="2024-09-22T04:03:31.567" v="8924" actId="1036"/>
          <ac:picMkLst>
            <pc:docMk/>
            <pc:sldMk cId="4032460336" sldId="306"/>
            <ac:picMk id="14" creationId="{F6CECCA9-08EA-F52A-C71B-8E7A506DE4E3}"/>
          </ac:picMkLst>
        </pc:picChg>
        <pc:picChg chg="add mod ord">
          <ac:chgData name="Bhowmik, Sayan" userId="2b51cadb-156e-4c9a-99fc-6d2138739850" providerId="ADAL" clId="{0A61844E-60A1-4998-B30A-A418A6FDD646}" dt="2024-09-22T04:03:39.998" v="8929" actId="1035"/>
          <ac:picMkLst>
            <pc:docMk/>
            <pc:sldMk cId="4032460336" sldId="306"/>
            <ac:picMk id="16" creationId="{AA9DF2A3-B4ED-A83C-F49A-F5C3C470E4F0}"/>
          </ac:picMkLst>
        </pc:picChg>
        <pc:cxnChg chg="add mod">
          <ac:chgData name="Bhowmik, Sayan" userId="2b51cadb-156e-4c9a-99fc-6d2138739850" providerId="ADAL" clId="{0A61844E-60A1-4998-B30A-A418A6FDD646}" dt="2024-09-22T03:10:23.862" v="7667" actId="208"/>
          <ac:cxnSpMkLst>
            <pc:docMk/>
            <pc:sldMk cId="4032460336" sldId="306"/>
            <ac:cxnSpMk id="7" creationId="{DE7260AF-A1F1-3689-718E-D67F05DFE325}"/>
          </ac:cxnSpMkLst>
        </pc:cxnChg>
      </pc:sldChg>
      <pc:sldChg chg="modSp add mod">
        <pc:chgData name="Bhowmik, Sayan" userId="2b51cadb-156e-4c9a-99fc-6d2138739850" providerId="ADAL" clId="{0A61844E-60A1-4998-B30A-A418A6FDD646}" dt="2024-09-22T02:39:28.426" v="7397" actId="20577"/>
        <pc:sldMkLst>
          <pc:docMk/>
          <pc:sldMk cId="289382614" sldId="307"/>
        </pc:sldMkLst>
        <pc:spChg chg="mod">
          <ac:chgData name="Bhowmik, Sayan" userId="2b51cadb-156e-4c9a-99fc-6d2138739850" providerId="ADAL" clId="{0A61844E-60A1-4998-B30A-A418A6FDD646}" dt="2024-09-22T02:39:28.426" v="7397" actId="20577"/>
          <ac:spMkLst>
            <pc:docMk/>
            <pc:sldMk cId="289382614" sldId="307"/>
            <ac:spMk id="3" creationId="{54B9CEDF-66F4-D04D-3CFA-2BFEA2B014E7}"/>
          </ac:spMkLst>
        </pc:spChg>
      </pc:sldChg>
      <pc:sldChg chg="add del">
        <pc:chgData name="Bhowmik, Sayan" userId="2b51cadb-156e-4c9a-99fc-6d2138739850" providerId="ADAL" clId="{0A61844E-60A1-4998-B30A-A418A6FDD646}" dt="2024-09-22T02:38:30.159" v="7346"/>
        <pc:sldMkLst>
          <pc:docMk/>
          <pc:sldMk cId="3626980624" sldId="307"/>
        </pc:sldMkLst>
      </pc:sldChg>
      <pc:sldChg chg="modSp add mod">
        <pc:chgData name="Bhowmik, Sayan" userId="2b51cadb-156e-4c9a-99fc-6d2138739850" providerId="ADAL" clId="{0A61844E-60A1-4998-B30A-A418A6FDD646}" dt="2024-09-22T03:40:05.993" v="8550" actId="1035"/>
        <pc:sldMkLst>
          <pc:docMk/>
          <pc:sldMk cId="325660095" sldId="308"/>
        </pc:sldMkLst>
        <pc:spChg chg="mod">
          <ac:chgData name="Bhowmik, Sayan" userId="2b51cadb-156e-4c9a-99fc-6d2138739850" providerId="ADAL" clId="{0A61844E-60A1-4998-B30A-A418A6FDD646}" dt="2024-09-22T03:39:57.319" v="8526" actId="207"/>
          <ac:spMkLst>
            <pc:docMk/>
            <pc:sldMk cId="325660095" sldId="308"/>
            <ac:spMk id="3" creationId="{1E16CF53-8BCD-4DFD-9D4D-94731DDCF8A5}"/>
          </ac:spMkLst>
        </pc:spChg>
        <pc:picChg chg="mod">
          <ac:chgData name="Bhowmik, Sayan" userId="2b51cadb-156e-4c9a-99fc-6d2138739850" providerId="ADAL" clId="{0A61844E-60A1-4998-B30A-A418A6FDD646}" dt="2024-09-22T03:40:05.993" v="8550" actId="1035"/>
          <ac:picMkLst>
            <pc:docMk/>
            <pc:sldMk cId="325660095" sldId="308"/>
            <ac:picMk id="4" creationId="{E6F09E56-FB8B-07CB-A527-048135187D1A}"/>
          </ac:picMkLst>
        </pc:picChg>
      </pc:sldChg>
      <pc:sldChg chg="modSp add mod">
        <pc:chgData name="Bhowmik, Sayan" userId="2b51cadb-156e-4c9a-99fc-6d2138739850" providerId="ADAL" clId="{0A61844E-60A1-4998-B30A-A418A6FDD646}" dt="2024-09-22T03:46:49.114" v="8758" actId="20577"/>
        <pc:sldMkLst>
          <pc:docMk/>
          <pc:sldMk cId="1846625415" sldId="309"/>
        </pc:sldMkLst>
        <pc:spChg chg="mod">
          <ac:chgData name="Bhowmik, Sayan" userId="2b51cadb-156e-4c9a-99fc-6d2138739850" providerId="ADAL" clId="{0A61844E-60A1-4998-B30A-A418A6FDD646}" dt="2024-09-22T03:46:49.114" v="8758" actId="20577"/>
          <ac:spMkLst>
            <pc:docMk/>
            <pc:sldMk cId="1846625415" sldId="309"/>
            <ac:spMk id="3" creationId="{1E16CF53-8BCD-4DFD-9D4D-94731DDCF8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1B0AA-CDD4-4A23-9855-8E9380CFE22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9B188-98D4-4431-89FB-D05619E9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319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9B188-98D4-4431-89FB-D05619E9440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160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9B188-98D4-4431-89FB-D05619E9440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575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E974-FC26-0CF1-2592-9E7D87130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E563F-38C8-C866-0F3C-96734F665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64568-D8C0-1156-71A3-2FE08A54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2822-142C-70EA-75C1-EE8CD9C4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20904-BB65-A0E7-1278-80442A81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275718-EE2B-01EC-68BB-F348A6D98E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192" y="18893"/>
            <a:ext cx="1266489" cy="55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58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AB44-E24A-0C09-54C3-E108B37B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73742-CB69-C6DD-982A-955D39E3B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F8CA3-0626-4FB2-5954-3E3789E3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C6646-D097-FD1E-5DDA-44211D49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A652F-1A4A-C526-3265-F51D34F2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5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000B-F9FA-1B02-502B-A8879F46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A1B72-DB1A-6F3F-E2AE-A68AC622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4E7F3-6CB4-CBB3-FE48-DABCC358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BFA49-18D3-902C-279C-26C0EE15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E6AE6-934D-3798-A006-97029D2A2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2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8D54-AC69-7EA1-3B3F-5FCE4DCD1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AFCD0-F428-41F5-F2BD-7710C2A3A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456E5-4511-DB36-A392-7D2BE4127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2F481-7E12-462D-4536-B49E7192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9844E-B50A-8CE0-0C85-42A13C5A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44942-57BC-7BD4-DA00-C183C5AB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07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5853-0137-214C-3ECD-5E774B38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D7DA1-C171-ABCA-A199-8844E67E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C1342-9571-E870-0ADB-D19F8D2F2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1B427F-47CF-C101-E1A8-775288295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C6DB4-BB26-C452-8323-571164688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6AA72-191C-6605-9287-BCF8F6FD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2995E-C8DF-5F6B-7B83-278B9B5E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525359-D22B-2C4D-53C9-0A880251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708D-1718-9FC8-3233-9BC11E69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36B71-F243-001B-8105-78DE980F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24E1F-DA80-DB3F-F540-7A729AF6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35178-DDC4-7772-319D-C5D94AA6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17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0134D-B475-B7DE-07F3-4EC771B8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6683D-CA52-3389-F83F-945880A7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849D8-6E4F-C8E2-A6E1-95E69995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5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2B0E-8212-30A1-6734-E56160B4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01A3-6D26-450D-6853-CA8C4E933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B4063-DC83-FA93-C9D1-1FD8B12C0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4908E-14C1-63A3-2402-1E0B5805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B0A5E-BB2E-8E81-B607-EC4363B32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2D05-69B7-FDD2-9835-8B645DDC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55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BB4F-CEB3-0761-EEB6-5E4C52FA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6E26F-F9A0-A711-B2CE-870479811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9C884-FF85-1838-BDA3-725368404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922CC-0F79-CDC6-3B25-8CC2DEC7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4166C-8A89-B302-EF23-24B89B9C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74C10-2D87-380D-14A6-83ADC0F1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7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E0C9-E48B-6267-F58A-2483DC17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9D260-8B32-66C7-4FC6-A7EDFE81E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65FEC-CE29-BD01-B55F-40BEA7CF6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BB36C-8E15-D61D-EFEF-BAAC8B96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16C4-D657-4294-9D5B-7D7FD01A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25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6A885-077F-9662-07C2-5629E7A84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46838-039B-C65C-6E21-43848B962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B83CD-852A-214D-67CA-95B06854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6394F-B8CF-BD43-001E-9CA0D859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D7AF3-563F-ADCC-5644-DB4497641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5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C82C7-EF61-6535-B890-66CF0513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CBF1A-387E-6AE1-F8DC-67ACC7198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B5A37-7A16-EDBC-EBE2-5754C67FD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C6980-2E21-294C-9AFA-1320A7598B1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5A099-C272-01E7-2959-89327FA15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13FA5-C405-A0BC-3CDB-C87D703D0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CA8FB59-6F20-3DE1-3D28-17B4FD060E1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47213" y="70353"/>
            <a:ext cx="2030950" cy="38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jp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Lecture 4: Many Body Problem</a:t>
            </a:r>
          </a:p>
          <a:p>
            <a:r>
              <a:rPr lang="en-US" dirty="0"/>
              <a:t>Sayan Bhowmik</a:t>
            </a:r>
          </a:p>
          <a:p>
            <a:r>
              <a:rPr lang="en-US" dirty="0"/>
              <a:t>School of Chemical &amp; Biomolecular Engineering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Georgia Institute of Technology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B55F80D4-0E8D-E1D7-9321-A023FAF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4852577" y="1579563"/>
            <a:ext cx="2486846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53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CC0E-112B-8A13-D523-416CB11F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CF53-8BCD-4DFD-9D4D-94731DDCF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4351338"/>
          </a:xfrm>
        </p:spPr>
        <p:txBody>
          <a:bodyPr/>
          <a:lstStyle/>
          <a:p>
            <a:r>
              <a:rPr lang="en-IN" dirty="0"/>
              <a:t>We will understand what </a:t>
            </a:r>
            <a:r>
              <a:rPr lang="en-IN" i="1" dirty="0">
                <a:solidFill>
                  <a:srgbClr val="0070C0"/>
                </a:solidFill>
              </a:rPr>
              <a:t>atomic units</a:t>
            </a:r>
            <a:r>
              <a:rPr lang="en-IN" i="1" dirty="0"/>
              <a:t> </a:t>
            </a:r>
            <a:r>
              <a:rPr lang="en-IN" dirty="0"/>
              <a:t>are.</a:t>
            </a:r>
          </a:p>
          <a:p>
            <a:r>
              <a:rPr lang="en-IN" dirty="0"/>
              <a:t>We will look at </a:t>
            </a:r>
            <a:r>
              <a:rPr lang="en-IN" i="1" dirty="0">
                <a:solidFill>
                  <a:srgbClr val="0070C0"/>
                </a:solidFill>
              </a:rPr>
              <a:t>Hamiltonian</a:t>
            </a:r>
            <a:r>
              <a:rPr lang="en-IN" dirty="0"/>
              <a:t> of </a:t>
            </a:r>
            <a:r>
              <a:rPr lang="en-IN" i="1" dirty="0">
                <a:solidFill>
                  <a:srgbClr val="0070C0"/>
                </a:solidFill>
              </a:rPr>
              <a:t>electronic problem</a:t>
            </a:r>
            <a:r>
              <a:rPr lang="en-IN" dirty="0"/>
              <a:t>.</a:t>
            </a:r>
          </a:p>
          <a:p>
            <a:r>
              <a:rPr lang="en-IN" i="1" dirty="0">
                <a:solidFill>
                  <a:srgbClr val="0070C0"/>
                </a:solidFill>
              </a:rPr>
              <a:t>Born Oppenheimer</a:t>
            </a:r>
            <a:r>
              <a:rPr lang="en-IN" dirty="0"/>
              <a:t> approximation – decoupling the electronic motion from the nucleus.</a:t>
            </a:r>
            <a:endParaRPr lang="en-IN" i="1" dirty="0"/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E960E600-A01C-0513-776E-DA23001F16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7490272" y="2950215"/>
            <a:ext cx="3420959" cy="297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1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0FF0B6-3BF5-64E5-6301-F1786BDF1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IN" dirty="0"/>
              <a:t>Atomic Units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797EEB2-B2A9-8D15-9D60-85E6E5D56E48}"/>
                  </a:ext>
                </a:extLst>
              </p:cNvPr>
              <p:cNvSpPr/>
              <p:nvPr/>
            </p:nvSpPr>
            <p:spPr>
              <a:xfrm>
                <a:off x="984912" y="1459395"/>
                <a:ext cx="437960" cy="414909"/>
              </a:xfrm>
              <a:prstGeom prst="ellipse">
                <a:avLst/>
              </a:prstGeom>
              <a:solidFill>
                <a:srgbClr val="130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797EEB2-B2A9-8D15-9D60-85E6E5D56E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12" y="1459395"/>
                <a:ext cx="437960" cy="414909"/>
              </a:xfrm>
              <a:prstGeom prst="ellipse">
                <a:avLst/>
              </a:prstGeom>
              <a:blipFill>
                <a:blip r:embed="rId2"/>
                <a:stretch>
                  <a:fillRect l="-108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C2EF45FF-40E1-478D-E817-8BECB954473A}"/>
              </a:ext>
            </a:extLst>
          </p:cNvPr>
          <p:cNvSpPr/>
          <p:nvPr/>
        </p:nvSpPr>
        <p:spPr>
          <a:xfrm>
            <a:off x="1431338" y="2215081"/>
            <a:ext cx="144998" cy="15439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22A43A4C-DC5F-B663-449A-5397744BEEC8}"/>
              </a:ext>
            </a:extLst>
          </p:cNvPr>
          <p:cNvSpPr/>
          <p:nvPr/>
        </p:nvSpPr>
        <p:spPr>
          <a:xfrm rot="4777547">
            <a:off x="1188221" y="1628730"/>
            <a:ext cx="677945" cy="665175"/>
          </a:xfrm>
          <a:prstGeom prst="arc">
            <a:avLst>
              <a:gd name="adj1" fmla="val 19716194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893D75-8DFC-D442-2C39-D73A27E15C3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751823" y="2134455"/>
            <a:ext cx="116850" cy="783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AB47B0-5738-DB7B-BB74-A202A85199BD}"/>
                  </a:ext>
                </a:extLst>
              </p:cNvPr>
              <p:cNvSpPr txBox="1"/>
              <p:nvPr/>
            </p:nvSpPr>
            <p:spPr>
              <a:xfrm>
                <a:off x="1091433" y="2215583"/>
                <a:ext cx="43576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IN" sz="1400" b="1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AB47B0-5738-DB7B-BB74-A202A8519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433" y="2215583"/>
                <a:ext cx="43576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11423B-5444-CA44-4AB3-F8EA703102EC}"/>
                  </a:ext>
                </a:extLst>
              </p:cNvPr>
              <p:cNvSpPr txBox="1"/>
              <p:nvPr/>
            </p:nvSpPr>
            <p:spPr>
              <a:xfrm>
                <a:off x="2244053" y="1444236"/>
                <a:ext cx="219444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11423B-5444-CA44-4AB3-F8EA70310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053" y="1444236"/>
                <a:ext cx="2194447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>
            <a:extLst>
              <a:ext uri="{FF2B5EF4-FFF2-40B4-BE49-F238E27FC236}">
                <a16:creationId xmlns:a16="http://schemas.microsoft.com/office/drawing/2014/main" id="{1B04D1AD-52C3-06DE-F1DD-EF01DEA282DE}"/>
              </a:ext>
            </a:extLst>
          </p:cNvPr>
          <p:cNvSpPr/>
          <p:nvPr/>
        </p:nvSpPr>
        <p:spPr>
          <a:xfrm rot="16200000">
            <a:off x="3231356" y="1293877"/>
            <a:ext cx="276225" cy="1814512"/>
          </a:xfrm>
          <a:prstGeom prst="leftBrace">
            <a:avLst/>
          </a:prstGeom>
          <a:ln>
            <a:solidFill>
              <a:srgbClr val="130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D8934C-C0C4-59B2-3A12-53B5B8A7BDC7}"/>
              </a:ext>
            </a:extLst>
          </p:cNvPr>
          <p:cNvSpPr txBox="1"/>
          <p:nvPr/>
        </p:nvSpPr>
        <p:spPr>
          <a:xfrm>
            <a:off x="2407445" y="2354639"/>
            <a:ext cx="19430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1309D9"/>
                </a:solidFill>
              </a:rPr>
              <a:t>Written in atomic units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883164-D53B-A7F3-8CB4-7450B0C18635}"/>
              </a:ext>
            </a:extLst>
          </p:cNvPr>
          <p:cNvSpPr txBox="1"/>
          <p:nvPr/>
        </p:nvSpPr>
        <p:spPr>
          <a:xfrm>
            <a:off x="5800986" y="1097023"/>
            <a:ext cx="9412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In SI unit: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8C672A-EE05-D03E-72D0-E248468C99DA}"/>
                  </a:ext>
                </a:extLst>
              </p:cNvPr>
              <p:cNvSpPr txBox="1"/>
              <p:nvPr/>
            </p:nvSpPr>
            <p:spPr>
              <a:xfrm>
                <a:off x="5800575" y="1444236"/>
                <a:ext cx="2935419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8C672A-EE05-D03E-72D0-E248468C9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575" y="1444236"/>
                <a:ext cx="2935419" cy="627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F24ABA-BFB0-9F2D-9E0B-726BBD0A5239}"/>
                  </a:ext>
                </a:extLst>
              </p:cNvPr>
              <p:cNvSpPr txBox="1"/>
              <p:nvPr/>
            </p:nvSpPr>
            <p:spPr>
              <a:xfrm>
                <a:off x="9039225" y="1389201"/>
                <a:ext cx="2527403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Arial  "/>
                  </a:rPr>
                  <a:t>Constants:</a:t>
                </a:r>
                <a:endParaRPr lang="en-IN" sz="1400" b="0" dirty="0">
                  <a:latin typeface="Arial  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ℏ</m:t>
                    </m:r>
                  </m:oMath>
                </a14:m>
                <a:r>
                  <a:rPr lang="en-IN" sz="1400" dirty="0"/>
                  <a:t>: Planck’s constant divided by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IN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IN" sz="1400" dirty="0"/>
                  <a:t>: mass of electron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IN" sz="1400" dirty="0"/>
                  <a:t>: charge on electron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F24ABA-BFB0-9F2D-9E0B-726BBD0A5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225" y="1389201"/>
                <a:ext cx="2527403" cy="1169551"/>
              </a:xfrm>
              <a:prstGeom prst="rect">
                <a:avLst/>
              </a:prstGeom>
              <a:blipFill>
                <a:blip r:embed="rId6"/>
                <a:stretch>
                  <a:fillRect l="-725" t="-1042" b="-41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8F7F1F-05E7-EB63-F37D-4CE42041DF1C}"/>
              </a:ext>
            </a:extLst>
          </p:cNvPr>
          <p:cNvCxnSpPr/>
          <p:nvPr/>
        </p:nvCxnSpPr>
        <p:spPr>
          <a:xfrm>
            <a:off x="6905625" y="2089050"/>
            <a:ext cx="0" cy="1339950"/>
          </a:xfrm>
          <a:prstGeom prst="straightConnector1">
            <a:avLst/>
          </a:prstGeom>
          <a:ln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D8FCE1-1AE1-D590-31A3-CD6A4F391717}"/>
                  </a:ext>
                </a:extLst>
              </p:cNvPr>
              <p:cNvSpPr txBox="1"/>
              <p:nvPr/>
            </p:nvSpPr>
            <p:spPr>
              <a:xfrm>
                <a:off x="6933307" y="2508527"/>
                <a:ext cx="25274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solidFill>
                      <a:srgbClr val="1309D9"/>
                    </a:solidFill>
                    <a:latin typeface="Arial  "/>
                  </a:rPr>
                  <a:t>Non-dimensional</a:t>
                </a:r>
                <a:r>
                  <a:rPr lang="en-IN" sz="1400" dirty="0">
                    <a:latin typeface="Arial  "/>
                  </a:rPr>
                  <a:t> form: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D8FCE1-1AE1-D590-31A3-CD6A4F391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307" y="2508527"/>
                <a:ext cx="2527403" cy="523220"/>
              </a:xfrm>
              <a:prstGeom prst="rect">
                <a:avLst/>
              </a:prstGeom>
              <a:blipFill>
                <a:blip r:embed="rId7"/>
                <a:stretch>
                  <a:fillRect l="-723" t="-2353" b="-2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4B658B-A5EF-7D87-1909-6C6F2357DD7C}"/>
                  </a:ext>
                </a:extLst>
              </p:cNvPr>
              <p:cNvSpPr txBox="1"/>
              <p:nvPr/>
            </p:nvSpPr>
            <p:spPr>
              <a:xfrm>
                <a:off x="5800574" y="3440556"/>
                <a:ext cx="3505255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den>
                          </m:f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4B658B-A5EF-7D87-1909-6C6F2357D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574" y="3440556"/>
                <a:ext cx="3505255" cy="6279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44660C-DED5-B86B-A501-679B6A133AE0}"/>
              </a:ext>
            </a:extLst>
          </p:cNvPr>
          <p:cNvCxnSpPr>
            <a:endCxn id="21" idx="1"/>
          </p:cNvCxnSpPr>
          <p:nvPr/>
        </p:nvCxnSpPr>
        <p:spPr>
          <a:xfrm>
            <a:off x="4498516" y="2089050"/>
            <a:ext cx="1302058" cy="1665502"/>
          </a:xfrm>
          <a:prstGeom prst="straightConnector1">
            <a:avLst/>
          </a:prstGeom>
          <a:ln>
            <a:solidFill>
              <a:srgbClr val="1309D9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B28AD1-5F08-9E1A-49F8-20CAEF526273}"/>
                  </a:ext>
                </a:extLst>
              </p:cNvPr>
              <p:cNvSpPr txBox="1"/>
              <p:nvPr/>
            </p:nvSpPr>
            <p:spPr>
              <a:xfrm>
                <a:off x="1924051" y="2845694"/>
                <a:ext cx="3254070" cy="1245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IN" sz="1400" dirty="0">
                    <a:latin typeface="Arial  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1400" dirty="0"/>
                  <a:t> should be so chosen, such that:</a:t>
                </a: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IN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sty m:val="p"/>
                        </m:rPr>
                        <a:rPr lang="en-IN" sz="1400" b="0" i="0" smtClean="0">
                          <a:latin typeface="Cambria Math" panose="02040503050406030204" pitchFamily="18" charset="0"/>
                        </a:rPr>
                        <m:t>artree</m:t>
                      </m:r>
                    </m:oMath>
                  </m:oMathPara>
                </a14:m>
                <a:endParaRPr lang="en-IN" sz="1400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IN" sz="1400" b="0" i="0" smtClean="0">
                          <a:latin typeface="Cambria Math" panose="02040503050406030204" pitchFamily="18" charset="0"/>
                        </a:rPr>
                        <m:t>Bohr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B28AD1-5F08-9E1A-49F8-20CAEF526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51" y="2845694"/>
                <a:ext cx="3254070" cy="1245149"/>
              </a:xfrm>
              <a:prstGeom prst="rect">
                <a:avLst/>
              </a:prstGeom>
              <a:blipFill>
                <a:blip r:embed="rId9"/>
                <a:stretch>
                  <a:fillRect t="-980" r="-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D9F199-B5A5-731C-CC4E-33A575A02F06}"/>
                  </a:ext>
                </a:extLst>
              </p:cNvPr>
              <p:cNvSpPr txBox="1"/>
              <p:nvPr/>
            </p:nvSpPr>
            <p:spPr>
              <a:xfrm>
                <a:off x="5800573" y="4150560"/>
                <a:ext cx="2672142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den>
                          </m:f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D9F199-B5A5-731C-CC4E-33A575A02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573" y="4150560"/>
                <a:ext cx="2672142" cy="6223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5C6858-7E61-2C85-2034-C60B0EDA437D}"/>
                  </a:ext>
                </a:extLst>
              </p:cNvPr>
              <p:cNvSpPr txBox="1"/>
              <p:nvPr/>
            </p:nvSpPr>
            <p:spPr>
              <a:xfrm>
                <a:off x="5743423" y="4868153"/>
                <a:ext cx="2672142" cy="622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den>
                          </m:f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5C6858-7E61-2C85-2034-C60B0EDA4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423" y="4868153"/>
                <a:ext cx="2672142" cy="6223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BED1942-E20B-D3F7-4916-7BDAD169DB59}"/>
              </a:ext>
            </a:extLst>
          </p:cNvPr>
          <p:cNvCxnSpPr>
            <a:cxnSpLocks/>
          </p:cNvCxnSpPr>
          <p:nvPr/>
        </p:nvCxnSpPr>
        <p:spPr>
          <a:xfrm flipV="1">
            <a:off x="8048625" y="4772910"/>
            <a:ext cx="990600" cy="294593"/>
          </a:xfrm>
          <a:prstGeom prst="bentConnector3">
            <a:avLst>
              <a:gd name="adj1" fmla="val 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738BBD4-6A4A-76E1-3C20-6005CB7F3012}"/>
              </a:ext>
            </a:extLst>
          </p:cNvPr>
          <p:cNvSpPr txBox="1"/>
          <p:nvPr/>
        </p:nvSpPr>
        <p:spPr>
          <a:xfrm>
            <a:off x="9121098" y="4588244"/>
            <a:ext cx="1588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In </a:t>
            </a:r>
            <a:r>
              <a:rPr lang="en-IN" sz="1600" dirty="0">
                <a:solidFill>
                  <a:srgbClr val="FF0000"/>
                </a:solidFill>
              </a:rPr>
              <a:t>Hartree</a:t>
            </a:r>
            <a:r>
              <a:rPr lang="en-IN" sz="1600" dirty="0"/>
              <a:t> units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BC9E84-92EA-20EB-6265-174CEBEFBE06}"/>
              </a:ext>
            </a:extLst>
          </p:cNvPr>
          <p:cNvSpPr txBox="1"/>
          <p:nvPr/>
        </p:nvSpPr>
        <p:spPr>
          <a:xfrm>
            <a:off x="9149698" y="5420054"/>
            <a:ext cx="1337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In </a:t>
            </a:r>
            <a:r>
              <a:rPr lang="en-IN" sz="1600" dirty="0">
                <a:solidFill>
                  <a:srgbClr val="FF0000"/>
                </a:solidFill>
              </a:rPr>
              <a:t>Bohr</a:t>
            </a:r>
            <a:r>
              <a:rPr lang="en-IN" sz="1600" dirty="0"/>
              <a:t> units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74E0EE34-6FC1-EFA9-4394-4F10DEFEF1C0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7146169" y="5490503"/>
            <a:ext cx="2003529" cy="98828"/>
          </a:xfrm>
          <a:prstGeom prst="bentConnector3">
            <a:avLst>
              <a:gd name="adj1" fmla="val 55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D9594D-CDF0-3EB7-38B7-D0893C23B9BF}"/>
                  </a:ext>
                </a:extLst>
              </p:cNvPr>
              <p:cNvSpPr txBox="1"/>
              <p:nvPr/>
            </p:nvSpPr>
            <p:spPr>
              <a:xfrm>
                <a:off x="710164" y="4342352"/>
                <a:ext cx="4373057" cy="84330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IN" sz="1600" dirty="0"/>
                  <a:t>Be careful about the units: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m:rPr>
                          <m:sty m:val="p"/>
                        </m:rPr>
                        <a:rPr lang="en-IN" sz="1600" b="0" i="0" smtClean="0">
                          <a:latin typeface="Cambria Math" panose="02040503050406030204" pitchFamily="18" charset="0"/>
                        </a:rPr>
                        <m:t>Hartree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1600" b="0" i="0" smtClean="0">
                              <a:latin typeface="Cambria Math" panose="02040503050406030204" pitchFamily="18" charset="0"/>
                            </a:rPr>
                            <m:t>ha</m:t>
                          </m:r>
                        </m:e>
                      </m:d>
                      <m:r>
                        <a:rPr lang="en-IN" sz="1600" b="0" i="0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m:rPr>
                          <m:sty m:val="p"/>
                        </m:rPr>
                        <a:rPr lang="en-IN" sz="1600" b="0" i="0" smtClean="0">
                          <a:latin typeface="Cambria Math" panose="02040503050406030204" pitchFamily="18" charset="0"/>
                        </a:rPr>
                        <m:t>Rydberg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1600" b="0" i="0" smtClean="0">
                              <a:latin typeface="Cambria Math" panose="02040503050406030204" pitchFamily="18" charset="0"/>
                            </a:rPr>
                            <m:t>Ry</m:t>
                          </m:r>
                        </m:e>
                      </m:d>
                      <m:r>
                        <a:rPr lang="en-IN" sz="1600" b="0" i="0" smtClean="0">
                          <a:latin typeface="Cambria Math" panose="02040503050406030204" pitchFamily="18" charset="0"/>
                        </a:rPr>
                        <m:t>=27.2114 </m:t>
                      </m:r>
                      <m:r>
                        <m:rPr>
                          <m:sty m:val="p"/>
                        </m:rPr>
                        <a:rPr lang="en-IN" sz="1600" b="0" i="0" smtClean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m:rPr>
                          <m:sty m:val="p"/>
                        </m:rPr>
                        <a:rPr lang="en-IN" sz="1600" b="0" i="0" smtClean="0">
                          <a:latin typeface="Cambria Math" panose="02040503050406030204" pitchFamily="18" charset="0"/>
                        </a:rPr>
                        <m:t>Bohr</m:t>
                      </m:r>
                      <m:r>
                        <a:rPr lang="en-IN" sz="1600" b="0" i="0" smtClean="0">
                          <a:latin typeface="Cambria Math" panose="02040503050406030204" pitchFamily="18" charset="0"/>
                        </a:rPr>
                        <m:t>=0.529177 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Å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D9594D-CDF0-3EB7-38B7-D0893C23B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64" y="4342352"/>
                <a:ext cx="4373057" cy="843308"/>
              </a:xfrm>
              <a:prstGeom prst="rect">
                <a:avLst/>
              </a:prstGeom>
              <a:blipFill>
                <a:blip r:embed="rId12"/>
                <a:stretch>
                  <a:fillRect l="-555" t="-1408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BAF161B7-11C7-FC6C-0C59-604B87E1FE87}"/>
              </a:ext>
            </a:extLst>
          </p:cNvPr>
          <p:cNvSpPr txBox="1"/>
          <p:nvPr/>
        </p:nvSpPr>
        <p:spPr>
          <a:xfrm>
            <a:off x="2130250" y="6543675"/>
            <a:ext cx="7938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Attila Szabo and Neil S. </a:t>
            </a:r>
            <a:r>
              <a:rPr lang="en-IN" sz="1000" dirty="0" err="1"/>
              <a:t>Ostlund</a:t>
            </a:r>
            <a:r>
              <a:rPr lang="en-IN" sz="1000" dirty="0"/>
              <a:t>, </a:t>
            </a:r>
            <a:r>
              <a:rPr lang="en-IN" sz="1000" i="1" dirty="0"/>
              <a:t>Modern Quantum Chemistry – Introduction to Advanced Electronic Structure Theory, </a:t>
            </a:r>
            <a:r>
              <a:rPr lang="en-IN" sz="1000" dirty="0"/>
              <a:t>Dover Publications</a:t>
            </a:r>
          </a:p>
        </p:txBody>
      </p:sp>
    </p:spTree>
    <p:extLst>
      <p:ext uri="{BB962C8B-B14F-4D97-AF65-F5344CB8AC3E}">
        <p14:creationId xmlns:p14="http://schemas.microsoft.com/office/powerpoint/2010/main" val="1238487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0" grpId="0"/>
      <p:bldP spid="21" grpId="0"/>
      <p:bldP spid="24" grpId="0"/>
      <p:bldP spid="25" grpId="0"/>
      <p:bldP spid="26" grpId="0"/>
      <p:bldP spid="30" grpId="0"/>
      <p:bldP spid="31" grpId="0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01B8884-59D6-FA7F-3A25-D60356640B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5" t="11617" r="39582" b="14810"/>
          <a:stretch/>
        </p:blipFill>
        <p:spPr>
          <a:xfrm>
            <a:off x="249975" y="3656171"/>
            <a:ext cx="2562226" cy="2533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7A30F9-9334-4717-90A6-F560DA47A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>
            <a:normAutofit fontScale="90000"/>
          </a:bodyPr>
          <a:lstStyle/>
          <a:p>
            <a:r>
              <a:rPr lang="en-IN" dirty="0"/>
              <a:t>Many Body Electronic Structure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950842-3FA2-4296-C85D-257A28161921}"/>
                  </a:ext>
                </a:extLst>
              </p:cNvPr>
              <p:cNvSpPr txBox="1"/>
              <p:nvPr/>
            </p:nvSpPr>
            <p:spPr>
              <a:xfrm>
                <a:off x="6506163" y="2406789"/>
                <a:ext cx="3389838" cy="332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950842-3FA2-4296-C85D-257A28161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63" y="2406789"/>
                <a:ext cx="3389838" cy="332848"/>
              </a:xfrm>
              <a:prstGeom prst="rect">
                <a:avLst/>
              </a:prstGeom>
              <a:blipFill>
                <a:blip r:embed="rId3"/>
                <a:stretch>
                  <a:fillRect l="-1799" b="-259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827129-E592-57CA-B7F8-5B249303EEF9}"/>
                  </a:ext>
                </a:extLst>
              </p:cNvPr>
              <p:cNvSpPr txBox="1"/>
              <p:nvPr/>
            </p:nvSpPr>
            <p:spPr>
              <a:xfrm>
                <a:off x="7018076" y="2753811"/>
                <a:ext cx="211667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600"/>
                  <a:t> electrons,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sz="1600"/>
                  <a:t> nuclei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827129-E592-57CA-B7F8-5B249303E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076" y="2753811"/>
                <a:ext cx="2116670" cy="338554"/>
              </a:xfrm>
              <a:prstGeom prst="rect">
                <a:avLst/>
              </a:prstGeom>
              <a:blipFill>
                <a:blip r:embed="rId4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21BBF8E-07AA-9D6C-3273-E6C448731B36}"/>
              </a:ext>
            </a:extLst>
          </p:cNvPr>
          <p:cNvSpPr txBox="1"/>
          <p:nvPr/>
        </p:nvSpPr>
        <p:spPr>
          <a:xfrm>
            <a:off x="2130250" y="6543675"/>
            <a:ext cx="7938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Attila Szabo and Neil S. </a:t>
            </a:r>
            <a:r>
              <a:rPr lang="en-IN" sz="1000" dirty="0" err="1"/>
              <a:t>Ostlund</a:t>
            </a:r>
            <a:r>
              <a:rPr lang="en-IN" sz="1000" dirty="0"/>
              <a:t>, </a:t>
            </a:r>
            <a:r>
              <a:rPr lang="en-IN" sz="1000" i="1" dirty="0"/>
              <a:t>Modern Quantum Chemistry – Introduction to Advanced Electronic Structure Theory, </a:t>
            </a:r>
            <a:r>
              <a:rPr lang="en-IN" sz="1000" dirty="0"/>
              <a:t>Dover Publications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5D16A8-FB64-6542-933E-0A153A064D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5" t="11617" r="39582" b="14810"/>
          <a:stretch/>
        </p:blipFill>
        <p:spPr>
          <a:xfrm>
            <a:off x="1447800" y="1162050"/>
            <a:ext cx="2562226" cy="253365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4A08A6-4673-2628-A949-76E2AD947C27}"/>
              </a:ext>
            </a:extLst>
          </p:cNvPr>
          <p:cNvCxnSpPr>
            <a:cxnSpLocks/>
          </p:cNvCxnSpPr>
          <p:nvPr/>
        </p:nvCxnSpPr>
        <p:spPr>
          <a:xfrm flipH="1" flipV="1">
            <a:off x="2305050" y="2857500"/>
            <a:ext cx="76200" cy="400050"/>
          </a:xfrm>
          <a:prstGeom prst="straightConnector1">
            <a:avLst/>
          </a:prstGeom>
          <a:ln w="19050"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599AE5-B073-3203-E984-8E155BAA4268}"/>
              </a:ext>
            </a:extLst>
          </p:cNvPr>
          <p:cNvCxnSpPr>
            <a:cxnSpLocks/>
          </p:cNvCxnSpPr>
          <p:nvPr/>
        </p:nvCxnSpPr>
        <p:spPr>
          <a:xfrm flipH="1" flipV="1">
            <a:off x="2466975" y="3505200"/>
            <a:ext cx="114300" cy="190500"/>
          </a:xfrm>
          <a:prstGeom prst="straightConnector1">
            <a:avLst/>
          </a:prstGeom>
          <a:ln w="19050"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8816E6-FA2D-D68E-7E3D-65B3500C5349}"/>
              </a:ext>
            </a:extLst>
          </p:cNvPr>
          <p:cNvCxnSpPr/>
          <p:nvPr/>
        </p:nvCxnSpPr>
        <p:spPr>
          <a:xfrm flipH="1">
            <a:off x="3371850" y="1905000"/>
            <a:ext cx="200025" cy="752475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061B818-E12A-D487-F2AD-D0D57C02A57D}"/>
              </a:ext>
            </a:extLst>
          </p:cNvPr>
          <p:cNvSpPr txBox="1"/>
          <p:nvPr/>
        </p:nvSpPr>
        <p:spPr>
          <a:xfrm>
            <a:off x="3525563" y="2204620"/>
            <a:ext cx="1577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</a:rPr>
              <a:t>Repulsion energy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0A0C38-DEC9-5D04-B84C-CA9D1851240E}"/>
              </a:ext>
            </a:extLst>
          </p:cNvPr>
          <p:cNvCxnSpPr/>
          <p:nvPr/>
        </p:nvCxnSpPr>
        <p:spPr>
          <a:xfrm>
            <a:off x="1924050" y="1905000"/>
            <a:ext cx="542925" cy="37623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9E6DF9-FF65-EF7D-7EEA-85B920F8C843}"/>
              </a:ext>
            </a:extLst>
          </p:cNvPr>
          <p:cNvSpPr txBox="1"/>
          <p:nvPr/>
        </p:nvSpPr>
        <p:spPr>
          <a:xfrm>
            <a:off x="640335" y="2052220"/>
            <a:ext cx="1587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</a:rPr>
              <a:t>Nuclear attraction</a:t>
            </a:r>
          </a:p>
          <a:p>
            <a:pPr algn="ctr"/>
            <a:r>
              <a:rPr lang="en-IN" sz="1400" dirty="0">
                <a:solidFill>
                  <a:srgbClr val="FF0000"/>
                </a:solidFill>
              </a:rPr>
              <a:t>energy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60BAE-6E01-29B0-DB2D-B4C5B3BEBE9B}"/>
                  </a:ext>
                </a:extLst>
              </p:cNvPr>
              <p:cNvSpPr txBox="1"/>
              <p:nvPr/>
            </p:nvSpPr>
            <p:spPr>
              <a:xfrm>
                <a:off x="7513376" y="1208851"/>
                <a:ext cx="225446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60BAE-6E01-29B0-DB2D-B4C5B3BEB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376" y="1208851"/>
                <a:ext cx="2254463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865EBA2-DF51-ED0B-4472-0E6430990C39}"/>
              </a:ext>
            </a:extLst>
          </p:cNvPr>
          <p:cNvSpPr txBox="1"/>
          <p:nvPr/>
        </p:nvSpPr>
        <p:spPr>
          <a:xfrm>
            <a:off x="6096000" y="1236449"/>
            <a:ext cx="14173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One nucleus</a:t>
            </a:r>
          </a:p>
          <a:p>
            <a:r>
              <a:rPr lang="en-IN" sz="1600" dirty="0"/>
              <a:t>One electron: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7CCE9C3-116C-1B29-5A85-A462E6B0CD61}"/>
                  </a:ext>
                </a:extLst>
              </p:cNvPr>
              <p:cNvSpPr/>
              <p:nvPr/>
            </p:nvSpPr>
            <p:spPr>
              <a:xfrm>
                <a:off x="10119387" y="1173645"/>
                <a:ext cx="437960" cy="414909"/>
              </a:xfrm>
              <a:prstGeom prst="ellipse">
                <a:avLst/>
              </a:prstGeom>
              <a:solidFill>
                <a:srgbClr val="130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7CCE9C3-116C-1B29-5A85-A462E6B0CD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387" y="1173645"/>
                <a:ext cx="437960" cy="414909"/>
              </a:xfrm>
              <a:prstGeom prst="ellipse">
                <a:avLst/>
              </a:prstGeom>
              <a:blipFill>
                <a:blip r:embed="rId6"/>
                <a:stretch>
                  <a:fillRect l="-9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8AAE429B-2710-2935-DB52-2037EA06883D}"/>
              </a:ext>
            </a:extLst>
          </p:cNvPr>
          <p:cNvSpPr/>
          <p:nvPr/>
        </p:nvSpPr>
        <p:spPr>
          <a:xfrm>
            <a:off x="10565813" y="1929331"/>
            <a:ext cx="144998" cy="15439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059D0E9-FE54-4871-DC6E-A6D3865CD8A3}"/>
              </a:ext>
            </a:extLst>
          </p:cNvPr>
          <p:cNvSpPr/>
          <p:nvPr/>
        </p:nvSpPr>
        <p:spPr>
          <a:xfrm rot="4777547">
            <a:off x="10322696" y="1342980"/>
            <a:ext cx="677945" cy="665175"/>
          </a:xfrm>
          <a:prstGeom prst="arc">
            <a:avLst>
              <a:gd name="adj1" fmla="val 19716194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3A3364-4FD8-37A8-3E70-DE6F69BD9F1B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10886298" y="1848705"/>
            <a:ext cx="116850" cy="783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0AAE96-DFA7-78E6-8C85-A204D3318818}"/>
                  </a:ext>
                </a:extLst>
              </p:cNvPr>
              <p:cNvSpPr txBox="1"/>
              <p:nvPr/>
            </p:nvSpPr>
            <p:spPr>
              <a:xfrm>
                <a:off x="10225908" y="1929833"/>
                <a:ext cx="43576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IN" sz="1400" b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0AAE96-DFA7-78E6-8C85-A204D3318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908" y="1929833"/>
                <a:ext cx="435760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91D38F5-786A-9C1E-A477-BEB0F9A3C8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5" t="11617" r="39582" b="14810"/>
          <a:stretch/>
        </p:blipFill>
        <p:spPr>
          <a:xfrm>
            <a:off x="3525563" y="3049101"/>
            <a:ext cx="2562226" cy="2533650"/>
          </a:xfrm>
          <a:prstGeom prst="rect">
            <a:avLst/>
          </a:prstGeom>
        </p:spPr>
      </p:pic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C1BA9C0-E0BE-671A-ADE3-0D616C7035EB}"/>
              </a:ext>
            </a:extLst>
          </p:cNvPr>
          <p:cNvCxnSpPr>
            <a:cxnSpLocks/>
          </p:cNvCxnSpPr>
          <p:nvPr/>
        </p:nvCxnSpPr>
        <p:spPr>
          <a:xfrm flipV="1">
            <a:off x="1790404" y="4810839"/>
            <a:ext cx="219371" cy="127576"/>
          </a:xfrm>
          <a:prstGeom prst="curvedConnector3">
            <a:avLst/>
          </a:prstGeom>
          <a:ln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3CEF2B9E-53FC-A3C3-4F7C-63A23A3EC796}"/>
              </a:ext>
            </a:extLst>
          </p:cNvPr>
          <p:cNvCxnSpPr>
            <a:cxnSpLocks/>
          </p:cNvCxnSpPr>
          <p:nvPr/>
        </p:nvCxnSpPr>
        <p:spPr>
          <a:xfrm rot="10800000">
            <a:off x="4314402" y="4155043"/>
            <a:ext cx="257603" cy="45487"/>
          </a:xfrm>
          <a:prstGeom prst="curvedConnector3">
            <a:avLst/>
          </a:prstGeom>
          <a:ln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04632AE5-C4E3-7A60-7D38-3343C2E85325}"/>
              </a:ext>
            </a:extLst>
          </p:cNvPr>
          <p:cNvCxnSpPr/>
          <p:nvPr/>
        </p:nvCxnSpPr>
        <p:spPr>
          <a:xfrm rot="16200000" flipH="1">
            <a:off x="2744363" y="2706262"/>
            <a:ext cx="219075" cy="83399"/>
          </a:xfrm>
          <a:prstGeom prst="curvedConnector3">
            <a:avLst/>
          </a:prstGeom>
          <a:ln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75B4C91-16A7-DDA3-16D3-0CAC32A79FEA}"/>
              </a:ext>
            </a:extLst>
          </p:cNvPr>
          <p:cNvSpPr txBox="1"/>
          <p:nvPr/>
        </p:nvSpPr>
        <p:spPr>
          <a:xfrm>
            <a:off x="2009775" y="4667657"/>
            <a:ext cx="1332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1309D9"/>
                </a:solidFill>
              </a:rPr>
              <a:t>Kinetic energy of nuclei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DA7D0-F064-68CC-4D3F-DF7D2752960E}"/>
                  </a:ext>
                </a:extLst>
              </p:cNvPr>
              <p:cNvSpPr txBox="1"/>
              <p:nvPr/>
            </p:nvSpPr>
            <p:spPr>
              <a:xfrm>
                <a:off x="640335" y="3322736"/>
                <a:ext cx="179201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solidFill>
                      <a:srgbClr val="1309D9"/>
                    </a:solidFill>
                  </a:rPr>
                  <a:t>Kinetic energy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i="1" smtClean="0">
                            <a:solidFill>
                              <a:srgbClr val="1309D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b="0" i="1" smtClean="0">
                            <a:solidFill>
                              <a:srgbClr val="1309D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1400" b="0" i="1" smtClean="0">
                            <a:solidFill>
                              <a:srgbClr val="1309D9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IN" sz="1400" dirty="0">
                  <a:solidFill>
                    <a:srgbClr val="1309D9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DA7D0-F064-68CC-4D3F-DF7D27529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35" y="3322736"/>
                <a:ext cx="1792015" cy="307777"/>
              </a:xfrm>
              <a:prstGeom prst="rect">
                <a:avLst/>
              </a:prstGeom>
              <a:blipFill>
                <a:blip r:embed="rId8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24B26B7-8EDA-B2D4-3A71-27F98D98C7FF}"/>
              </a:ext>
            </a:extLst>
          </p:cNvPr>
          <p:cNvCxnSpPr>
            <a:cxnSpLocks/>
          </p:cNvCxnSpPr>
          <p:nvPr/>
        </p:nvCxnSpPr>
        <p:spPr>
          <a:xfrm>
            <a:off x="2971800" y="2657475"/>
            <a:ext cx="1600205" cy="139065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006C4BA-DDF5-6335-27D3-391595539320}"/>
              </a:ext>
            </a:extLst>
          </p:cNvPr>
          <p:cNvSpPr txBox="1"/>
          <p:nvPr/>
        </p:nvSpPr>
        <p:spPr>
          <a:xfrm>
            <a:off x="3665999" y="3039679"/>
            <a:ext cx="1332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50"/>
                </a:solidFill>
              </a:rPr>
              <a:t>Nuclear repulsion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3EACD9-C204-6ABD-A813-C667E777EEDC}"/>
              </a:ext>
            </a:extLst>
          </p:cNvPr>
          <p:cNvSpPr txBox="1"/>
          <p:nvPr/>
        </p:nvSpPr>
        <p:spPr>
          <a:xfrm>
            <a:off x="6033629" y="2104927"/>
            <a:ext cx="3700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Many nuclei, many electrons: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E79EE00-4520-0856-1690-635891DC9CC8}"/>
                  </a:ext>
                </a:extLst>
              </p:cNvPr>
              <p:cNvSpPr txBox="1"/>
              <p:nvPr/>
            </p:nvSpPr>
            <p:spPr>
              <a:xfrm>
                <a:off x="6619875" y="3695700"/>
                <a:ext cx="3101747" cy="2489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>
                            <m:fPr>
                              <m:ctrlP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sSubSup>
                            <m:sSubSupPr>
                              <m:ctrlP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I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b="0" dirty="0">
                  <a:solidFill>
                    <a:srgbClr val="FF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I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E79EE00-4520-0856-1690-635891DC9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875" y="3695700"/>
                <a:ext cx="3101747" cy="24895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6EF4A01-BD98-095F-D86A-49B7DFAB82CD}"/>
                  </a:ext>
                </a:extLst>
              </p:cNvPr>
              <p:cNvSpPr txBox="1"/>
              <p:nvPr/>
            </p:nvSpPr>
            <p:spPr>
              <a:xfrm>
                <a:off x="6644201" y="3270511"/>
                <a:ext cx="12398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6EF4A01-BD98-095F-D86A-49B7DFAB8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201" y="3270511"/>
                <a:ext cx="1239827" cy="369332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80CC833A-4D22-85FF-B3AC-29A9C2AAB3BA}"/>
              </a:ext>
            </a:extLst>
          </p:cNvPr>
          <p:cNvSpPr txBox="1"/>
          <p:nvPr/>
        </p:nvSpPr>
        <p:spPr>
          <a:xfrm>
            <a:off x="9767838" y="3970352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/>
              <a:t>Kinetic Energy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20EC2E-9E8A-087D-BB21-E6D6D93B15B7}"/>
              </a:ext>
            </a:extLst>
          </p:cNvPr>
          <p:cNvSpPr txBox="1"/>
          <p:nvPr/>
        </p:nvSpPr>
        <p:spPr>
          <a:xfrm>
            <a:off x="9692817" y="5196404"/>
            <a:ext cx="1745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/>
              <a:t>Potential Energy</a:t>
            </a:r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A319975B-188F-4D4D-2B5F-70B9A9A0E26B}"/>
              </a:ext>
            </a:extLst>
          </p:cNvPr>
          <p:cNvSpPr/>
          <p:nvPr/>
        </p:nvSpPr>
        <p:spPr>
          <a:xfrm rot="10800000">
            <a:off x="9524999" y="4769304"/>
            <a:ext cx="242839" cy="121794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716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2" grpId="0"/>
      <p:bldP spid="16" grpId="0"/>
      <p:bldP spid="37" grpId="0"/>
      <p:bldP spid="10" grpId="0"/>
      <p:bldP spid="41" grpId="0"/>
      <p:bldP spid="43" grpId="0"/>
      <p:bldP spid="44" grpId="0"/>
      <p:bldP spid="45" grpId="0"/>
      <p:bldP spid="46" grpId="0"/>
      <p:bldP spid="47" grpId="0"/>
      <p:bldP spid="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B4FA9B9-4294-93CC-9602-AE80995396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5" t="11617" r="39582" b="14810"/>
          <a:stretch/>
        </p:blipFill>
        <p:spPr>
          <a:xfrm>
            <a:off x="2325" y="3646646"/>
            <a:ext cx="2562226" cy="2533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96565E-9070-E468-04CD-EA2CACF3F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IN" dirty="0"/>
              <a:t>Born Oppenheimer Approximation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05805-6A1B-5285-33A6-B79B6BD216FC}"/>
              </a:ext>
            </a:extLst>
          </p:cNvPr>
          <p:cNvSpPr txBox="1"/>
          <p:nvPr/>
        </p:nvSpPr>
        <p:spPr>
          <a:xfrm>
            <a:off x="2130250" y="6543675"/>
            <a:ext cx="7938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Attila Szabo and Neil S. </a:t>
            </a:r>
            <a:r>
              <a:rPr lang="en-IN" sz="1000" dirty="0" err="1"/>
              <a:t>Ostlund</a:t>
            </a:r>
            <a:r>
              <a:rPr lang="en-IN" sz="1000" dirty="0"/>
              <a:t>, </a:t>
            </a:r>
            <a:r>
              <a:rPr lang="en-IN" sz="1000" i="1" dirty="0"/>
              <a:t>Modern Quantum Chemistry – Introduction to Advanced Electronic Structure Theory, </a:t>
            </a:r>
            <a:r>
              <a:rPr lang="en-IN" sz="1000" dirty="0"/>
              <a:t>Dover Publications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D628A-93D5-882C-557D-DCEB2A77DE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5" t="11617" r="39582" b="14810"/>
          <a:stretch/>
        </p:blipFill>
        <p:spPr>
          <a:xfrm>
            <a:off x="1200150" y="1162050"/>
            <a:ext cx="2562226" cy="253365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D064BD-2AD6-F4DD-815D-7EAC369FE947}"/>
              </a:ext>
            </a:extLst>
          </p:cNvPr>
          <p:cNvCxnSpPr>
            <a:cxnSpLocks/>
          </p:cNvCxnSpPr>
          <p:nvPr/>
        </p:nvCxnSpPr>
        <p:spPr>
          <a:xfrm flipH="1" flipV="1">
            <a:off x="2057400" y="2857500"/>
            <a:ext cx="76200" cy="400050"/>
          </a:xfrm>
          <a:prstGeom prst="straightConnector1">
            <a:avLst/>
          </a:prstGeom>
          <a:ln w="19050"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24ECBB-5649-CC29-D768-61BD22D5154E}"/>
              </a:ext>
            </a:extLst>
          </p:cNvPr>
          <p:cNvCxnSpPr>
            <a:cxnSpLocks/>
          </p:cNvCxnSpPr>
          <p:nvPr/>
        </p:nvCxnSpPr>
        <p:spPr>
          <a:xfrm flipH="1" flipV="1">
            <a:off x="2219325" y="3505200"/>
            <a:ext cx="114300" cy="190500"/>
          </a:xfrm>
          <a:prstGeom prst="straightConnector1">
            <a:avLst/>
          </a:prstGeom>
          <a:ln w="19050"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A955A0-D8AC-0224-BE3A-79157D56770A}"/>
              </a:ext>
            </a:extLst>
          </p:cNvPr>
          <p:cNvCxnSpPr/>
          <p:nvPr/>
        </p:nvCxnSpPr>
        <p:spPr>
          <a:xfrm flipH="1">
            <a:off x="3124200" y="1905000"/>
            <a:ext cx="200025" cy="752475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BE9C328-B394-47B6-BE3C-160C0C1A2A2E}"/>
              </a:ext>
            </a:extLst>
          </p:cNvPr>
          <p:cNvSpPr txBox="1"/>
          <p:nvPr/>
        </p:nvSpPr>
        <p:spPr>
          <a:xfrm>
            <a:off x="3277913" y="2204620"/>
            <a:ext cx="1577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</a:rPr>
              <a:t>Repulsion energy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29D98A-EFF3-DBC2-32B7-9F758785B130}"/>
              </a:ext>
            </a:extLst>
          </p:cNvPr>
          <p:cNvCxnSpPr/>
          <p:nvPr/>
        </p:nvCxnSpPr>
        <p:spPr>
          <a:xfrm>
            <a:off x="1676400" y="1905000"/>
            <a:ext cx="542925" cy="37623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79F850F-820E-9AE2-DE0B-F14A2C65F8E8}"/>
              </a:ext>
            </a:extLst>
          </p:cNvPr>
          <p:cNvSpPr txBox="1"/>
          <p:nvPr/>
        </p:nvSpPr>
        <p:spPr>
          <a:xfrm>
            <a:off x="392685" y="2052220"/>
            <a:ext cx="1587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</a:rPr>
              <a:t>Nuclear attraction</a:t>
            </a:r>
          </a:p>
          <a:p>
            <a:pPr algn="ctr"/>
            <a:r>
              <a:rPr lang="en-IN" sz="1400" dirty="0">
                <a:solidFill>
                  <a:srgbClr val="FF0000"/>
                </a:solidFill>
              </a:rPr>
              <a:t>energy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B01A75-A923-4534-FB73-FC2A69E835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5" t="11617" r="39582" b="14810"/>
          <a:stretch/>
        </p:blipFill>
        <p:spPr>
          <a:xfrm>
            <a:off x="3277913" y="3049101"/>
            <a:ext cx="2562226" cy="2533650"/>
          </a:xfrm>
          <a:prstGeom prst="rect">
            <a:avLst/>
          </a:prstGeom>
        </p:spPr>
      </p:pic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8CEF883A-734F-4960-2960-21CD1301C2B9}"/>
              </a:ext>
            </a:extLst>
          </p:cNvPr>
          <p:cNvCxnSpPr>
            <a:cxnSpLocks/>
          </p:cNvCxnSpPr>
          <p:nvPr/>
        </p:nvCxnSpPr>
        <p:spPr>
          <a:xfrm flipV="1">
            <a:off x="1542754" y="4801314"/>
            <a:ext cx="219371" cy="127576"/>
          </a:xfrm>
          <a:prstGeom prst="curvedConnector3">
            <a:avLst/>
          </a:prstGeom>
          <a:ln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FFD07BBB-A711-50AF-305A-815A55D408DE}"/>
              </a:ext>
            </a:extLst>
          </p:cNvPr>
          <p:cNvCxnSpPr>
            <a:cxnSpLocks/>
          </p:cNvCxnSpPr>
          <p:nvPr/>
        </p:nvCxnSpPr>
        <p:spPr>
          <a:xfrm rot="10800000">
            <a:off x="4066752" y="4155043"/>
            <a:ext cx="257603" cy="45487"/>
          </a:xfrm>
          <a:prstGeom prst="curvedConnector3">
            <a:avLst/>
          </a:prstGeom>
          <a:ln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DD56B64-EFF1-92C1-0BC0-9A6DB815793C}"/>
              </a:ext>
            </a:extLst>
          </p:cNvPr>
          <p:cNvCxnSpPr/>
          <p:nvPr/>
        </p:nvCxnSpPr>
        <p:spPr>
          <a:xfrm rot="16200000" flipH="1">
            <a:off x="2496713" y="2706262"/>
            <a:ext cx="219075" cy="83399"/>
          </a:xfrm>
          <a:prstGeom prst="curvedConnector3">
            <a:avLst/>
          </a:prstGeom>
          <a:ln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8443DA-5CA3-8F8D-4075-621C52171D5A}"/>
              </a:ext>
            </a:extLst>
          </p:cNvPr>
          <p:cNvSpPr txBox="1"/>
          <p:nvPr/>
        </p:nvSpPr>
        <p:spPr>
          <a:xfrm>
            <a:off x="1762125" y="4658132"/>
            <a:ext cx="1332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1309D9"/>
                </a:solidFill>
              </a:rPr>
              <a:t>Kinetic energy of nuclei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BBC8AF-742A-9F76-D3A4-B96E09423B03}"/>
                  </a:ext>
                </a:extLst>
              </p:cNvPr>
              <p:cNvSpPr txBox="1"/>
              <p:nvPr/>
            </p:nvSpPr>
            <p:spPr>
              <a:xfrm>
                <a:off x="392685" y="3322736"/>
                <a:ext cx="179201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solidFill>
                      <a:srgbClr val="1309D9"/>
                    </a:solidFill>
                  </a:rPr>
                  <a:t>Kinetic energy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i="1" smtClean="0">
                            <a:solidFill>
                              <a:srgbClr val="1309D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b="0" i="1" smtClean="0">
                            <a:solidFill>
                              <a:srgbClr val="1309D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1400" b="0" i="1" smtClean="0">
                            <a:solidFill>
                              <a:srgbClr val="1309D9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IN" sz="1400" dirty="0">
                  <a:solidFill>
                    <a:srgbClr val="1309D9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BBC8AF-742A-9F76-D3A4-B96E09423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85" y="3322736"/>
                <a:ext cx="1792015" cy="307777"/>
              </a:xfrm>
              <a:prstGeom prst="rect">
                <a:avLst/>
              </a:prstGeom>
              <a:blipFill>
                <a:blip r:embed="rId4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9B4EFC-996F-98B3-E35C-44F15BEE1B3F}"/>
              </a:ext>
            </a:extLst>
          </p:cNvPr>
          <p:cNvCxnSpPr>
            <a:cxnSpLocks/>
          </p:cNvCxnSpPr>
          <p:nvPr/>
        </p:nvCxnSpPr>
        <p:spPr>
          <a:xfrm>
            <a:off x="2724150" y="2657475"/>
            <a:ext cx="1600205" cy="139065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B3550E-1C90-5C2B-4A9F-2F41D990EE2D}"/>
              </a:ext>
            </a:extLst>
          </p:cNvPr>
          <p:cNvSpPr txBox="1"/>
          <p:nvPr/>
        </p:nvSpPr>
        <p:spPr>
          <a:xfrm>
            <a:off x="3418349" y="3039679"/>
            <a:ext cx="1332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50"/>
                </a:solidFill>
              </a:rPr>
              <a:t>Nuclear repulsion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BC1AA-9C65-7AB7-FBA7-B233C8939F98}"/>
              </a:ext>
            </a:extLst>
          </p:cNvPr>
          <p:cNvSpPr txBox="1"/>
          <p:nvPr/>
        </p:nvSpPr>
        <p:spPr>
          <a:xfrm>
            <a:off x="5840139" y="1438172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/>
              <a:t>Kinetic Energy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73EB63-72A5-3305-3C58-84C61C3198DC}"/>
                  </a:ext>
                </a:extLst>
              </p:cNvPr>
              <p:cNvSpPr txBox="1"/>
              <p:nvPr/>
            </p:nvSpPr>
            <p:spPr>
              <a:xfrm>
                <a:off x="5859189" y="3103101"/>
                <a:ext cx="2774798" cy="2198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 b="0" i="0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>
                            <m:f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IN" sz="1600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sSubSup>
                            <m:sSubSup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 b="0" i="0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N" sz="16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IN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73EB63-72A5-3305-3C58-84C61C319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189" y="3103101"/>
                <a:ext cx="2774798" cy="21981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EF58E2-C72B-8E8B-9727-A9AA4CC13F95}"/>
                  </a:ext>
                </a:extLst>
              </p:cNvPr>
              <p:cNvSpPr txBox="1"/>
              <p:nvPr/>
            </p:nvSpPr>
            <p:spPr>
              <a:xfrm>
                <a:off x="7608272" y="1162817"/>
                <a:ext cx="3630339" cy="784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𝐾𝐸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 b="0" i="0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>
                            <m:f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IN" sz="1600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solidFill>
                                        <a:srgbClr val="1309D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sSubSup>
                            <m:sSubSup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 b="0" i="0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EF58E2-C72B-8E8B-9727-A9AA4CC1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272" y="1162817"/>
                <a:ext cx="3630339" cy="7846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E3F99A9B-0982-62D2-149C-8CFD33223B7C}"/>
              </a:ext>
            </a:extLst>
          </p:cNvPr>
          <p:cNvSpPr/>
          <p:nvPr/>
        </p:nvSpPr>
        <p:spPr>
          <a:xfrm>
            <a:off x="9531122" y="1098113"/>
            <a:ext cx="1432153" cy="95410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963AFD-DEF0-3B8C-669C-57921AC5553A}"/>
              </a:ext>
            </a:extLst>
          </p:cNvPr>
          <p:cNvSpPr txBox="1"/>
          <p:nvPr/>
        </p:nvSpPr>
        <p:spPr>
          <a:xfrm>
            <a:off x="10467086" y="1933351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Due to nucleus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451E4E-ADAF-BB31-546D-D94A3183D741}"/>
                  </a:ext>
                </a:extLst>
              </p:cNvPr>
              <p:cNvSpPr txBox="1"/>
              <p:nvPr/>
            </p:nvSpPr>
            <p:spPr>
              <a:xfrm>
                <a:off x="5886450" y="2176045"/>
                <a:ext cx="516991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Nucleus is much heavier than electron,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1400" dirty="0"/>
                  <a:t>, so the KE due to nucleus is much smaller than KE due to electron motion – </a:t>
                </a:r>
                <a:r>
                  <a:rPr lang="en-IN" sz="1400" b="1" dirty="0"/>
                  <a:t>electrons move much faster than nucleus!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451E4E-ADAF-BB31-546D-D94A3183D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2176045"/>
                <a:ext cx="5169915" cy="954107"/>
              </a:xfrm>
              <a:prstGeom prst="rect">
                <a:avLst/>
              </a:prstGeom>
              <a:blipFill>
                <a:blip r:embed="rId7"/>
                <a:stretch>
                  <a:fillRect l="-354" t="-1282" b="-5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6F7F190-67BC-A607-D90B-D59A987B2438}"/>
              </a:ext>
            </a:extLst>
          </p:cNvPr>
          <p:cNvCxnSpPr>
            <a:cxnSpLocks/>
          </p:cNvCxnSpPr>
          <p:nvPr/>
        </p:nvCxnSpPr>
        <p:spPr>
          <a:xfrm flipV="1">
            <a:off x="7864201" y="3167969"/>
            <a:ext cx="515152" cy="6618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FBDCE88-CF54-D8D7-26F1-A6C061D28D32}"/>
              </a:ext>
            </a:extLst>
          </p:cNvPr>
          <p:cNvSpPr txBox="1"/>
          <p:nvPr/>
        </p:nvSpPr>
        <p:spPr>
          <a:xfrm>
            <a:off x="8339844" y="2978810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0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D74F6D9-6DB5-B8EC-EA20-B92D5A4D1C5E}"/>
              </a:ext>
            </a:extLst>
          </p:cNvPr>
          <p:cNvSpPr/>
          <p:nvPr/>
        </p:nvSpPr>
        <p:spPr>
          <a:xfrm>
            <a:off x="6473952" y="4503574"/>
            <a:ext cx="1647825" cy="91790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3A124F-5585-FACF-0EF1-249306B2FFD5}"/>
              </a:ext>
            </a:extLst>
          </p:cNvPr>
          <p:cNvSpPr txBox="1"/>
          <p:nvPr/>
        </p:nvSpPr>
        <p:spPr>
          <a:xfrm>
            <a:off x="7576173" y="5266712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const.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D78804-1C58-1A0D-B373-92507655C1D8}"/>
                  </a:ext>
                </a:extLst>
              </p:cNvPr>
              <p:cNvSpPr txBox="1"/>
              <p:nvPr/>
            </p:nvSpPr>
            <p:spPr>
              <a:xfrm>
                <a:off x="8555565" y="3103101"/>
                <a:ext cx="3294638" cy="1504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 b="0" i="0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D78804-1C58-1A0D-B373-92507655C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5565" y="3103101"/>
                <a:ext cx="3294638" cy="15048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B477AB-F974-023A-28CE-BF6ED0A183C0}"/>
                  </a:ext>
                </a:extLst>
              </p:cNvPr>
              <p:cNvSpPr txBox="1"/>
              <p:nvPr/>
            </p:nvSpPr>
            <p:spPr>
              <a:xfrm>
                <a:off x="9096375" y="4605447"/>
                <a:ext cx="22829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B477AB-F974-023A-28CE-BF6ED0A18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375" y="4605447"/>
                <a:ext cx="2282996" cy="338554"/>
              </a:xfrm>
              <a:prstGeom prst="rect">
                <a:avLst/>
              </a:prstGeom>
              <a:blipFill>
                <a:blip r:embed="rId9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F9888F2-F9BD-B5FF-E0FC-F7C408174BFC}"/>
                  </a:ext>
                </a:extLst>
              </p:cNvPr>
              <p:cNvSpPr txBox="1"/>
              <p:nvPr/>
            </p:nvSpPr>
            <p:spPr>
              <a:xfrm>
                <a:off x="9008012" y="4946923"/>
                <a:ext cx="24783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IN" sz="1600" b="0" i="0" smtClean="0">
                          <a:latin typeface="Cambria Math" panose="02040503050406030204" pitchFamily="18" charset="0"/>
                        </a:rPr>
                        <m:t>; </m:t>
                      </m:r>
                    </m:oMath>
                  </m:oMathPara>
                </a14:m>
                <a:endParaRPr lang="en-IN" sz="1600" b="0" i="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F9888F2-F9BD-B5FF-E0FC-F7C408174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012" y="4946923"/>
                <a:ext cx="2478371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D04839-A852-B4B6-5E3D-B25738CD7BF7}"/>
                  </a:ext>
                </a:extLst>
              </p:cNvPr>
              <p:cNvSpPr txBox="1"/>
              <p:nvPr/>
            </p:nvSpPr>
            <p:spPr>
              <a:xfrm>
                <a:off x="8589952" y="5586676"/>
                <a:ext cx="32602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i="1" dirty="0"/>
                  <a:t>Explicit</a:t>
                </a:r>
                <a:r>
                  <a:rPr lang="en-IN" sz="1600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600" dirty="0"/>
                  <a:t>, </a:t>
                </a:r>
                <a:r>
                  <a:rPr lang="en-IN" sz="1600" i="1" dirty="0"/>
                  <a:t>parametric</a:t>
                </a:r>
                <a:r>
                  <a:rPr lang="en-IN" sz="1600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600" dirty="0"/>
                  <a:t> </a:t>
                </a:r>
                <a:endParaRPr lang="en-IN" sz="1600" i="1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D04839-A852-B4B6-5E3D-B25738CD7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952" y="5586676"/>
                <a:ext cx="3260251" cy="338554"/>
              </a:xfrm>
              <a:prstGeom prst="rect">
                <a:avLst/>
              </a:prstGeom>
              <a:blipFill>
                <a:blip r:embed="rId11"/>
                <a:stretch>
                  <a:fillRect l="-935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C2D643E-D57D-8518-04DC-45EFBA77F45D}"/>
                  </a:ext>
                </a:extLst>
              </p:cNvPr>
              <p:cNvSpPr txBox="1"/>
              <p:nvPr/>
            </p:nvSpPr>
            <p:spPr>
              <a:xfrm>
                <a:off x="4807060" y="5677893"/>
                <a:ext cx="2596929" cy="785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C2D643E-D57D-8518-04DC-45EFBA77F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60" y="5677893"/>
                <a:ext cx="2596929" cy="78566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F64199BE-ACE2-87CC-A349-ED74AC9EEA2B}"/>
              </a:ext>
            </a:extLst>
          </p:cNvPr>
          <p:cNvCxnSpPr>
            <a:stCxn id="37" idx="1"/>
            <a:endCxn id="39" idx="3"/>
          </p:cNvCxnSpPr>
          <p:nvPr/>
        </p:nvCxnSpPr>
        <p:spPr>
          <a:xfrm rot="10800000" flipV="1">
            <a:off x="7403990" y="5239311"/>
            <a:ext cx="1604023" cy="831414"/>
          </a:xfrm>
          <a:prstGeom prst="bentConnector3">
            <a:avLst>
              <a:gd name="adj1" fmla="val 3753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834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 animBg="1"/>
      <p:bldP spid="26" grpId="0"/>
      <p:bldP spid="27" grpId="0"/>
      <p:bldP spid="30" grpId="0"/>
      <p:bldP spid="31" grpId="0" animBg="1"/>
      <p:bldP spid="32" grpId="0"/>
      <p:bldP spid="33" grpId="0"/>
      <p:bldP spid="36" grpId="0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CC0E-112B-8A13-D523-416CB11F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CF53-8BCD-4DFD-9D4D-94731DDCF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4351338"/>
          </a:xfrm>
        </p:spPr>
        <p:txBody>
          <a:bodyPr/>
          <a:lstStyle/>
          <a:p>
            <a:r>
              <a:rPr lang="en-IN" dirty="0"/>
              <a:t>We understood what </a:t>
            </a:r>
            <a:r>
              <a:rPr lang="en-IN" i="1" dirty="0">
                <a:solidFill>
                  <a:srgbClr val="0070C0"/>
                </a:solidFill>
              </a:rPr>
              <a:t>atomic units</a:t>
            </a:r>
            <a:r>
              <a:rPr lang="en-IN" dirty="0"/>
              <a:t> are.</a:t>
            </a:r>
          </a:p>
          <a:p>
            <a:r>
              <a:rPr lang="en-IN" dirty="0"/>
              <a:t>We learnt about </a:t>
            </a:r>
            <a:r>
              <a:rPr lang="en-IN" i="1" dirty="0">
                <a:solidFill>
                  <a:srgbClr val="0070C0"/>
                </a:solidFill>
              </a:rPr>
              <a:t>many body electronic structure problem.</a:t>
            </a:r>
          </a:p>
          <a:p>
            <a:r>
              <a:rPr lang="en-IN" dirty="0"/>
              <a:t>We learnt about the </a:t>
            </a:r>
            <a:r>
              <a:rPr lang="en-IN" i="1" dirty="0">
                <a:solidFill>
                  <a:srgbClr val="0070C0"/>
                </a:solidFill>
              </a:rPr>
              <a:t>Born Oppenheimer approximation</a:t>
            </a:r>
          </a:p>
          <a:p>
            <a:pPr lvl="1"/>
            <a:r>
              <a:rPr lang="en-IN" dirty="0"/>
              <a:t>Solving for only the “electron” interaction suffices</a:t>
            </a:r>
          </a:p>
          <a:p>
            <a:pPr lvl="1"/>
            <a:r>
              <a:rPr lang="en-IN" dirty="0"/>
              <a:t>The nuclear positions can be dealt with parametrically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E6F09E56-FB8B-07CB-A527-048135187D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8283442" y="3687103"/>
            <a:ext cx="2827239" cy="245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7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Lecture 5: Orbitals</a:t>
            </a:r>
          </a:p>
          <a:p>
            <a:r>
              <a:rPr lang="en-US" dirty="0"/>
              <a:t>Sayan Bhowmik</a:t>
            </a:r>
          </a:p>
          <a:p>
            <a:r>
              <a:rPr lang="en-US" dirty="0"/>
              <a:t>School of Chemical &amp; Biomolecular Engineering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Georgia Institute of Technology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B55F80D4-0E8D-E1D7-9321-A023FAF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4852577" y="1579563"/>
            <a:ext cx="2486846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233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CC0E-112B-8A13-D523-416CB11F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CF53-8BCD-4DFD-9D4D-94731DDCF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4351338"/>
          </a:xfrm>
        </p:spPr>
        <p:txBody>
          <a:bodyPr/>
          <a:lstStyle/>
          <a:p>
            <a:r>
              <a:rPr lang="en-IN" i="1" dirty="0">
                <a:solidFill>
                  <a:srgbClr val="0070C0"/>
                </a:solidFill>
              </a:rPr>
              <a:t>Born Oppenheimer</a:t>
            </a:r>
            <a:r>
              <a:rPr lang="en-IN" dirty="0"/>
              <a:t> approximation – consequences.</a:t>
            </a:r>
          </a:p>
          <a:p>
            <a:r>
              <a:rPr lang="en-IN" dirty="0"/>
              <a:t>We will understand what </a:t>
            </a:r>
            <a:r>
              <a:rPr lang="en-IN" i="1" dirty="0" err="1">
                <a:solidFill>
                  <a:srgbClr val="0070C0"/>
                </a:solidFill>
              </a:rPr>
              <a:t>antisymmetry</a:t>
            </a:r>
            <a:r>
              <a:rPr lang="en-IN" i="1" dirty="0">
                <a:solidFill>
                  <a:srgbClr val="0070C0"/>
                </a:solidFill>
              </a:rPr>
              <a:t> of orbitals</a:t>
            </a:r>
            <a:r>
              <a:rPr lang="en-IN" i="1" dirty="0"/>
              <a:t> </a:t>
            </a:r>
            <a:r>
              <a:rPr lang="en-IN" dirty="0"/>
              <a:t>means.</a:t>
            </a:r>
          </a:p>
          <a:p>
            <a:r>
              <a:rPr lang="en-IN" dirty="0"/>
              <a:t>We will look at </a:t>
            </a:r>
            <a:r>
              <a:rPr lang="en-IN" i="1" dirty="0">
                <a:solidFill>
                  <a:srgbClr val="0070C0"/>
                </a:solidFill>
              </a:rPr>
              <a:t>spin</a:t>
            </a:r>
            <a:r>
              <a:rPr lang="en-IN" dirty="0"/>
              <a:t> and </a:t>
            </a:r>
            <a:r>
              <a:rPr lang="en-IN" i="1" dirty="0">
                <a:solidFill>
                  <a:srgbClr val="0070C0"/>
                </a:solidFill>
              </a:rPr>
              <a:t>spatial orbitals</a:t>
            </a:r>
            <a:r>
              <a:rPr lang="en-IN" dirty="0"/>
              <a:t>.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E960E600-A01C-0513-776E-DA23001F16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7490272" y="2950215"/>
            <a:ext cx="3420959" cy="297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8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565E-9070-E468-04CD-EA2CACF3F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IN" dirty="0"/>
              <a:t>Born Oppenheimer Approximation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05805-6A1B-5285-33A6-B79B6BD216FC}"/>
              </a:ext>
            </a:extLst>
          </p:cNvPr>
          <p:cNvSpPr txBox="1"/>
          <p:nvPr/>
        </p:nvSpPr>
        <p:spPr>
          <a:xfrm>
            <a:off x="2130250" y="6543675"/>
            <a:ext cx="7938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Attila Szabo and Neil S. </a:t>
            </a:r>
            <a:r>
              <a:rPr lang="en-IN" sz="1000" dirty="0" err="1"/>
              <a:t>Ostlund</a:t>
            </a:r>
            <a:r>
              <a:rPr lang="en-IN" sz="1000" dirty="0"/>
              <a:t>, </a:t>
            </a:r>
            <a:r>
              <a:rPr lang="en-IN" sz="1000" i="1" dirty="0"/>
              <a:t>Modern Quantum Chemistry – Introduction to Advanced Electronic Structure Theory, </a:t>
            </a:r>
            <a:r>
              <a:rPr lang="en-IN" sz="1000" dirty="0"/>
              <a:t>Dover Publications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D78804-1C58-1A0D-B373-92507655C1D8}"/>
                  </a:ext>
                </a:extLst>
              </p:cNvPr>
              <p:cNvSpPr txBox="1"/>
              <p:nvPr/>
            </p:nvSpPr>
            <p:spPr>
              <a:xfrm>
                <a:off x="623647" y="1371600"/>
                <a:ext cx="4348404" cy="812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600" b="0" i="0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1309D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D78804-1C58-1A0D-B373-92507655C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47" y="1371600"/>
                <a:ext cx="4348404" cy="8125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B477AB-F974-023A-28CE-BF6ED0A183C0}"/>
                  </a:ext>
                </a:extLst>
              </p:cNvPr>
              <p:cNvSpPr txBox="1"/>
              <p:nvPr/>
            </p:nvSpPr>
            <p:spPr>
              <a:xfrm>
                <a:off x="1676232" y="2373521"/>
                <a:ext cx="22829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B477AB-F974-023A-28CE-BF6ED0A18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232" y="2373521"/>
                <a:ext cx="2282996" cy="338554"/>
              </a:xfrm>
              <a:prstGeom prst="rect">
                <a:avLst/>
              </a:prstGeom>
              <a:blipFill>
                <a:blip r:embed="rId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F9888F2-F9BD-B5FF-E0FC-F7C408174BFC}"/>
                  </a:ext>
                </a:extLst>
              </p:cNvPr>
              <p:cNvSpPr txBox="1"/>
              <p:nvPr/>
            </p:nvSpPr>
            <p:spPr>
              <a:xfrm>
                <a:off x="1587869" y="2981697"/>
                <a:ext cx="24783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IN" sz="1600" b="0" i="0" smtClean="0">
                          <a:latin typeface="Cambria Math" panose="02040503050406030204" pitchFamily="18" charset="0"/>
                        </a:rPr>
                        <m:t>; </m:t>
                      </m:r>
                    </m:oMath>
                  </m:oMathPara>
                </a14:m>
                <a:endParaRPr lang="en-IN" sz="1600" b="0" i="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F9888F2-F9BD-B5FF-E0FC-F7C408174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869" y="2981697"/>
                <a:ext cx="247837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D04839-A852-B4B6-5E3D-B25738CD7BF7}"/>
                  </a:ext>
                </a:extLst>
              </p:cNvPr>
              <p:cNvSpPr txBox="1"/>
              <p:nvPr/>
            </p:nvSpPr>
            <p:spPr>
              <a:xfrm>
                <a:off x="1196928" y="3975138"/>
                <a:ext cx="32602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i="1" dirty="0"/>
                  <a:t>Explicit</a:t>
                </a:r>
                <a:r>
                  <a:rPr lang="en-IN" sz="1600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600" dirty="0"/>
                  <a:t>, </a:t>
                </a:r>
                <a:r>
                  <a:rPr lang="en-IN" sz="1600" i="1" dirty="0"/>
                  <a:t>parametric</a:t>
                </a:r>
                <a:r>
                  <a:rPr lang="en-IN" sz="1600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600" dirty="0"/>
                  <a:t> </a:t>
                </a:r>
                <a:endParaRPr lang="en-IN" sz="1600" i="1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D04839-A852-B4B6-5E3D-B25738CD7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928" y="3975138"/>
                <a:ext cx="3260251" cy="338554"/>
              </a:xfrm>
              <a:prstGeom prst="rect">
                <a:avLst/>
              </a:prstGeom>
              <a:blipFill>
                <a:blip r:embed="rId6"/>
                <a:stretch>
                  <a:fillRect l="-935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C2D643E-D57D-8518-04DC-45EFBA77F45D}"/>
                  </a:ext>
                </a:extLst>
              </p:cNvPr>
              <p:cNvSpPr txBox="1"/>
              <p:nvPr/>
            </p:nvSpPr>
            <p:spPr>
              <a:xfrm>
                <a:off x="1270784" y="4607426"/>
                <a:ext cx="2596929" cy="785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C2D643E-D57D-8518-04DC-45EFBA77F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784" y="4607426"/>
                <a:ext cx="2596929" cy="785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500F40-B37F-63F6-4A30-F6FCC89A4D49}"/>
                  </a:ext>
                </a:extLst>
              </p:cNvPr>
              <p:cNvSpPr txBox="1"/>
              <p:nvPr/>
            </p:nvSpPr>
            <p:spPr>
              <a:xfrm>
                <a:off x="6438900" y="2066925"/>
                <a:ext cx="32357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dirty="0"/>
                  <a:t>Combined coordinates: </a:t>
                </a:r>
                <a14:m>
                  <m:oMath xmlns:m="http://schemas.openxmlformats.org/officeDocument/2006/math"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IN" sz="1600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500F40-B37F-63F6-4A30-F6FCC89A4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066925"/>
                <a:ext cx="3235758" cy="338554"/>
              </a:xfrm>
              <a:prstGeom prst="rect">
                <a:avLst/>
              </a:prstGeom>
              <a:blipFill>
                <a:blip r:embed="rId8"/>
                <a:stretch>
                  <a:fillRect l="-942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A5CB58A-4283-6DB0-4ECC-72A07AE31ED3}"/>
              </a:ext>
            </a:extLst>
          </p:cNvPr>
          <p:cNvCxnSpPr>
            <a:cxnSpLocks/>
          </p:cNvCxnSpPr>
          <p:nvPr/>
        </p:nvCxnSpPr>
        <p:spPr>
          <a:xfrm rot="10800000">
            <a:off x="9382129" y="2377941"/>
            <a:ext cx="571496" cy="256139"/>
          </a:xfrm>
          <a:prstGeom prst="bentConnector3">
            <a:avLst>
              <a:gd name="adj1" fmla="val 1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6BC575A-E2C2-D6C4-0714-1145C6E66B92}"/>
              </a:ext>
            </a:extLst>
          </p:cNvPr>
          <p:cNvSpPr txBox="1"/>
          <p:nvPr/>
        </p:nvSpPr>
        <p:spPr>
          <a:xfrm>
            <a:off x="9878142" y="2477436"/>
            <a:ext cx="1043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spin variable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1B69F491-E194-6B5D-65E6-83D7BFE608E1}"/>
              </a:ext>
            </a:extLst>
          </p:cNvPr>
          <p:cNvCxnSpPr/>
          <p:nvPr/>
        </p:nvCxnSpPr>
        <p:spPr>
          <a:xfrm flipV="1">
            <a:off x="8458200" y="2377940"/>
            <a:ext cx="714375" cy="256141"/>
          </a:xfrm>
          <a:prstGeom prst="bentConnector3">
            <a:avLst>
              <a:gd name="adj1" fmla="val 10066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A2F0AC8-4962-68C9-E996-CAD05FD61ADF}"/>
              </a:ext>
            </a:extLst>
          </p:cNvPr>
          <p:cNvSpPr txBox="1"/>
          <p:nvPr/>
        </p:nvSpPr>
        <p:spPr>
          <a:xfrm>
            <a:off x="6438900" y="2436886"/>
            <a:ext cx="2028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dirty="0"/>
              <a:t>Spatial coordinates of electron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B3DBFBD-454C-0A09-5178-1C2DBE5D5E9D}"/>
                  </a:ext>
                </a:extLst>
              </p:cNvPr>
              <p:cNvSpPr txBox="1"/>
              <p:nvPr/>
            </p:nvSpPr>
            <p:spPr>
              <a:xfrm>
                <a:off x="5432814" y="1354442"/>
                <a:ext cx="3006336" cy="295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B3DBFBD-454C-0A09-5178-1C2DBE5D5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814" y="1354442"/>
                <a:ext cx="3006336" cy="295915"/>
              </a:xfrm>
              <a:prstGeom prst="rect">
                <a:avLst/>
              </a:prstGeom>
              <a:blipFill>
                <a:blip r:embed="rId9"/>
                <a:stretch>
                  <a:fillRect l="-1623" b="-224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04E73E5-C73F-8528-D646-B64580DD16FA}"/>
                  </a:ext>
                </a:extLst>
              </p:cNvPr>
              <p:cNvSpPr txBox="1"/>
              <p:nvPr/>
            </p:nvSpPr>
            <p:spPr>
              <a:xfrm>
                <a:off x="6120919" y="1650357"/>
                <a:ext cx="16301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200" dirty="0"/>
                  <a:t> electrons, </a:t>
                </a:r>
                <a14:m>
                  <m:oMath xmlns:m="http://schemas.openxmlformats.org/officeDocument/2006/math"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sz="1200" dirty="0"/>
                  <a:t> nuclei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04E73E5-C73F-8528-D646-B64580DD1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919" y="1650357"/>
                <a:ext cx="1630126" cy="276999"/>
              </a:xfrm>
              <a:prstGeom prst="rect">
                <a:avLst/>
              </a:prstGeom>
              <a:blipFill>
                <a:blip r:embed="rId10"/>
                <a:stretch>
                  <a:fillRect t="-4444" r="-375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597E6F4-F5DC-76E4-4647-A97A0FE3338F}"/>
                  </a:ext>
                </a:extLst>
              </p:cNvPr>
              <p:cNvSpPr txBox="1"/>
              <p:nvPr/>
            </p:nvSpPr>
            <p:spPr>
              <a:xfrm>
                <a:off x="9309489" y="1379288"/>
                <a:ext cx="185204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597E6F4-F5DC-76E4-4647-A97A0FE33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489" y="1379288"/>
                <a:ext cx="1852045" cy="246221"/>
              </a:xfrm>
              <a:prstGeom prst="rect">
                <a:avLst/>
              </a:prstGeom>
              <a:blipFill>
                <a:blip r:embed="rId11"/>
                <a:stretch>
                  <a:fillRect l="-1974" b="-341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204FF0E-FD1C-146E-0B47-F28D60E02113}"/>
              </a:ext>
            </a:extLst>
          </p:cNvPr>
          <p:cNvCxnSpPr>
            <a:endCxn id="56" idx="1"/>
          </p:cNvCxnSpPr>
          <p:nvPr/>
        </p:nvCxnSpPr>
        <p:spPr>
          <a:xfrm>
            <a:off x="8467113" y="1502398"/>
            <a:ext cx="84237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55408F-1168-A478-6034-227F18B97C92}"/>
                  </a:ext>
                </a:extLst>
              </p:cNvPr>
              <p:cNvSpPr txBox="1"/>
              <p:nvPr/>
            </p:nvSpPr>
            <p:spPr>
              <a:xfrm>
                <a:off x="5432814" y="3319916"/>
                <a:ext cx="3645293" cy="639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,⋯,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IN" sz="1600" dirty="0"/>
                                <m:t> </m:t>
                              </m:r>
                            </m:e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,⋯,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IN" sz="1600" dirty="0"/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55408F-1168-A478-6034-227F18B97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814" y="3319916"/>
                <a:ext cx="3645293" cy="63953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1240DA03-2E4D-8E1A-AA63-725CB5BCE37C}"/>
              </a:ext>
            </a:extLst>
          </p:cNvPr>
          <p:cNvSpPr txBox="1"/>
          <p:nvPr/>
        </p:nvSpPr>
        <p:spPr>
          <a:xfrm>
            <a:off x="9166088" y="3381629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Up-spin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A42FBD-53F4-9257-320B-034D21BAB561}"/>
              </a:ext>
            </a:extLst>
          </p:cNvPr>
          <p:cNvSpPr txBox="1"/>
          <p:nvPr/>
        </p:nvSpPr>
        <p:spPr>
          <a:xfrm>
            <a:off x="9166088" y="3639683"/>
            <a:ext cx="9076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Down-spin</a:t>
            </a:r>
          </a:p>
        </p:txBody>
      </p:sp>
      <p:sp>
        <p:nvSpPr>
          <p:cNvPr id="62" name="Left Brace 61">
            <a:extLst>
              <a:ext uri="{FF2B5EF4-FFF2-40B4-BE49-F238E27FC236}">
                <a16:creationId xmlns:a16="http://schemas.microsoft.com/office/drawing/2014/main" id="{5E0103E9-6125-3F6E-6E82-E8E45838B5D4}"/>
              </a:ext>
            </a:extLst>
          </p:cNvPr>
          <p:cNvSpPr/>
          <p:nvPr/>
        </p:nvSpPr>
        <p:spPr>
          <a:xfrm rot="16200000">
            <a:off x="7722187" y="3531867"/>
            <a:ext cx="250240" cy="118369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EBACAE-EAB8-82AD-79BB-264B56FDDA22}"/>
              </a:ext>
            </a:extLst>
          </p:cNvPr>
          <p:cNvSpPr txBox="1"/>
          <p:nvPr/>
        </p:nvSpPr>
        <p:spPr>
          <a:xfrm>
            <a:off x="7372994" y="4175192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spatial part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840AF90-3522-872D-6D6D-B15AE5F44B14}"/>
                  </a:ext>
                </a:extLst>
              </p:cNvPr>
              <p:cNvSpPr txBox="1"/>
              <p:nvPr/>
            </p:nvSpPr>
            <p:spPr>
              <a:xfrm>
                <a:off x="5289747" y="4714722"/>
                <a:ext cx="6292653" cy="1114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Antisymmetry postulate:</a:t>
                </a:r>
                <a:r>
                  <a:rPr lang="en-IN" sz="1600" dirty="0"/>
                  <a:t> A many electron wave function must be antisymmetric with respect to the interchange of the coordinate (both space and spin) of any two electrons.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𝝍</m:t>
                      </m:r>
                      <m:d>
                        <m:d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𝝍</m:t>
                      </m:r>
                      <m:d>
                        <m:d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en-IN" sz="1600" b="1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840AF90-3522-872D-6D6D-B15AE5F44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747" y="4714722"/>
                <a:ext cx="6292653" cy="1114664"/>
              </a:xfrm>
              <a:prstGeom prst="rect">
                <a:avLst/>
              </a:prstGeom>
              <a:blipFill>
                <a:blip r:embed="rId13"/>
                <a:stretch>
                  <a:fillRect l="-581" t="-1639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603FF2D2-D393-8FB0-949C-AD6B65306562}"/>
              </a:ext>
            </a:extLst>
          </p:cNvPr>
          <p:cNvSpPr txBox="1"/>
          <p:nvPr/>
        </p:nvSpPr>
        <p:spPr>
          <a:xfrm>
            <a:off x="10030542" y="4496736"/>
            <a:ext cx="1925976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IN" sz="1200" dirty="0"/>
              <a:t>Pauli’s exclusion principle</a:t>
            </a:r>
          </a:p>
        </p:txBody>
      </p:sp>
    </p:spTree>
    <p:extLst>
      <p:ext uri="{BB962C8B-B14F-4D97-AF65-F5344CB8AC3E}">
        <p14:creationId xmlns:p14="http://schemas.microsoft.com/office/powerpoint/2010/main" val="789896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9" grpId="0"/>
      <p:bldP spid="53" grpId="0"/>
      <p:bldP spid="54" grpId="0"/>
      <p:bldP spid="55" grpId="0"/>
      <p:bldP spid="56" grpId="0"/>
      <p:bldP spid="59" grpId="0"/>
      <p:bldP spid="60" grpId="0"/>
      <p:bldP spid="61" grpId="0"/>
      <p:bldP spid="62" grpId="0" animBg="1"/>
      <p:bldP spid="63" grpId="0"/>
      <p:bldP spid="64" grpId="0"/>
      <p:bldP spid="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9E6C-AEE0-8B7F-E8B4-3CC38026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950"/>
          </a:xfrm>
        </p:spPr>
        <p:txBody>
          <a:bodyPr/>
          <a:lstStyle/>
          <a:p>
            <a:r>
              <a:rPr lang="en-IN" dirty="0"/>
              <a:t>Orbitals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F0A60C-420C-23FB-3500-ECC359251CFC}"/>
                  </a:ext>
                </a:extLst>
              </p:cNvPr>
              <p:cNvSpPr txBox="1"/>
              <p:nvPr/>
            </p:nvSpPr>
            <p:spPr>
              <a:xfrm>
                <a:off x="1028700" y="1362075"/>
                <a:ext cx="105156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Definition:</a:t>
                </a:r>
                <a:r>
                  <a:rPr lang="en-IN" sz="1600" dirty="0"/>
                  <a:t> A wave function for a </a:t>
                </a:r>
                <a:r>
                  <a:rPr lang="en-IN" sz="1600" i="1" u="sng" dirty="0"/>
                  <a:t>single particle</a:t>
                </a:r>
                <a:r>
                  <a:rPr lang="en-IN" sz="1600" dirty="0"/>
                  <a:t> (an </a:t>
                </a:r>
                <a:r>
                  <a:rPr lang="en-IN" sz="1600" i="1" u="sng" dirty="0"/>
                  <a:t>electron</a:t>
                </a:r>
                <a:r>
                  <a:rPr lang="en-IN" sz="1600" dirty="0"/>
                  <a:t>). A </a:t>
                </a:r>
                <a:r>
                  <a:rPr lang="en-IN" sz="1600" i="1" u="sng" dirty="0"/>
                  <a:t>spatial orbital</a:t>
                </a:r>
                <a:r>
                  <a:rPr lang="en-IN" sz="1600" dirty="0"/>
                  <a:t> is a function of the position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IN" sz="1600" dirty="0"/>
                  <a:t> and describes the </a:t>
                </a:r>
                <a:r>
                  <a:rPr lang="en-IN" sz="1600" i="1" u="sng" dirty="0"/>
                  <a:t>spatial distribution</a:t>
                </a:r>
                <a:r>
                  <a:rPr lang="en-IN" sz="1600" dirty="0"/>
                  <a:t> of an electron. </a:t>
                </a:r>
                <a:endParaRPr lang="en-IN" sz="16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F0A60C-420C-23FB-3500-ECC359251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1362075"/>
                <a:ext cx="10515600" cy="584775"/>
              </a:xfrm>
              <a:prstGeom prst="rect">
                <a:avLst/>
              </a:prstGeom>
              <a:blipFill>
                <a:blip r:embed="rId2"/>
                <a:stretch>
                  <a:fillRect l="-348" t="-7292" r="-580"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6C7C20-A683-0FE9-5DF4-4B5EFE635F7C}"/>
                  </a:ext>
                </a:extLst>
              </p:cNvPr>
              <p:cNvSpPr txBox="1"/>
              <p:nvPr/>
            </p:nvSpPr>
            <p:spPr>
              <a:xfrm>
                <a:off x="1028700" y="2194120"/>
                <a:ext cx="3530134" cy="13802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b="1" dirty="0"/>
                  <a:t>Orthonormality: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sSubSup>
                        <m:sSub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1600" dirty="0"/>
              </a:p>
              <a:p>
                <a:r>
                  <a:rPr lang="en-IN" sz="1600" b="1" dirty="0"/>
                  <a:t>Probability of finding the electron:</a:t>
                </a:r>
                <a:endParaRPr lang="en-IN" sz="16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6C7C20-A683-0FE9-5DF4-4B5EFE635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2194120"/>
                <a:ext cx="3530134" cy="1380250"/>
              </a:xfrm>
              <a:prstGeom prst="rect">
                <a:avLst/>
              </a:prstGeom>
              <a:blipFill>
                <a:blip r:embed="rId3"/>
                <a:stretch>
                  <a:fillRect l="-1036" t="-1327" b="-8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A5FFD32-42AE-399E-47EC-E8F59ED08628}"/>
              </a:ext>
            </a:extLst>
          </p:cNvPr>
          <p:cNvSpPr txBox="1"/>
          <p:nvPr/>
        </p:nvSpPr>
        <p:spPr>
          <a:xfrm>
            <a:off x="2130250" y="6543675"/>
            <a:ext cx="7938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Attila Szabo and Neil S. </a:t>
            </a:r>
            <a:r>
              <a:rPr lang="en-IN" sz="1000" dirty="0" err="1"/>
              <a:t>Ostlund</a:t>
            </a:r>
            <a:r>
              <a:rPr lang="en-IN" sz="1000" dirty="0"/>
              <a:t>, </a:t>
            </a:r>
            <a:r>
              <a:rPr lang="en-IN" sz="1000" i="1" dirty="0"/>
              <a:t>Modern Quantum Chemistry – Introduction to Advanced Electronic Structure Theory, </a:t>
            </a:r>
            <a:r>
              <a:rPr lang="en-IN" sz="1000" dirty="0"/>
              <a:t>Dover Publications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4AD7A4-6C08-671F-A644-F9F0143AB6CF}"/>
              </a:ext>
            </a:extLst>
          </p:cNvPr>
          <p:cNvSpPr txBox="1"/>
          <p:nvPr/>
        </p:nvSpPr>
        <p:spPr>
          <a:xfrm>
            <a:off x="2477296" y="5495925"/>
            <a:ext cx="2044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/>
              <a:t>Orthonormal orbitals</a:t>
            </a:r>
          </a:p>
        </p:txBody>
      </p:sp>
      <p:pic>
        <p:nvPicPr>
          <p:cNvPr id="11" name="Picture 10" descr="A black and white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9C4D22FC-76F5-647B-C680-2DCD4C747B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764" t="9003" b="4379"/>
          <a:stretch/>
        </p:blipFill>
        <p:spPr>
          <a:xfrm>
            <a:off x="1395032" y="3727027"/>
            <a:ext cx="4515608" cy="16984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51467B-3A54-6129-12D0-91B016CCAC86}"/>
                  </a:ext>
                </a:extLst>
              </p:cNvPr>
              <p:cNvSpPr txBox="1"/>
              <p:nvPr/>
            </p:nvSpPr>
            <p:spPr>
              <a:xfrm>
                <a:off x="6286501" y="2381250"/>
                <a:ext cx="5257800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If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600" dirty="0"/>
                  <a:t> electrons are present, then there will be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600" dirty="0"/>
                  <a:t> possible </a:t>
                </a:r>
                <a:r>
                  <a:rPr lang="en-IN" sz="1600" i="1" u="sng" dirty="0"/>
                  <a:t>spatial orbital</a:t>
                </a:r>
                <a:r>
                  <a:rPr lang="en-IN" sz="16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Since there are two spins, the number of </a:t>
                </a:r>
                <a:r>
                  <a:rPr lang="en-IN" sz="1600" i="1" u="sng" dirty="0"/>
                  <a:t>spin orbitals</a:t>
                </a:r>
                <a:r>
                  <a:rPr lang="en-IN" sz="1600" dirty="0"/>
                  <a:t> possible are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6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So, in any calculation, we need a provision to be able to calculate </a:t>
                </a:r>
                <a14:m>
                  <m:oMath xmlns:m="http://schemas.openxmlformats.org/officeDocument/2006/math">
                    <m:r>
                      <a:rPr lang="en-IN" sz="1600" b="0" i="1" u="sng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1600" b="0" i="1" u="sng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600" u="sng" dirty="0"/>
                  <a:t> orbitals</a:t>
                </a:r>
                <a:r>
                  <a:rPr lang="en-IN" sz="1600" dirty="0"/>
                  <a:t>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Each orbital can be anywhere between empty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IN" sz="1600" dirty="0"/>
                  <a:t> to fully occupied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IN" sz="1600" dirty="0"/>
                  <a:t>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51467B-3A54-6129-12D0-91B016CCA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1" y="2381250"/>
                <a:ext cx="5257800" cy="2062103"/>
              </a:xfrm>
              <a:prstGeom prst="rect">
                <a:avLst/>
              </a:prstGeom>
              <a:blipFill>
                <a:blip r:embed="rId5"/>
                <a:stretch>
                  <a:fillRect l="-463" t="-888" r="-116" b="-29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326AB6-FC6A-CB30-3A44-4019C096526F}"/>
                  </a:ext>
                </a:extLst>
              </p:cNvPr>
              <p:cNvSpPr txBox="1"/>
              <p:nvPr/>
            </p:nvSpPr>
            <p:spPr>
              <a:xfrm>
                <a:off x="8077200" y="4810125"/>
                <a:ext cx="2864439" cy="731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326AB6-FC6A-CB30-3A44-4019C0965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4810125"/>
                <a:ext cx="2864439" cy="7318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2F54D49-E26C-6B94-5441-52C883132C7C}"/>
              </a:ext>
            </a:extLst>
          </p:cNvPr>
          <p:cNvSpPr txBox="1"/>
          <p:nvPr/>
        </p:nvSpPr>
        <p:spPr>
          <a:xfrm>
            <a:off x="6477000" y="4810125"/>
            <a:ext cx="167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00" b="1" dirty="0"/>
              <a:t>Spin orbitals for each electron:</a:t>
            </a:r>
          </a:p>
        </p:txBody>
      </p:sp>
    </p:spTree>
    <p:extLst>
      <p:ext uri="{BB962C8B-B14F-4D97-AF65-F5344CB8AC3E}">
        <p14:creationId xmlns:p14="http://schemas.microsoft.com/office/powerpoint/2010/main" val="58650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CC0E-112B-8A13-D523-416CB11F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CF53-8BCD-4DFD-9D4D-94731DDCF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4351338"/>
          </a:xfrm>
        </p:spPr>
        <p:txBody>
          <a:bodyPr/>
          <a:lstStyle/>
          <a:p>
            <a:r>
              <a:rPr lang="en-IN" dirty="0"/>
              <a:t>We understood how the electronic problem can be decoupled from the nuclear motion.</a:t>
            </a:r>
          </a:p>
          <a:p>
            <a:r>
              <a:rPr lang="en-IN" dirty="0"/>
              <a:t>We learnt about </a:t>
            </a:r>
            <a:r>
              <a:rPr lang="en-IN" i="1" dirty="0">
                <a:solidFill>
                  <a:srgbClr val="0070C0"/>
                </a:solidFill>
              </a:rPr>
              <a:t>antisymmetric postulate</a:t>
            </a:r>
          </a:p>
          <a:p>
            <a:r>
              <a:rPr lang="en-IN" dirty="0"/>
              <a:t>We learnt about </a:t>
            </a:r>
            <a:r>
              <a:rPr lang="en-IN" i="1" dirty="0">
                <a:solidFill>
                  <a:srgbClr val="0070C0"/>
                </a:solidFill>
              </a:rPr>
              <a:t>orbitals</a:t>
            </a:r>
            <a:r>
              <a:rPr lang="en-IN" dirty="0"/>
              <a:t> and their involvement in the solution of the problem.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E6F09E56-FB8B-07CB-A527-048135187D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8283442" y="3620428"/>
            <a:ext cx="2827239" cy="245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Lecture 6: Slater determinants and Electron Density</a:t>
            </a:r>
          </a:p>
          <a:p>
            <a:r>
              <a:rPr lang="en-US" dirty="0"/>
              <a:t>Sayan Bhowmik</a:t>
            </a:r>
          </a:p>
          <a:p>
            <a:r>
              <a:rPr lang="en-US" dirty="0"/>
              <a:t>School of Chemical &amp; Biomolecular Engineering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Georgia Institute of Technology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B55F80D4-0E8D-E1D7-9321-A023FAF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4852577" y="1579563"/>
            <a:ext cx="2486846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2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CC0E-112B-8A13-D523-416CB11F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CF53-8BCD-4DFD-9D4D-94731DDCF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4351338"/>
          </a:xfrm>
        </p:spPr>
        <p:txBody>
          <a:bodyPr/>
          <a:lstStyle/>
          <a:p>
            <a:r>
              <a:rPr lang="en-IN" i="1" dirty="0">
                <a:solidFill>
                  <a:srgbClr val="0070C0"/>
                </a:solidFill>
              </a:rPr>
              <a:t>Slater determinants </a:t>
            </a:r>
            <a:r>
              <a:rPr lang="en-IN" dirty="0"/>
              <a:t>– from orbitals to complete wavefunction.</a:t>
            </a:r>
          </a:p>
          <a:p>
            <a:r>
              <a:rPr lang="en-IN" dirty="0"/>
              <a:t>We will understand how to get to </a:t>
            </a:r>
            <a:r>
              <a:rPr lang="en-IN" i="1" dirty="0">
                <a:solidFill>
                  <a:srgbClr val="0070C0"/>
                </a:solidFill>
              </a:rPr>
              <a:t>electron density</a:t>
            </a:r>
            <a:r>
              <a:rPr lang="en-IN" dirty="0"/>
              <a:t> from the individual orbitals.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E960E600-A01C-0513-776E-DA23001F16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7490272" y="2950215"/>
            <a:ext cx="3420959" cy="297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2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D8A5-F78B-875F-90D4-C728F3685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5999"/>
          </a:xfrm>
        </p:spPr>
        <p:txBody>
          <a:bodyPr/>
          <a:lstStyle/>
          <a:p>
            <a:r>
              <a:rPr lang="en-IN" dirty="0"/>
              <a:t>Slater determinants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BAF4B-5210-5643-D3DA-FE97BBEFA7FE}"/>
              </a:ext>
            </a:extLst>
          </p:cNvPr>
          <p:cNvSpPr txBox="1"/>
          <p:nvPr/>
        </p:nvSpPr>
        <p:spPr>
          <a:xfrm>
            <a:off x="2130250" y="6543675"/>
            <a:ext cx="7938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Attila Szabo and Neil S. </a:t>
            </a:r>
            <a:r>
              <a:rPr lang="en-IN" sz="1000" dirty="0" err="1"/>
              <a:t>Ostlund</a:t>
            </a:r>
            <a:r>
              <a:rPr lang="en-IN" sz="1000" dirty="0"/>
              <a:t>, </a:t>
            </a:r>
            <a:r>
              <a:rPr lang="en-IN" sz="1000" i="1" dirty="0"/>
              <a:t>Modern Quantum Chemistry – Introduction to Advanced Electronic Structure Theory, </a:t>
            </a:r>
            <a:r>
              <a:rPr lang="en-IN" sz="1000" dirty="0"/>
              <a:t>Dover Publications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47F412-3115-D03A-F54E-A998F10D395F}"/>
                  </a:ext>
                </a:extLst>
              </p:cNvPr>
              <p:cNvSpPr txBox="1"/>
              <p:nvPr/>
            </p:nvSpPr>
            <p:spPr>
              <a:xfrm>
                <a:off x="956064" y="1379288"/>
                <a:ext cx="5000664" cy="1268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r>
                  <a:rPr lang="en-IN" sz="1600" b="0" dirty="0"/>
                  <a:t>Remember that our many body wavefunction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1600" dirty="0"/>
              </a:p>
              <a:p>
                <a:pPr/>
                <a:endParaRPr lang="en-IN" sz="1600" dirty="0"/>
              </a:p>
              <a:p>
                <a:pPr/>
                <a:r>
                  <a:rPr lang="en-IN" sz="1600" dirty="0"/>
                  <a:t>Which must follow the </a:t>
                </a:r>
                <a:r>
                  <a:rPr lang="en-IN" sz="1600" dirty="0" err="1"/>
                  <a:t>antisymmetry</a:t>
                </a:r>
                <a:r>
                  <a:rPr lang="en-IN" sz="1600" dirty="0"/>
                  <a:t> postulate: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𝝍</m:t>
                      </m:r>
                      <m:d>
                        <m:d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𝝍</m:t>
                      </m:r>
                      <m:d>
                        <m:d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47F412-3115-D03A-F54E-A998F10D3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064" y="1379288"/>
                <a:ext cx="5000664" cy="1268552"/>
              </a:xfrm>
              <a:prstGeom prst="rect">
                <a:avLst/>
              </a:prstGeom>
              <a:blipFill>
                <a:blip r:embed="rId2"/>
                <a:stretch>
                  <a:fillRect l="-2561" t="-4808" b="-52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6B6478-5A26-EAED-7948-B81F659B2BB1}"/>
                  </a:ext>
                </a:extLst>
              </p:cNvPr>
              <p:cNvSpPr txBox="1"/>
              <p:nvPr/>
            </p:nvSpPr>
            <p:spPr>
              <a:xfrm>
                <a:off x="2619375" y="3019425"/>
                <a:ext cx="2864439" cy="731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6B6478-5A26-EAED-7948-B81F659B2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5" y="3019425"/>
                <a:ext cx="2864439" cy="7318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96401FC-35C6-1F35-41AA-D1D04E57C6E4}"/>
              </a:ext>
            </a:extLst>
          </p:cNvPr>
          <p:cNvSpPr txBox="1"/>
          <p:nvPr/>
        </p:nvSpPr>
        <p:spPr>
          <a:xfrm>
            <a:off x="1019175" y="3019425"/>
            <a:ext cx="167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00" b="1" dirty="0"/>
              <a:t>Spin orbitals for each electron: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0EC411-BC55-2CF0-674B-081D221DD6CC}"/>
                  </a:ext>
                </a:extLst>
              </p:cNvPr>
              <p:cNvSpPr txBox="1"/>
              <p:nvPr/>
            </p:nvSpPr>
            <p:spPr>
              <a:xfrm>
                <a:off x="838200" y="4008979"/>
                <a:ext cx="3033651" cy="8878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b="1" dirty="0"/>
                  <a:t>Orthonormality: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sSubSup>
                        <m:sSub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sSubSup>
                        <m:sSub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0EC411-BC55-2CF0-674B-081D221DD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08979"/>
                <a:ext cx="3033651" cy="887807"/>
              </a:xfrm>
              <a:prstGeom prst="rect">
                <a:avLst/>
              </a:prstGeom>
              <a:blipFill>
                <a:blip r:embed="rId4"/>
                <a:stretch>
                  <a:fillRect l="-1207" t="-20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CAF71FD-0B8E-6AE3-482A-4CD827A36083}"/>
              </a:ext>
            </a:extLst>
          </p:cNvPr>
          <p:cNvSpPr txBox="1"/>
          <p:nvPr/>
        </p:nvSpPr>
        <p:spPr>
          <a:xfrm>
            <a:off x="1028700" y="5219700"/>
            <a:ext cx="4472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One electron is indistinguishable from the other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059F16-48BD-0F25-F5A5-597DDC9B24FE}"/>
                  </a:ext>
                </a:extLst>
              </p:cNvPr>
              <p:cNvSpPr txBox="1"/>
              <p:nvPr/>
            </p:nvSpPr>
            <p:spPr>
              <a:xfrm>
                <a:off x="6515100" y="1666875"/>
                <a:ext cx="5162887" cy="1077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059F16-48BD-0F25-F5A5-597DDC9B2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100" y="1666875"/>
                <a:ext cx="5162887" cy="1077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BDBDCDF-1DC3-3FA9-865E-1FE5DDACE627}"/>
              </a:ext>
            </a:extLst>
          </p:cNvPr>
          <p:cNvSpPr txBox="1"/>
          <p:nvPr/>
        </p:nvSpPr>
        <p:spPr>
          <a:xfrm>
            <a:off x="6515100" y="3209925"/>
            <a:ext cx="533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Antisymmetry</a:t>
            </a:r>
            <a:r>
              <a:rPr lang="en-IN" sz="1600" dirty="0"/>
              <a:t> satisfied – switch two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Indistinguishable electrons – all N electrons are associated with each of the orbitals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309D9"/>
                </a:solidFill>
              </a:rPr>
              <a:t>Mapping of orbitals to complete wavefunction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62CCA2-31A9-89D5-E5F7-63E65650D6AE}"/>
                  </a:ext>
                </a:extLst>
              </p:cNvPr>
              <p:cNvSpPr txBox="1"/>
              <p:nvPr/>
            </p:nvSpPr>
            <p:spPr>
              <a:xfrm>
                <a:off x="7705557" y="4516646"/>
                <a:ext cx="22829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62CCA2-31A9-89D5-E5F7-63E65650D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557" y="4516646"/>
                <a:ext cx="2282996" cy="338554"/>
              </a:xfrm>
              <a:prstGeom prst="rect">
                <a:avLst/>
              </a:prstGeom>
              <a:blipFill>
                <a:blip r:embed="rId6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9A4ED1-E399-5B10-DF06-E078717CE478}"/>
                  </a:ext>
                </a:extLst>
              </p:cNvPr>
              <p:cNvSpPr txBox="1"/>
              <p:nvPr/>
            </p:nvSpPr>
            <p:spPr>
              <a:xfrm>
                <a:off x="7705557" y="5011558"/>
                <a:ext cx="23764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dirty="0"/>
                  <a:t>How do we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𝑒𝑙𝑒𝑐</m:t>
                        </m:r>
                      </m:sub>
                    </m:sSub>
                  </m:oMath>
                </a14:m>
                <a:r>
                  <a:rPr lang="en-IN" sz="1600" dirty="0"/>
                  <a:t>?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9A4ED1-E399-5B10-DF06-E078717CE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557" y="5011558"/>
                <a:ext cx="2376420" cy="338554"/>
              </a:xfrm>
              <a:prstGeom prst="rect">
                <a:avLst/>
              </a:prstGeom>
              <a:blipFill>
                <a:blip r:embed="rId7"/>
                <a:stretch>
                  <a:fillRect l="-1282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023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3E86-AC2E-5C62-9A6A-70BC86A8C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IN" dirty="0"/>
              <a:t>Electron density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B4C7C9-C1C5-4EEC-106B-370E95F310D2}"/>
              </a:ext>
            </a:extLst>
          </p:cNvPr>
          <p:cNvSpPr txBox="1"/>
          <p:nvPr/>
        </p:nvSpPr>
        <p:spPr>
          <a:xfrm>
            <a:off x="2130250" y="6543675"/>
            <a:ext cx="7938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Attila Szabo and Neil S. </a:t>
            </a:r>
            <a:r>
              <a:rPr lang="en-IN" sz="1000" dirty="0" err="1"/>
              <a:t>Ostlund</a:t>
            </a:r>
            <a:r>
              <a:rPr lang="en-IN" sz="1000" dirty="0"/>
              <a:t>, </a:t>
            </a:r>
            <a:r>
              <a:rPr lang="en-IN" sz="1000" i="1" dirty="0"/>
              <a:t>Modern Quantum Chemistry – Introduction to Advanced Electronic Structure Theory, </a:t>
            </a:r>
            <a:r>
              <a:rPr lang="en-IN" sz="1000" dirty="0"/>
              <a:t>Dover Publications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4850BF-176C-56EA-9794-E472FB0D2B3D}"/>
                  </a:ext>
                </a:extLst>
              </p:cNvPr>
              <p:cNvSpPr txBox="1"/>
              <p:nvPr/>
            </p:nvSpPr>
            <p:spPr>
              <a:xfrm>
                <a:off x="847725" y="1666875"/>
                <a:ext cx="5162887" cy="1077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4850BF-176C-56EA-9794-E472FB0D2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25" y="1666875"/>
                <a:ext cx="5162887" cy="1077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1EE527-8B4D-34E8-9624-D658BF30BD34}"/>
                  </a:ext>
                </a:extLst>
              </p:cNvPr>
              <p:cNvSpPr txBox="1"/>
              <p:nvPr/>
            </p:nvSpPr>
            <p:spPr>
              <a:xfrm>
                <a:off x="581025" y="3781425"/>
                <a:ext cx="5677260" cy="7382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p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1EE527-8B4D-34E8-9624-D658BF30B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25" y="3781425"/>
                <a:ext cx="5677260" cy="7382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7260AF-A1F1-3689-718E-D67F05DFE325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419655" y="2743965"/>
            <a:ext cx="9514" cy="1037460"/>
          </a:xfrm>
          <a:prstGeom prst="straightConnector1">
            <a:avLst/>
          </a:prstGeom>
          <a:ln>
            <a:solidFill>
              <a:srgbClr val="1309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803A5A-6651-E5B7-C809-8C5BBC0ED25E}"/>
              </a:ext>
            </a:extLst>
          </p:cNvPr>
          <p:cNvSpPr txBox="1"/>
          <p:nvPr/>
        </p:nvSpPr>
        <p:spPr>
          <a:xfrm>
            <a:off x="2597955" y="4458076"/>
            <a:ext cx="1643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/>
              <a:t>Electron density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4FEA18-47FC-1192-E128-7A8EE2DC12C1}"/>
                  </a:ext>
                </a:extLst>
              </p:cNvPr>
              <p:cNvSpPr txBox="1"/>
              <p:nvPr/>
            </p:nvSpPr>
            <p:spPr>
              <a:xfrm>
                <a:off x="6781778" y="1381125"/>
                <a:ext cx="4800667" cy="350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After a lot of tedious algebra,</a:t>
                </a:r>
              </a:p>
              <a:p>
                <a:endParaRPr lang="en-IN" sz="16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  <a:p>
                <a:endParaRPr lang="en-IN" sz="1600" dirty="0"/>
              </a:p>
              <a:p>
                <a:r>
                  <a:rPr lang="en-IN" sz="1600" dirty="0"/>
                  <a:t>Features: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Arial  "/>
                  </a:rPr>
                  <a:t>Electron density is dependent on the individual orbitals for Slater determinant wavefunction.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IN" sz="1600" dirty="0"/>
                  <a:t> is the probability  of finding “any” electron in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IN" sz="1600" dirty="0"/>
                  <a:t> 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16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IN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i="1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While the Slater determinant is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600" dirty="0"/>
                  <a:t> dimensional, electron density is only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sz="1600" dirty="0"/>
                  <a:t> dimensional!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4FEA18-47FC-1192-E128-7A8EE2DC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778" y="1381125"/>
                <a:ext cx="4800667" cy="3502434"/>
              </a:xfrm>
              <a:prstGeom prst="rect">
                <a:avLst/>
              </a:prstGeom>
              <a:blipFill>
                <a:blip r:embed="rId4"/>
                <a:stretch>
                  <a:fillRect l="-635" t="-523" r="-1015" b="-13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050547-23E0-9F1A-A65F-E1A06F130177}"/>
                  </a:ext>
                </a:extLst>
              </p:cNvPr>
              <p:cNvSpPr txBox="1"/>
              <p:nvPr/>
            </p:nvSpPr>
            <p:spPr>
              <a:xfrm>
                <a:off x="4648032" y="5392558"/>
                <a:ext cx="290695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600" dirty="0"/>
                  <a:t>How do we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𝑒𝑙𝑒𝑐</m:t>
                        </m:r>
                      </m:sub>
                    </m:sSub>
                  </m:oMath>
                </a14:m>
                <a:r>
                  <a:rPr lang="en-IN" sz="1600" dirty="0"/>
                  <a:t>?</a:t>
                </a:r>
              </a:p>
              <a:p>
                <a:pPr algn="ctr"/>
                <a:r>
                  <a:rPr lang="en-IN" sz="1600" dirty="0"/>
                  <a:t>Can we do it in terms of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1600" dirty="0"/>
                  <a:t>?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050547-23E0-9F1A-A65F-E1A06F130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032" y="5392558"/>
                <a:ext cx="2906950" cy="584775"/>
              </a:xfrm>
              <a:prstGeom prst="rect">
                <a:avLst/>
              </a:prstGeom>
              <a:blipFill>
                <a:blip r:embed="rId5"/>
                <a:stretch>
                  <a:fillRect l="-629" t="-3125" r="-1258"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33C8E6-BBC5-FF99-A517-FA9C54E12434}"/>
                  </a:ext>
                </a:extLst>
              </p:cNvPr>
              <p:cNvSpPr txBox="1"/>
              <p:nvPr/>
            </p:nvSpPr>
            <p:spPr>
              <a:xfrm>
                <a:off x="4962357" y="5030996"/>
                <a:ext cx="22829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33C8E6-BBC5-FF99-A517-FA9C54E12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357" y="5030996"/>
                <a:ext cx="2282996" cy="338554"/>
              </a:xfrm>
              <a:prstGeom prst="rect">
                <a:avLst/>
              </a:prstGeom>
              <a:blipFill>
                <a:blip r:embed="rId6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phic 15" descr="Child with short hair">
            <a:extLst>
              <a:ext uri="{FF2B5EF4-FFF2-40B4-BE49-F238E27FC236}">
                <a16:creationId xmlns:a16="http://schemas.microsoft.com/office/drawing/2014/main" id="{AA9DF2A3-B4ED-A83C-F49A-F5C3C470E4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63167" y="1119187"/>
            <a:ext cx="581025" cy="676275"/>
          </a:xfrm>
          <a:prstGeom prst="rect">
            <a:avLst/>
          </a:prstGeom>
        </p:spPr>
      </p:pic>
      <p:pic>
        <p:nvPicPr>
          <p:cNvPr id="14" name="Graphic 13" descr="Face without mouth">
            <a:extLst>
              <a:ext uri="{FF2B5EF4-FFF2-40B4-BE49-F238E27FC236}">
                <a16:creationId xmlns:a16="http://schemas.microsoft.com/office/drawing/2014/main" id="{F6CECCA9-08EA-F52A-C71B-8E7A506DE4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77468" y="1333499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60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Arial Rounded MT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1126</Words>
  <Application>Microsoft Office PowerPoint</Application>
  <PresentationFormat>Widescreen</PresentationFormat>
  <Paragraphs>183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Arial  </vt:lpstr>
      <vt:lpstr>Arial Rounded MT Bold</vt:lpstr>
      <vt:lpstr>Cambria Math</vt:lpstr>
      <vt:lpstr>Office Theme</vt:lpstr>
      <vt:lpstr>Electronic Structure Theory</vt:lpstr>
      <vt:lpstr>Contents</vt:lpstr>
      <vt:lpstr>Atomic Units</vt:lpstr>
      <vt:lpstr>Many Body Electronic Structure Problem</vt:lpstr>
      <vt:lpstr>Born Oppenheimer Approximation</vt:lpstr>
      <vt:lpstr>Summary</vt:lpstr>
      <vt:lpstr>Electronic Structure Theory</vt:lpstr>
      <vt:lpstr>Contents</vt:lpstr>
      <vt:lpstr>Born Oppenheimer Approximation</vt:lpstr>
      <vt:lpstr>Orbitals</vt:lpstr>
      <vt:lpstr>Summary</vt:lpstr>
      <vt:lpstr>Electronic Structure Theory</vt:lpstr>
      <vt:lpstr>Contents</vt:lpstr>
      <vt:lpstr>Slater determinants</vt:lpstr>
      <vt:lpstr>Electron density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Bhowmik, Sayan</dc:creator>
  <cp:lastModifiedBy>Bhowmik, Sayan</cp:lastModifiedBy>
  <cp:revision>1</cp:revision>
  <dcterms:created xsi:type="dcterms:W3CDTF">2024-09-04T12:39:13Z</dcterms:created>
  <dcterms:modified xsi:type="dcterms:W3CDTF">2024-09-22T04:04:08Z</dcterms:modified>
</cp:coreProperties>
</file>