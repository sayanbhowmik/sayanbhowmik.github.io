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87" r:id="rId5"/>
    <p:sldId id="25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F60DB9-7A30-448C-9A2E-5F183F3B18D3}" v="2890" dt="2023-09-10T04:09:23.234"/>
    <p1510:client id="{B48CEC18-FC47-1145-A962-E2D59C8BC636}" v="1015" dt="2023-09-10T03:35:45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wmik, Sayan" userId="2b51cadb-156e-4c9a-99fc-6d2138739850" providerId="ADAL" clId="{BD092F86-898D-401C-94E0-D83539CFF1A1}"/>
    <pc:docChg chg="undo redo custSel addSld modSld modMainMaster">
      <pc:chgData name="Bhowmik, Sayan" userId="2b51cadb-156e-4c9a-99fc-6d2138739850" providerId="ADAL" clId="{BD092F86-898D-401C-94E0-D83539CFF1A1}" dt="2023-09-06T02:55:56.753" v="3241"/>
      <pc:docMkLst>
        <pc:docMk/>
      </pc:docMkLst>
      <pc:sldChg chg="modSp new mod">
        <pc:chgData name="Bhowmik, Sayan" userId="2b51cadb-156e-4c9a-99fc-6d2138739850" providerId="ADAL" clId="{BD092F86-898D-401C-94E0-D83539CFF1A1}" dt="2023-09-05T02:28:21.090" v="1947" actId="14100"/>
        <pc:sldMkLst>
          <pc:docMk/>
          <pc:sldMk cId="66441295" sldId="256"/>
        </pc:sldMkLst>
        <pc:spChg chg="mod">
          <ac:chgData name="Bhowmik, Sayan" userId="2b51cadb-156e-4c9a-99fc-6d2138739850" providerId="ADAL" clId="{BD092F86-898D-401C-94E0-D83539CFF1A1}" dt="2023-09-05T02:28:21.090" v="1947" actId="14100"/>
          <ac:spMkLst>
            <pc:docMk/>
            <pc:sldMk cId="66441295" sldId="256"/>
            <ac:spMk id="2" creationId="{4F97A301-816D-8A6D-A631-E16296CE5E17}"/>
          </ac:spMkLst>
        </pc:spChg>
        <pc:spChg chg="mod">
          <ac:chgData name="Bhowmik, Sayan" userId="2b51cadb-156e-4c9a-99fc-6d2138739850" providerId="ADAL" clId="{BD092F86-898D-401C-94E0-D83539CFF1A1}" dt="2023-09-05T02:28:17.265" v="1946" actId="14100"/>
          <ac:spMkLst>
            <pc:docMk/>
            <pc:sldMk cId="66441295" sldId="256"/>
            <ac:spMk id="3" creationId="{57677BF7-B459-0B6F-DA1B-CCE2D8E52C76}"/>
          </ac:spMkLst>
        </pc:spChg>
      </pc:sldChg>
      <pc:sldChg chg="addSp modSp new mod">
        <pc:chgData name="Bhowmik, Sayan" userId="2b51cadb-156e-4c9a-99fc-6d2138739850" providerId="ADAL" clId="{BD092F86-898D-401C-94E0-D83539CFF1A1}" dt="2023-09-05T03:36:16.466" v="2311" actId="255"/>
        <pc:sldMkLst>
          <pc:docMk/>
          <pc:sldMk cId="888638894" sldId="257"/>
        </pc:sldMkLst>
        <pc:spChg chg="mod">
          <ac:chgData name="Bhowmik, Sayan" userId="2b51cadb-156e-4c9a-99fc-6d2138739850" providerId="ADAL" clId="{BD092F86-898D-401C-94E0-D83539CFF1A1}" dt="2023-09-04T23:58:00.549" v="380" actId="20577"/>
          <ac:spMkLst>
            <pc:docMk/>
            <pc:sldMk cId="888638894" sldId="257"/>
            <ac:spMk id="2" creationId="{68F6626D-6F93-4C9A-4C5D-8E4A78FDB0F9}"/>
          </ac:spMkLst>
        </pc:spChg>
        <pc:spChg chg="mod">
          <ac:chgData name="Bhowmik, Sayan" userId="2b51cadb-156e-4c9a-99fc-6d2138739850" providerId="ADAL" clId="{BD092F86-898D-401C-94E0-D83539CFF1A1}" dt="2023-09-05T02:45:50.318" v="2014" actId="20577"/>
          <ac:spMkLst>
            <pc:docMk/>
            <pc:sldMk cId="888638894" sldId="257"/>
            <ac:spMk id="3" creationId="{3F1C08AD-0D1E-EB53-DE4F-410B11CDEC6E}"/>
          </ac:spMkLst>
        </pc:spChg>
        <pc:spChg chg="add mod">
          <ac:chgData name="Bhowmik, Sayan" userId="2b51cadb-156e-4c9a-99fc-6d2138739850" providerId="ADAL" clId="{BD092F86-898D-401C-94E0-D83539CFF1A1}" dt="2023-09-05T03:36:16.466" v="2311" actId="255"/>
          <ac:spMkLst>
            <pc:docMk/>
            <pc:sldMk cId="888638894" sldId="257"/>
            <ac:spMk id="6" creationId="{B3911CDE-62F6-DF34-95A5-5E0116320DCB}"/>
          </ac:spMkLst>
        </pc:spChg>
        <pc:picChg chg="add mod">
          <ac:chgData name="Bhowmik, Sayan" userId="2b51cadb-156e-4c9a-99fc-6d2138739850" providerId="ADAL" clId="{BD092F86-898D-401C-94E0-D83539CFF1A1}" dt="2023-09-05T02:24:03.015" v="1868" actId="1035"/>
          <ac:picMkLst>
            <pc:docMk/>
            <pc:sldMk cId="888638894" sldId="257"/>
            <ac:picMk id="5" creationId="{DD23365C-838C-C6B8-1B68-778F5F1E86F0}"/>
          </ac:picMkLst>
        </pc:picChg>
      </pc:sldChg>
      <pc:sldChg chg="addSp delSp modSp new mod modClrScheme chgLayout">
        <pc:chgData name="Bhowmik, Sayan" userId="2b51cadb-156e-4c9a-99fc-6d2138739850" providerId="ADAL" clId="{BD092F86-898D-401C-94E0-D83539CFF1A1}" dt="2023-09-05T02:33:19.121" v="1995" actId="20577"/>
        <pc:sldMkLst>
          <pc:docMk/>
          <pc:sldMk cId="436450971" sldId="258"/>
        </pc:sldMkLst>
        <pc:spChg chg="del mod ord">
          <ac:chgData name="Bhowmik, Sayan" userId="2b51cadb-156e-4c9a-99fc-6d2138739850" providerId="ADAL" clId="{BD092F86-898D-401C-94E0-D83539CFF1A1}" dt="2023-09-05T00:10:59.254" v="577" actId="700"/>
          <ac:spMkLst>
            <pc:docMk/>
            <pc:sldMk cId="436450971" sldId="258"/>
            <ac:spMk id="2" creationId="{7DD6FB81-1A0D-BE4A-252D-68178459304B}"/>
          </ac:spMkLst>
        </pc:spChg>
        <pc:spChg chg="del mod ord">
          <ac:chgData name="Bhowmik, Sayan" userId="2b51cadb-156e-4c9a-99fc-6d2138739850" providerId="ADAL" clId="{BD092F86-898D-401C-94E0-D83539CFF1A1}" dt="2023-09-05T00:10:59.254" v="577" actId="700"/>
          <ac:spMkLst>
            <pc:docMk/>
            <pc:sldMk cId="436450971" sldId="258"/>
            <ac:spMk id="3" creationId="{7A5A8F0A-441B-4E6A-756B-D3FAB4DAB960}"/>
          </ac:spMkLst>
        </pc:spChg>
        <pc:spChg chg="add mod ord">
          <ac:chgData name="Bhowmik, Sayan" userId="2b51cadb-156e-4c9a-99fc-6d2138739850" providerId="ADAL" clId="{BD092F86-898D-401C-94E0-D83539CFF1A1}" dt="2023-09-05T00:11:37.890" v="660" actId="20577"/>
          <ac:spMkLst>
            <pc:docMk/>
            <pc:sldMk cId="436450971" sldId="258"/>
            <ac:spMk id="4" creationId="{10D3EA00-66E1-B5B4-3C7A-C14DC95BD277}"/>
          </ac:spMkLst>
        </pc:spChg>
        <pc:spChg chg="add del mod ord">
          <ac:chgData name="Bhowmik, Sayan" userId="2b51cadb-156e-4c9a-99fc-6d2138739850" providerId="ADAL" clId="{BD092F86-898D-401C-94E0-D83539CFF1A1}" dt="2023-09-05T00:11:53.510" v="661" actId="931"/>
          <ac:spMkLst>
            <pc:docMk/>
            <pc:sldMk cId="436450971" sldId="258"/>
            <ac:spMk id="5" creationId="{F7F70D84-A91C-4DEE-F8ED-E02E0889BABA}"/>
          </ac:spMkLst>
        </pc:spChg>
        <pc:spChg chg="add mod ord">
          <ac:chgData name="Bhowmik, Sayan" userId="2b51cadb-156e-4c9a-99fc-6d2138739850" providerId="ADAL" clId="{BD092F86-898D-401C-94E0-D83539CFF1A1}" dt="2023-09-05T02:33:19.121" v="1995" actId="20577"/>
          <ac:spMkLst>
            <pc:docMk/>
            <pc:sldMk cId="436450971" sldId="258"/>
            <ac:spMk id="6" creationId="{FE0C308E-5206-732A-9697-47DD30643172}"/>
          </ac:spMkLst>
        </pc:spChg>
        <pc:spChg chg="add mod">
          <ac:chgData name="Bhowmik, Sayan" userId="2b51cadb-156e-4c9a-99fc-6d2138739850" providerId="ADAL" clId="{BD092F86-898D-401C-94E0-D83539CFF1A1}" dt="2023-09-05T02:25:01.989" v="1912" actId="1036"/>
          <ac:spMkLst>
            <pc:docMk/>
            <pc:sldMk cId="436450971" sldId="258"/>
            <ac:spMk id="9" creationId="{1514F45B-8D84-A643-33C8-797F11C81DA4}"/>
          </ac:spMkLst>
        </pc:spChg>
        <pc:spChg chg="add mod">
          <ac:chgData name="Bhowmik, Sayan" userId="2b51cadb-156e-4c9a-99fc-6d2138739850" providerId="ADAL" clId="{BD092F86-898D-401C-94E0-D83539CFF1A1}" dt="2023-09-05T02:25:01.989" v="1912" actId="1036"/>
          <ac:spMkLst>
            <pc:docMk/>
            <pc:sldMk cId="436450971" sldId="258"/>
            <ac:spMk id="10" creationId="{44B93278-6004-FB04-526B-9AD43B8833C4}"/>
          </ac:spMkLst>
        </pc:spChg>
        <pc:picChg chg="add mod">
          <ac:chgData name="Bhowmik, Sayan" userId="2b51cadb-156e-4c9a-99fc-6d2138739850" providerId="ADAL" clId="{BD092F86-898D-401C-94E0-D83539CFF1A1}" dt="2023-09-05T02:25:01.989" v="1912" actId="1036"/>
          <ac:picMkLst>
            <pc:docMk/>
            <pc:sldMk cId="436450971" sldId="258"/>
            <ac:picMk id="8" creationId="{A16C361C-10D2-0177-040D-C68660EB94AB}"/>
          </ac:picMkLst>
        </pc:picChg>
      </pc:sldChg>
      <pc:sldChg chg="addSp delSp modSp new mod delAnim modAnim">
        <pc:chgData name="Bhowmik, Sayan" userId="2b51cadb-156e-4c9a-99fc-6d2138739850" providerId="ADAL" clId="{BD092F86-898D-401C-94E0-D83539CFF1A1}" dt="2023-09-05T03:36:06.121" v="2310" actId="255"/>
        <pc:sldMkLst>
          <pc:docMk/>
          <pc:sldMk cId="2381963276" sldId="259"/>
        </pc:sldMkLst>
        <pc:spChg chg="mod">
          <ac:chgData name="Bhowmik, Sayan" userId="2b51cadb-156e-4c9a-99fc-6d2138739850" providerId="ADAL" clId="{BD092F86-898D-401C-94E0-D83539CFF1A1}" dt="2023-09-05T01:37:40.077" v="1073" actId="20577"/>
          <ac:spMkLst>
            <pc:docMk/>
            <pc:sldMk cId="2381963276" sldId="259"/>
            <ac:spMk id="2" creationId="{B211C037-4834-621E-3A98-47EC74E441BD}"/>
          </ac:spMkLst>
        </pc:spChg>
        <pc:spChg chg="del">
          <ac:chgData name="Bhowmik, Sayan" userId="2b51cadb-156e-4c9a-99fc-6d2138739850" providerId="ADAL" clId="{BD092F86-898D-401C-94E0-D83539CFF1A1}" dt="2023-09-05T01:53:40.022" v="1533"/>
          <ac:spMkLst>
            <pc:docMk/>
            <pc:sldMk cId="2381963276" sldId="259"/>
            <ac:spMk id="3" creationId="{34D54063-2203-A0A5-3707-2059411F3420}"/>
          </ac:spMkLst>
        </pc:spChg>
        <pc:spChg chg="mod">
          <ac:chgData name="Bhowmik, Sayan" userId="2b51cadb-156e-4c9a-99fc-6d2138739850" providerId="ADAL" clId="{BD092F86-898D-401C-94E0-D83539CFF1A1}" dt="2023-09-05T02:34:06.448" v="2001" actId="20577"/>
          <ac:spMkLst>
            <pc:docMk/>
            <pc:sldMk cId="2381963276" sldId="259"/>
            <ac:spMk id="4" creationId="{2DF41903-E67B-1F37-2062-3CA33BB1BAF4}"/>
          </ac:spMkLst>
        </pc:spChg>
        <pc:spChg chg="add del mod">
          <ac:chgData name="Bhowmik, Sayan" userId="2b51cadb-156e-4c9a-99fc-6d2138739850" providerId="ADAL" clId="{BD092F86-898D-401C-94E0-D83539CFF1A1}" dt="2023-09-05T02:00:54.381" v="1609"/>
          <ac:spMkLst>
            <pc:docMk/>
            <pc:sldMk cId="2381963276" sldId="259"/>
            <ac:spMk id="7" creationId="{2654FC39-60C1-6649-B07B-B90EA897BA56}"/>
          </ac:spMkLst>
        </pc:spChg>
        <pc:spChg chg="add mod">
          <ac:chgData name="Bhowmik, Sayan" userId="2b51cadb-156e-4c9a-99fc-6d2138739850" providerId="ADAL" clId="{BD092F86-898D-401C-94E0-D83539CFF1A1}" dt="2023-09-05T03:36:06.121" v="2310" actId="255"/>
          <ac:spMkLst>
            <pc:docMk/>
            <pc:sldMk cId="2381963276" sldId="259"/>
            <ac:spMk id="10" creationId="{102C17F0-32DD-823E-FA8B-F38AC02375EA}"/>
          </ac:spMkLst>
        </pc:spChg>
        <pc:picChg chg="add del mod">
          <ac:chgData name="Bhowmik, Sayan" userId="2b51cadb-156e-4c9a-99fc-6d2138739850" providerId="ADAL" clId="{BD092F86-898D-401C-94E0-D83539CFF1A1}" dt="2023-09-05T02:00:18.665" v="1608" actId="478"/>
          <ac:picMkLst>
            <pc:docMk/>
            <pc:sldMk cId="2381963276" sldId="259"/>
            <ac:picMk id="5" creationId="{9A8B7F79-4E81-01D8-ABD9-1656A484953E}"/>
          </ac:picMkLst>
        </pc:picChg>
        <pc:picChg chg="add mod">
          <ac:chgData name="Bhowmik, Sayan" userId="2b51cadb-156e-4c9a-99fc-6d2138739850" providerId="ADAL" clId="{BD092F86-898D-401C-94E0-D83539CFF1A1}" dt="2023-09-05T02:06:07.601" v="1684" actId="1076"/>
          <ac:picMkLst>
            <pc:docMk/>
            <pc:sldMk cId="2381963276" sldId="259"/>
            <ac:picMk id="9" creationId="{C6CD50A4-2A5F-54EE-23A8-5D1588BE73FF}"/>
          </ac:picMkLst>
        </pc:picChg>
        <pc:picChg chg="add mod">
          <ac:chgData name="Bhowmik, Sayan" userId="2b51cadb-156e-4c9a-99fc-6d2138739850" providerId="ADAL" clId="{BD092F86-898D-401C-94E0-D83539CFF1A1}" dt="2023-09-05T02:06:09.484" v="1685" actId="1076"/>
          <ac:picMkLst>
            <pc:docMk/>
            <pc:sldMk cId="2381963276" sldId="259"/>
            <ac:picMk id="12" creationId="{6AF86E8A-2B4D-852C-3D47-DFC74A607C61}"/>
          </ac:picMkLst>
        </pc:picChg>
      </pc:sldChg>
      <pc:sldChg chg="addSp delSp modSp new mod">
        <pc:chgData name="Bhowmik, Sayan" userId="2b51cadb-156e-4c9a-99fc-6d2138739850" providerId="ADAL" clId="{BD092F86-898D-401C-94E0-D83539CFF1A1}" dt="2023-09-05T03:35:59.047" v="2309" actId="255"/>
        <pc:sldMkLst>
          <pc:docMk/>
          <pc:sldMk cId="1412590480" sldId="260"/>
        </pc:sldMkLst>
        <pc:spChg chg="mod">
          <ac:chgData name="Bhowmik, Sayan" userId="2b51cadb-156e-4c9a-99fc-6d2138739850" providerId="ADAL" clId="{BD092F86-898D-401C-94E0-D83539CFF1A1}" dt="2023-09-05T02:48:29.648" v="2145" actId="1036"/>
          <ac:spMkLst>
            <pc:docMk/>
            <pc:sldMk cId="1412590480" sldId="260"/>
            <ac:spMk id="2" creationId="{15D87876-13AD-1125-6809-8A29C23607D3}"/>
          </ac:spMkLst>
        </pc:spChg>
        <pc:spChg chg="del">
          <ac:chgData name="Bhowmik, Sayan" userId="2b51cadb-156e-4c9a-99fc-6d2138739850" providerId="ADAL" clId="{BD092F86-898D-401C-94E0-D83539CFF1A1}" dt="2023-09-05T02:46:27.023" v="2031"/>
          <ac:spMkLst>
            <pc:docMk/>
            <pc:sldMk cId="1412590480" sldId="260"/>
            <ac:spMk id="3" creationId="{93447C32-B793-77E6-A9A6-0760AEFD076F}"/>
          </ac:spMkLst>
        </pc:spChg>
        <pc:spChg chg="del">
          <ac:chgData name="Bhowmik, Sayan" userId="2b51cadb-156e-4c9a-99fc-6d2138739850" providerId="ADAL" clId="{BD092F86-898D-401C-94E0-D83539CFF1A1}" dt="2023-09-05T02:46:50.457" v="2037" actId="931"/>
          <ac:spMkLst>
            <pc:docMk/>
            <pc:sldMk cId="1412590480" sldId="260"/>
            <ac:spMk id="4" creationId="{4FB08247-0AB8-BF7B-0BCF-03DE42AF0837}"/>
          </ac:spMkLst>
        </pc:spChg>
        <pc:spChg chg="add mod">
          <ac:chgData name="Bhowmik, Sayan" userId="2b51cadb-156e-4c9a-99fc-6d2138739850" providerId="ADAL" clId="{BD092F86-898D-401C-94E0-D83539CFF1A1}" dt="2023-09-05T03:35:53.385" v="2308" actId="255"/>
          <ac:spMkLst>
            <pc:docMk/>
            <pc:sldMk cId="1412590480" sldId="260"/>
            <ac:spMk id="8" creationId="{13E6BC5E-4278-C7CE-594F-C3C3BE9B5BD9}"/>
          </ac:spMkLst>
        </pc:spChg>
        <pc:spChg chg="add mod">
          <ac:chgData name="Bhowmik, Sayan" userId="2b51cadb-156e-4c9a-99fc-6d2138739850" providerId="ADAL" clId="{BD092F86-898D-401C-94E0-D83539CFF1A1}" dt="2023-09-05T03:35:59.047" v="2309" actId="255"/>
          <ac:spMkLst>
            <pc:docMk/>
            <pc:sldMk cId="1412590480" sldId="260"/>
            <ac:spMk id="9" creationId="{7DF8D116-1572-26EC-9561-32BD6C579063}"/>
          </ac:spMkLst>
        </pc:spChg>
        <pc:picChg chg="add mod">
          <ac:chgData name="Bhowmik, Sayan" userId="2b51cadb-156e-4c9a-99fc-6d2138739850" providerId="ADAL" clId="{BD092F86-898D-401C-94E0-D83539CFF1A1}" dt="2023-09-05T02:48:21.548" v="2134" actId="1036"/>
          <ac:picMkLst>
            <pc:docMk/>
            <pc:sldMk cId="1412590480" sldId="260"/>
            <ac:picMk id="5" creationId="{C702DDFE-6BDE-5EC0-52C3-BDCCB147043D}"/>
          </ac:picMkLst>
        </pc:picChg>
        <pc:picChg chg="add mod modCrop">
          <ac:chgData name="Bhowmik, Sayan" userId="2b51cadb-156e-4c9a-99fc-6d2138739850" providerId="ADAL" clId="{BD092F86-898D-401C-94E0-D83539CFF1A1}" dt="2023-09-05T02:48:21.548" v="2134" actId="1036"/>
          <ac:picMkLst>
            <pc:docMk/>
            <pc:sldMk cId="1412590480" sldId="260"/>
            <ac:picMk id="7" creationId="{4EC44041-2A26-1174-73F9-7360B634C5EB}"/>
          </ac:picMkLst>
        </pc:picChg>
      </pc:sldChg>
      <pc:sldChg chg="addSp delSp modSp new mod modClrScheme chgLayout">
        <pc:chgData name="Bhowmik, Sayan" userId="2b51cadb-156e-4c9a-99fc-6d2138739850" providerId="ADAL" clId="{BD092F86-898D-401C-94E0-D83539CFF1A1}" dt="2023-09-05T03:47:47.799" v="2787" actId="20577"/>
        <pc:sldMkLst>
          <pc:docMk/>
          <pc:sldMk cId="1491263421" sldId="261"/>
        </pc:sldMkLst>
        <pc:spChg chg="del mod ord">
          <ac:chgData name="Bhowmik, Sayan" userId="2b51cadb-156e-4c9a-99fc-6d2138739850" providerId="ADAL" clId="{BD092F86-898D-401C-94E0-D83539CFF1A1}" dt="2023-09-05T03:18:03.210" v="2154" actId="700"/>
          <ac:spMkLst>
            <pc:docMk/>
            <pc:sldMk cId="1491263421" sldId="261"/>
            <ac:spMk id="2" creationId="{7DC31205-B127-2FE3-822C-D95F28A8D7B6}"/>
          </ac:spMkLst>
        </pc:spChg>
        <pc:spChg chg="del">
          <ac:chgData name="Bhowmik, Sayan" userId="2b51cadb-156e-4c9a-99fc-6d2138739850" providerId="ADAL" clId="{BD092F86-898D-401C-94E0-D83539CFF1A1}" dt="2023-09-05T03:18:03.210" v="2154" actId="700"/>
          <ac:spMkLst>
            <pc:docMk/>
            <pc:sldMk cId="1491263421" sldId="261"/>
            <ac:spMk id="3" creationId="{DF8FB9EC-E97F-0767-F1AB-2B40E778595A}"/>
          </ac:spMkLst>
        </pc:spChg>
        <pc:spChg chg="del">
          <ac:chgData name="Bhowmik, Sayan" userId="2b51cadb-156e-4c9a-99fc-6d2138739850" providerId="ADAL" clId="{BD092F86-898D-401C-94E0-D83539CFF1A1}" dt="2023-09-05T03:18:03.210" v="2154" actId="700"/>
          <ac:spMkLst>
            <pc:docMk/>
            <pc:sldMk cId="1491263421" sldId="261"/>
            <ac:spMk id="4" creationId="{BE7FC0FA-9F21-E353-ED5F-509C8B4AB804}"/>
          </ac:spMkLst>
        </pc:spChg>
        <pc:spChg chg="add mod ord">
          <ac:chgData name="Bhowmik, Sayan" userId="2b51cadb-156e-4c9a-99fc-6d2138739850" providerId="ADAL" clId="{BD092F86-898D-401C-94E0-D83539CFF1A1}" dt="2023-09-05T03:18:47.489" v="2194" actId="1036"/>
          <ac:spMkLst>
            <pc:docMk/>
            <pc:sldMk cId="1491263421" sldId="261"/>
            <ac:spMk id="5" creationId="{71C74056-C53E-E2A7-08A8-CED8250081E3}"/>
          </ac:spMkLst>
        </pc:spChg>
        <pc:spChg chg="add mod">
          <ac:chgData name="Bhowmik, Sayan" userId="2b51cadb-156e-4c9a-99fc-6d2138739850" providerId="ADAL" clId="{BD092F86-898D-401C-94E0-D83539CFF1A1}" dt="2023-09-05T03:47:47.799" v="2787" actId="20577"/>
          <ac:spMkLst>
            <pc:docMk/>
            <pc:sldMk cId="1491263421" sldId="261"/>
            <ac:spMk id="10" creationId="{6FC3AB1B-C381-4888-3CDF-AFC19A924948}"/>
          </ac:spMkLst>
        </pc:spChg>
        <pc:spChg chg="add mod">
          <ac:chgData name="Bhowmik, Sayan" userId="2b51cadb-156e-4c9a-99fc-6d2138739850" providerId="ADAL" clId="{BD092F86-898D-401C-94E0-D83539CFF1A1}" dt="2023-09-05T03:43:34.892" v="2554" actId="207"/>
          <ac:spMkLst>
            <pc:docMk/>
            <pc:sldMk cId="1491263421" sldId="261"/>
            <ac:spMk id="13" creationId="{38605C12-3FA9-4C67-3E63-071AD6380C62}"/>
          </ac:spMkLst>
        </pc:spChg>
        <pc:picChg chg="add mod">
          <ac:chgData name="Bhowmik, Sayan" userId="2b51cadb-156e-4c9a-99fc-6d2138739850" providerId="ADAL" clId="{BD092F86-898D-401C-94E0-D83539CFF1A1}" dt="2023-09-05T03:35:42.751" v="2307" actId="1035"/>
          <ac:picMkLst>
            <pc:docMk/>
            <pc:sldMk cId="1491263421" sldId="261"/>
            <ac:picMk id="7" creationId="{D7C95C98-F95A-0581-F883-A1EAF1C27B73}"/>
          </ac:picMkLst>
        </pc:picChg>
        <pc:picChg chg="add del mod">
          <ac:chgData name="Bhowmik, Sayan" userId="2b51cadb-156e-4c9a-99fc-6d2138739850" providerId="ADAL" clId="{BD092F86-898D-401C-94E0-D83539CFF1A1}" dt="2023-09-05T03:32:50.737" v="2199" actId="478"/>
          <ac:picMkLst>
            <pc:docMk/>
            <pc:sldMk cId="1491263421" sldId="261"/>
            <ac:picMk id="9" creationId="{F1E091D1-0DBA-7289-769B-B105D576F4D6}"/>
          </ac:picMkLst>
        </pc:picChg>
        <pc:picChg chg="add del mod">
          <ac:chgData name="Bhowmik, Sayan" userId="2b51cadb-156e-4c9a-99fc-6d2138739850" providerId="ADAL" clId="{BD092F86-898D-401C-94E0-D83539CFF1A1}" dt="2023-09-05T03:46:18.711" v="2684" actId="478"/>
          <ac:picMkLst>
            <pc:docMk/>
            <pc:sldMk cId="1491263421" sldId="261"/>
            <ac:picMk id="12" creationId="{F60A583E-D725-AC0A-F828-F4D19F3543B5}"/>
          </ac:picMkLst>
        </pc:picChg>
        <pc:picChg chg="add mod">
          <ac:chgData name="Bhowmik, Sayan" userId="2b51cadb-156e-4c9a-99fc-6d2138739850" providerId="ADAL" clId="{BD092F86-898D-401C-94E0-D83539CFF1A1}" dt="2023-09-05T03:46:37.991" v="2691" actId="14100"/>
          <ac:picMkLst>
            <pc:docMk/>
            <pc:sldMk cId="1491263421" sldId="261"/>
            <ac:picMk id="15" creationId="{838ADE33-9653-8893-A2CF-C46DA722CFAA}"/>
          </ac:picMkLst>
        </pc:picChg>
      </pc:sldChg>
      <pc:sldChg chg="addSp modSp mod">
        <pc:chgData name="Bhowmik, Sayan" userId="2b51cadb-156e-4c9a-99fc-6d2138739850" providerId="ADAL" clId="{BD092F86-898D-401C-94E0-D83539CFF1A1}" dt="2023-09-06T01:50:54.135" v="3054" actId="1038"/>
        <pc:sldMkLst>
          <pc:docMk/>
          <pc:sldMk cId="1576503833" sldId="262"/>
        </pc:sldMkLst>
        <pc:spChg chg="add mod">
          <ac:chgData name="Bhowmik, Sayan" userId="2b51cadb-156e-4c9a-99fc-6d2138739850" providerId="ADAL" clId="{BD092F86-898D-401C-94E0-D83539CFF1A1}" dt="2023-09-06T01:11:36.672" v="2910" actId="255"/>
          <ac:spMkLst>
            <pc:docMk/>
            <pc:sldMk cId="1576503833" sldId="262"/>
            <ac:spMk id="3" creationId="{4277A770-EC48-0945-388D-13347702541A}"/>
          </ac:spMkLst>
        </pc:spChg>
        <pc:spChg chg="add mod">
          <ac:chgData name="Bhowmik, Sayan" userId="2b51cadb-156e-4c9a-99fc-6d2138739850" providerId="ADAL" clId="{BD092F86-898D-401C-94E0-D83539CFF1A1}" dt="2023-09-06T01:50:12.758" v="3047" actId="1037"/>
          <ac:spMkLst>
            <pc:docMk/>
            <pc:sldMk cId="1576503833" sldId="262"/>
            <ac:spMk id="4" creationId="{265D2C20-F765-3554-21BC-7025C1A1C8CE}"/>
          </ac:spMkLst>
        </pc:spChg>
        <pc:spChg chg="add mod">
          <ac:chgData name="Bhowmik, Sayan" userId="2b51cadb-156e-4c9a-99fc-6d2138739850" providerId="ADAL" clId="{BD092F86-898D-401C-94E0-D83539CFF1A1}" dt="2023-09-06T01:50:54.135" v="3054" actId="1038"/>
          <ac:spMkLst>
            <pc:docMk/>
            <pc:sldMk cId="1576503833" sldId="262"/>
            <ac:spMk id="7" creationId="{A6565D21-D707-E3DD-74B6-6F4268F04F1D}"/>
          </ac:spMkLst>
        </pc:spChg>
        <pc:picChg chg="add mod">
          <ac:chgData name="Bhowmik, Sayan" userId="2b51cadb-156e-4c9a-99fc-6d2138739850" providerId="ADAL" clId="{BD092F86-898D-401C-94E0-D83539CFF1A1}" dt="2023-09-06T01:50:21.290" v="3050" actId="1076"/>
          <ac:picMkLst>
            <pc:docMk/>
            <pc:sldMk cId="1576503833" sldId="262"/>
            <ac:picMk id="6" creationId="{45AA0FD7-E065-D77C-1EC4-366AE9258F9F}"/>
          </ac:picMkLst>
        </pc:picChg>
      </pc:sldChg>
      <pc:sldChg chg="addSp modSp new mod">
        <pc:chgData name="Bhowmik, Sayan" userId="2b51cadb-156e-4c9a-99fc-6d2138739850" providerId="ADAL" clId="{BD092F86-898D-401C-94E0-D83539CFF1A1}" dt="2023-09-06T02:52:53.382" v="3202" actId="14100"/>
        <pc:sldMkLst>
          <pc:docMk/>
          <pc:sldMk cId="1174310761" sldId="263"/>
        </pc:sldMkLst>
        <pc:spChg chg="mod">
          <ac:chgData name="Bhowmik, Sayan" userId="2b51cadb-156e-4c9a-99fc-6d2138739850" providerId="ADAL" clId="{BD092F86-898D-401C-94E0-D83539CFF1A1}" dt="2023-09-06T02:20:11.117" v="3124" actId="14100"/>
          <ac:spMkLst>
            <pc:docMk/>
            <pc:sldMk cId="1174310761" sldId="263"/>
            <ac:spMk id="2" creationId="{9880C1E6-B225-1A7E-006B-856739A2C1CC}"/>
          </ac:spMkLst>
        </pc:spChg>
        <pc:spChg chg="add mod">
          <ac:chgData name="Bhowmik, Sayan" userId="2b51cadb-156e-4c9a-99fc-6d2138739850" providerId="ADAL" clId="{BD092F86-898D-401C-94E0-D83539CFF1A1}" dt="2023-09-06T02:52:53.382" v="3202" actId="14100"/>
          <ac:spMkLst>
            <pc:docMk/>
            <pc:sldMk cId="1174310761" sldId="263"/>
            <ac:spMk id="68" creationId="{A45220B0-4816-B48F-B309-2B7667B9B264}"/>
          </ac:spMkLst>
        </pc:spChg>
        <pc:picChg chg="add mod">
          <ac:chgData name="Bhowmik, Sayan" userId="2b51cadb-156e-4c9a-99fc-6d2138739850" providerId="ADAL" clId="{BD092F86-898D-401C-94E0-D83539CFF1A1}" dt="2023-09-06T02:26:27.015" v="3157" actId="1076"/>
          <ac:picMkLst>
            <pc:docMk/>
            <pc:sldMk cId="1174310761" sldId="263"/>
            <ac:picMk id="4" creationId="{12F1CDE8-ADBD-9A05-FD17-0F4573DB80D3}"/>
          </ac:picMkLst>
        </pc:picChg>
      </pc:sldChg>
      <pc:sldChg chg="addSp modSp new mod">
        <pc:chgData name="Bhowmik, Sayan" userId="2b51cadb-156e-4c9a-99fc-6d2138739850" providerId="ADAL" clId="{BD092F86-898D-401C-94E0-D83539CFF1A1}" dt="2023-09-06T02:54:50.594" v="3235" actId="20577"/>
        <pc:sldMkLst>
          <pc:docMk/>
          <pc:sldMk cId="311871432" sldId="264"/>
        </pc:sldMkLst>
        <pc:spChg chg="mod">
          <ac:chgData name="Bhowmik, Sayan" userId="2b51cadb-156e-4c9a-99fc-6d2138739850" providerId="ADAL" clId="{BD092F86-898D-401C-94E0-D83539CFF1A1}" dt="2023-09-06T02:25:29.710" v="3148" actId="1036"/>
          <ac:spMkLst>
            <pc:docMk/>
            <pc:sldMk cId="311871432" sldId="264"/>
            <ac:spMk id="2" creationId="{82251619-FAB3-AAE8-11D7-826AC45AD5AF}"/>
          </ac:spMkLst>
        </pc:spChg>
        <pc:spChg chg="add mod">
          <ac:chgData name="Bhowmik, Sayan" userId="2b51cadb-156e-4c9a-99fc-6d2138739850" providerId="ADAL" clId="{BD092F86-898D-401C-94E0-D83539CFF1A1}" dt="2023-09-06T02:54:50.594" v="3235" actId="20577"/>
          <ac:spMkLst>
            <pc:docMk/>
            <pc:sldMk cId="311871432" sldId="264"/>
            <ac:spMk id="44" creationId="{40643FD6-B713-16E8-FE6D-FC0247CDFC40}"/>
          </ac:spMkLst>
        </pc:spChg>
        <pc:picChg chg="add mod">
          <ac:chgData name="Bhowmik, Sayan" userId="2b51cadb-156e-4c9a-99fc-6d2138739850" providerId="ADAL" clId="{BD092F86-898D-401C-94E0-D83539CFF1A1}" dt="2023-09-06T02:26:22.279" v="3156" actId="1076"/>
          <ac:picMkLst>
            <pc:docMk/>
            <pc:sldMk cId="311871432" sldId="264"/>
            <ac:picMk id="4" creationId="{B456363C-64EF-A91E-2D0F-30D1D939FA6E}"/>
          </ac:picMkLst>
        </pc:picChg>
      </pc:sldChg>
      <pc:sldChg chg="addSp modSp new mod">
        <pc:chgData name="Bhowmik, Sayan" userId="2b51cadb-156e-4c9a-99fc-6d2138739850" providerId="ADAL" clId="{BD092F86-898D-401C-94E0-D83539CFF1A1}" dt="2023-09-06T02:55:56.753" v="3241"/>
        <pc:sldMkLst>
          <pc:docMk/>
          <pc:sldMk cId="2080112632" sldId="265"/>
        </pc:sldMkLst>
        <pc:spChg chg="mod">
          <ac:chgData name="Bhowmik, Sayan" userId="2b51cadb-156e-4c9a-99fc-6d2138739850" providerId="ADAL" clId="{BD092F86-898D-401C-94E0-D83539CFF1A1}" dt="2023-09-06T02:35:48.949" v="3190" actId="20577"/>
          <ac:spMkLst>
            <pc:docMk/>
            <pc:sldMk cId="2080112632" sldId="265"/>
            <ac:spMk id="2" creationId="{8D22422E-3168-780E-C66C-70A751A642AF}"/>
          </ac:spMkLst>
        </pc:spChg>
        <pc:spChg chg="add mod">
          <ac:chgData name="Bhowmik, Sayan" userId="2b51cadb-156e-4c9a-99fc-6d2138739850" providerId="ADAL" clId="{BD092F86-898D-401C-94E0-D83539CFF1A1}" dt="2023-09-06T02:55:56.753" v="3241"/>
          <ac:spMkLst>
            <pc:docMk/>
            <pc:sldMk cId="2080112632" sldId="265"/>
            <ac:spMk id="37" creationId="{23B03C94-0919-1B78-DA0A-897E39B6D8F0}"/>
          </ac:spMkLst>
        </pc:spChg>
        <pc:picChg chg="add mod">
          <ac:chgData name="Bhowmik, Sayan" userId="2b51cadb-156e-4c9a-99fc-6d2138739850" providerId="ADAL" clId="{BD092F86-898D-401C-94E0-D83539CFF1A1}" dt="2023-09-06T02:35:36.430" v="3188" actId="1076"/>
          <ac:picMkLst>
            <pc:docMk/>
            <pc:sldMk cId="2080112632" sldId="265"/>
            <ac:picMk id="4" creationId="{44124F9F-855B-E532-1E93-4FB597CCA26F}"/>
          </ac:picMkLst>
        </pc:picChg>
      </pc:sldChg>
      <pc:sldMasterChg chg="addSp delSp modSp mod modSldLayout">
        <pc:chgData name="Bhowmik, Sayan" userId="2b51cadb-156e-4c9a-99fc-6d2138739850" providerId="ADAL" clId="{BD092F86-898D-401C-94E0-D83539CFF1A1}" dt="2023-09-05T01:44:38.882" v="1532"/>
        <pc:sldMasterMkLst>
          <pc:docMk/>
          <pc:sldMasterMk cId="3893717928" sldId="2147483648"/>
        </pc:sldMasterMkLst>
        <pc:spChg chg="mod">
          <ac:chgData name="Bhowmik, Sayan" userId="2b51cadb-156e-4c9a-99fc-6d2138739850" providerId="ADAL" clId="{BD092F86-898D-401C-94E0-D83539CFF1A1}" dt="2023-09-05T01:39:59.914" v="1119" actId="20577"/>
          <ac:spMkLst>
            <pc:docMk/>
            <pc:sldMasterMk cId="3893717928" sldId="2147483648"/>
            <ac:spMk id="4" creationId="{F5BF80D2-60D3-81C8-0A49-97A336D8BFF8}"/>
          </ac:spMkLst>
        </pc:spChg>
        <pc:spChg chg="add del mod">
          <ac:chgData name="Bhowmik, Sayan" userId="2b51cadb-156e-4c9a-99fc-6d2138739850" providerId="ADAL" clId="{BD092F86-898D-401C-94E0-D83539CFF1A1}" dt="2023-09-05T01:42:48.766" v="1510" actId="478"/>
          <ac:spMkLst>
            <pc:docMk/>
            <pc:sldMasterMk cId="3893717928" sldId="2147483648"/>
            <ac:spMk id="9" creationId="{F9B24B5C-1020-90F4-FC75-B8A0335D0BE0}"/>
          </ac:spMkLst>
        </pc:spChg>
        <pc:spChg chg="add del mod">
          <ac:chgData name="Bhowmik, Sayan" userId="2b51cadb-156e-4c9a-99fc-6d2138739850" providerId="ADAL" clId="{BD092F86-898D-401C-94E0-D83539CFF1A1}" dt="2023-09-05T01:44:23.114" v="1528" actId="21"/>
          <ac:spMkLst>
            <pc:docMk/>
            <pc:sldMasterMk cId="3893717928" sldId="2147483648"/>
            <ac:spMk id="10" creationId="{0AFCFDDF-8AAE-D08B-1CBA-43EA47E8D439}"/>
          </ac:spMkLst>
        </pc:spChg>
        <pc:picChg chg="add mod">
          <ac:chgData name="Bhowmik, Sayan" userId="2b51cadb-156e-4c9a-99fc-6d2138739850" providerId="ADAL" clId="{BD092F86-898D-401C-94E0-D83539CFF1A1}" dt="2023-09-04T23:54:33.163" v="181" actId="1035"/>
          <ac:picMkLst>
            <pc:docMk/>
            <pc:sldMasterMk cId="3893717928" sldId="2147483648"/>
            <ac:picMk id="8" creationId="{4EAD41F7-57AC-C55F-47F0-495C0051CBD6}"/>
          </ac:picMkLst>
        </pc:picChg>
        <pc:sldLayoutChg chg="modSp mod">
          <pc:chgData name="Bhowmik, Sayan" userId="2b51cadb-156e-4c9a-99fc-6d2138739850" providerId="ADAL" clId="{BD092F86-898D-401C-94E0-D83539CFF1A1}" dt="2023-09-05T01:39:23.687" v="1104" actId="20577"/>
          <pc:sldLayoutMkLst>
            <pc:docMk/>
            <pc:sldMasterMk cId="3893717928" sldId="2147483648"/>
            <pc:sldLayoutMk cId="1875458075" sldId="2147483649"/>
          </pc:sldLayoutMkLst>
          <pc:spChg chg="mod">
            <ac:chgData name="Bhowmik, Sayan" userId="2b51cadb-156e-4c9a-99fc-6d2138739850" providerId="ADAL" clId="{BD092F86-898D-401C-94E0-D83539CFF1A1}" dt="2023-09-05T01:39:23.687" v="1104" actId="20577"/>
            <ac:spMkLst>
              <pc:docMk/>
              <pc:sldMasterMk cId="3893717928" sldId="2147483648"/>
              <pc:sldLayoutMk cId="1875458075" sldId="2147483649"/>
              <ac:spMk id="4" creationId="{1E9BBB82-32BF-A4DB-11BE-CB5D3D924FA2}"/>
            </ac:spMkLst>
          </pc:spChg>
        </pc:sldLayoutChg>
        <pc:sldLayoutChg chg="addSp modSp">
          <pc:chgData name="Bhowmik, Sayan" userId="2b51cadb-156e-4c9a-99fc-6d2138739850" providerId="ADAL" clId="{BD092F86-898D-401C-94E0-D83539CFF1A1}" dt="2023-09-05T01:44:27.254" v="1529"/>
          <pc:sldLayoutMkLst>
            <pc:docMk/>
            <pc:sldMasterMk cId="3893717928" sldId="2147483648"/>
            <pc:sldLayoutMk cId="1332542118" sldId="2147483650"/>
          </pc:sldLayoutMkLst>
          <pc:spChg chg="add mod">
            <ac:chgData name="Bhowmik, Sayan" userId="2b51cadb-156e-4c9a-99fc-6d2138739850" providerId="ADAL" clId="{BD092F86-898D-401C-94E0-D83539CFF1A1}" dt="2023-09-05T01:44:27.254" v="1529"/>
            <ac:spMkLst>
              <pc:docMk/>
              <pc:sldMasterMk cId="3893717928" sldId="2147483648"/>
              <pc:sldLayoutMk cId="1332542118" sldId="2147483650"/>
              <ac:spMk id="7" creationId="{E061A1F3-2B40-5314-E3EE-C80830C0AD2C}"/>
            </ac:spMkLst>
          </pc:spChg>
        </pc:sldLayoutChg>
        <pc:sldLayoutChg chg="addSp modSp mod">
          <pc:chgData name="Bhowmik, Sayan" userId="2b51cadb-156e-4c9a-99fc-6d2138739850" providerId="ADAL" clId="{BD092F86-898D-401C-94E0-D83539CFF1A1}" dt="2023-09-05T01:44:31.476" v="1530"/>
          <pc:sldLayoutMkLst>
            <pc:docMk/>
            <pc:sldMasterMk cId="3893717928" sldId="2147483648"/>
            <pc:sldLayoutMk cId="3064499368" sldId="2147483652"/>
          </pc:sldLayoutMkLst>
          <pc:spChg chg="mod">
            <ac:chgData name="Bhowmik, Sayan" userId="2b51cadb-156e-4c9a-99fc-6d2138739850" providerId="ADAL" clId="{BD092F86-898D-401C-94E0-D83539CFF1A1}" dt="2023-09-05T01:40:40.454" v="1132" actId="20577"/>
            <ac:spMkLst>
              <pc:docMk/>
              <pc:sldMasterMk cId="3893717928" sldId="2147483648"/>
              <pc:sldLayoutMk cId="3064499368" sldId="2147483652"/>
              <ac:spMk id="5" creationId="{5014177B-0351-705B-F8A1-037079F8FF96}"/>
            </ac:spMkLst>
          </pc:spChg>
          <pc:spChg chg="add mod">
            <ac:chgData name="Bhowmik, Sayan" userId="2b51cadb-156e-4c9a-99fc-6d2138739850" providerId="ADAL" clId="{BD092F86-898D-401C-94E0-D83539CFF1A1}" dt="2023-09-05T01:44:31.476" v="1530"/>
            <ac:spMkLst>
              <pc:docMk/>
              <pc:sldMasterMk cId="3893717928" sldId="2147483648"/>
              <pc:sldLayoutMk cId="3064499368" sldId="2147483652"/>
              <ac:spMk id="8" creationId="{74A4C390-BD67-0D0F-7818-9ED449249608}"/>
            </ac:spMkLst>
          </pc:spChg>
        </pc:sldLayoutChg>
        <pc:sldLayoutChg chg="addSp modSp">
          <pc:chgData name="Bhowmik, Sayan" userId="2b51cadb-156e-4c9a-99fc-6d2138739850" providerId="ADAL" clId="{BD092F86-898D-401C-94E0-D83539CFF1A1}" dt="2023-09-05T01:44:34.384" v="1531"/>
          <pc:sldLayoutMkLst>
            <pc:docMk/>
            <pc:sldMasterMk cId="3893717928" sldId="2147483648"/>
            <pc:sldLayoutMk cId="1631833374" sldId="2147483654"/>
          </pc:sldLayoutMkLst>
          <pc:spChg chg="add mod">
            <ac:chgData name="Bhowmik, Sayan" userId="2b51cadb-156e-4c9a-99fc-6d2138739850" providerId="ADAL" clId="{BD092F86-898D-401C-94E0-D83539CFF1A1}" dt="2023-09-05T01:44:34.384" v="1531"/>
            <ac:spMkLst>
              <pc:docMk/>
              <pc:sldMasterMk cId="3893717928" sldId="2147483648"/>
              <pc:sldLayoutMk cId="1631833374" sldId="2147483654"/>
              <ac:spMk id="6" creationId="{BC8A5177-432B-2739-CB45-94D342F2CBE8}"/>
            </ac:spMkLst>
          </pc:spChg>
        </pc:sldLayoutChg>
        <pc:sldLayoutChg chg="addSp modSp">
          <pc:chgData name="Bhowmik, Sayan" userId="2b51cadb-156e-4c9a-99fc-6d2138739850" providerId="ADAL" clId="{BD092F86-898D-401C-94E0-D83539CFF1A1}" dt="2023-09-05T01:44:38.882" v="1532"/>
          <pc:sldLayoutMkLst>
            <pc:docMk/>
            <pc:sldMasterMk cId="3893717928" sldId="2147483648"/>
            <pc:sldLayoutMk cId="3415500011" sldId="2147483655"/>
          </pc:sldLayoutMkLst>
          <pc:spChg chg="add mod">
            <ac:chgData name="Bhowmik, Sayan" userId="2b51cadb-156e-4c9a-99fc-6d2138739850" providerId="ADAL" clId="{BD092F86-898D-401C-94E0-D83539CFF1A1}" dt="2023-09-05T01:44:38.882" v="1532"/>
            <ac:spMkLst>
              <pc:docMk/>
              <pc:sldMasterMk cId="3893717928" sldId="2147483648"/>
              <pc:sldLayoutMk cId="3415500011" sldId="2147483655"/>
              <ac:spMk id="5" creationId="{65F65F19-DEF1-DC6F-BF12-C2661A118680}"/>
            </ac:spMkLst>
          </pc:spChg>
        </pc:sldLayoutChg>
      </pc:sldMasterChg>
    </pc:docChg>
  </pc:docChgLst>
  <pc:docChgLst>
    <pc:chgData name="Bhowmik, Sayan" userId="2b51cadb-156e-4c9a-99fc-6d2138739850" providerId="ADAL" clId="{5EF92313-F060-BF4A-94CE-E12D1F17E8B2}"/>
    <pc:docChg chg="undo custSel modSld">
      <pc:chgData name="Bhowmik, Sayan" userId="2b51cadb-156e-4c9a-99fc-6d2138739850" providerId="ADAL" clId="{5EF92313-F060-BF4A-94CE-E12D1F17E8B2}" dt="2023-09-06T02:51:06.299" v="470"/>
      <pc:docMkLst>
        <pc:docMk/>
      </pc:docMkLst>
      <pc:sldChg chg="addSp delSp modSp">
        <pc:chgData name="Bhowmik, Sayan" userId="2b51cadb-156e-4c9a-99fc-6d2138739850" providerId="ADAL" clId="{5EF92313-F060-BF4A-94CE-E12D1F17E8B2}" dt="2023-09-06T02:50:14.819" v="447"/>
        <pc:sldMkLst>
          <pc:docMk/>
          <pc:sldMk cId="1174310761" sldId="263"/>
        </pc:sldMkLst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3" creationId="{3CC597A7-9B64-AED2-9B70-A684B3940EA1}"/>
          </ac:inkMkLst>
        </pc:inkChg>
        <pc:inkChg chg="add del">
          <ac:chgData name="Bhowmik, Sayan" userId="2b51cadb-156e-4c9a-99fc-6d2138739850" providerId="ADAL" clId="{5EF92313-F060-BF4A-94CE-E12D1F17E8B2}" dt="2023-09-06T02:21:55.156" v="4"/>
          <ac:inkMkLst>
            <pc:docMk/>
            <pc:sldMk cId="1174310761" sldId="263"/>
            <ac:inkMk id="3" creationId="{60887C2E-B544-089F-23E0-39A993294BA9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3" creationId="{E4CE757A-D0DD-1CB3-74D3-21C22FB57926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5" creationId="{18DB7EB6-B617-CAC4-85D9-6581D34237E1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5" creationId="{46622C36-AEF4-07F8-2599-145511747AC5}"/>
          </ac:inkMkLst>
        </pc:inkChg>
        <pc:inkChg chg="add del">
          <ac:chgData name="Bhowmik, Sayan" userId="2b51cadb-156e-4c9a-99fc-6d2138739850" providerId="ADAL" clId="{5EF92313-F060-BF4A-94CE-E12D1F17E8B2}" dt="2023-09-06T02:21:54.160" v="3"/>
          <ac:inkMkLst>
            <pc:docMk/>
            <pc:sldMk cId="1174310761" sldId="263"/>
            <ac:inkMk id="5" creationId="{CAAF54EF-57A8-09FE-1F3B-F6BE8053F3D9}"/>
          </ac:inkMkLst>
        </pc:inkChg>
        <pc:inkChg chg="add del reco">
          <ac:chgData name="Bhowmik, Sayan" userId="2b51cadb-156e-4c9a-99fc-6d2138739850" providerId="ADAL" clId="{5EF92313-F060-BF4A-94CE-E12D1F17E8B2}" dt="2023-09-06T02:21:54.160" v="3"/>
          <ac:inkMkLst>
            <pc:docMk/>
            <pc:sldMk cId="1174310761" sldId="263"/>
            <ac:inkMk id="6" creationId="{30187E4D-9D3D-86F2-E47E-F7B1CE8F859C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6" creationId="{61FDE408-D3B0-370A-9733-ACB77612B95C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6" creationId="{ACBFFFEA-1776-943B-8B4C-C8D6D0E15F5F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7" creationId="{887F880C-82D8-A0F1-9B4A-004E2710DC4C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7" creationId="{A26F006C-A822-F38E-F2E0-59651E400B5C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7" creationId="{CD1C3BF2-5A81-7BD0-8346-FB85BF89C13F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8" creationId="{357953A1-C901-1398-2B40-581E83C7DDFD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8" creationId="{63C02DD1-315A-DB02-7D6D-6FF2F7ACB29A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8" creationId="{76C3AD00-0213-43D0-8B3F-B1AB76F44421}"/>
          </ac:inkMkLst>
        </pc:inkChg>
        <pc:inkChg chg="add reco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9" creationId="{472EAA03-7E70-664C-D32E-5E3A66A2F424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9" creationId="{A8823AB0-4094-9FBF-7A11-C027310BE60C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9" creationId="{F70C02FB-3828-9ACD-A6A9-924E828A2B7B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10" creationId="{56B201F4-2D0B-490F-A466-1F5F14EDE147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0" creationId="{5CA858E8-CE2F-50CC-53C3-228FEF775886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0" creationId="{DCDB2519-6EB1-C965-37DC-854A815D0EB2}"/>
          </ac:inkMkLst>
        </pc:inkChg>
        <pc:inkChg chg="add del mod reco">
          <ac:chgData name="Bhowmik, Sayan" userId="2b51cadb-156e-4c9a-99fc-6d2138739850" providerId="ADAL" clId="{5EF92313-F060-BF4A-94CE-E12D1F17E8B2}" dt="2023-09-06T02:43:57.007" v="236"/>
          <ac:inkMkLst>
            <pc:docMk/>
            <pc:sldMk cId="1174310761" sldId="263"/>
            <ac:inkMk id="11" creationId="{0D569D4D-F150-F7CB-68F0-305DE021C6DA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1" creationId="{81E6FC17-BCC4-34E5-6A1A-90360B7D1F68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2" creationId="{302989A9-650C-0DFC-B15D-914CDBB7ECF4}"/>
          </ac:inkMkLst>
        </pc:inkChg>
        <pc:inkChg chg="add del mod">
          <ac:chgData name="Bhowmik, Sayan" userId="2b51cadb-156e-4c9a-99fc-6d2138739850" providerId="ADAL" clId="{5EF92313-F060-BF4A-94CE-E12D1F17E8B2}" dt="2023-09-06T02:43:57.011" v="238"/>
          <ac:inkMkLst>
            <pc:docMk/>
            <pc:sldMk cId="1174310761" sldId="263"/>
            <ac:inkMk id="12" creationId="{386E961F-967C-E392-2529-3DD5E2D4626B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3" creationId="{2ECFCB46-AA46-171F-E791-AD60B8D78F65}"/>
          </ac:inkMkLst>
        </pc:inkChg>
        <pc:inkChg chg="add del mod">
          <ac:chgData name="Bhowmik, Sayan" userId="2b51cadb-156e-4c9a-99fc-6d2138739850" providerId="ADAL" clId="{5EF92313-F060-BF4A-94CE-E12D1F17E8B2}" dt="2023-09-06T02:43:57.013" v="239"/>
          <ac:inkMkLst>
            <pc:docMk/>
            <pc:sldMk cId="1174310761" sldId="263"/>
            <ac:inkMk id="13" creationId="{57C6694E-07FA-8329-5CB5-CE003DA3746C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4" creationId="{8E4B6548-C993-C5B1-E1C6-755CAB0B5DC7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4" creationId="{E84AEC7A-8D5D-0AA6-AF37-A1731369EEA5}"/>
          </ac:inkMkLst>
        </pc:inkChg>
        <pc:inkChg chg="add del">
          <ac:chgData name="Bhowmik, Sayan" userId="2b51cadb-156e-4c9a-99fc-6d2138739850" providerId="ADAL" clId="{5EF92313-F060-BF4A-94CE-E12D1F17E8B2}" dt="2023-09-06T02:23:57.538" v="65"/>
          <ac:inkMkLst>
            <pc:docMk/>
            <pc:sldMk cId="1174310761" sldId="263"/>
            <ac:inkMk id="14" creationId="{F70CF89E-226B-7D34-14E0-DFF205CF4C36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5" creationId="{5DE68293-2DBA-1659-8A2F-1B486BD8B409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5" creationId="{929005D3-811E-7B0C-2B77-6335A119D4CE}"/>
          </ac:inkMkLst>
        </pc:inkChg>
        <pc:inkChg chg="add del">
          <ac:chgData name="Bhowmik, Sayan" userId="2b51cadb-156e-4c9a-99fc-6d2138739850" providerId="ADAL" clId="{5EF92313-F060-BF4A-94CE-E12D1F17E8B2}" dt="2023-09-06T02:23:57.538" v="65"/>
          <ac:inkMkLst>
            <pc:docMk/>
            <pc:sldMk cId="1174310761" sldId="263"/>
            <ac:inkMk id="15" creationId="{FBC834A6-DF97-BA39-9788-05617450E1F8}"/>
          </ac:inkMkLst>
        </pc:inkChg>
        <pc:inkChg chg="add del mod reco">
          <ac:chgData name="Bhowmik, Sayan" userId="2b51cadb-156e-4c9a-99fc-6d2138739850" providerId="ADAL" clId="{5EF92313-F060-BF4A-94CE-E12D1F17E8B2}" dt="2023-09-06T02:43:57.003" v="234"/>
          <ac:inkMkLst>
            <pc:docMk/>
            <pc:sldMk cId="1174310761" sldId="263"/>
            <ac:inkMk id="16" creationId="{729A0F4C-6F0D-6281-FD62-1B0F59ADD244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17" creationId="{6586146C-455F-AED8-9C14-B171337D05F7}"/>
          </ac:inkMkLst>
        </pc:inkChg>
        <pc:inkChg chg="add del">
          <ac:chgData name="Bhowmik, Sayan" userId="2b51cadb-156e-4c9a-99fc-6d2138739850" providerId="ADAL" clId="{5EF92313-F060-BF4A-94CE-E12D1F17E8B2}" dt="2023-09-06T02:23:57.538" v="65"/>
          <ac:inkMkLst>
            <pc:docMk/>
            <pc:sldMk cId="1174310761" sldId="263"/>
            <ac:inkMk id="17" creationId="{BD9E4C84-2025-BBBE-E109-22CEB9E929B0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7" creationId="{E102FE96-0DB7-E998-AC40-FB76E4318E63}"/>
          </ac:inkMkLst>
        </pc:inkChg>
        <pc:inkChg chg="add del">
          <ac:chgData name="Bhowmik, Sayan" userId="2b51cadb-156e-4c9a-99fc-6d2138739850" providerId="ADAL" clId="{5EF92313-F060-BF4A-94CE-E12D1F17E8B2}" dt="2023-09-06T02:23:57.538" v="65"/>
          <ac:inkMkLst>
            <pc:docMk/>
            <pc:sldMk cId="1174310761" sldId="263"/>
            <ac:inkMk id="18" creationId="{04B5D621-9503-E0BE-254A-8367B11C3AA4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18" creationId="{391E81DA-D551-4AB6-3DFD-DC5E05F84E8D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8" creationId="{D4DA6D66-AD20-F3C2-8254-A044B88A2E58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19" creationId="{BD8A7F65-989A-51AB-A735-E85551E221FB}"/>
          </ac:inkMkLst>
        </pc:inkChg>
        <pc:inkChg chg="add del mod reco modStrokes">
          <ac:chgData name="Bhowmik, Sayan" userId="2b51cadb-156e-4c9a-99fc-6d2138739850" providerId="ADAL" clId="{5EF92313-F060-BF4A-94CE-E12D1F17E8B2}" dt="2023-09-06T02:43:57.016" v="240"/>
          <ac:inkMkLst>
            <pc:docMk/>
            <pc:sldMk cId="1174310761" sldId="263"/>
            <ac:inkMk id="19" creationId="{DFDF36F9-1820-AFA8-1CE1-98DAC06B7D79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0" creationId="{52D08E15-CC0C-687A-499A-C09BDCC42A6A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0" creationId="{7B5EAF7B-2833-E963-CCDA-BBE81FFCC6C9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1" creationId="{2D8086F7-2380-1792-C20D-6D22AA5D08E9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1" creationId="{8F14F9BF-7F1A-F785-0F1D-57E63EBE66B7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2" creationId="{8E5BC89C-F0DE-E668-3CDC-E516C30D5A21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2" creationId="{9E494F08-F28D-494E-9B99-7E6E27B76252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3" creationId="{0EE7208C-004F-E208-6291-99DB1BA19350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3" creationId="{349554A6-2ED3-CADA-A2EC-E5672C641B5B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4" creationId="{5B7CAAF2-85A0-786B-1D33-ED949B4B70D5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4" creationId="{884247B1-32B7-7C7E-1A88-81B85A25ED8A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5" creationId="{5E46BDE8-A0E7-3E8C-173E-B1D266515A8D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5" creationId="{CBF0BBC3-1315-FD57-B384-0EC49173362B}"/>
          </ac:inkMkLst>
        </pc:inkChg>
        <pc:inkChg chg="add del reco">
          <ac:chgData name="Bhowmik, Sayan" userId="2b51cadb-156e-4c9a-99fc-6d2138739850" providerId="ADAL" clId="{5EF92313-F060-BF4A-94CE-E12D1F17E8B2}" dt="2023-09-06T02:23:46.151" v="50"/>
          <ac:inkMkLst>
            <pc:docMk/>
            <pc:sldMk cId="1174310761" sldId="263"/>
            <ac:inkMk id="26" creationId="{18458895-BC35-0F3E-8690-51D33D33D926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6" creationId="{DB794D91-3715-34D3-8F6F-34A3C6E91FE0}"/>
          </ac:inkMkLst>
        </pc:inkChg>
        <pc:inkChg chg="add del mod reco">
          <ac:chgData name="Bhowmik, Sayan" userId="2b51cadb-156e-4c9a-99fc-6d2138739850" providerId="ADAL" clId="{5EF92313-F060-BF4A-94CE-E12D1F17E8B2}" dt="2023-09-06T02:43:57" v="233"/>
          <ac:inkMkLst>
            <pc:docMk/>
            <pc:sldMk cId="1174310761" sldId="263"/>
            <ac:inkMk id="27" creationId="{F8998FE6-C92A-D025-B1C8-9C80AE1495EC}"/>
          </ac:inkMkLst>
        </pc:inkChg>
        <pc:inkChg chg="add del">
          <ac:chgData name="Bhowmik, Sayan" userId="2b51cadb-156e-4c9a-99fc-6d2138739850" providerId="ADAL" clId="{5EF92313-F060-BF4A-94CE-E12D1F17E8B2}" dt="2023-09-06T02:23:39.981" v="48"/>
          <ac:inkMkLst>
            <pc:docMk/>
            <pc:sldMk cId="1174310761" sldId="263"/>
            <ac:inkMk id="28" creationId="{48DDEF0C-6DF8-13DD-FD80-114EBEBC7D85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8" creationId="{6CC57AA1-C497-DD4B-D926-E2A0E16A41D8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9" creationId="{45171FB4-E908-8A47-04C7-763A098C3DDE}"/>
          </ac:inkMkLst>
        </pc:inkChg>
        <pc:inkChg chg="add del">
          <ac:chgData name="Bhowmik, Sayan" userId="2b51cadb-156e-4c9a-99fc-6d2138739850" providerId="ADAL" clId="{5EF92313-F060-BF4A-94CE-E12D1F17E8B2}" dt="2023-09-06T02:23:39.984" v="49"/>
          <ac:inkMkLst>
            <pc:docMk/>
            <pc:sldMk cId="1174310761" sldId="263"/>
            <ac:inkMk id="29" creationId="{8BFA735B-B9F4-CF81-E802-72314EC85F79}"/>
          </ac:inkMkLst>
        </pc:inkChg>
        <pc:inkChg chg="add reco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30" creationId="{9AD35607-0EDD-8B83-160E-A9B8793A439A}"/>
          </ac:inkMkLst>
        </pc:inkChg>
        <pc:inkChg chg="add del">
          <ac:chgData name="Bhowmik, Sayan" userId="2b51cadb-156e-4c9a-99fc-6d2138739850" providerId="ADAL" clId="{5EF92313-F060-BF4A-94CE-E12D1F17E8B2}" dt="2023-09-06T02:22:25.434" v="31"/>
          <ac:inkMkLst>
            <pc:docMk/>
            <pc:sldMk cId="1174310761" sldId="263"/>
            <ac:inkMk id="30" creationId="{D7B02EBC-4E66-2E3C-6E03-787D91F61FA3}"/>
          </ac:inkMkLst>
        </pc:inkChg>
        <pc:inkChg chg="add reco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31" creationId="{49C0FC58-E494-CF01-5467-8568F84AEC69}"/>
          </ac:inkMkLst>
        </pc:inkChg>
        <pc:inkChg chg="add del">
          <ac:chgData name="Bhowmik, Sayan" userId="2b51cadb-156e-4c9a-99fc-6d2138739850" providerId="ADAL" clId="{5EF92313-F060-BF4A-94CE-E12D1F17E8B2}" dt="2023-09-06T02:22:25.434" v="31"/>
          <ac:inkMkLst>
            <pc:docMk/>
            <pc:sldMk cId="1174310761" sldId="263"/>
            <ac:inkMk id="31" creationId="{64CE9356-6DDB-B614-1646-BD079D646856}"/>
          </ac:inkMkLst>
        </pc:inkChg>
        <pc:inkChg chg="add del">
          <ac:chgData name="Bhowmik, Sayan" userId="2b51cadb-156e-4c9a-99fc-6d2138739850" providerId="ADAL" clId="{5EF92313-F060-BF4A-94CE-E12D1F17E8B2}" dt="2023-09-06T02:22:25.434" v="31"/>
          <ac:inkMkLst>
            <pc:docMk/>
            <pc:sldMk cId="1174310761" sldId="263"/>
            <ac:inkMk id="32" creationId="{1E5A162C-C0DC-782F-9FB8-5C8DA998F38C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2" creationId="{874FCE59-55CF-EED0-9192-A94D35C9445C}"/>
          </ac:inkMkLst>
        </pc:inkChg>
        <pc:inkChg chg="add del">
          <ac:chgData name="Bhowmik, Sayan" userId="2b51cadb-156e-4c9a-99fc-6d2138739850" providerId="ADAL" clId="{5EF92313-F060-BF4A-94CE-E12D1F17E8B2}" dt="2023-09-06T02:22:25.434" v="31"/>
          <ac:inkMkLst>
            <pc:docMk/>
            <pc:sldMk cId="1174310761" sldId="263"/>
            <ac:inkMk id="33" creationId="{100B2244-EE67-21F1-E201-8CBE5D7F9706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3" creationId="{FEC0F67D-384C-29D7-EF0F-FE15056A106E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4" creationId="{A4B066EC-E479-1ED9-A017-18FF31722543}"/>
          </ac:inkMkLst>
        </pc:inkChg>
        <pc:inkChg chg="add del reco">
          <ac:chgData name="Bhowmik, Sayan" userId="2b51cadb-156e-4c9a-99fc-6d2138739850" providerId="ADAL" clId="{5EF92313-F060-BF4A-94CE-E12D1F17E8B2}" dt="2023-09-06T02:23:38.883" v="47"/>
          <ac:inkMkLst>
            <pc:docMk/>
            <pc:sldMk cId="1174310761" sldId="263"/>
            <ac:inkMk id="34" creationId="{F6E20E4A-8349-FB49-1882-DA1F3DA3B29C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5" creationId="{BBD1AC59-AC1E-DA03-FF48-7E1C3B206FBC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5" creationId="{DC03DE33-88BD-B981-5BC0-BA8F8DC5D3F3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6" creationId="{4EB2D0FB-E907-C582-C1A7-76268A388152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6" creationId="{82A85DED-E169-C6BD-2AA5-366EB2026962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7" creationId="{62920958-7660-1B22-9AF8-3A1A94B60D82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7" creationId="{E95D50A2-6AAF-EA7A-BA55-DA0719526E1C}"/>
          </ac:inkMkLst>
        </pc:inkChg>
        <pc:inkChg chg="add mod reco modStrokes">
          <ac:chgData name="Bhowmik, Sayan" userId="2b51cadb-156e-4c9a-99fc-6d2138739850" providerId="ADAL" clId="{5EF92313-F060-BF4A-94CE-E12D1F17E8B2}" dt="2023-09-06T02:45:59.864" v="320"/>
          <ac:inkMkLst>
            <pc:docMk/>
            <pc:sldMk cId="1174310761" sldId="263"/>
            <ac:inkMk id="38" creationId="{1F77B862-3F66-6AA5-4723-AB209C5DAE88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8" creationId="{692D3604-F0FA-2DA0-0F01-581FEF8C8631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9" creationId="{358CB9BB-CE9D-15FF-FEC3-685D038D2E23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39" creationId="{39ECA0DE-D7E8-9728-324F-3C116A365653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40" creationId="{32422020-8736-1B66-83E8-3A0D02CF491A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40" creationId="{BDAC6A89-22AB-68D6-E84A-43C582AA8454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41" creationId="{8D0ABB26-AFE8-D514-54B6-92986B98FB67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41" creationId="{DE933418-7B79-DC0B-4703-BF0D878C3669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42" creationId="{30DDC7DA-86E7-9257-52FD-F2523A5A2001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42" creationId="{D69C7811-BE5C-8B93-CD8A-2D5E93CD52E8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43" creationId="{0B8D1D99-F37E-3F6F-3731-5E84FC6707F1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43" creationId="{89079081-FA3B-B265-6449-8838A70ECB66}"/>
          </ac:inkMkLst>
        </pc:inkChg>
        <pc:inkChg chg="add del mod reco">
          <ac:chgData name="Bhowmik, Sayan" userId="2b51cadb-156e-4c9a-99fc-6d2138739850" providerId="ADAL" clId="{5EF92313-F060-BF4A-94CE-E12D1F17E8B2}" dt="2023-09-06T02:43:57.023" v="244"/>
          <ac:inkMkLst>
            <pc:docMk/>
            <pc:sldMk cId="1174310761" sldId="263"/>
            <ac:inkMk id="44" creationId="{22ACDED2-996A-E3F8-8460-6C3E2B985381}"/>
          </ac:inkMkLst>
        </pc:inkChg>
        <pc:inkChg chg="add del mod reco">
          <ac:chgData name="Bhowmik, Sayan" userId="2b51cadb-156e-4c9a-99fc-6d2138739850" providerId="ADAL" clId="{5EF92313-F060-BF4A-94CE-E12D1F17E8B2}" dt="2023-09-06T02:43:57.009" v="237"/>
          <ac:inkMkLst>
            <pc:docMk/>
            <pc:sldMk cId="1174310761" sldId="263"/>
            <ac:inkMk id="45" creationId="{F35D3926-2B91-D3CB-4D53-6338F61C07A4}"/>
          </ac:inkMkLst>
        </pc:inkChg>
        <pc:inkChg chg="add del mod">
          <ac:chgData name="Bhowmik, Sayan" userId="2b51cadb-156e-4c9a-99fc-6d2138739850" providerId="ADAL" clId="{5EF92313-F060-BF4A-94CE-E12D1F17E8B2}" dt="2023-09-06T02:43:57.019" v="242"/>
          <ac:inkMkLst>
            <pc:docMk/>
            <pc:sldMk cId="1174310761" sldId="263"/>
            <ac:inkMk id="46" creationId="{1074B026-68E5-1EDF-09A5-6A717D6AFBAA}"/>
          </ac:inkMkLst>
        </pc:inkChg>
        <pc:inkChg chg="add del mod">
          <ac:chgData name="Bhowmik, Sayan" userId="2b51cadb-156e-4c9a-99fc-6d2138739850" providerId="ADAL" clId="{5EF92313-F060-BF4A-94CE-E12D1F17E8B2}" dt="2023-09-06T02:43:57.018" v="241"/>
          <ac:inkMkLst>
            <pc:docMk/>
            <pc:sldMk cId="1174310761" sldId="263"/>
            <ac:inkMk id="47" creationId="{1AD6E4D3-D0D0-8D31-7A84-CD1F0C9A6C7E}"/>
          </ac:inkMkLst>
        </pc:inkChg>
        <pc:inkChg chg="add del mod">
          <ac:chgData name="Bhowmik, Sayan" userId="2b51cadb-156e-4c9a-99fc-6d2138739850" providerId="ADAL" clId="{5EF92313-F060-BF4A-94CE-E12D1F17E8B2}" dt="2023-09-06T02:43:57.021" v="243"/>
          <ac:inkMkLst>
            <pc:docMk/>
            <pc:sldMk cId="1174310761" sldId="263"/>
            <ac:inkMk id="48" creationId="{4A93A3E7-7634-3FBE-5732-F20DA14F3435}"/>
          </ac:inkMkLst>
        </pc:inkChg>
        <pc:inkChg chg="add del mod">
          <ac:chgData name="Bhowmik, Sayan" userId="2b51cadb-156e-4c9a-99fc-6d2138739850" providerId="ADAL" clId="{5EF92313-F060-BF4A-94CE-E12D1F17E8B2}" dt="2023-09-06T02:43:57.024" v="245"/>
          <ac:inkMkLst>
            <pc:docMk/>
            <pc:sldMk cId="1174310761" sldId="263"/>
            <ac:inkMk id="49" creationId="{4286AABA-2113-458E-E472-93C2FF08E081}"/>
          </ac:inkMkLst>
        </pc:inkChg>
        <pc:inkChg chg="add del mod">
          <ac:chgData name="Bhowmik, Sayan" userId="2b51cadb-156e-4c9a-99fc-6d2138739850" providerId="ADAL" clId="{5EF92313-F060-BF4A-94CE-E12D1F17E8B2}" dt="2023-09-06T02:43:57.005" v="235"/>
          <ac:inkMkLst>
            <pc:docMk/>
            <pc:sldMk cId="1174310761" sldId="263"/>
            <ac:inkMk id="50" creationId="{7FF3B36F-F634-9B4C-9C6B-ABEC44589A46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1" creationId="{780CC959-AD4A-EAB1-8EED-3603BF4D3EA5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2" creationId="{52358A40-128E-8AF1-2735-E5D5F632EAE1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3" creationId="{3B9469D6-F58C-08D0-015D-F230BF3E8F57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4" creationId="{51570C2A-2D2B-8DCB-1512-4E981F638AD9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5" creationId="{C8BEF933-3C91-791F-0F01-215299EDC265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6" creationId="{E77C0932-99CD-43F1-5B6E-54D92D46E9A6}"/>
          </ac:inkMkLst>
        </pc:inkChg>
        <pc:inkChg chg="add del">
          <ac:chgData name="Bhowmik, Sayan" userId="2b51cadb-156e-4c9a-99fc-6d2138739850" providerId="ADAL" clId="{5EF92313-F060-BF4A-94CE-E12D1F17E8B2}" dt="2023-09-06T02:43:49.921" v="232"/>
          <ac:inkMkLst>
            <pc:docMk/>
            <pc:sldMk cId="1174310761" sldId="263"/>
            <ac:inkMk id="57" creationId="{9E193192-0572-DD56-4297-4BADC08051EA}"/>
          </ac:inkMkLst>
        </pc:inkChg>
        <pc:inkChg chg="add reco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8" creationId="{3512AC52-D404-2397-0F0E-32C974DC71B4}"/>
          </ac:inkMkLst>
        </pc:inkChg>
        <pc:inkChg chg="add reco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9" creationId="{DF2BDF82-3DA8-681C-ECC7-4B164F5B6FE3}"/>
          </ac:inkMkLst>
        </pc:inkChg>
        <pc:inkChg chg="add del">
          <ac:chgData name="Bhowmik, Sayan" userId="2b51cadb-156e-4c9a-99fc-6d2138739850" providerId="ADAL" clId="{5EF92313-F060-BF4A-94CE-E12D1F17E8B2}" dt="2023-09-06T02:43:49.921" v="232"/>
          <ac:inkMkLst>
            <pc:docMk/>
            <pc:sldMk cId="1174310761" sldId="263"/>
            <ac:inkMk id="60" creationId="{15D3265D-E4D8-2C96-E859-29CDC336AAE1}"/>
          </ac:inkMkLst>
        </pc:inkChg>
        <pc:inkChg chg="add del">
          <ac:chgData name="Bhowmik, Sayan" userId="2b51cadb-156e-4c9a-99fc-6d2138739850" providerId="ADAL" clId="{5EF92313-F060-BF4A-94CE-E12D1F17E8B2}" dt="2023-09-06T02:43:49.921" v="232"/>
          <ac:inkMkLst>
            <pc:docMk/>
            <pc:sldMk cId="1174310761" sldId="263"/>
            <ac:inkMk id="61" creationId="{02E0A644-0D50-E564-6B68-C13475A5D9DD}"/>
          </ac:inkMkLst>
        </pc:inkChg>
        <pc:inkChg chg="add reco">
          <ac:chgData name="Bhowmik, Sayan" userId="2b51cadb-156e-4c9a-99fc-6d2138739850" providerId="ADAL" clId="{5EF92313-F060-BF4A-94CE-E12D1F17E8B2}" dt="2023-09-06T02:43:49.921" v="232"/>
          <ac:inkMkLst>
            <pc:docMk/>
            <pc:sldMk cId="1174310761" sldId="263"/>
            <ac:inkMk id="62" creationId="{59E0022C-A8C8-1D86-6EA4-AA720861C145}"/>
          </ac:inkMkLst>
        </pc:inkChg>
        <pc:inkChg chg="add del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3" creationId="{5976FA11-88E7-40A2-8BDB-727BB84C4254}"/>
          </ac:inkMkLst>
        </pc:inkChg>
        <pc:inkChg chg="add del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4" creationId="{224E3ED1-41AC-3FD3-F7CA-140EE7BADF40}"/>
          </ac:inkMkLst>
        </pc:inkChg>
        <pc:inkChg chg="add del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5" creationId="{B5F45BA4-6B05-9E95-3A91-A5742B10E6A8}"/>
          </ac:inkMkLst>
        </pc:inkChg>
        <pc:inkChg chg="add del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6" creationId="{4CC058D5-60C7-81FF-643A-48B57889DA92}"/>
          </ac:inkMkLst>
        </pc:inkChg>
        <pc:inkChg chg="add reco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7" creationId="{CEE17CF5-7A0A-35B1-2ADF-C230559F54D2}"/>
          </ac:inkMkLst>
        </pc:inkChg>
        <pc:inkChg chg="add del">
          <ac:chgData name="Bhowmik, Sayan" userId="2b51cadb-156e-4c9a-99fc-6d2138739850" providerId="ADAL" clId="{5EF92313-F060-BF4A-94CE-E12D1F17E8B2}" dt="2023-09-06T02:48:24.115" v="418"/>
          <ac:inkMkLst>
            <pc:docMk/>
            <pc:sldMk cId="1174310761" sldId="263"/>
            <ac:inkMk id="68" creationId="{B8B5652A-85A5-5FC1-1406-47156B286625}"/>
          </ac:inkMkLst>
        </pc:inkChg>
        <pc:inkChg chg="add del">
          <ac:chgData name="Bhowmik, Sayan" userId="2b51cadb-156e-4c9a-99fc-6d2138739850" providerId="ADAL" clId="{5EF92313-F060-BF4A-94CE-E12D1F17E8B2}" dt="2023-09-06T02:48:40.681" v="422"/>
          <ac:inkMkLst>
            <pc:docMk/>
            <pc:sldMk cId="1174310761" sldId="263"/>
            <ac:inkMk id="69" creationId="{39DF86B5-5C45-8302-56F9-4302450346A9}"/>
          </ac:inkMkLst>
        </pc:inkChg>
        <pc:inkChg chg="add del">
          <ac:chgData name="Bhowmik, Sayan" userId="2b51cadb-156e-4c9a-99fc-6d2138739850" providerId="ADAL" clId="{5EF92313-F060-BF4A-94CE-E12D1F17E8B2}" dt="2023-09-06T02:49:03.229" v="424"/>
          <ac:inkMkLst>
            <pc:docMk/>
            <pc:sldMk cId="1174310761" sldId="263"/>
            <ac:inkMk id="70" creationId="{FE603AC4-5B4E-5002-8788-58BEB4743821}"/>
          </ac:inkMkLst>
        </pc:inkChg>
        <pc:inkChg chg="add">
          <ac:chgData name="Bhowmik, Sayan" userId="2b51cadb-156e-4c9a-99fc-6d2138739850" providerId="ADAL" clId="{5EF92313-F060-BF4A-94CE-E12D1F17E8B2}" dt="2023-09-06T02:49:15.115" v="425"/>
          <ac:inkMkLst>
            <pc:docMk/>
            <pc:sldMk cId="1174310761" sldId="263"/>
            <ac:inkMk id="71" creationId="{635B1C23-6D6C-06B6-E1BF-65C47809BB66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2" creationId="{D50EB90E-18A5-991B-DC3E-1E76A8EBC94A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3" creationId="{2A3B0A39-7CF5-6745-5489-B373B62145AB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4" creationId="{C56AAB8F-940B-A83D-DE5B-F5151E78340A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5" creationId="{E02CA42B-C1F2-4915-695C-282B5E54FF10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6" creationId="{993B0B25-A971-D0D9-52DB-453693BD5FBE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7" creationId="{A159D940-AD53-647B-B743-A1CBF0175BCB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8" creationId="{76720C78-8D77-AFF0-5DA3-81C85F918EB7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9" creationId="{8DBE3EF7-39A5-4B3D-6817-96794966E1E3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0" creationId="{353CD1BF-7BB2-59EE-99C0-2CC1F697CEAC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1" creationId="{496A9455-F690-9E41-6329-C6659F3D7F3C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2" creationId="{33B567DD-F4FE-B3D3-377A-31D5176A34B9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3" creationId="{162AB8D3-EFDD-55D6-5EAC-47D76EB2E6D8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4" creationId="{CED4B288-4C1E-50C6-A2E3-69C7A4774F31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5" creationId="{DCCF91F2-3FB6-5431-A02A-522759CB9217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6" creationId="{11515240-8081-C18B-0502-AE3BE18483BB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7" creationId="{AE1C56FA-CC7E-28AC-3A9C-DFF3B1576DFD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8" creationId="{965E1393-DA18-0E4C-140F-C6E42A158A09}"/>
          </ac:inkMkLst>
        </pc:inkChg>
        <pc:inkChg chg="add reco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9" creationId="{4BBA2134-5A19-6FAA-021C-ECB4B8F9C23A}"/>
          </ac:inkMkLst>
        </pc:inkChg>
      </pc:sldChg>
      <pc:sldChg chg="addSp delSp">
        <pc:chgData name="Bhowmik, Sayan" userId="2b51cadb-156e-4c9a-99fc-6d2138739850" providerId="ADAL" clId="{5EF92313-F060-BF4A-94CE-E12D1F17E8B2}" dt="2023-09-06T02:49:24.946" v="428"/>
        <pc:sldMkLst>
          <pc:docMk/>
          <pc:sldMk cId="311871432" sldId="264"/>
        </pc:sldMkLst>
        <pc:inkChg chg="add del">
          <ac:chgData name="Bhowmik, Sayan" userId="2b51cadb-156e-4c9a-99fc-6d2138739850" providerId="ADAL" clId="{5EF92313-F060-BF4A-94CE-E12D1F17E8B2}" dt="2023-09-06T02:29:15.517" v="106"/>
          <ac:inkMkLst>
            <pc:docMk/>
            <pc:sldMk cId="311871432" sldId="264"/>
            <ac:inkMk id="3" creationId="{4AEBBE3D-1C91-3A6F-1533-64A87E114D33}"/>
          </ac:inkMkLst>
        </pc:inkChg>
        <pc:inkChg chg="add del">
          <ac:chgData name="Bhowmik, Sayan" userId="2b51cadb-156e-4c9a-99fc-6d2138739850" providerId="ADAL" clId="{5EF92313-F060-BF4A-94CE-E12D1F17E8B2}" dt="2023-09-06T02:29:15.116" v="105"/>
          <ac:inkMkLst>
            <pc:docMk/>
            <pc:sldMk cId="311871432" sldId="264"/>
            <ac:inkMk id="5" creationId="{F4ADE27B-0E7D-0CA8-D17E-813AE524A765}"/>
          </ac:inkMkLst>
        </pc:inkChg>
        <pc:inkChg chg="add del">
          <ac:chgData name="Bhowmik, Sayan" userId="2b51cadb-156e-4c9a-99fc-6d2138739850" providerId="ADAL" clId="{5EF92313-F060-BF4A-94CE-E12D1F17E8B2}" dt="2023-09-06T02:29:14.418" v="104"/>
          <ac:inkMkLst>
            <pc:docMk/>
            <pc:sldMk cId="311871432" sldId="264"/>
            <ac:inkMk id="6" creationId="{26D6C421-947D-DD0E-5F1F-68E11746B927}"/>
          </ac:inkMkLst>
        </pc:inkChg>
        <pc:inkChg chg="add del">
          <ac:chgData name="Bhowmik, Sayan" userId="2b51cadb-156e-4c9a-99fc-6d2138739850" providerId="ADAL" clId="{5EF92313-F060-BF4A-94CE-E12D1F17E8B2}" dt="2023-09-06T02:29:14.002" v="103"/>
          <ac:inkMkLst>
            <pc:docMk/>
            <pc:sldMk cId="311871432" sldId="264"/>
            <ac:inkMk id="7" creationId="{345B7703-D907-71A4-1071-FCEF3DAFAF07}"/>
          </ac:inkMkLst>
        </pc:inkChg>
        <pc:inkChg chg="add del">
          <ac:chgData name="Bhowmik, Sayan" userId="2b51cadb-156e-4c9a-99fc-6d2138739850" providerId="ADAL" clId="{5EF92313-F060-BF4A-94CE-E12D1F17E8B2}" dt="2023-09-06T02:29:13.652" v="102"/>
          <ac:inkMkLst>
            <pc:docMk/>
            <pc:sldMk cId="311871432" sldId="264"/>
            <ac:inkMk id="8" creationId="{7649143B-817C-2501-A91B-C135B3102713}"/>
          </ac:inkMkLst>
        </pc:inkChg>
        <pc:inkChg chg="add del">
          <ac:chgData name="Bhowmik, Sayan" userId="2b51cadb-156e-4c9a-99fc-6d2138739850" providerId="ADAL" clId="{5EF92313-F060-BF4A-94CE-E12D1F17E8B2}" dt="2023-09-06T02:29:12.744" v="101"/>
          <ac:inkMkLst>
            <pc:docMk/>
            <pc:sldMk cId="311871432" sldId="264"/>
            <ac:inkMk id="9" creationId="{784007A3-E3FE-589A-10E6-5517D995757A}"/>
          </ac:inkMkLst>
        </pc:inkChg>
        <pc:inkChg chg="add del reco">
          <ac:chgData name="Bhowmik, Sayan" userId="2b51cadb-156e-4c9a-99fc-6d2138739850" providerId="ADAL" clId="{5EF92313-F060-BF4A-94CE-E12D1F17E8B2}" dt="2023-09-06T02:29:12.744" v="101"/>
          <ac:inkMkLst>
            <pc:docMk/>
            <pc:sldMk cId="311871432" sldId="264"/>
            <ac:inkMk id="10" creationId="{35FB9CBC-4B4A-08E4-BE91-12263A743557}"/>
          </ac:inkMkLst>
        </pc:inkChg>
        <pc:inkChg chg="add del">
          <ac:chgData name="Bhowmik, Sayan" userId="2b51cadb-156e-4c9a-99fc-6d2138739850" providerId="ADAL" clId="{5EF92313-F060-BF4A-94CE-E12D1F17E8B2}" dt="2023-09-06T02:29:20.379" v="111"/>
          <ac:inkMkLst>
            <pc:docMk/>
            <pc:sldMk cId="311871432" sldId="264"/>
            <ac:inkMk id="11" creationId="{CA591EAB-BA1E-7ECC-8E28-CD8A0E1567D9}"/>
          </ac:inkMkLst>
        </pc:inkChg>
        <pc:inkChg chg="add del">
          <ac:chgData name="Bhowmik, Sayan" userId="2b51cadb-156e-4c9a-99fc-6d2138739850" providerId="ADAL" clId="{5EF92313-F060-BF4A-94CE-E12D1F17E8B2}" dt="2023-09-06T02:29:20.379" v="111"/>
          <ac:inkMkLst>
            <pc:docMk/>
            <pc:sldMk cId="311871432" sldId="264"/>
            <ac:inkMk id="12" creationId="{4FD18F96-3A19-48A6-6DF7-CF4BD275EC1A}"/>
          </ac:inkMkLst>
        </pc:inkChg>
        <pc:inkChg chg="add del">
          <ac:chgData name="Bhowmik, Sayan" userId="2b51cadb-156e-4c9a-99fc-6d2138739850" providerId="ADAL" clId="{5EF92313-F060-BF4A-94CE-E12D1F17E8B2}" dt="2023-09-06T02:29:20.379" v="111"/>
          <ac:inkMkLst>
            <pc:docMk/>
            <pc:sldMk cId="311871432" sldId="264"/>
            <ac:inkMk id="13" creationId="{B06FFF0F-47E9-F5DD-0E5F-C0FAF35019AF}"/>
          </ac:inkMkLst>
        </pc:inkChg>
        <pc:inkChg chg="add del">
          <ac:chgData name="Bhowmik, Sayan" userId="2b51cadb-156e-4c9a-99fc-6d2138739850" providerId="ADAL" clId="{5EF92313-F060-BF4A-94CE-E12D1F17E8B2}" dt="2023-09-06T02:29:20.379" v="111"/>
          <ac:inkMkLst>
            <pc:docMk/>
            <pc:sldMk cId="311871432" sldId="264"/>
            <ac:inkMk id="14" creationId="{D9097646-1988-B209-A404-A089A77772B3}"/>
          </ac:inkMkLst>
        </pc:inkChg>
        <pc:inkChg chg="add del reco">
          <ac:chgData name="Bhowmik, Sayan" userId="2b51cadb-156e-4c9a-99fc-6d2138739850" providerId="ADAL" clId="{5EF92313-F060-BF4A-94CE-E12D1F17E8B2}" dt="2023-09-06T02:45:33.350" v="305"/>
          <ac:inkMkLst>
            <pc:docMk/>
            <pc:sldMk cId="311871432" sldId="264"/>
            <ac:inkMk id="15" creationId="{C405BA6B-FD3B-13E2-A145-6F2C0F3F6DD8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16" creationId="{852FE2B0-4247-04AE-A272-D530963EE6D9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17" creationId="{75C448B1-DFF3-A40D-5D17-05EFBAF799ED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18" creationId="{98A36F75-77BF-AADD-4103-0DB2EBC6A8AF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19" creationId="{882327D8-94E8-A5D6-38A5-C4E8E07EA77A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20" creationId="{A2E0ECE5-45D3-4872-FBAB-6949915E32A0}"/>
          </ac:inkMkLst>
        </pc:inkChg>
        <pc:inkChg chg="add del reco">
          <ac:chgData name="Bhowmik, Sayan" userId="2b51cadb-156e-4c9a-99fc-6d2138739850" providerId="ADAL" clId="{5EF92313-F060-BF4A-94CE-E12D1F17E8B2}" dt="2023-09-06T02:45:33.375" v="319"/>
          <ac:inkMkLst>
            <pc:docMk/>
            <pc:sldMk cId="311871432" sldId="264"/>
            <ac:inkMk id="21" creationId="{F7DC6617-A3DF-7AD0-30EC-509D5A5EAA1F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2" creationId="{F9B85369-2B53-21E4-C01E-4E5DAFE6A09B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3" creationId="{14A54B4F-4001-4A87-18EF-AC5DB6D38A31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4" creationId="{EC10C623-103C-7D06-BDBD-4F0DB6F6B673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5" creationId="{4D488F1E-EE6E-1BE9-2790-92911FEDCB48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6" creationId="{032A0C9C-7D1B-190B-5EFC-62AC9F5CBCF3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7" creationId="{02B41424-78CA-F89F-00B2-718D829A3222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8" creationId="{E5F8AAFD-CE52-8571-3401-7B4A166C40A7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9" creationId="{DE87E0EA-FC3E-DCF7-9143-0830294D50CE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0" creationId="{354A16DA-5856-B600-4CCD-9FCBF9D1A2BD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1" creationId="{7B7BF42C-71BF-6F85-2CB8-FAB273C6833C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2" creationId="{A4CF5CFC-4DEF-F6C6-7736-FD79CE938FAC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3" creationId="{9F42672E-55D0-D99E-A7EF-BEBF030F4D79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4" creationId="{1791B997-C683-7FB2-B2DD-BF2D04F6E70B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5" creationId="{F5FBB5CF-D0E5-44E5-0D12-7EE3D7D26BE2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6" creationId="{BAD6826C-6C0B-473F-24BD-78682F24655C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7" creationId="{C6E971E9-8912-B83C-7D43-046C4B6A250A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8" creationId="{856B7C17-EC0D-B949-E447-4D97C6C28372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9" creationId="{75DB1A80-9934-6CDF-1B9D-FDAA5078F4EB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40" creationId="{8725C1D7-16B5-780F-25D6-52872D8ABEE9}"/>
          </ac:inkMkLst>
        </pc:inkChg>
        <pc:inkChg chg="add del reco">
          <ac:chgData name="Bhowmik, Sayan" userId="2b51cadb-156e-4c9a-99fc-6d2138739850" providerId="ADAL" clId="{5EF92313-F060-BF4A-94CE-E12D1F17E8B2}" dt="2023-09-06T02:30:02.972" v="138"/>
          <ac:inkMkLst>
            <pc:docMk/>
            <pc:sldMk cId="311871432" sldId="264"/>
            <ac:inkMk id="41" creationId="{E10D1959-A62C-D788-D870-E90DA5CD8D16}"/>
          </ac:inkMkLst>
        </pc:inkChg>
        <pc:inkChg chg="add del reco">
          <ac:chgData name="Bhowmik, Sayan" userId="2b51cadb-156e-4c9a-99fc-6d2138739850" providerId="ADAL" clId="{5EF92313-F060-BF4A-94CE-E12D1F17E8B2}" dt="2023-09-06T02:30:02.974" v="139"/>
          <ac:inkMkLst>
            <pc:docMk/>
            <pc:sldMk cId="311871432" sldId="264"/>
            <ac:inkMk id="42" creationId="{EE6258B7-ED9F-E877-CA8F-6AEB36CCF0E7}"/>
          </ac:inkMkLst>
        </pc:inkChg>
        <pc:inkChg chg="add del reco">
          <ac:chgData name="Bhowmik, Sayan" userId="2b51cadb-156e-4c9a-99fc-6d2138739850" providerId="ADAL" clId="{5EF92313-F060-BF4A-94CE-E12D1F17E8B2}" dt="2023-09-06T02:30:02.977" v="140"/>
          <ac:inkMkLst>
            <pc:docMk/>
            <pc:sldMk cId="311871432" sldId="264"/>
            <ac:inkMk id="43" creationId="{B0F03759-630D-F2C6-AA24-D98B21980537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4" creationId="{54D41647-E4F3-FCBC-9474-65663E12981C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5" creationId="{447D3566-909F-9341-F866-585C82D35FE3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6" creationId="{7FB87951-7546-8722-0683-EF159A9B3BB1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7" creationId="{CEFE92EA-57EB-40BB-C71D-80025B81D328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8" creationId="{233CF53E-FC0B-DB51-F58B-A1E512DCF3A4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9" creationId="{551BB0DB-95EF-58D4-7785-5CF9A6AD896C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0" creationId="{4F2D8BDF-AA48-22B9-C683-5DD6525F8A88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1" creationId="{7EE8B799-0DF6-FAC0-D380-E838321F3A3F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2" creationId="{F94695F3-A203-9CE7-DB45-EE1BE8D6A571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3" creationId="{03AD7557-E106-B2F9-84F2-A4E048FF3599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4" creationId="{D05F052E-3255-5D98-3483-F0AC06FB35EB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5" creationId="{91518C16-F20A-6CFD-59A2-BF64F22306D3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6" creationId="{6451B203-B31A-3A7F-FD3F-F63D87F50CD3}"/>
          </ac:inkMkLst>
        </pc:inkChg>
        <pc:inkChg chg="add del reco">
          <ac:chgData name="Bhowmik, Sayan" userId="2b51cadb-156e-4c9a-99fc-6d2138739850" providerId="ADAL" clId="{5EF92313-F060-BF4A-94CE-E12D1F17E8B2}" dt="2023-09-06T02:45:33.353" v="306"/>
          <ac:inkMkLst>
            <pc:docMk/>
            <pc:sldMk cId="311871432" sldId="264"/>
            <ac:inkMk id="57" creationId="{541A0763-E837-6AE8-5F96-597EC4D8CCB4}"/>
          </ac:inkMkLst>
        </pc:inkChg>
        <pc:inkChg chg="add del reco">
          <ac:chgData name="Bhowmik, Sayan" userId="2b51cadb-156e-4c9a-99fc-6d2138739850" providerId="ADAL" clId="{5EF92313-F060-BF4A-94CE-E12D1F17E8B2}" dt="2023-09-06T02:45:33.369" v="315"/>
          <ac:inkMkLst>
            <pc:docMk/>
            <pc:sldMk cId="311871432" sldId="264"/>
            <ac:inkMk id="58" creationId="{5DD94BC9-70F8-DEB6-38A8-20C9D57189E4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59" creationId="{871BC71C-47BC-1822-0ED7-A27E3F01B68B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0" creationId="{274FB1B4-51E0-669C-ACF2-F0BF20F08E5B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1" creationId="{6FBB7FD8-DDB8-301E-215E-CE986F994426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2" creationId="{CD614220-D859-B4B8-50E9-E3C280AB6956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3" creationId="{C5EBFD0A-A420-B320-C704-E321E66C0962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4" creationId="{6CB7BCB5-D2F1-26DC-7D08-56BE12C82FFA}"/>
          </ac:inkMkLst>
        </pc:inkChg>
        <pc:inkChg chg="add del reco">
          <ac:chgData name="Bhowmik, Sayan" userId="2b51cadb-156e-4c9a-99fc-6d2138739850" providerId="ADAL" clId="{5EF92313-F060-BF4A-94CE-E12D1F17E8B2}" dt="2023-09-06T02:45:33.368" v="314"/>
          <ac:inkMkLst>
            <pc:docMk/>
            <pc:sldMk cId="311871432" sldId="264"/>
            <ac:inkMk id="65" creationId="{8ED7389D-E3C9-31BC-1558-D2EA0DC31F46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66" creationId="{9BB40A2B-4070-D35F-6CA7-5F83AC56942E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67" creationId="{8AD55B14-CF3E-ED73-26E3-7C9628FAA1A2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68" creationId="{65BE410F-8848-C7AA-2BAF-1B853A22D115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69" creationId="{A8FCF565-B2B5-A550-447F-07EE10A2458F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0" creationId="{B098B385-34AF-7C2C-3A8E-EF0213755CD4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1" creationId="{A0FCD340-84CF-E584-5E01-53D5FA46FD8E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2" creationId="{6B838754-0A22-9E88-9C80-198B59A2BF8E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3" creationId="{F67056EE-9F05-AE96-55A3-609D15D4C680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4" creationId="{901EFC17-A3FD-5490-A3D7-7CBA58D960A5}"/>
          </ac:inkMkLst>
        </pc:inkChg>
        <pc:inkChg chg="add del">
          <ac:chgData name="Bhowmik, Sayan" userId="2b51cadb-156e-4c9a-99fc-6d2138739850" providerId="ADAL" clId="{5EF92313-F060-BF4A-94CE-E12D1F17E8B2}" dt="2023-09-06T02:45:33.366" v="313"/>
          <ac:inkMkLst>
            <pc:docMk/>
            <pc:sldMk cId="311871432" sldId="264"/>
            <ac:inkMk id="75" creationId="{B773203D-904D-1887-7480-DA1618067463}"/>
          </ac:inkMkLst>
        </pc:inkChg>
        <pc:inkChg chg="add del">
          <ac:chgData name="Bhowmik, Sayan" userId="2b51cadb-156e-4c9a-99fc-6d2138739850" providerId="ADAL" clId="{5EF92313-F060-BF4A-94CE-E12D1F17E8B2}" dt="2023-09-06T02:45:33.363" v="311"/>
          <ac:inkMkLst>
            <pc:docMk/>
            <pc:sldMk cId="311871432" sldId="264"/>
            <ac:inkMk id="76" creationId="{51C1ECCA-0DE0-94E6-CA10-D500F5CCA103}"/>
          </ac:inkMkLst>
        </pc:inkChg>
        <pc:inkChg chg="add del reco">
          <ac:chgData name="Bhowmik, Sayan" userId="2b51cadb-156e-4c9a-99fc-6d2138739850" providerId="ADAL" clId="{5EF92313-F060-BF4A-94CE-E12D1F17E8B2}" dt="2023-09-06T02:45:33.374" v="318"/>
          <ac:inkMkLst>
            <pc:docMk/>
            <pc:sldMk cId="311871432" sldId="264"/>
            <ac:inkMk id="77" creationId="{B5F53E6E-5032-E349-9F28-5076BAD5FAAE}"/>
          </ac:inkMkLst>
        </pc:inkChg>
        <pc:inkChg chg="add del">
          <ac:chgData name="Bhowmik, Sayan" userId="2b51cadb-156e-4c9a-99fc-6d2138739850" providerId="ADAL" clId="{5EF92313-F060-BF4A-94CE-E12D1F17E8B2}" dt="2023-09-06T02:30:37.869" v="176"/>
          <ac:inkMkLst>
            <pc:docMk/>
            <pc:sldMk cId="311871432" sldId="264"/>
            <ac:inkMk id="78" creationId="{814A51D5-47FB-AC4F-702F-ACB806BA207F}"/>
          </ac:inkMkLst>
        </pc:inkChg>
        <pc:inkChg chg="add del">
          <ac:chgData name="Bhowmik, Sayan" userId="2b51cadb-156e-4c9a-99fc-6d2138739850" providerId="ADAL" clId="{5EF92313-F060-BF4A-94CE-E12D1F17E8B2}" dt="2023-09-06T02:30:37.869" v="176"/>
          <ac:inkMkLst>
            <pc:docMk/>
            <pc:sldMk cId="311871432" sldId="264"/>
            <ac:inkMk id="79" creationId="{7B85DABC-34E9-A4C9-913B-018F8EF5FF40}"/>
          </ac:inkMkLst>
        </pc:inkChg>
        <pc:inkChg chg="add del reco">
          <ac:chgData name="Bhowmik, Sayan" userId="2b51cadb-156e-4c9a-99fc-6d2138739850" providerId="ADAL" clId="{5EF92313-F060-BF4A-94CE-E12D1F17E8B2}" dt="2023-09-06T02:45:33.357" v="308"/>
          <ac:inkMkLst>
            <pc:docMk/>
            <pc:sldMk cId="311871432" sldId="264"/>
            <ac:inkMk id="80" creationId="{3C75A6A3-3E25-DF38-44A2-5F476D3B0541}"/>
          </ac:inkMkLst>
        </pc:inkChg>
        <pc:inkChg chg="add del">
          <ac:chgData name="Bhowmik, Sayan" userId="2b51cadb-156e-4c9a-99fc-6d2138739850" providerId="ADAL" clId="{5EF92313-F060-BF4A-94CE-E12D1F17E8B2}" dt="2023-09-06T02:45:33.359" v="309"/>
          <ac:inkMkLst>
            <pc:docMk/>
            <pc:sldMk cId="311871432" sldId="264"/>
            <ac:inkMk id="81" creationId="{CAC28126-ADD9-C9BC-AF85-3A7C4A4E26CD}"/>
          </ac:inkMkLst>
        </pc:inkChg>
        <pc:inkChg chg="add del">
          <ac:chgData name="Bhowmik, Sayan" userId="2b51cadb-156e-4c9a-99fc-6d2138739850" providerId="ADAL" clId="{5EF92313-F060-BF4A-94CE-E12D1F17E8B2}" dt="2023-09-06T02:30:41.081" v="182"/>
          <ac:inkMkLst>
            <pc:docMk/>
            <pc:sldMk cId="311871432" sldId="264"/>
            <ac:inkMk id="82" creationId="{D9155D91-73B0-B7F5-C999-CDD0A6070E9D}"/>
          </ac:inkMkLst>
        </pc:inkChg>
        <pc:inkChg chg="add del">
          <ac:chgData name="Bhowmik, Sayan" userId="2b51cadb-156e-4c9a-99fc-6d2138739850" providerId="ADAL" clId="{5EF92313-F060-BF4A-94CE-E12D1F17E8B2}" dt="2023-09-06T02:30:41.081" v="182"/>
          <ac:inkMkLst>
            <pc:docMk/>
            <pc:sldMk cId="311871432" sldId="264"/>
            <ac:inkMk id="83" creationId="{CB7C722A-BC7F-44BF-A859-083935246831}"/>
          </ac:inkMkLst>
        </pc:inkChg>
        <pc:inkChg chg="add del">
          <ac:chgData name="Bhowmik, Sayan" userId="2b51cadb-156e-4c9a-99fc-6d2138739850" providerId="ADAL" clId="{5EF92313-F060-BF4A-94CE-E12D1F17E8B2}" dt="2023-09-06T02:30:41.081" v="182"/>
          <ac:inkMkLst>
            <pc:docMk/>
            <pc:sldMk cId="311871432" sldId="264"/>
            <ac:inkMk id="84" creationId="{180F522B-ACD2-74FB-6C9A-8836B6B0B248}"/>
          </ac:inkMkLst>
        </pc:inkChg>
        <pc:inkChg chg="add del">
          <ac:chgData name="Bhowmik, Sayan" userId="2b51cadb-156e-4c9a-99fc-6d2138739850" providerId="ADAL" clId="{5EF92313-F060-BF4A-94CE-E12D1F17E8B2}" dt="2023-09-06T02:30:41.081" v="182"/>
          <ac:inkMkLst>
            <pc:docMk/>
            <pc:sldMk cId="311871432" sldId="264"/>
            <ac:inkMk id="85" creationId="{84859C41-6EE8-1105-6D8F-3EAA0DFB43E5}"/>
          </ac:inkMkLst>
        </pc:inkChg>
        <pc:inkChg chg="add del reco">
          <ac:chgData name="Bhowmik, Sayan" userId="2b51cadb-156e-4c9a-99fc-6d2138739850" providerId="ADAL" clId="{5EF92313-F060-BF4A-94CE-E12D1F17E8B2}" dt="2023-09-06T02:45:33.361" v="310"/>
          <ac:inkMkLst>
            <pc:docMk/>
            <pc:sldMk cId="311871432" sldId="264"/>
            <ac:inkMk id="86" creationId="{C30F5964-F12D-D601-84FE-C3727A51138E}"/>
          </ac:inkMkLst>
        </pc:inkChg>
        <pc:inkChg chg="add del reco">
          <ac:chgData name="Bhowmik, Sayan" userId="2b51cadb-156e-4c9a-99fc-6d2138739850" providerId="ADAL" clId="{5EF92313-F060-BF4A-94CE-E12D1F17E8B2}" dt="2023-09-06T02:45:33.364" v="312"/>
          <ac:inkMkLst>
            <pc:docMk/>
            <pc:sldMk cId="311871432" sldId="264"/>
            <ac:inkMk id="87" creationId="{87255508-B08A-5336-5917-54EFB2A2C663}"/>
          </ac:inkMkLst>
        </pc:inkChg>
        <pc:inkChg chg="add del">
          <ac:chgData name="Bhowmik, Sayan" userId="2b51cadb-156e-4c9a-99fc-6d2138739850" providerId="ADAL" clId="{5EF92313-F060-BF4A-94CE-E12D1F17E8B2}" dt="2023-09-06T02:30:45.269" v="186"/>
          <ac:inkMkLst>
            <pc:docMk/>
            <pc:sldMk cId="311871432" sldId="264"/>
            <ac:inkMk id="88" creationId="{FC47E8C3-8C18-D4BB-BB7C-F6075A2752D8}"/>
          </ac:inkMkLst>
        </pc:inkChg>
        <pc:inkChg chg="add del">
          <ac:chgData name="Bhowmik, Sayan" userId="2b51cadb-156e-4c9a-99fc-6d2138739850" providerId="ADAL" clId="{5EF92313-F060-BF4A-94CE-E12D1F17E8B2}" dt="2023-09-06T02:30:45.269" v="186"/>
          <ac:inkMkLst>
            <pc:docMk/>
            <pc:sldMk cId="311871432" sldId="264"/>
            <ac:inkMk id="89" creationId="{90362FED-B064-8EA6-D0D2-AC64CFCD9814}"/>
          </ac:inkMkLst>
        </pc:inkChg>
        <pc:inkChg chg="add del">
          <ac:chgData name="Bhowmik, Sayan" userId="2b51cadb-156e-4c9a-99fc-6d2138739850" providerId="ADAL" clId="{5EF92313-F060-BF4A-94CE-E12D1F17E8B2}" dt="2023-09-06T02:30:45.269" v="186"/>
          <ac:inkMkLst>
            <pc:docMk/>
            <pc:sldMk cId="311871432" sldId="264"/>
            <ac:inkMk id="90" creationId="{9EB93F87-ED99-150C-500C-DC936442E882}"/>
          </ac:inkMkLst>
        </pc:inkChg>
        <pc:inkChg chg="add del reco">
          <ac:chgData name="Bhowmik, Sayan" userId="2b51cadb-156e-4c9a-99fc-6d2138739850" providerId="ADAL" clId="{5EF92313-F060-BF4A-94CE-E12D1F17E8B2}" dt="2023-09-06T02:45:33.372" v="317"/>
          <ac:inkMkLst>
            <pc:docMk/>
            <pc:sldMk cId="311871432" sldId="264"/>
            <ac:inkMk id="91" creationId="{9CA17D24-66AA-AF72-297E-DA35685E6249}"/>
          </ac:inkMkLst>
        </pc:inkChg>
        <pc:inkChg chg="add del">
          <ac:chgData name="Bhowmik, Sayan" userId="2b51cadb-156e-4c9a-99fc-6d2138739850" providerId="ADAL" clId="{5EF92313-F060-BF4A-94CE-E12D1F17E8B2}" dt="2023-09-06T02:45:33.355" v="307"/>
          <ac:inkMkLst>
            <pc:docMk/>
            <pc:sldMk cId="311871432" sldId="264"/>
            <ac:inkMk id="92" creationId="{48C73A57-8589-5DF0-4E6D-0FC7158A5DB4}"/>
          </ac:inkMkLst>
        </pc:inkChg>
        <pc:inkChg chg="add del">
          <ac:chgData name="Bhowmik, Sayan" userId="2b51cadb-156e-4c9a-99fc-6d2138739850" providerId="ADAL" clId="{5EF92313-F060-BF4A-94CE-E12D1F17E8B2}" dt="2023-09-06T02:45:33.371" v="316"/>
          <ac:inkMkLst>
            <pc:docMk/>
            <pc:sldMk cId="311871432" sldId="264"/>
            <ac:inkMk id="93" creationId="{95572A70-0055-4A2C-32D1-483B9EE42428}"/>
          </ac:inkMkLst>
        </pc:inkChg>
        <pc:inkChg chg="add del">
          <ac:chgData name="Bhowmik, Sayan" userId="2b51cadb-156e-4c9a-99fc-6d2138739850" providerId="ADAL" clId="{5EF92313-F060-BF4A-94CE-E12D1F17E8B2}" dt="2023-09-06T02:44:41.233" v="247"/>
          <ac:inkMkLst>
            <pc:docMk/>
            <pc:sldMk cId="311871432" sldId="264"/>
            <ac:inkMk id="94" creationId="{67C3A17B-11BB-BD8D-47AC-8DB2FC09C795}"/>
          </ac:inkMkLst>
        </pc:inkChg>
        <pc:inkChg chg="add del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5" creationId="{1DDC52A9-ECFE-D3BE-2DD6-F515D974AF0F}"/>
          </ac:inkMkLst>
        </pc:inkChg>
        <pc:inkChg chg="add del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6" creationId="{58A4BB91-91E5-150E-2C61-8D924208F9C7}"/>
          </ac:inkMkLst>
        </pc:inkChg>
        <pc:inkChg chg="add del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7" creationId="{EEAE92B7-3CCB-8C33-AF9F-959CEF55F005}"/>
          </ac:inkMkLst>
        </pc:inkChg>
        <pc:inkChg chg="add del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8" creationId="{2636794D-0583-3382-3AA5-98EF21B2829D}"/>
          </ac:inkMkLst>
        </pc:inkChg>
        <pc:inkChg chg="add reco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9" creationId="{57426537-12A1-03E1-1583-D1558FEBF181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0" creationId="{6DAEBAEC-EFF8-6460-EA20-B5FC1BFE44DC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1" creationId="{4B0A6EFF-4F68-93E6-0F33-43563A351D90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2" creationId="{424454BF-534C-840C-2B66-C148A8FCEB09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3" creationId="{809646B4-3CB7-C21E-0DED-595886C45B67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4" creationId="{332E20CC-59C7-A5E5-B469-E56DA4632C45}"/>
          </ac:inkMkLst>
        </pc:inkChg>
        <pc:inkChg chg="add reco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5" creationId="{657298DD-4D6A-B8ED-C4B3-129375EA1446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06" creationId="{52A8E095-C602-DA2F-F48F-C62D87F608CF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07" creationId="{E15BDBB5-BA3D-ED5E-B0A8-5750CA635DEB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08" creationId="{972DC5F1-E698-2F84-C5D0-3BADB2A4B85B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09" creationId="{3E625155-5D15-DCB5-49B7-82C2DCFC6D63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10" creationId="{17CA1546-114C-C34C-6F23-0BC014E79A88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11" creationId="{8A50D999-F5EC-FAEC-89FF-B904770B0ABC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12" creationId="{E86564FD-1368-F7A3-BC1F-EAAF32AEA0C3}"/>
          </ac:inkMkLst>
        </pc:inkChg>
        <pc:inkChg chg="add reco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13" creationId="{DD4166CF-FDBA-D5F7-A07E-F6FF5A88DF3B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4" creationId="{7B356813-2CF1-9567-FD6E-C08E5A5FDC0B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5" creationId="{0BE8F497-A549-02BB-EFD2-8418B2C17C68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6" creationId="{417F7658-3C7F-5ADA-85E6-D2E666CE2EB0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7" creationId="{B7279CB8-8DF3-E9A9-17F1-996F50EE2F9E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8" creationId="{558F0F17-9BFB-244A-0673-C309C7BBF7AA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9" creationId="{86A4BD9C-8096-2C4F-1BB6-E7CC24F5A145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0" creationId="{E9BA44D4-6699-09E9-6CA7-DD7D9F304E48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1" creationId="{3DE82935-9A82-2B7B-84BB-F29D3F1C2CBA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2" creationId="{59AAA4C6-18B8-6665-395E-23D16029B094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3" creationId="{6A00EAC6-D099-099B-4D29-FD206665B82E}"/>
          </ac:inkMkLst>
        </pc:inkChg>
        <pc:inkChg chg="add reco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4" creationId="{5019A07D-95DC-622A-530F-F7E674518ED4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5" creationId="{8F56F692-31FE-7A55-7154-A1AFB1848744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6" creationId="{64FF39A7-8D7A-4546-FA42-7533E987E6B4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7" creationId="{4BB5991A-9016-F20A-1BDF-EF57DD381754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8" creationId="{29B009DB-88CD-8119-36FB-6B1B3B948177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9" creationId="{00F16246-D8C9-2D24-F476-4A442C4EC12D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0" creationId="{B4D27A1C-682F-31E0-EDFF-FC895AFA612A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1" creationId="{58F76926-A751-6CEC-14E1-DB60BF6F6F2F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2" creationId="{C6A89F4D-D3C6-556D-79C2-05A308258AFE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3" creationId="{F0F4A401-B543-2FD1-D7F5-217CA3BCE0F1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4" creationId="{258A03E5-C730-80AB-3408-FC5976870E5D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5" creationId="{1CB43DA5-7759-DD93-181A-D5A3BB3BCB12}"/>
          </ac:inkMkLst>
        </pc:inkChg>
        <pc:inkChg chg="add reco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6" creationId="{A7C41C7D-DB00-50FF-ACCD-4610FA771DF6}"/>
          </ac:inkMkLst>
        </pc:inkChg>
        <pc:inkChg chg="add reco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7" creationId="{D5CCFA43-AB88-7975-6E91-E98EA252BF89}"/>
          </ac:inkMkLst>
        </pc:inkChg>
        <pc:inkChg chg="add del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38" creationId="{2992442D-3252-6A2C-D29D-277231F0FBA0}"/>
          </ac:inkMkLst>
        </pc:inkChg>
        <pc:inkChg chg="add del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39" creationId="{5FD90B59-60F1-F24F-D66C-06500DCE69B3}"/>
          </ac:inkMkLst>
        </pc:inkChg>
        <pc:inkChg chg="add">
          <ac:chgData name="Bhowmik, Sayan" userId="2b51cadb-156e-4c9a-99fc-6d2138739850" providerId="ADAL" clId="{5EF92313-F060-BF4A-94CE-E12D1F17E8B2}" dt="2023-09-06T02:45:15.850" v="292"/>
          <ac:inkMkLst>
            <pc:docMk/>
            <pc:sldMk cId="311871432" sldId="264"/>
            <ac:inkMk id="140" creationId="{8149ACD9-8AA2-47F8-93F3-BD5D44305FA1}"/>
          </ac:inkMkLst>
        </pc:inkChg>
        <pc:inkChg chg="add del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41" creationId="{88E9ED71-7CA7-93CE-DAB2-F0D18AD2ECA4}"/>
          </ac:inkMkLst>
        </pc:inkChg>
        <pc:inkChg chg="add del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42" creationId="{6A9E7D6C-669D-CE30-2009-0696E1BBC3BE}"/>
          </ac:inkMkLst>
        </pc:inkChg>
        <pc:inkChg chg="add reco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43" creationId="{85F8DE95-C8F7-6F73-0C9C-939B62BCDBF4}"/>
          </ac:inkMkLst>
        </pc:inkChg>
        <pc:inkChg chg="add del">
          <ac:chgData name="Bhowmik, Sayan" userId="2b51cadb-156e-4c9a-99fc-6d2138739850" providerId="ADAL" clId="{5EF92313-F060-BF4A-94CE-E12D1F17E8B2}" dt="2023-09-06T02:45:19.030" v="298"/>
          <ac:inkMkLst>
            <pc:docMk/>
            <pc:sldMk cId="311871432" sldId="264"/>
            <ac:inkMk id="144" creationId="{1426D2D0-F2E2-27E7-1A9E-14E6A45FB3D3}"/>
          </ac:inkMkLst>
        </pc:inkChg>
        <pc:inkChg chg="add del">
          <ac:chgData name="Bhowmik, Sayan" userId="2b51cadb-156e-4c9a-99fc-6d2138739850" providerId="ADAL" clId="{5EF92313-F060-BF4A-94CE-E12D1F17E8B2}" dt="2023-09-06T02:45:19.030" v="298"/>
          <ac:inkMkLst>
            <pc:docMk/>
            <pc:sldMk cId="311871432" sldId="264"/>
            <ac:inkMk id="145" creationId="{24D36BA1-C6BF-577E-70C5-05778B6052F3}"/>
          </ac:inkMkLst>
        </pc:inkChg>
        <pc:inkChg chg="add reco">
          <ac:chgData name="Bhowmik, Sayan" userId="2b51cadb-156e-4c9a-99fc-6d2138739850" providerId="ADAL" clId="{5EF92313-F060-BF4A-94CE-E12D1F17E8B2}" dt="2023-09-06T02:45:19.030" v="298"/>
          <ac:inkMkLst>
            <pc:docMk/>
            <pc:sldMk cId="311871432" sldId="264"/>
            <ac:inkMk id="146" creationId="{113944C3-982F-766C-5A70-12B504A8F0C6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47" creationId="{52493408-DBA1-436A-5629-17711CD63E5B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48" creationId="{62E88BAA-F334-2E5E-74CA-1937486B5AEF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49" creationId="{E1390423-5A78-DD8F-3A2E-0E282A48EA32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50" creationId="{F6BA87BC-D30D-D1CF-EB40-484A5222C867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51" creationId="{C15C12E3-21BF-420A-5620-4FEA41C367C1}"/>
          </ac:inkMkLst>
        </pc:inkChg>
        <pc:inkChg chg="add reco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52" creationId="{E8763A3F-A58E-D84E-94CF-514E05072A8B}"/>
          </ac:inkMkLst>
        </pc:inkChg>
        <pc:inkChg chg="add reco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53" creationId="{C921D209-9131-31A0-4C87-42BEAA2F9E1B}"/>
          </ac:inkMkLst>
        </pc:inkChg>
        <pc:inkChg chg="add del">
          <ac:chgData name="Bhowmik, Sayan" userId="2b51cadb-156e-4c9a-99fc-6d2138739850" providerId="ADAL" clId="{5EF92313-F060-BF4A-94CE-E12D1F17E8B2}" dt="2023-09-06T02:48:39.231" v="421"/>
          <ac:inkMkLst>
            <pc:docMk/>
            <pc:sldMk cId="311871432" sldId="264"/>
            <ac:inkMk id="154" creationId="{A947FCE1-874D-AD5E-9C2F-C2B6C5674958}"/>
          </ac:inkMkLst>
        </pc:inkChg>
        <pc:inkChg chg="add del">
          <ac:chgData name="Bhowmik, Sayan" userId="2b51cadb-156e-4c9a-99fc-6d2138739850" providerId="ADAL" clId="{5EF92313-F060-BF4A-94CE-E12D1F17E8B2}" dt="2023-09-06T02:49:22.494" v="427"/>
          <ac:inkMkLst>
            <pc:docMk/>
            <pc:sldMk cId="311871432" sldId="264"/>
            <ac:inkMk id="155" creationId="{E2DAAEA9-5217-3408-1A32-C1C4997DFA02}"/>
          </ac:inkMkLst>
        </pc:inkChg>
        <pc:inkChg chg="add">
          <ac:chgData name="Bhowmik, Sayan" userId="2b51cadb-156e-4c9a-99fc-6d2138739850" providerId="ADAL" clId="{5EF92313-F060-BF4A-94CE-E12D1F17E8B2}" dt="2023-09-06T02:49:24.946" v="428"/>
          <ac:inkMkLst>
            <pc:docMk/>
            <pc:sldMk cId="311871432" sldId="264"/>
            <ac:inkMk id="156" creationId="{46F28B33-62C3-FBBF-3C28-9419CD515EC9}"/>
          </ac:inkMkLst>
        </pc:inkChg>
      </pc:sldChg>
      <pc:sldChg chg="addSp delSp modSp">
        <pc:chgData name="Bhowmik, Sayan" userId="2b51cadb-156e-4c9a-99fc-6d2138739850" providerId="ADAL" clId="{5EF92313-F060-BF4A-94CE-E12D1F17E8B2}" dt="2023-09-06T02:51:06.299" v="470"/>
        <pc:sldMkLst>
          <pc:docMk/>
          <pc:sldMk cId="2080112632" sldId="265"/>
        </pc:sldMkLst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3" creationId="{E931EAEF-8323-C46C-6658-2972B3C98928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5" creationId="{65549FBE-469B-33BA-58ED-1911BBC3A338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6" creationId="{5DF9BBC7-EC36-CE9D-3F76-4655C01B83A6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7" creationId="{F54DD6D1-AD3E-2C34-F5B2-C930E8CF5C15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8" creationId="{F3BF670A-193D-05B2-D274-DADBCE1E1884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9" creationId="{2EF9B819-C148-B764-E4FD-6817D93BAADA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0" creationId="{96348CC3-B74F-1D46-0443-2D9A151ED473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1" creationId="{5EA5E0E0-9A90-012C-3B19-30D657211BF6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2" creationId="{5950B2D8-B49B-50C7-D2EB-68821953400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3" creationId="{6B4828C1-2FD4-9722-1CC8-AF6F49960A2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4" creationId="{752739E5-E052-D42E-E02C-B2104461CC4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5" creationId="{98160CD7-7767-8CC8-1669-2E7A0A12EA2A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6" creationId="{31EEA72F-F054-0134-15DA-29B4FBB4F3B2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7" creationId="{480FF948-2FA0-9811-BFED-61228ABCD5BB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8" creationId="{5815504F-3D33-14F8-8970-C6173C348F02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9" creationId="{2500D15D-845E-AA96-9F5B-B9003819279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0" creationId="{0119D66F-3554-4FEA-4489-89EA77B4656C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1" creationId="{7919BBEF-396D-4D57-F975-816788697AE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2" creationId="{96E29F0D-7EF5-E698-5101-C370ACCB976C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3" creationId="{12CE5C0F-CE4C-3A26-142E-C6B0A156D8C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4" creationId="{82118751-3986-A7EF-0D96-1DC5A888EF23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5" creationId="{23540DD7-2C5C-20F2-DE9C-4306A634E63B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6" creationId="{962787A7-3596-3B11-32B8-0EAE568AE772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7" creationId="{C2DEBBEA-8CEB-677A-73DB-F57A47138948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8" creationId="{E4FBD5A5-2097-76F1-4B27-C6199BF08BDD}"/>
          </ac:inkMkLst>
        </pc:inkChg>
        <pc:inkChg chg="add reco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9" creationId="{FBF4BE47-FC89-12C9-B111-8A276C7C8EE2}"/>
          </ac:inkMkLst>
        </pc:inkChg>
        <pc:inkChg chg="add reco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30" creationId="{B800F536-A318-E305-FBE5-A13A091F1AB1}"/>
          </ac:inkMkLst>
        </pc:inkChg>
        <pc:inkChg chg="add reco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31" creationId="{0652CE50-7CA3-5864-6DBA-3D8BF67433FF}"/>
          </ac:inkMkLst>
        </pc:inkChg>
        <pc:inkChg chg="add reco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32" creationId="{B91AC85E-536F-BE6F-F189-9ED263AFB538}"/>
          </ac:inkMkLst>
        </pc:inkChg>
        <pc:inkChg chg="add del">
          <ac:chgData name="Bhowmik, Sayan" userId="2b51cadb-156e-4c9a-99fc-6d2138739850" providerId="ADAL" clId="{5EF92313-F060-BF4A-94CE-E12D1F17E8B2}" dt="2023-09-06T02:47:09.023" v="355"/>
          <ac:inkMkLst>
            <pc:docMk/>
            <pc:sldMk cId="2080112632" sldId="265"/>
            <ac:inkMk id="33" creationId="{49B0404A-A2FA-F348-A601-44C7D22AEC6F}"/>
          </ac:inkMkLst>
        </pc:inkChg>
        <pc:inkChg chg="add del">
          <ac:chgData name="Bhowmik, Sayan" userId="2b51cadb-156e-4c9a-99fc-6d2138739850" providerId="ADAL" clId="{5EF92313-F060-BF4A-94CE-E12D1F17E8B2}" dt="2023-09-06T02:47:09.023" v="355"/>
          <ac:inkMkLst>
            <pc:docMk/>
            <pc:sldMk cId="2080112632" sldId="265"/>
            <ac:inkMk id="34" creationId="{F76EF6B7-597C-01EE-4F5F-DD04E2F3D1B4}"/>
          </ac:inkMkLst>
        </pc:inkChg>
        <pc:inkChg chg="add del">
          <ac:chgData name="Bhowmik, Sayan" userId="2b51cadb-156e-4c9a-99fc-6d2138739850" providerId="ADAL" clId="{5EF92313-F060-BF4A-94CE-E12D1F17E8B2}" dt="2023-09-06T02:47:09.023" v="355"/>
          <ac:inkMkLst>
            <pc:docMk/>
            <pc:sldMk cId="2080112632" sldId="265"/>
            <ac:inkMk id="35" creationId="{C17E6D94-F8C8-09EC-E97B-E59E44563508}"/>
          </ac:inkMkLst>
        </pc:inkChg>
        <pc:inkChg chg="add reco">
          <ac:chgData name="Bhowmik, Sayan" userId="2b51cadb-156e-4c9a-99fc-6d2138739850" providerId="ADAL" clId="{5EF92313-F060-BF4A-94CE-E12D1F17E8B2}" dt="2023-09-06T02:47:09.023" v="355"/>
          <ac:inkMkLst>
            <pc:docMk/>
            <pc:sldMk cId="2080112632" sldId="265"/>
            <ac:inkMk id="36" creationId="{7D1C76CD-2A01-E893-8147-8C7CFEAD64C8}"/>
          </ac:inkMkLst>
        </pc:inkChg>
        <pc:inkChg chg="add del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37" creationId="{D27E6900-8FE3-0917-DBC5-BF02D0B68690}"/>
          </ac:inkMkLst>
        </pc:inkChg>
        <pc:inkChg chg="add del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38" creationId="{1379BB1C-D500-3E73-A89F-A8AD43E264ED}"/>
          </ac:inkMkLst>
        </pc:inkChg>
        <pc:inkChg chg="add del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39" creationId="{87DA3DD6-3184-2982-F51E-C3C55FA94DA4}"/>
          </ac:inkMkLst>
        </pc:inkChg>
        <pc:inkChg chg="add del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40" creationId="{7362ACB9-ADA8-F59A-AD33-CC57187801AD}"/>
          </ac:inkMkLst>
        </pc:inkChg>
        <pc:inkChg chg="add reco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41" creationId="{A84B69E5-6E9B-E744-6A9B-83ECE3F3C192}"/>
          </ac:inkMkLst>
        </pc:inkChg>
        <pc:inkChg chg="add del">
          <ac:chgData name="Bhowmik, Sayan" userId="2b51cadb-156e-4c9a-99fc-6d2138739850" providerId="ADAL" clId="{5EF92313-F060-BF4A-94CE-E12D1F17E8B2}" dt="2023-09-06T02:47:15.862" v="364"/>
          <ac:inkMkLst>
            <pc:docMk/>
            <pc:sldMk cId="2080112632" sldId="265"/>
            <ac:inkMk id="42" creationId="{4B918227-7076-06D0-669E-A68A9B47C322}"/>
          </ac:inkMkLst>
        </pc:inkChg>
        <pc:inkChg chg="add del">
          <ac:chgData name="Bhowmik, Sayan" userId="2b51cadb-156e-4c9a-99fc-6d2138739850" providerId="ADAL" clId="{5EF92313-F060-BF4A-94CE-E12D1F17E8B2}" dt="2023-09-06T02:47:15.862" v="364"/>
          <ac:inkMkLst>
            <pc:docMk/>
            <pc:sldMk cId="2080112632" sldId="265"/>
            <ac:inkMk id="43" creationId="{1CC39E86-9DF8-CCCF-6424-CDA3EE152349}"/>
          </ac:inkMkLst>
        </pc:inkChg>
        <pc:inkChg chg="add del">
          <ac:chgData name="Bhowmik, Sayan" userId="2b51cadb-156e-4c9a-99fc-6d2138739850" providerId="ADAL" clId="{5EF92313-F060-BF4A-94CE-E12D1F17E8B2}" dt="2023-09-06T02:47:15.862" v="364"/>
          <ac:inkMkLst>
            <pc:docMk/>
            <pc:sldMk cId="2080112632" sldId="265"/>
            <ac:inkMk id="44" creationId="{AB36A480-B581-0EB7-8DA2-4D0CBC4FD3C9}"/>
          </ac:inkMkLst>
        </pc:inkChg>
        <pc:inkChg chg="add reco">
          <ac:chgData name="Bhowmik, Sayan" userId="2b51cadb-156e-4c9a-99fc-6d2138739850" providerId="ADAL" clId="{5EF92313-F060-BF4A-94CE-E12D1F17E8B2}" dt="2023-09-06T02:47:15.862" v="364"/>
          <ac:inkMkLst>
            <pc:docMk/>
            <pc:sldMk cId="2080112632" sldId="265"/>
            <ac:inkMk id="45" creationId="{EA0EF725-4989-6290-B3F5-9AD6A55C7733}"/>
          </ac:inkMkLst>
        </pc:inkChg>
        <pc:inkChg chg="add del">
          <ac:chgData name="Bhowmik, Sayan" userId="2b51cadb-156e-4c9a-99fc-6d2138739850" providerId="ADAL" clId="{5EF92313-F060-BF4A-94CE-E12D1F17E8B2}" dt="2023-09-06T02:47:18.837" v="368"/>
          <ac:inkMkLst>
            <pc:docMk/>
            <pc:sldMk cId="2080112632" sldId="265"/>
            <ac:inkMk id="46" creationId="{629AB320-00E1-EC09-62D0-39CD21957F54}"/>
          </ac:inkMkLst>
        </pc:inkChg>
        <pc:inkChg chg="add del">
          <ac:chgData name="Bhowmik, Sayan" userId="2b51cadb-156e-4c9a-99fc-6d2138739850" providerId="ADAL" clId="{5EF92313-F060-BF4A-94CE-E12D1F17E8B2}" dt="2023-09-06T02:47:18.837" v="368"/>
          <ac:inkMkLst>
            <pc:docMk/>
            <pc:sldMk cId="2080112632" sldId="265"/>
            <ac:inkMk id="47" creationId="{0F25B7ED-8DA3-94EA-CE2F-955972F1560F}"/>
          </ac:inkMkLst>
        </pc:inkChg>
        <pc:inkChg chg="add del">
          <ac:chgData name="Bhowmik, Sayan" userId="2b51cadb-156e-4c9a-99fc-6d2138739850" providerId="ADAL" clId="{5EF92313-F060-BF4A-94CE-E12D1F17E8B2}" dt="2023-09-06T02:47:18.837" v="368"/>
          <ac:inkMkLst>
            <pc:docMk/>
            <pc:sldMk cId="2080112632" sldId="265"/>
            <ac:inkMk id="48" creationId="{7A318227-4877-B0AC-74FA-B77EE114FE32}"/>
          </ac:inkMkLst>
        </pc:inkChg>
        <pc:inkChg chg="add reco">
          <ac:chgData name="Bhowmik, Sayan" userId="2b51cadb-156e-4c9a-99fc-6d2138739850" providerId="ADAL" clId="{5EF92313-F060-BF4A-94CE-E12D1F17E8B2}" dt="2023-09-06T02:47:18.837" v="368"/>
          <ac:inkMkLst>
            <pc:docMk/>
            <pc:sldMk cId="2080112632" sldId="265"/>
            <ac:inkMk id="49" creationId="{DB2BFFD1-9C98-D0F4-8D9E-4A3D7A44DAFC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0" creationId="{D8248FE4-9878-B8CF-71D1-F4061FC26EBE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1" creationId="{DA0C5B7B-2D51-B167-7B51-17C948AAE024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2" creationId="{3F0E39D2-1C4C-5DEB-265D-1D4DB0FC99DF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3" creationId="{76C317CD-6803-CA14-30B2-F1E6192876C8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4" creationId="{8D5E4A3C-D048-A149-D1B4-590EF8AD25F4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5" creationId="{093E3FB6-6DEE-0FA9-ACEA-7CF5D9CB7460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6" creationId="{68A941F8-FBEA-821B-EB92-D979053C9D7B}"/>
          </ac:inkMkLst>
        </pc:inkChg>
        <pc:inkChg chg="add reco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7" creationId="{442CDFCF-AB64-BDCD-C5FF-1C2FB2A512F9}"/>
          </ac:inkMkLst>
        </pc:inkChg>
        <pc:inkChg chg="add del">
          <ac:chgData name="Bhowmik, Sayan" userId="2b51cadb-156e-4c9a-99fc-6d2138739850" providerId="ADAL" clId="{5EF92313-F060-BF4A-94CE-E12D1F17E8B2}" dt="2023-09-06T02:47:26.724" v="380"/>
          <ac:inkMkLst>
            <pc:docMk/>
            <pc:sldMk cId="2080112632" sldId="265"/>
            <ac:inkMk id="58" creationId="{6D2F28A3-2CA3-EE8C-B07F-52A0AA85A277}"/>
          </ac:inkMkLst>
        </pc:inkChg>
        <pc:inkChg chg="add del">
          <ac:chgData name="Bhowmik, Sayan" userId="2b51cadb-156e-4c9a-99fc-6d2138739850" providerId="ADAL" clId="{5EF92313-F060-BF4A-94CE-E12D1F17E8B2}" dt="2023-09-06T02:47:26.724" v="380"/>
          <ac:inkMkLst>
            <pc:docMk/>
            <pc:sldMk cId="2080112632" sldId="265"/>
            <ac:inkMk id="59" creationId="{B2B90E99-0CC6-042A-BF76-D571AA8A923A}"/>
          </ac:inkMkLst>
        </pc:inkChg>
        <pc:inkChg chg="add del">
          <ac:chgData name="Bhowmik, Sayan" userId="2b51cadb-156e-4c9a-99fc-6d2138739850" providerId="ADAL" clId="{5EF92313-F060-BF4A-94CE-E12D1F17E8B2}" dt="2023-09-06T02:47:26.724" v="380"/>
          <ac:inkMkLst>
            <pc:docMk/>
            <pc:sldMk cId="2080112632" sldId="265"/>
            <ac:inkMk id="60" creationId="{78ADBFDA-3FB1-DEB7-616C-63637D231F92}"/>
          </ac:inkMkLst>
        </pc:inkChg>
        <pc:inkChg chg="add reco">
          <ac:chgData name="Bhowmik, Sayan" userId="2b51cadb-156e-4c9a-99fc-6d2138739850" providerId="ADAL" clId="{5EF92313-F060-BF4A-94CE-E12D1F17E8B2}" dt="2023-09-06T02:47:26.724" v="380"/>
          <ac:inkMkLst>
            <pc:docMk/>
            <pc:sldMk cId="2080112632" sldId="265"/>
            <ac:inkMk id="61" creationId="{FD4590A1-DAEE-BB2D-5F71-E524500DD2A4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2" creationId="{27E052C6-1AB1-A043-DB7C-CD23DC46362C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3" creationId="{DEF9DBF5-B605-3166-5E8D-AC8814AB61A3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4" creationId="{7F3C0A3D-AA1A-C2EE-02F3-FD12F5EC25FC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5" creationId="{B2EB396B-8563-89D4-B6A2-1F944D81A7D3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6" creationId="{0BB7B387-DD4C-30F9-5F98-457A64549015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7" creationId="{55814AE6-64D3-EED6-928B-6F0EB4770E15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8" creationId="{7B05AC1A-647D-4838-2E43-6697120158E9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9" creationId="{740B179D-FF29-0FDA-0EE7-6F7D84257EBB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0" creationId="{25806B43-5738-E5E0-0213-813CD2C90D9B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1" creationId="{9F1CBEC1-0B36-6A1B-E525-D79D25F101DF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2" creationId="{93C4B401-81D6-7BF8-2572-3305E809D02E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3" creationId="{498C8C2C-1A70-7FBD-CB11-B3E188B5DE7A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4" creationId="{BC93599A-2943-31E3-3A00-CFE10D3E8579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5" creationId="{960B400C-D290-F7AF-DA39-10C1DFD340B3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6" creationId="{8019A1F1-71BD-4338-9583-46D385FF4A14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7" creationId="{2582C52B-5B18-4FF3-E57D-629841E0B8E0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8" creationId="{EEE8D8F0-3AE0-21F4-92B3-8D314FAA8D42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9" creationId="{65DC3054-5B71-7C1C-D427-E28480FA0E94}"/>
          </ac:inkMkLst>
        </pc:inkChg>
        <pc:inkChg chg="add reco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80" creationId="{3F019474-26DF-B6E2-B7B3-FA207727EE4A}"/>
          </ac:inkMkLst>
        </pc:inkChg>
        <pc:inkChg chg="add reco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81" creationId="{0A2CD48C-8DAF-7211-34CA-88193391977C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2" creationId="{46F55703-8A47-E7DA-FF81-2CE4CDB5E745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3" creationId="{95EB54F2-34F2-F8FC-7D20-5ED85E196207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4" creationId="{903BEA0F-EFDF-F1CC-9D64-A9353EA6D850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5" creationId="{672F88A6-16B6-CC5E-87F2-2585F1C43D54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6" creationId="{6DA34838-4ECE-9EA9-2D7D-3E50B54FB6C1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7" creationId="{467560CC-4196-7730-329B-98F8B4CC0259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8" creationId="{9D1DE8E6-D6E7-B845-B865-F69A8FB82D9F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9" creationId="{500DC8B3-CA7E-EA9E-D8D6-3EA5CE5F484B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90" creationId="{EDB83F79-DB4D-60C3-FD57-44DF43BDEA7D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91" creationId="{F778CC6D-B0AA-CDBC-3FDF-530CA7695B87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92" creationId="{0B32F0F9-4711-CD29-F1DA-4E05EF8DEB04}"/>
          </ac:inkMkLst>
        </pc:inkChg>
        <pc:inkChg chg="add mod reco">
          <ac:chgData name="Bhowmik, Sayan" userId="2b51cadb-156e-4c9a-99fc-6d2138739850" providerId="ADAL" clId="{5EF92313-F060-BF4A-94CE-E12D1F17E8B2}" dt="2023-09-06T02:50:48.379" v="449" actId="1076"/>
          <ac:inkMkLst>
            <pc:docMk/>
            <pc:sldMk cId="2080112632" sldId="265"/>
            <ac:inkMk id="93" creationId="{67000B59-35E3-758A-BAD5-9F0A3C04589E}"/>
          </ac:inkMkLst>
        </pc:inkChg>
        <pc:inkChg chg="add mod reco">
          <ac:chgData name="Bhowmik, Sayan" userId="2b51cadb-156e-4c9a-99fc-6d2138739850" providerId="ADAL" clId="{5EF92313-F060-BF4A-94CE-E12D1F17E8B2}" dt="2023-09-06T02:50:48.379" v="449" actId="1076"/>
          <ac:inkMkLst>
            <pc:docMk/>
            <pc:sldMk cId="2080112632" sldId="265"/>
            <ac:inkMk id="94" creationId="{9D97D029-A1F7-4B9C-3E68-FEBD810F16D7}"/>
          </ac:inkMkLst>
        </pc:inkChg>
        <pc:inkChg chg="add del">
          <ac:chgData name="Bhowmik, Sayan" userId="2b51cadb-156e-4c9a-99fc-6d2138739850" providerId="ADAL" clId="{5EF92313-F060-BF4A-94CE-E12D1F17E8B2}" dt="2023-09-06T02:48:07.389" v="416"/>
          <ac:inkMkLst>
            <pc:docMk/>
            <pc:sldMk cId="2080112632" sldId="265"/>
            <ac:inkMk id="95" creationId="{73EEEE59-1FE5-796B-7529-972DA288E52B}"/>
          </ac:inkMkLst>
        </pc:inkChg>
        <pc:inkChg chg="add del">
          <ac:chgData name="Bhowmik, Sayan" userId="2b51cadb-156e-4c9a-99fc-6d2138739850" providerId="ADAL" clId="{5EF92313-F060-BF4A-94CE-E12D1F17E8B2}" dt="2023-09-06T02:48:07.389" v="416"/>
          <ac:inkMkLst>
            <pc:docMk/>
            <pc:sldMk cId="2080112632" sldId="265"/>
            <ac:inkMk id="96" creationId="{CEACC59F-646D-9147-C008-C6FCFBBB4330}"/>
          </ac:inkMkLst>
        </pc:inkChg>
        <pc:inkChg chg="add del">
          <ac:chgData name="Bhowmik, Sayan" userId="2b51cadb-156e-4c9a-99fc-6d2138739850" providerId="ADAL" clId="{5EF92313-F060-BF4A-94CE-E12D1F17E8B2}" dt="2023-09-06T02:48:07.389" v="416"/>
          <ac:inkMkLst>
            <pc:docMk/>
            <pc:sldMk cId="2080112632" sldId="265"/>
            <ac:inkMk id="97" creationId="{C0CAED4D-9F67-25B2-9660-C3343472B7E3}"/>
          </ac:inkMkLst>
        </pc:inkChg>
        <pc:inkChg chg="add del">
          <ac:chgData name="Bhowmik, Sayan" userId="2b51cadb-156e-4c9a-99fc-6d2138739850" providerId="ADAL" clId="{5EF92313-F060-BF4A-94CE-E12D1F17E8B2}" dt="2023-09-06T02:48:07.389" v="416"/>
          <ac:inkMkLst>
            <pc:docMk/>
            <pc:sldMk cId="2080112632" sldId="265"/>
            <ac:inkMk id="98" creationId="{00BE61DD-0418-5BED-71FD-7939B203A131}"/>
          </ac:inkMkLst>
        </pc:inkChg>
        <pc:inkChg chg="add mod reco">
          <ac:chgData name="Bhowmik, Sayan" userId="2b51cadb-156e-4c9a-99fc-6d2138739850" providerId="ADAL" clId="{5EF92313-F060-BF4A-94CE-E12D1F17E8B2}" dt="2023-09-06T02:50:48.379" v="449" actId="1076"/>
          <ac:inkMkLst>
            <pc:docMk/>
            <pc:sldMk cId="2080112632" sldId="265"/>
            <ac:inkMk id="99" creationId="{A59725A1-689C-2808-3D30-BAB4F9C424B2}"/>
          </ac:inkMkLst>
        </pc:inkChg>
        <pc:inkChg chg="add mod">
          <ac:chgData name="Bhowmik, Sayan" userId="2b51cadb-156e-4c9a-99fc-6d2138739850" providerId="ADAL" clId="{5EF92313-F060-BF4A-94CE-E12D1F17E8B2}" dt="2023-09-06T02:50:48.379" v="449" actId="1076"/>
          <ac:inkMkLst>
            <pc:docMk/>
            <pc:sldMk cId="2080112632" sldId="265"/>
            <ac:inkMk id="100" creationId="{51D4B59F-64A8-672D-A1B8-12326C5AB1AB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1" creationId="{96A1A554-5CCC-75F7-4937-76468E91026D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2" creationId="{7F17C90D-1621-1BCF-AE47-E75BE7B7C204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3" creationId="{6C3C6847-9F94-19B3-C4E5-70660D6515D1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4" creationId="{4BCF3D23-0A98-9E54-4ABC-C1A11A6D5448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5" creationId="{6E606425-1BCD-90AF-7F1F-AF91DD81F629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6" creationId="{24F3E4C0-F539-20E1-FE04-77F914C0A463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7" creationId="{8AE6465B-9720-5952-4D5F-4993C34E204C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8" creationId="{D7258591-91EE-3DFC-0AAA-12A262F9F694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9" creationId="{DBD1D9C4-7C67-D0B8-29F6-77F99DABC7C2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0" creationId="{56AB86E0-B7F4-8BD1-A4A6-E9A78131F599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1" creationId="{E327CD39-2333-EB06-EEF3-719A35DDA395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2" creationId="{114E1814-5240-5A13-E971-1A44EB501828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3" creationId="{BFCC8C2F-9048-9C33-3F5C-72D9388F8A82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4" creationId="{52E95E6F-76DB-12F0-7A4B-F7B68E41CE80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5" creationId="{3E93765C-42C9-1FD5-A3CD-E7BCB8A44A6D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6" creationId="{4348D0A7-1168-12A7-E591-90D4D5E421AA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7" creationId="{9A9FAA87-C2E3-F227-49C7-1AA072AD872A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8" creationId="{B9DE5157-7465-FE57-22D4-09C4E189DF22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9" creationId="{F28AE8C8-62AB-A739-ED52-147FD2F4AD44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20" creationId="{D2BD0B46-A5C2-B867-141F-A341BC025154}"/>
          </ac:inkMkLst>
        </pc:inkChg>
        <pc:inkChg chg="add reco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21" creationId="{BD22EE90-146B-75FA-5C89-819C469EC1B2}"/>
          </ac:inkMkLst>
        </pc:inkChg>
      </pc:sldChg>
    </pc:docChg>
  </pc:docChgLst>
  <pc:docChgLst>
    <pc:chgData name="Bhowmik, Sayan" userId="S::sbhowmik9@gatech.edu::2b51cadb-156e-4c9a-99fc-6d2138739850" providerId="AD" clId="Web-{C2FF0190-884B-DC95-BA84-B1F6C7090EA7}"/>
    <pc:docChg chg="modSld">
      <pc:chgData name="Bhowmik, Sayan" userId="S::sbhowmik9@gatech.edu::2b51cadb-156e-4c9a-99fc-6d2138739850" providerId="AD" clId="Web-{C2FF0190-884B-DC95-BA84-B1F6C7090EA7}" dt="2023-09-06T21:35:54.042" v="7"/>
      <pc:docMkLst>
        <pc:docMk/>
      </pc:docMkLst>
      <pc:sldChg chg="addAnim delAnim">
        <pc:chgData name="Bhowmik, Sayan" userId="S::sbhowmik9@gatech.edu::2b51cadb-156e-4c9a-99fc-6d2138739850" providerId="AD" clId="Web-{C2FF0190-884B-DC95-BA84-B1F6C7090EA7}" dt="2023-09-06T21:35:54.042" v="7"/>
        <pc:sldMkLst>
          <pc:docMk/>
          <pc:sldMk cId="3597247938" sldId="278"/>
        </pc:sldMkLst>
      </pc:sldChg>
    </pc:docChg>
  </pc:docChgLst>
  <pc:docChgLst>
    <pc:chgData name="Bhowmik, Sayan" userId="S::sbhowmik9@gatech.edu::2b51cadb-156e-4c9a-99fc-6d2138739850" providerId="AD" clId="Web-{2A207161-CD40-0E66-D1D4-84AE0506FC51}"/>
    <pc:docChg chg="modSld">
      <pc:chgData name="Bhowmik, Sayan" userId="S::sbhowmik9@gatech.edu::2b51cadb-156e-4c9a-99fc-6d2138739850" providerId="AD" clId="Web-{2A207161-CD40-0E66-D1D4-84AE0506FC51}" dt="2023-09-07T15:45:58.874" v="7"/>
      <pc:docMkLst>
        <pc:docMk/>
      </pc:docMkLst>
      <pc:sldChg chg="addAnim delAnim">
        <pc:chgData name="Bhowmik, Sayan" userId="S::sbhowmik9@gatech.edu::2b51cadb-156e-4c9a-99fc-6d2138739850" providerId="AD" clId="Web-{2A207161-CD40-0E66-D1D4-84AE0506FC51}" dt="2023-09-07T15:45:58.874" v="7"/>
        <pc:sldMkLst>
          <pc:docMk/>
          <pc:sldMk cId="3578118627" sldId="273"/>
        </pc:sldMkLst>
      </pc:sldChg>
    </pc:docChg>
  </pc:docChgLst>
  <pc:docChgLst>
    <pc:chgData name="Bhowmik, Sayan" userId="S::sbhowmik9@gatech.edu::2b51cadb-156e-4c9a-99fc-6d2138739850" providerId="AD" clId="Web-{38A520CE-FE97-9767-E658-566DE84C2C86}"/>
    <pc:docChg chg="addSld modSld">
      <pc:chgData name="Bhowmik, Sayan" userId="S::sbhowmik9@gatech.edu::2b51cadb-156e-4c9a-99fc-6d2138739850" providerId="AD" clId="Web-{38A520CE-FE97-9767-E658-566DE84C2C86}" dt="2023-09-06T21:32:32.065" v="392"/>
      <pc:docMkLst>
        <pc:docMk/>
      </pc:docMkLst>
      <pc:sldChg chg="addAnim delAnim">
        <pc:chgData name="Bhowmik, Sayan" userId="S::sbhowmik9@gatech.edu::2b51cadb-156e-4c9a-99fc-6d2138739850" providerId="AD" clId="Web-{38A520CE-FE97-9767-E658-566DE84C2C86}" dt="2023-09-06T21:24:19.971" v="378"/>
        <pc:sldMkLst>
          <pc:docMk/>
          <pc:sldMk cId="3458980950" sldId="271"/>
        </pc:sldMkLst>
      </pc:sldChg>
      <pc:sldChg chg="modSp addAnim">
        <pc:chgData name="Bhowmik, Sayan" userId="S::sbhowmik9@gatech.edu::2b51cadb-156e-4c9a-99fc-6d2138739850" providerId="AD" clId="Web-{38A520CE-FE97-9767-E658-566DE84C2C86}" dt="2023-09-06T21:18:25.761" v="362"/>
        <pc:sldMkLst>
          <pc:docMk/>
          <pc:sldMk cId="2285472110" sldId="272"/>
        </pc:sldMkLst>
        <pc:spChg chg="mod">
          <ac:chgData name="Bhowmik, Sayan" userId="S::sbhowmik9@gatech.edu::2b51cadb-156e-4c9a-99fc-6d2138739850" providerId="AD" clId="Web-{38A520CE-FE97-9767-E658-566DE84C2C86}" dt="2023-09-06T20:18:59.953" v="3" actId="1076"/>
          <ac:spMkLst>
            <pc:docMk/>
            <pc:sldMk cId="2285472110" sldId="272"/>
            <ac:spMk id="6" creationId="{9FC7C615-671D-738E-8114-9ECEC8D0A451}"/>
          </ac:spMkLst>
        </pc:spChg>
        <pc:spChg chg="mod">
          <ac:chgData name="Bhowmik, Sayan" userId="S::sbhowmik9@gatech.edu::2b51cadb-156e-4c9a-99fc-6d2138739850" providerId="AD" clId="Web-{38A520CE-FE97-9767-E658-566DE84C2C86}" dt="2023-09-06T20:18:59.969" v="4" actId="1076"/>
          <ac:spMkLst>
            <pc:docMk/>
            <pc:sldMk cId="2285472110" sldId="272"/>
            <ac:spMk id="7" creationId="{A7559624-F54D-B12E-4D09-7168433BAA47}"/>
          </ac:spMkLst>
        </pc:spChg>
        <pc:spChg chg="mod">
          <ac:chgData name="Bhowmik, Sayan" userId="S::sbhowmik9@gatech.edu::2b51cadb-156e-4c9a-99fc-6d2138739850" providerId="AD" clId="Web-{38A520CE-FE97-9767-E658-566DE84C2C86}" dt="2023-09-06T20:19:00.297" v="14" actId="1076"/>
          <ac:spMkLst>
            <pc:docMk/>
            <pc:sldMk cId="2285472110" sldId="272"/>
            <ac:spMk id="17" creationId="{1263353C-DF18-6879-7E63-A6CF3A5BD04D}"/>
          </ac:spMkLst>
        </pc:spChg>
        <pc:inkChg chg="mod">
          <ac:chgData name="Bhowmik, Sayan" userId="S::sbhowmik9@gatech.edu::2b51cadb-156e-4c9a-99fc-6d2138739850" providerId="AD" clId="Web-{38A520CE-FE97-9767-E658-566DE84C2C86}" dt="2023-09-06T20:18:59.984" v="5" actId="1076"/>
          <ac:inkMkLst>
            <pc:docMk/>
            <pc:sldMk cId="2285472110" sldId="272"/>
            <ac:inkMk id="8" creationId="{0C874BA1-3BDD-E4AA-1378-B4859BA63B64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" v="6" actId="1076"/>
          <ac:inkMkLst>
            <pc:docMk/>
            <pc:sldMk cId="2285472110" sldId="272"/>
            <ac:inkMk id="9" creationId="{A9FB04E7-6DA6-1105-F63B-FC071812C6AC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031" v="7" actId="1076"/>
          <ac:inkMkLst>
            <pc:docMk/>
            <pc:sldMk cId="2285472110" sldId="272"/>
            <ac:inkMk id="10" creationId="{E851A8E8-D424-54C0-4871-F5C817F6FFA8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047" v="8" actId="1076"/>
          <ac:inkMkLst>
            <pc:docMk/>
            <pc:sldMk cId="2285472110" sldId="272"/>
            <ac:inkMk id="11" creationId="{6188DF72-481C-9AF1-FAC3-64E9E5349468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063" v="9" actId="1076"/>
          <ac:inkMkLst>
            <pc:docMk/>
            <pc:sldMk cId="2285472110" sldId="272"/>
            <ac:inkMk id="12" creationId="{317B3B5F-627F-5691-E87D-FEA8D6F6BC5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094" v="10" actId="1076"/>
          <ac:inkMkLst>
            <pc:docMk/>
            <pc:sldMk cId="2285472110" sldId="272"/>
            <ac:inkMk id="13" creationId="{475D5A53-1F16-C783-6534-71623BC8FFDB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110" v="11" actId="1076"/>
          <ac:inkMkLst>
            <pc:docMk/>
            <pc:sldMk cId="2285472110" sldId="272"/>
            <ac:inkMk id="14" creationId="{5B1981BD-75E6-67E6-7424-851336CDB5E7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141" v="12" actId="1076"/>
          <ac:inkMkLst>
            <pc:docMk/>
            <pc:sldMk cId="2285472110" sldId="272"/>
            <ac:inkMk id="21" creationId="{E6BA9BC0-CD17-7FD8-95D9-96A2DCAAF393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156" v="13" actId="1076"/>
          <ac:inkMkLst>
            <pc:docMk/>
            <pc:sldMk cId="2285472110" sldId="272"/>
            <ac:inkMk id="22" creationId="{832DC11A-71F3-CD92-33BB-C8658F577292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05" v="46" actId="1076"/>
          <ac:inkMkLst>
            <pc:docMk/>
            <pc:sldMk cId="2285472110" sldId="272"/>
            <ac:inkMk id="29" creationId="{4B15D807-BF25-2254-6F9F-88C9D7D433B9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20" v="47" actId="1076"/>
          <ac:inkMkLst>
            <pc:docMk/>
            <pc:sldMk cId="2285472110" sldId="272"/>
            <ac:inkMk id="34" creationId="{6FD68C95-ECED-B047-E33C-0F19624B1BC2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36" v="48" actId="1076"/>
          <ac:inkMkLst>
            <pc:docMk/>
            <pc:sldMk cId="2285472110" sldId="272"/>
            <ac:inkMk id="37" creationId="{F60FA244-3280-AD47-DF3B-D87684CDD743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52" v="49" actId="1076"/>
          <ac:inkMkLst>
            <pc:docMk/>
            <pc:sldMk cId="2285472110" sldId="272"/>
            <ac:inkMk id="42" creationId="{C155718E-3E2A-3E26-BAEB-7CCCDABDE277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67" v="50" actId="1076"/>
          <ac:inkMkLst>
            <pc:docMk/>
            <pc:sldMk cId="2285472110" sldId="272"/>
            <ac:inkMk id="46" creationId="{F4DB7435-D279-F19E-BA34-0B263491EAFF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83" v="51" actId="1076"/>
          <ac:inkMkLst>
            <pc:docMk/>
            <pc:sldMk cId="2285472110" sldId="272"/>
            <ac:inkMk id="49" creationId="{E2556897-20DE-04EC-9192-DDBD3E72EDD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98" v="52" actId="1076"/>
          <ac:inkMkLst>
            <pc:docMk/>
            <pc:sldMk cId="2285472110" sldId="272"/>
            <ac:inkMk id="59" creationId="{7983529A-BD30-FFAA-8D66-AC013904ED49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14" v="53" actId="1076"/>
          <ac:inkMkLst>
            <pc:docMk/>
            <pc:sldMk cId="2285472110" sldId="272"/>
            <ac:inkMk id="62" creationId="{8C53985F-5F92-EAC4-AB98-44CEB1FB1AD0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30" v="54" actId="1076"/>
          <ac:inkMkLst>
            <pc:docMk/>
            <pc:sldMk cId="2285472110" sldId="272"/>
            <ac:inkMk id="66" creationId="{0BF3BDD7-1D6F-A69B-B08A-EF09AC0E8796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45" v="55" actId="1076"/>
          <ac:inkMkLst>
            <pc:docMk/>
            <pc:sldMk cId="2285472110" sldId="272"/>
            <ac:inkMk id="67" creationId="{6412B177-4FBB-4FE4-06AB-113AAAC063DA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61" v="56" actId="1076"/>
          <ac:inkMkLst>
            <pc:docMk/>
            <pc:sldMk cId="2285472110" sldId="272"/>
            <ac:inkMk id="71" creationId="{258CBA36-CC5A-D3F6-EEA9-B380E6376AC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77" v="57" actId="1076"/>
          <ac:inkMkLst>
            <pc:docMk/>
            <pc:sldMk cId="2285472110" sldId="272"/>
            <ac:inkMk id="72" creationId="{B65C0A9D-DFD5-626A-DF65-93C46991603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92" v="58" actId="1076"/>
          <ac:inkMkLst>
            <pc:docMk/>
            <pc:sldMk cId="2285472110" sldId="272"/>
            <ac:inkMk id="80" creationId="{E39B54D8-4420-36E3-53AD-AC2FDCAAC42F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92" v="59" actId="1076"/>
          <ac:inkMkLst>
            <pc:docMk/>
            <pc:sldMk cId="2285472110" sldId="272"/>
            <ac:inkMk id="81" creationId="{D8110081-E9E5-AA78-70DB-DF933E657DC6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08" v="60" actId="1076"/>
          <ac:inkMkLst>
            <pc:docMk/>
            <pc:sldMk cId="2285472110" sldId="272"/>
            <ac:inkMk id="87" creationId="{F4951B7C-1722-81B2-3EEE-2AE21F1C445B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23" v="61" actId="1076"/>
          <ac:inkMkLst>
            <pc:docMk/>
            <pc:sldMk cId="2285472110" sldId="272"/>
            <ac:inkMk id="88" creationId="{812A6D2B-437B-05B3-0D0B-CD06D98B5785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39" v="62" actId="1076"/>
          <ac:inkMkLst>
            <pc:docMk/>
            <pc:sldMk cId="2285472110" sldId="272"/>
            <ac:inkMk id="92" creationId="{36413CFC-060F-ECCB-AE3B-5007EEAA63EB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55" v="63" actId="1076"/>
          <ac:inkMkLst>
            <pc:docMk/>
            <pc:sldMk cId="2285472110" sldId="272"/>
            <ac:inkMk id="97" creationId="{ACBC9E24-B7B7-8110-B8AC-91FA2D5DB562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70" v="64" actId="1076"/>
          <ac:inkMkLst>
            <pc:docMk/>
            <pc:sldMk cId="2285472110" sldId="272"/>
            <ac:inkMk id="101" creationId="{C0E8E202-1FB9-8C2C-91CF-F0C1101D53F9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86" v="65" actId="1076"/>
          <ac:inkMkLst>
            <pc:docMk/>
            <pc:sldMk cId="2285472110" sldId="272"/>
            <ac:inkMk id="106" creationId="{FF07CE74-6171-2670-22AF-5F111D7B7644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02" v="66" actId="1076"/>
          <ac:inkMkLst>
            <pc:docMk/>
            <pc:sldMk cId="2285472110" sldId="272"/>
            <ac:inkMk id="107" creationId="{471774E6-90BD-DD76-E899-30936C6CC92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17" v="67" actId="1076"/>
          <ac:inkMkLst>
            <pc:docMk/>
            <pc:sldMk cId="2285472110" sldId="272"/>
            <ac:inkMk id="111" creationId="{F6D7E000-4AE2-2FD7-B1DE-BA1B98D505A4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33" v="68" actId="1076"/>
          <ac:inkMkLst>
            <pc:docMk/>
            <pc:sldMk cId="2285472110" sldId="272"/>
            <ac:inkMk id="115" creationId="{4379A068-FF07-421F-EB5E-D90475E3CB19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48" v="69" actId="1076"/>
          <ac:inkMkLst>
            <pc:docMk/>
            <pc:sldMk cId="2285472110" sldId="272"/>
            <ac:inkMk id="119" creationId="{DAB70378-494A-5999-2F86-28B4A85D58C4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64" v="70" actId="1076"/>
          <ac:inkMkLst>
            <pc:docMk/>
            <pc:sldMk cId="2285472110" sldId="272"/>
            <ac:inkMk id="120" creationId="{EDE5D22B-CC55-F82A-5E78-2953C1F7E52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80" v="71" actId="1076"/>
          <ac:inkMkLst>
            <pc:docMk/>
            <pc:sldMk cId="2285472110" sldId="272"/>
            <ac:inkMk id="123" creationId="{7C61C5DE-2A13-3C00-C5C0-F42DCF0CEFC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95" v="72" actId="1076"/>
          <ac:inkMkLst>
            <pc:docMk/>
            <pc:sldMk cId="2285472110" sldId="272"/>
            <ac:inkMk id="126" creationId="{8AC04F05-0DA8-7973-0489-6A40EB861945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95" v="73" actId="1076"/>
          <ac:inkMkLst>
            <pc:docMk/>
            <pc:sldMk cId="2285472110" sldId="272"/>
            <ac:inkMk id="127" creationId="{752C10AB-1843-C6D7-376A-4CE1D8D84837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611" v="74" actId="1076"/>
          <ac:inkMkLst>
            <pc:docMk/>
            <pc:sldMk cId="2285472110" sldId="272"/>
            <ac:inkMk id="132" creationId="{DF6FDE94-47C0-091C-8300-0235951763A0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627" v="75" actId="1076"/>
          <ac:inkMkLst>
            <pc:docMk/>
            <pc:sldMk cId="2285472110" sldId="272"/>
            <ac:inkMk id="133" creationId="{38D2E000-5CD4-2137-88AE-A6C2C77B03F0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642" v="76" actId="1076"/>
          <ac:inkMkLst>
            <pc:docMk/>
            <pc:sldMk cId="2285472110" sldId="272"/>
            <ac:inkMk id="136" creationId="{155AB052-60C2-A635-0CA9-6FD39AB3AF82}"/>
          </ac:inkMkLst>
        </pc:inkChg>
        <pc:cxnChg chg="mod">
          <ac:chgData name="Bhowmik, Sayan" userId="S::sbhowmik9@gatech.edu::2b51cadb-156e-4c9a-99fc-6d2138739850" providerId="AD" clId="Web-{38A520CE-FE97-9767-E658-566DE84C2C86}" dt="2023-09-06T20:18:59.922" v="1" actId="1076"/>
          <ac:cxnSpMkLst>
            <pc:docMk/>
            <pc:sldMk cId="2285472110" sldId="272"/>
            <ac:cxnSpMk id="2" creationId="{392DA186-8EC0-174D-C19B-D8DA2F62EBA3}"/>
          </ac:cxnSpMkLst>
        </pc:cxnChg>
        <pc:cxnChg chg="mod">
          <ac:chgData name="Bhowmik, Sayan" userId="S::sbhowmik9@gatech.edu::2b51cadb-156e-4c9a-99fc-6d2138739850" providerId="AD" clId="Web-{38A520CE-FE97-9767-E658-566DE84C2C86}" dt="2023-09-06T20:18:59.938" v="2" actId="1076"/>
          <ac:cxnSpMkLst>
            <pc:docMk/>
            <pc:sldMk cId="2285472110" sldId="272"/>
            <ac:cxnSpMk id="3" creationId="{DCAFB4D8-E916-DAFF-3BF6-23090301C12A}"/>
          </ac:cxnSpMkLst>
        </pc:cxnChg>
      </pc:sldChg>
      <pc:sldChg chg="add replId addAnim delAnim">
        <pc:chgData name="Bhowmik, Sayan" userId="S::sbhowmik9@gatech.edu::2b51cadb-156e-4c9a-99fc-6d2138739850" providerId="AD" clId="Web-{38A520CE-FE97-9767-E658-566DE84C2C86}" dt="2023-09-06T21:21:54.961" v="371"/>
        <pc:sldMkLst>
          <pc:docMk/>
          <pc:sldMk cId="3578118627" sldId="273"/>
        </pc:sldMkLst>
      </pc:sldChg>
      <pc:sldChg chg="delSp modSp add replId addAnim delAnim">
        <pc:chgData name="Bhowmik, Sayan" userId="S::sbhowmik9@gatech.edu::2b51cadb-156e-4c9a-99fc-6d2138739850" providerId="AD" clId="Web-{38A520CE-FE97-9767-E658-566DE84C2C86}" dt="2023-09-06T21:23:09.685" v="375"/>
        <pc:sldMkLst>
          <pc:docMk/>
          <pc:sldMk cId="500877927" sldId="274"/>
        </pc:sldMkLst>
        <pc:spChg chg="mod">
          <ac:chgData name="Bhowmik, Sayan" userId="S::sbhowmik9@gatech.edu::2b51cadb-156e-4c9a-99fc-6d2138739850" providerId="AD" clId="Web-{38A520CE-FE97-9767-E658-566DE84C2C86}" dt="2023-09-06T20:26:15.497" v="80" actId="1076"/>
          <ac:spMkLst>
            <pc:docMk/>
            <pc:sldMk cId="500877927" sldId="274"/>
            <ac:spMk id="5" creationId="{438FA7F2-9B05-5A04-26AF-674863CEC4B7}"/>
          </ac:spMkLst>
        </pc:spChg>
        <pc:inkChg chg="del">
          <ac:chgData name="Bhowmik, Sayan" userId="S::sbhowmik9@gatech.edu::2b51cadb-156e-4c9a-99fc-6d2138739850" providerId="AD" clId="Web-{38A520CE-FE97-9767-E658-566DE84C2C86}" dt="2023-09-06T20:26:23.560" v="83"/>
          <ac:inkMkLst>
            <pc:docMk/>
            <pc:sldMk cId="500877927" sldId="274"/>
            <ac:inkMk id="38" creationId="{444D70A8-A9E1-662C-2CA4-E0F87A8DE5E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60" v="82"/>
          <ac:inkMkLst>
            <pc:docMk/>
            <pc:sldMk cId="500877927" sldId="274"/>
            <ac:inkMk id="39" creationId="{DD3685E8-3F94-5FAB-813F-5D31EA2FACD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1"/>
          <ac:inkMkLst>
            <pc:docMk/>
            <pc:sldMk cId="500877927" sldId="274"/>
            <ac:inkMk id="40" creationId="{5FA86918-C747-E36A-C6F1-9E95CC77359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60" v="81"/>
          <ac:inkMkLst>
            <pc:docMk/>
            <pc:sldMk cId="500877927" sldId="274"/>
            <ac:inkMk id="41" creationId="{E51FDA4E-3188-8BB8-CDB3-08790C48C55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0"/>
          <ac:inkMkLst>
            <pc:docMk/>
            <pc:sldMk cId="500877927" sldId="274"/>
            <ac:inkMk id="54" creationId="{1460E525-0037-AB36-535C-36A205F35D61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9"/>
          <ac:inkMkLst>
            <pc:docMk/>
            <pc:sldMk cId="500877927" sldId="274"/>
            <ac:inkMk id="55" creationId="{966814F6-0F96-FFB8-043D-19E6D724F8ED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8"/>
          <ac:inkMkLst>
            <pc:docMk/>
            <pc:sldMk cId="500877927" sldId="274"/>
            <ac:inkMk id="61" creationId="{BDBDC560-18D8-C27B-06D4-D8410B042F3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7"/>
          <ac:inkMkLst>
            <pc:docMk/>
            <pc:sldMk cId="500877927" sldId="274"/>
            <ac:inkMk id="78" creationId="{1F580CAC-6227-F5EF-1667-063C883830C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6"/>
          <ac:inkMkLst>
            <pc:docMk/>
            <pc:sldMk cId="500877927" sldId="274"/>
            <ac:inkMk id="79" creationId="{6DD38FAD-1017-AFF4-2EEC-08CC01A6890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5"/>
          <ac:inkMkLst>
            <pc:docMk/>
            <pc:sldMk cId="500877927" sldId="274"/>
            <ac:inkMk id="82" creationId="{E3EA774C-206D-A9F1-04EE-F606F14358A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10"/>
          <ac:inkMkLst>
            <pc:docMk/>
            <pc:sldMk cId="500877927" sldId="274"/>
            <ac:inkMk id="87" creationId="{F4951B7C-1722-81B2-3EEE-2AE21F1C445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4"/>
          <ac:inkMkLst>
            <pc:docMk/>
            <pc:sldMk cId="500877927" sldId="274"/>
            <ac:inkMk id="93" creationId="{AA7E9F0A-22D0-2798-1ECF-5D76B4EF7EA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3"/>
          <ac:inkMkLst>
            <pc:docMk/>
            <pc:sldMk cId="500877927" sldId="274"/>
            <ac:inkMk id="94" creationId="{415D15BC-2EB8-22E7-52C5-57CA50F9F4D1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2"/>
          <ac:inkMkLst>
            <pc:docMk/>
            <pc:sldMk cId="500877927" sldId="274"/>
            <ac:inkMk id="95" creationId="{C33077CB-242F-DCAC-EE0C-F01F8E03F03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1"/>
          <ac:inkMkLst>
            <pc:docMk/>
            <pc:sldMk cId="500877927" sldId="274"/>
            <ac:inkMk id="96" creationId="{8ECB24C5-4F5C-3923-D484-9DD1A54E3D3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9"/>
          <ac:inkMkLst>
            <pc:docMk/>
            <pc:sldMk cId="500877927" sldId="274"/>
            <ac:inkMk id="97" creationId="{ACBC9E24-B7B7-8110-B8AC-91FA2D5DB56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8"/>
          <ac:inkMkLst>
            <pc:docMk/>
            <pc:sldMk cId="500877927" sldId="274"/>
            <ac:inkMk id="101" creationId="{C0E8E202-1FB9-8C2C-91CF-F0C1101D53F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0"/>
          <ac:inkMkLst>
            <pc:docMk/>
            <pc:sldMk cId="500877927" sldId="274"/>
            <ac:inkMk id="102" creationId="{8B655722-1903-C63A-14EE-4DC04AAF5B0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9"/>
          <ac:inkMkLst>
            <pc:docMk/>
            <pc:sldMk cId="500877927" sldId="274"/>
            <ac:inkMk id="109" creationId="{522BEE8C-B398-30E8-703C-D171E03C401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8"/>
          <ac:inkMkLst>
            <pc:docMk/>
            <pc:sldMk cId="500877927" sldId="274"/>
            <ac:inkMk id="110" creationId="{FBF27067-2676-4273-884E-A9007E466A6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7"/>
          <ac:inkMkLst>
            <pc:docMk/>
            <pc:sldMk cId="500877927" sldId="274"/>
            <ac:inkMk id="111" creationId="{F6D7E000-4AE2-2FD7-B1DE-BA1B98D505A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6"/>
          <ac:inkMkLst>
            <pc:docMk/>
            <pc:sldMk cId="500877927" sldId="274"/>
            <ac:inkMk id="115" creationId="{4379A068-FF07-421F-EB5E-D90475E3CB1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5"/>
          <ac:inkMkLst>
            <pc:docMk/>
            <pc:sldMk cId="500877927" sldId="274"/>
            <ac:inkMk id="123" creationId="{7C61C5DE-2A13-3C00-C5C0-F42DCF0CEFC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4"/>
          <ac:inkMkLst>
            <pc:docMk/>
            <pc:sldMk cId="500877927" sldId="274"/>
            <ac:inkMk id="126" creationId="{8AC04F05-0DA8-7973-0489-6A40EB86194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3"/>
          <ac:inkMkLst>
            <pc:docMk/>
            <pc:sldMk cId="500877927" sldId="274"/>
            <ac:inkMk id="127" creationId="{752C10AB-1843-C6D7-376A-4CE1D8D8483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7"/>
          <ac:inkMkLst>
            <pc:docMk/>
            <pc:sldMk cId="500877927" sldId="274"/>
            <ac:inkMk id="128" creationId="{D357770E-D5E0-9F6F-1ACF-CFF0E3A41FF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6"/>
          <ac:inkMkLst>
            <pc:docMk/>
            <pc:sldMk cId="500877927" sldId="274"/>
            <ac:inkMk id="129" creationId="{8E3B2B8B-29A9-DAD7-633A-AD41F9B8B30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5"/>
          <ac:inkMkLst>
            <pc:docMk/>
            <pc:sldMk cId="500877927" sldId="274"/>
            <ac:inkMk id="135" creationId="{3FD5F0ED-E64A-C59D-007D-2BF00018962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2"/>
          <ac:inkMkLst>
            <pc:docMk/>
            <pc:sldMk cId="500877927" sldId="274"/>
            <ac:inkMk id="136" creationId="{155AB052-60C2-A635-0CA9-6FD39AB3AF8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60" v="84"/>
          <ac:inkMkLst>
            <pc:docMk/>
            <pc:sldMk cId="500877927" sldId="274"/>
            <ac:inkMk id="140" creationId="{CFD37D18-998E-3254-47F6-FB0886473C3A}"/>
          </ac:inkMkLst>
        </pc:inkChg>
      </pc:sldChg>
      <pc:sldChg chg="delSp modSp add replId addAnim">
        <pc:chgData name="Bhowmik, Sayan" userId="S::sbhowmik9@gatech.edu::2b51cadb-156e-4c9a-99fc-6d2138739850" providerId="AD" clId="Web-{38A520CE-FE97-9767-E658-566DE84C2C86}" dt="2023-09-06T21:28:00.829" v="382"/>
        <pc:sldMkLst>
          <pc:docMk/>
          <pc:sldMk cId="1324301287" sldId="275"/>
        </pc:sldMkLst>
        <pc:inkChg chg="del">
          <ac:chgData name="Bhowmik, Sayan" userId="S::sbhowmik9@gatech.edu::2b51cadb-156e-4c9a-99fc-6d2138739850" providerId="AD" clId="Web-{38A520CE-FE97-9767-E658-566DE84C2C86}" dt="2023-09-06T20:32:56.148" v="131"/>
          <ac:inkMkLst>
            <pc:docMk/>
            <pc:sldMk cId="1324301287" sldId="275"/>
            <ac:inkMk id="20" creationId="{8D3EB489-0854-3E0A-0438-E3AD53E4672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0"/>
          <ac:inkMkLst>
            <pc:docMk/>
            <pc:sldMk cId="1324301287" sldId="275"/>
            <ac:inkMk id="23" creationId="{89C1A253-E85F-2F4A-FD01-9D319C40CFC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9"/>
          <ac:inkMkLst>
            <pc:docMk/>
            <pc:sldMk cId="1324301287" sldId="275"/>
            <ac:inkMk id="34" creationId="{D6D54187-4202-3EA1-B67D-4A4612838D1D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8"/>
          <ac:inkMkLst>
            <pc:docMk/>
            <pc:sldMk cId="1324301287" sldId="275"/>
            <ac:inkMk id="42" creationId="{88D852DF-8D98-45D9-1BE9-C95C06EA8FF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7"/>
          <ac:inkMkLst>
            <pc:docMk/>
            <pc:sldMk cId="1324301287" sldId="275"/>
            <ac:inkMk id="47" creationId="{FD5E04B3-07A1-2D17-C886-294A3AFF7C7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6"/>
          <ac:inkMkLst>
            <pc:docMk/>
            <pc:sldMk cId="1324301287" sldId="275"/>
            <ac:inkMk id="50" creationId="{798D50C0-B6A7-386B-3790-C5539AAEBEF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5"/>
          <ac:inkMkLst>
            <pc:docMk/>
            <pc:sldMk cId="1324301287" sldId="275"/>
            <ac:inkMk id="51" creationId="{C1C50068-2478-28FE-4D19-3C257AC8FAA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4"/>
          <ac:inkMkLst>
            <pc:docMk/>
            <pc:sldMk cId="1324301287" sldId="275"/>
            <ac:inkMk id="52" creationId="{FB33F0B1-E102-CC3C-0607-245EA72A274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3"/>
          <ac:inkMkLst>
            <pc:docMk/>
            <pc:sldMk cId="1324301287" sldId="275"/>
            <ac:inkMk id="53" creationId="{B6466D06-6CC8-2117-E7AB-85617BFD0AE1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2"/>
          <ac:inkMkLst>
            <pc:docMk/>
            <pc:sldMk cId="1324301287" sldId="275"/>
            <ac:inkMk id="56" creationId="{4AB5C789-3B04-889D-0410-4D99BD5735B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1"/>
          <ac:inkMkLst>
            <pc:docMk/>
            <pc:sldMk cId="1324301287" sldId="275"/>
            <ac:inkMk id="57" creationId="{CF16521A-0E44-2A53-4F10-E4444ECCE6B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0"/>
          <ac:inkMkLst>
            <pc:docMk/>
            <pc:sldMk cId="1324301287" sldId="275"/>
            <ac:inkMk id="58" creationId="{BD4C585B-5E1F-6830-4013-031F6754EE3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19"/>
          <ac:inkMkLst>
            <pc:docMk/>
            <pc:sldMk cId="1324301287" sldId="275"/>
            <ac:inkMk id="59" creationId="{8160A34B-F813-53D7-1011-E16E1D43A2D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8"/>
          <ac:inkMkLst>
            <pc:docMk/>
            <pc:sldMk cId="1324301287" sldId="275"/>
            <ac:inkMk id="60" creationId="{C1432DD5-AA6D-8B19-C0B2-ED0D1311D7A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7"/>
          <ac:inkMkLst>
            <pc:docMk/>
            <pc:sldMk cId="1324301287" sldId="275"/>
            <ac:inkMk id="62" creationId="{700751FF-3340-7747-FC91-B29479F91E6F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6"/>
          <ac:inkMkLst>
            <pc:docMk/>
            <pc:sldMk cId="1324301287" sldId="275"/>
            <ac:inkMk id="63" creationId="{1A3B69D5-363D-65B3-29CB-A43BDFA2AE6C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8"/>
          <ac:inkMkLst>
            <pc:docMk/>
            <pc:sldMk cId="1324301287" sldId="275"/>
            <ac:inkMk id="64" creationId="{CCF7600C-C79B-A052-C70E-EBE628AF8C9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5"/>
          <ac:inkMkLst>
            <pc:docMk/>
            <pc:sldMk cId="1324301287" sldId="275"/>
            <ac:inkMk id="65" creationId="{F2DFB1DC-2164-D5D8-96E2-51D1EBC939E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4"/>
          <ac:inkMkLst>
            <pc:docMk/>
            <pc:sldMk cId="1324301287" sldId="275"/>
            <ac:inkMk id="66" creationId="{001F6708-26C5-FE79-29A8-8A5095D3CC9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3"/>
          <ac:inkMkLst>
            <pc:docMk/>
            <pc:sldMk cId="1324301287" sldId="275"/>
            <ac:inkMk id="67" creationId="{EBD0DD93-7622-E772-927C-E3E90F6A4D4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2"/>
          <ac:inkMkLst>
            <pc:docMk/>
            <pc:sldMk cId="1324301287" sldId="275"/>
            <ac:inkMk id="68" creationId="{3EFF820E-54F7-9331-70E4-00BAE23FCE2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7"/>
          <ac:inkMkLst>
            <pc:docMk/>
            <pc:sldMk cId="1324301287" sldId="275"/>
            <ac:inkMk id="70" creationId="{75A986B6-FED4-76A2-E4C0-8958832B0AF0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6"/>
          <ac:inkMkLst>
            <pc:docMk/>
            <pc:sldMk cId="1324301287" sldId="275"/>
            <ac:inkMk id="71" creationId="{2075FADB-D44E-3841-A495-EAF4E1163F2A}"/>
          </ac:inkMkLst>
        </pc:inkChg>
        <pc:inkChg chg="del mod">
          <ac:chgData name="Bhowmik, Sayan" userId="S::sbhowmik9@gatech.edu::2b51cadb-156e-4c9a-99fc-6d2138739850" providerId="AD" clId="Web-{38A520CE-FE97-9767-E658-566DE84C2C86}" dt="2023-09-06T20:33:31.244" v="147"/>
          <ac:inkMkLst>
            <pc:docMk/>
            <pc:sldMk cId="1324301287" sldId="275"/>
            <ac:inkMk id="73" creationId="{11B1D53D-F7F8-226F-B43C-C0C4ECBED03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5"/>
          <ac:inkMkLst>
            <pc:docMk/>
            <pc:sldMk cId="1324301287" sldId="275"/>
            <ac:inkMk id="74" creationId="{8F0174EF-927D-FF54-7DEB-EAA3F054D06B}"/>
          </ac:inkMkLst>
        </pc:inkChg>
        <pc:inkChg chg="del mod">
          <ac:chgData name="Bhowmik, Sayan" userId="S::sbhowmik9@gatech.edu::2b51cadb-156e-4c9a-99fc-6d2138739850" providerId="AD" clId="Web-{38A520CE-FE97-9767-E658-566DE84C2C86}" dt="2023-09-06T20:33:31.244" v="146"/>
          <ac:inkMkLst>
            <pc:docMk/>
            <pc:sldMk cId="1324301287" sldId="275"/>
            <ac:inkMk id="75" creationId="{983B3E3E-CF2F-6223-BB44-904BB28101FF}"/>
          </ac:inkMkLst>
        </pc:inkChg>
        <pc:inkChg chg="del mod">
          <ac:chgData name="Bhowmik, Sayan" userId="S::sbhowmik9@gatech.edu::2b51cadb-156e-4c9a-99fc-6d2138739850" providerId="AD" clId="Web-{38A520CE-FE97-9767-E658-566DE84C2C86}" dt="2023-09-06T20:33:31.244" v="145"/>
          <ac:inkMkLst>
            <pc:docMk/>
            <pc:sldMk cId="1324301287" sldId="275"/>
            <ac:inkMk id="76" creationId="{B8E76C06-4947-1A3B-873B-ACF90578087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33:50.886" v="148" actId="1076"/>
          <ac:inkMkLst>
            <pc:docMk/>
            <pc:sldMk cId="1324301287" sldId="275"/>
            <ac:inkMk id="88" creationId="{A3C13254-AC12-8FDE-B827-AE7C15117C4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4"/>
          <ac:inkMkLst>
            <pc:docMk/>
            <pc:sldMk cId="1324301287" sldId="275"/>
            <ac:inkMk id="91" creationId="{CFA24D12-64CE-D35B-1A3C-0A317A20B1EB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33:50.917" v="149" actId="1076"/>
          <ac:inkMkLst>
            <pc:docMk/>
            <pc:sldMk cId="1324301287" sldId="275"/>
            <ac:inkMk id="99" creationId="{B8DB676C-6C86-96BA-E417-9DFCC76A910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3"/>
          <ac:inkMkLst>
            <pc:docMk/>
            <pc:sldMk cId="1324301287" sldId="275"/>
            <ac:inkMk id="105" creationId="{9AC8AF98-DD22-4914-03FA-63DD1F6AFC7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2"/>
          <ac:inkMkLst>
            <pc:docMk/>
            <pc:sldMk cId="1324301287" sldId="275"/>
            <ac:inkMk id="106" creationId="{80E8732B-F46C-D529-F559-BA642BEECD62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33:57.542" v="151" actId="1076"/>
          <ac:inkMkLst>
            <pc:docMk/>
            <pc:sldMk cId="1324301287" sldId="275"/>
            <ac:inkMk id="137" creationId="{8CF19BDD-FD74-9880-B138-F3261EB782D6}"/>
          </ac:inkMkLst>
        </pc:inkChg>
      </pc:sldChg>
      <pc:sldChg chg="delSp modSp add replId addAnim">
        <pc:chgData name="Bhowmik, Sayan" userId="S::sbhowmik9@gatech.edu::2b51cadb-156e-4c9a-99fc-6d2138739850" providerId="AD" clId="Web-{38A520CE-FE97-9767-E658-566DE84C2C86}" dt="2023-09-06T21:27:10.263" v="379"/>
        <pc:sldMkLst>
          <pc:docMk/>
          <pc:sldMk cId="700105385" sldId="276"/>
        </pc:sldMkLst>
        <pc:spChg chg="mod">
          <ac:chgData name="Bhowmik, Sayan" userId="S::sbhowmik9@gatech.edu::2b51cadb-156e-4c9a-99fc-6d2138739850" providerId="AD" clId="Web-{38A520CE-FE97-9767-E658-566DE84C2C86}" dt="2023-09-06T20:47:55.503" v="240" actId="20577"/>
          <ac:spMkLst>
            <pc:docMk/>
            <pc:sldMk cId="700105385" sldId="276"/>
            <ac:spMk id="5" creationId="{438FA7F2-9B05-5A04-26AF-674863CEC4B7}"/>
          </ac:spMkLst>
        </pc:spChg>
        <pc:spChg chg="del">
          <ac:chgData name="Bhowmik, Sayan" userId="S::sbhowmik9@gatech.edu::2b51cadb-156e-4c9a-99fc-6d2138739850" providerId="AD" clId="Web-{38A520CE-FE97-9767-E658-566DE84C2C86}" dt="2023-09-06T20:46:04.245" v="180"/>
          <ac:spMkLst>
            <pc:docMk/>
            <pc:sldMk cId="700105385" sldId="276"/>
            <ac:spMk id="6" creationId="{9FC7C615-671D-738E-8114-9ECEC8D0A451}"/>
          </ac:spMkLst>
        </pc:spChg>
        <pc:spChg chg="del">
          <ac:chgData name="Bhowmik, Sayan" userId="S::sbhowmik9@gatech.edu::2b51cadb-156e-4c9a-99fc-6d2138739850" providerId="AD" clId="Web-{38A520CE-FE97-9767-E658-566DE84C2C86}" dt="2023-09-06T20:46:04.245" v="179"/>
          <ac:spMkLst>
            <pc:docMk/>
            <pc:sldMk cId="700105385" sldId="276"/>
            <ac:spMk id="7" creationId="{A7559624-F54D-B12E-4D09-7168433BAA47}"/>
          </ac:spMkLst>
        </pc:spChg>
        <pc:inkChg chg="del">
          <ac:chgData name="Bhowmik, Sayan" userId="S::sbhowmik9@gatech.edu::2b51cadb-156e-4c9a-99fc-6d2138739850" providerId="AD" clId="Web-{38A520CE-FE97-9767-E658-566DE84C2C86}" dt="2023-09-06T20:46:04.245" v="178"/>
          <ac:inkMkLst>
            <pc:docMk/>
            <pc:sldMk cId="700105385" sldId="276"/>
            <ac:inkMk id="8" creationId="{0C874BA1-3BDD-E4AA-1378-B4859BA63B6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7"/>
          <ac:inkMkLst>
            <pc:docMk/>
            <pc:sldMk cId="700105385" sldId="276"/>
            <ac:inkMk id="9" creationId="{A9FB04E7-6DA6-1105-F63B-FC071812C6AC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6"/>
          <ac:inkMkLst>
            <pc:docMk/>
            <pc:sldMk cId="700105385" sldId="276"/>
            <ac:inkMk id="10" creationId="{E851A8E8-D424-54C0-4871-F5C817F6FFA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5"/>
          <ac:inkMkLst>
            <pc:docMk/>
            <pc:sldMk cId="700105385" sldId="276"/>
            <ac:inkMk id="11" creationId="{6188DF72-481C-9AF1-FAC3-64E9E534946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4"/>
          <ac:inkMkLst>
            <pc:docMk/>
            <pc:sldMk cId="700105385" sldId="276"/>
            <ac:inkMk id="12" creationId="{317B3B5F-627F-5691-E87D-FEA8D6F6BC5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3"/>
          <ac:inkMkLst>
            <pc:docMk/>
            <pc:sldMk cId="700105385" sldId="276"/>
            <ac:inkMk id="13" creationId="{475D5A53-1F16-C783-6534-71623BC8FFD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2"/>
          <ac:inkMkLst>
            <pc:docMk/>
            <pc:sldMk cId="700105385" sldId="276"/>
            <ac:inkMk id="14" creationId="{5B1981BD-75E6-67E6-7424-851336CDB5E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1"/>
          <ac:inkMkLst>
            <pc:docMk/>
            <pc:sldMk cId="700105385" sldId="276"/>
            <ac:inkMk id="21" creationId="{E6BA9BC0-CD17-7FD8-95D9-96A2DCAAF39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0"/>
          <ac:inkMkLst>
            <pc:docMk/>
            <pc:sldMk cId="700105385" sldId="276"/>
            <ac:inkMk id="22" creationId="{832DC11A-71F3-CD92-33BB-C8658F57729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6"/>
          <ac:inkMkLst>
            <pc:docMk/>
            <pc:sldMk cId="700105385" sldId="276"/>
            <ac:inkMk id="35" creationId="{71F67C67-7477-418E-E661-6EA3A3B25C1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5"/>
          <ac:inkMkLst>
            <pc:docMk/>
            <pc:sldMk cId="700105385" sldId="276"/>
            <ac:inkMk id="36" creationId="{6D2A7FC4-AA91-3432-1470-E90E68E83D0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4"/>
          <ac:inkMkLst>
            <pc:docMk/>
            <pc:sldMk cId="700105385" sldId="276"/>
            <ac:inkMk id="54" creationId="{97468F93-91CB-F329-EC03-A2536CE392D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3"/>
          <ac:inkMkLst>
            <pc:docMk/>
            <pc:sldMk cId="700105385" sldId="276"/>
            <ac:inkMk id="55" creationId="{4C883E0F-68D9-CFDD-4076-2338E2C9B7D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2"/>
          <ac:inkMkLst>
            <pc:docMk/>
            <pc:sldMk cId="700105385" sldId="276"/>
            <ac:inkMk id="81" creationId="{EA899094-15CE-8035-31E2-7BC92B4B575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1"/>
          <ac:inkMkLst>
            <pc:docMk/>
            <pc:sldMk cId="700105385" sldId="276"/>
            <ac:inkMk id="84" creationId="{336C0445-E488-0A95-5913-DBF1AC30917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9"/>
          <ac:inkMkLst>
            <pc:docMk/>
            <pc:sldMk cId="700105385" sldId="276"/>
            <ac:inkMk id="88" creationId="{A3C13254-AC12-8FDE-B827-AE7C15117C4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0"/>
          <ac:inkMkLst>
            <pc:docMk/>
            <pc:sldMk cId="700105385" sldId="276"/>
            <ac:inkMk id="96" creationId="{489A6373-C41C-2E77-1AD4-5290FE11C191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8"/>
          <ac:inkMkLst>
            <pc:docMk/>
            <pc:sldMk cId="700105385" sldId="276"/>
            <ac:inkMk id="99" creationId="{B8DB676C-6C86-96BA-E417-9DFCC76A910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9"/>
          <ac:inkMkLst>
            <pc:docMk/>
            <pc:sldMk cId="700105385" sldId="276"/>
            <ac:inkMk id="119" creationId="{C1CEE7D4-F857-33A9-8A5A-158901B4ED6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8"/>
          <ac:inkMkLst>
            <pc:docMk/>
            <pc:sldMk cId="700105385" sldId="276"/>
            <ac:inkMk id="120" creationId="{CDCAD4C3-B9A6-EAA0-6163-BADFC0B1DA9F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7"/>
          <ac:inkMkLst>
            <pc:docMk/>
            <pc:sldMk cId="700105385" sldId="276"/>
            <ac:inkMk id="137" creationId="{8CF19BDD-FD74-9880-B138-F3261EB782D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7"/>
          <ac:inkMkLst>
            <pc:docMk/>
            <pc:sldMk cId="700105385" sldId="276"/>
            <ac:inkMk id="144" creationId="{1F7CBC9B-5CB1-1B29-F51C-7734D1D8E04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6"/>
          <ac:inkMkLst>
            <pc:docMk/>
            <pc:sldMk cId="700105385" sldId="276"/>
            <ac:inkMk id="150" creationId="{B406D35A-2F62-32D7-A934-8F7A62CBFC3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5"/>
          <ac:inkMkLst>
            <pc:docMk/>
            <pc:sldMk cId="700105385" sldId="276"/>
            <ac:inkMk id="151" creationId="{A0C93655-6897-5F9A-0D3E-FBBF5175561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7.339" v="183"/>
          <ac:inkMkLst>
            <pc:docMk/>
            <pc:sldMk cId="700105385" sldId="276"/>
            <ac:inkMk id="160" creationId="{25872653-5657-CD1E-DF56-C2E71201B61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4"/>
          <ac:inkMkLst>
            <pc:docMk/>
            <pc:sldMk cId="700105385" sldId="276"/>
            <ac:inkMk id="172" creationId="{C4552F09-1216-E3A8-6AA5-CF8C15622DB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30" v="153"/>
          <ac:inkMkLst>
            <pc:docMk/>
            <pc:sldMk cId="700105385" sldId="276"/>
            <ac:inkMk id="173" creationId="{4F23535A-CFC0-993D-1DB1-801E0DCFC584}"/>
          </ac:inkMkLst>
        </pc:inkChg>
        <pc:cxnChg chg="del">
          <ac:chgData name="Bhowmik, Sayan" userId="S::sbhowmik9@gatech.edu::2b51cadb-156e-4c9a-99fc-6d2138739850" providerId="AD" clId="Web-{38A520CE-FE97-9767-E658-566DE84C2C86}" dt="2023-09-06T20:46:04.245" v="182"/>
          <ac:cxnSpMkLst>
            <pc:docMk/>
            <pc:sldMk cId="700105385" sldId="276"/>
            <ac:cxnSpMk id="2" creationId="{392DA186-8EC0-174D-C19B-D8DA2F62EBA3}"/>
          </ac:cxnSpMkLst>
        </pc:cxnChg>
        <pc:cxnChg chg="del">
          <ac:chgData name="Bhowmik, Sayan" userId="S::sbhowmik9@gatech.edu::2b51cadb-156e-4c9a-99fc-6d2138739850" providerId="AD" clId="Web-{38A520CE-FE97-9767-E658-566DE84C2C86}" dt="2023-09-06T20:46:04.245" v="181"/>
          <ac:cxnSpMkLst>
            <pc:docMk/>
            <pc:sldMk cId="700105385" sldId="276"/>
            <ac:cxnSpMk id="3" creationId="{DCAFB4D8-E916-DAFF-3BF6-23090301C12A}"/>
          </ac:cxnSpMkLst>
        </pc:cxnChg>
      </pc:sldChg>
      <pc:sldChg chg="addSp delSp modSp add replId addAnim">
        <pc:chgData name="Bhowmik, Sayan" userId="S::sbhowmik9@gatech.edu::2b51cadb-156e-4c9a-99fc-6d2138739850" providerId="AD" clId="Web-{38A520CE-FE97-9767-E658-566DE84C2C86}" dt="2023-09-06T21:29:23.990" v="386"/>
        <pc:sldMkLst>
          <pc:docMk/>
          <pc:sldMk cId="1879257216" sldId="277"/>
        </pc:sldMkLst>
        <pc:spChg chg="add">
          <ac:chgData name="Bhowmik, Sayan" userId="S::sbhowmik9@gatech.edu::2b51cadb-156e-4c9a-99fc-6d2138739850" providerId="AD" clId="Web-{38A520CE-FE97-9767-E658-566DE84C2C86}" dt="2023-09-06T21:01:32.508" v="278"/>
          <ac:spMkLst>
            <pc:docMk/>
            <pc:sldMk cId="1879257216" sldId="277"/>
            <ac:spMk id="101" creationId="{8EF2C21C-C1FF-0C1B-4F56-F332FB1D809F}"/>
          </ac:spMkLst>
        </pc:spChg>
        <pc:spChg chg="add">
          <ac:chgData name="Bhowmik, Sayan" userId="S::sbhowmik9@gatech.edu::2b51cadb-156e-4c9a-99fc-6d2138739850" providerId="AD" clId="Web-{38A520CE-FE97-9767-E658-566DE84C2C86}" dt="2023-09-06T21:01:32.508" v="279"/>
          <ac:spMkLst>
            <pc:docMk/>
            <pc:sldMk cId="1879257216" sldId="277"/>
            <ac:spMk id="103" creationId="{D0097E62-49B1-D0A0-E758-08856484A58C}"/>
          </ac:spMkLst>
        </pc:spChg>
        <pc:inkChg chg="mod">
          <ac:chgData name="Bhowmik, Sayan" userId="S::sbhowmik9@gatech.edu::2b51cadb-156e-4c9a-99fc-6d2138739850" providerId="AD" clId="Web-{38A520CE-FE97-9767-E658-566DE84C2C86}" dt="2023-09-06T21:01:22.070" v="270" actId="1076"/>
          <ac:inkMkLst>
            <pc:docMk/>
            <pc:sldMk cId="1879257216" sldId="277"/>
            <ac:inkMk id="7" creationId="{CA7B24E6-5A78-6112-71C0-41A1F164E78B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39" v="262" actId="1076"/>
          <ac:inkMkLst>
            <pc:docMk/>
            <pc:sldMk cId="1879257216" sldId="277"/>
            <ac:inkMk id="11" creationId="{51CC5D32-B42B-AC0A-E9C9-8378FE08936E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39" v="263" actId="1076"/>
          <ac:inkMkLst>
            <pc:docMk/>
            <pc:sldMk cId="1879257216" sldId="277"/>
            <ac:inkMk id="12" creationId="{4C441D30-3DCF-22F0-258C-819C408E027B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54" v="264" actId="1076"/>
          <ac:inkMkLst>
            <pc:docMk/>
            <pc:sldMk cId="1879257216" sldId="277"/>
            <ac:inkMk id="25" creationId="{C7AD0B73-76A5-5751-BE3D-D2B7DAC320E5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54" v="265" actId="1076"/>
          <ac:inkMkLst>
            <pc:docMk/>
            <pc:sldMk cId="1879257216" sldId="277"/>
            <ac:inkMk id="26" creationId="{87B79F5B-91BC-9644-F031-4DC36333FCA1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54" v="266" actId="1076"/>
          <ac:inkMkLst>
            <pc:docMk/>
            <pc:sldMk cId="1879257216" sldId="277"/>
            <ac:inkMk id="27" creationId="{7D208406-2F47-EE89-C91A-BDC295389751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54" v="267" actId="1076"/>
          <ac:inkMkLst>
            <pc:docMk/>
            <pc:sldMk cId="1879257216" sldId="277"/>
            <ac:inkMk id="28" creationId="{DB244E21-9A1E-46C6-BCDF-C2C8BC5936B8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70" v="268" actId="1076"/>
          <ac:inkMkLst>
            <pc:docMk/>
            <pc:sldMk cId="1879257216" sldId="277"/>
            <ac:inkMk id="35" creationId="{22BA177B-232F-8D84-F921-05AFF49C53A6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70" v="269" actId="1076"/>
          <ac:inkMkLst>
            <pc:docMk/>
            <pc:sldMk cId="1879257216" sldId="277"/>
            <ac:inkMk id="36" creationId="{9DC04AA2-D2CF-CCB5-3633-0224E63D1B2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57" v="261"/>
          <ac:inkMkLst>
            <pc:docMk/>
            <pc:sldMk cId="1879257216" sldId="277"/>
            <ac:inkMk id="40" creationId="{6B3EF9D5-3037-7A01-9901-400494A0FC3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57" v="260"/>
          <ac:inkMkLst>
            <pc:docMk/>
            <pc:sldMk cId="1879257216" sldId="277"/>
            <ac:inkMk id="41" creationId="{76213574-CED2-009F-5857-21F20DD3733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57" v="259"/>
          <ac:inkMkLst>
            <pc:docMk/>
            <pc:sldMk cId="1879257216" sldId="277"/>
            <ac:inkMk id="42" creationId="{A8945E10-47FF-3063-2D9B-3897F8209F84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42.181" v="289" actId="1076"/>
          <ac:inkMkLst>
            <pc:docMk/>
            <pc:sldMk cId="1879257216" sldId="277"/>
            <ac:inkMk id="46" creationId="{AD48ADF4-E2A7-015A-83AF-0821E91E019F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86" v="272" actId="1076"/>
          <ac:inkMkLst>
            <pc:docMk/>
            <pc:sldMk cId="1879257216" sldId="277"/>
            <ac:inkMk id="52" creationId="{0E848833-5E5F-87A3-F772-587A43B4E20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57" v="258"/>
          <ac:inkMkLst>
            <pc:docMk/>
            <pc:sldMk cId="1879257216" sldId="277"/>
            <ac:inkMk id="55" creationId="{1FC2A5DA-30D0-E816-4AF4-2272933DF1A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7"/>
          <ac:inkMkLst>
            <pc:docMk/>
            <pc:sldMk cId="1879257216" sldId="277"/>
            <ac:inkMk id="60" creationId="{BC025D28-9B80-305F-7420-633A30DE9F4D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6"/>
          <ac:inkMkLst>
            <pc:docMk/>
            <pc:sldMk cId="1879257216" sldId="277"/>
            <ac:inkMk id="67" creationId="{1E11E467-B93D-7257-A4BB-6036E6741C0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5"/>
          <ac:inkMkLst>
            <pc:docMk/>
            <pc:sldMk cId="1879257216" sldId="277"/>
            <ac:inkMk id="68" creationId="{58BD8357-A91C-374D-A05B-B37117C32440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4"/>
          <ac:inkMkLst>
            <pc:docMk/>
            <pc:sldMk cId="1879257216" sldId="277"/>
            <ac:inkMk id="74" creationId="{F7D2FEA6-BC64-53DB-BF62-5A20D7A80F4C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101" v="273" actId="1076"/>
          <ac:inkMkLst>
            <pc:docMk/>
            <pc:sldMk cId="1879257216" sldId="277"/>
            <ac:inkMk id="75" creationId="{4AA60506-A98F-0842-BC17-3A9175DFF8DE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101" v="274" actId="1076"/>
          <ac:inkMkLst>
            <pc:docMk/>
            <pc:sldMk cId="1879257216" sldId="277"/>
            <ac:inkMk id="76" creationId="{52D38CD3-D3A9-9261-D678-AAB3F898AD8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3"/>
          <ac:inkMkLst>
            <pc:docMk/>
            <pc:sldMk cId="1879257216" sldId="277"/>
            <ac:inkMk id="85" creationId="{EA33DF4E-3C7B-E6E4-C9B8-1069C835ABE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2"/>
          <ac:inkMkLst>
            <pc:docMk/>
            <pc:sldMk cId="1879257216" sldId="277"/>
            <ac:inkMk id="88" creationId="{66992B6A-1E9A-4A90-041A-16806BA3A01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1"/>
          <ac:inkMkLst>
            <pc:docMk/>
            <pc:sldMk cId="1879257216" sldId="277"/>
            <ac:inkMk id="89" creationId="{75C5913A-25B4-E122-88FD-440B00FFE55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0"/>
          <ac:inkMkLst>
            <pc:docMk/>
            <pc:sldMk cId="1879257216" sldId="277"/>
            <ac:inkMk id="90" creationId="{88D17183-F1C2-B95B-9EF6-B1AA7DC70EBD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101" v="275" actId="1076"/>
          <ac:inkMkLst>
            <pc:docMk/>
            <pc:sldMk cId="1879257216" sldId="277"/>
            <ac:inkMk id="94" creationId="{00AD8E39-AA7E-821A-2342-964AECDC249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9"/>
          <ac:inkMkLst>
            <pc:docMk/>
            <pc:sldMk cId="1879257216" sldId="277"/>
            <ac:inkMk id="95" creationId="{8F7A7FF3-6C6D-5775-7E74-8F556188C30B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24" v="280"/>
          <ac:inkMkLst>
            <pc:docMk/>
            <pc:sldMk cId="1879257216" sldId="277"/>
            <ac:inkMk id="105" creationId="{C3006EE5-B6D3-7A79-1C14-C38CB7742361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39" v="281"/>
          <ac:inkMkLst>
            <pc:docMk/>
            <pc:sldMk cId="1879257216" sldId="277"/>
            <ac:inkMk id="107" creationId="{12F47AD1-76D1-8516-6F86-9CD745B511FE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39" v="282"/>
          <ac:inkMkLst>
            <pc:docMk/>
            <pc:sldMk cId="1879257216" sldId="277"/>
            <ac:inkMk id="109" creationId="{88F3E119-AB7F-E5EA-D66E-C5BFD7D2EEA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8"/>
          <ac:inkMkLst>
            <pc:docMk/>
            <pc:sldMk cId="1879257216" sldId="277"/>
            <ac:inkMk id="110" creationId="{7BA52F78-C907-FF82-D8C4-FE0A3FF3364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7"/>
          <ac:inkMkLst>
            <pc:docMk/>
            <pc:sldMk cId="1879257216" sldId="277"/>
            <ac:inkMk id="111" creationId="{79B181DB-B340-A506-EE18-B5AABA6C6B5D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55" v="283"/>
          <ac:inkMkLst>
            <pc:docMk/>
            <pc:sldMk cId="1879257216" sldId="277"/>
            <ac:inkMk id="113" creationId="{2A912158-BD53-5235-69C7-A6CF3B66A92E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71" v="284"/>
          <ac:inkMkLst>
            <pc:docMk/>
            <pc:sldMk cId="1879257216" sldId="277"/>
            <ac:inkMk id="115" creationId="{6D3CE652-69E8-E78D-1192-8F5AFD00CF02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86" v="285"/>
          <ac:inkMkLst>
            <pc:docMk/>
            <pc:sldMk cId="1879257216" sldId="277"/>
            <ac:inkMk id="117" creationId="{E247074A-912F-D131-5EC3-0CA5FD8A44B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6"/>
          <ac:inkMkLst>
            <pc:docMk/>
            <pc:sldMk cId="1879257216" sldId="277"/>
            <ac:inkMk id="118" creationId="{7A79DB73-0C87-2EE0-AE2D-C18DCD4BE99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5"/>
          <ac:inkMkLst>
            <pc:docMk/>
            <pc:sldMk cId="1879257216" sldId="277"/>
            <ac:inkMk id="119" creationId="{42FCA08F-B31B-8D87-66A9-54CB468F6605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86" v="286"/>
          <ac:inkMkLst>
            <pc:docMk/>
            <pc:sldMk cId="1879257216" sldId="277"/>
            <ac:inkMk id="121" creationId="{5BA70039-31B8-2AFB-B18D-C9924BF4B528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602" v="287"/>
          <ac:inkMkLst>
            <pc:docMk/>
            <pc:sldMk cId="1879257216" sldId="277"/>
            <ac:inkMk id="123" creationId="{EA946CE3-5ED9-9170-B572-2EE3CE647B21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618" v="288"/>
          <ac:inkMkLst>
            <pc:docMk/>
            <pc:sldMk cId="1879257216" sldId="277"/>
            <ac:inkMk id="125" creationId="{97BF00EE-709E-038A-0B8A-4DC87B62D05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4"/>
          <ac:inkMkLst>
            <pc:docMk/>
            <pc:sldMk cId="1879257216" sldId="277"/>
            <ac:inkMk id="126" creationId="{89F0475E-FA04-BE0B-64EA-7A9AE9B1AB5F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3"/>
          <ac:inkMkLst>
            <pc:docMk/>
            <pc:sldMk cId="1879257216" sldId="277"/>
            <ac:inkMk id="127" creationId="{8A7B704B-BBE7-C970-13BC-59D3D60DEB0C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2"/>
          <ac:inkMkLst>
            <pc:docMk/>
            <pc:sldMk cId="1879257216" sldId="277"/>
            <ac:inkMk id="135" creationId="{C19CF277-C2A3-3133-4483-5ACBE5535059}"/>
          </ac:inkMkLst>
        </pc:inkChg>
        <pc:cxnChg chg="add">
          <ac:chgData name="Bhowmik, Sayan" userId="S::sbhowmik9@gatech.edu::2b51cadb-156e-4c9a-99fc-6d2138739850" providerId="AD" clId="Web-{38A520CE-FE97-9767-E658-566DE84C2C86}" dt="2023-09-06T21:01:32.493" v="276"/>
          <ac:cxnSpMkLst>
            <pc:docMk/>
            <pc:sldMk cId="1879257216" sldId="277"/>
            <ac:cxnSpMk id="97" creationId="{E25DBB5D-796F-0617-07B8-5FEB2C989629}"/>
          </ac:cxnSpMkLst>
        </pc:cxnChg>
        <pc:cxnChg chg="add">
          <ac:chgData name="Bhowmik, Sayan" userId="S::sbhowmik9@gatech.edu::2b51cadb-156e-4c9a-99fc-6d2138739850" providerId="AD" clId="Web-{38A520CE-FE97-9767-E658-566DE84C2C86}" dt="2023-09-06T21:01:32.493" v="277"/>
          <ac:cxnSpMkLst>
            <pc:docMk/>
            <pc:sldMk cId="1879257216" sldId="277"/>
            <ac:cxnSpMk id="99" creationId="{A41B8599-2F71-5AC9-30D4-56FF587DF231}"/>
          </ac:cxnSpMkLst>
        </pc:cxnChg>
      </pc:sldChg>
      <pc:sldChg chg="addSp delSp modSp add replId addAnim delAnim">
        <pc:chgData name="Bhowmik, Sayan" userId="S::sbhowmik9@gatech.edu::2b51cadb-156e-4c9a-99fc-6d2138739850" providerId="AD" clId="Web-{38A520CE-FE97-9767-E658-566DE84C2C86}" dt="2023-09-06T21:32:32.065" v="392"/>
        <pc:sldMkLst>
          <pc:docMk/>
          <pc:sldMk cId="3597247938" sldId="278"/>
        </pc:sldMkLst>
        <pc:spChg chg="add mod">
          <ac:chgData name="Bhowmik, Sayan" userId="S::sbhowmik9@gatech.edu::2b51cadb-156e-4c9a-99fc-6d2138739850" providerId="AD" clId="Web-{38A520CE-FE97-9767-E658-566DE84C2C86}" dt="2023-09-06T21:10:11.182" v="359"/>
          <ac:spMkLst>
            <pc:docMk/>
            <pc:sldMk cId="3597247938" sldId="278"/>
            <ac:spMk id="3" creationId="{2311E274-F1EA-AB2F-15B5-CD003C4BD9FE}"/>
          </ac:spMkLst>
        </pc:spChg>
        <pc:spChg chg="mod">
          <ac:chgData name="Bhowmik, Sayan" userId="S::sbhowmik9@gatech.edu::2b51cadb-156e-4c9a-99fc-6d2138739850" providerId="AD" clId="Web-{38A520CE-FE97-9767-E658-566DE84C2C86}" dt="2023-09-06T21:08:23.644" v="354" actId="1076"/>
          <ac:spMkLst>
            <pc:docMk/>
            <pc:sldMk cId="3597247938" sldId="278"/>
            <ac:spMk id="5" creationId="{438FA7F2-9B05-5A04-26AF-674863CEC4B7}"/>
          </ac:spMkLst>
        </pc:spChg>
        <pc:inkChg chg="del">
          <ac:chgData name="Bhowmik, Sayan" userId="S::sbhowmik9@gatech.edu::2b51cadb-156e-4c9a-99fc-6d2138739850" providerId="AD" clId="Web-{38A520CE-FE97-9767-E658-566DE84C2C86}" dt="2023-09-06T21:07:10.967" v="305"/>
          <ac:inkMkLst>
            <pc:docMk/>
            <pc:sldMk cId="3597247938" sldId="278"/>
            <ac:inkMk id="46" creationId="{AD48ADF4-E2A7-015A-83AF-0821E91E019F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5.311" v="307"/>
          <ac:inkMkLst>
            <pc:docMk/>
            <pc:sldMk cId="3597247938" sldId="278"/>
            <ac:inkMk id="52" creationId="{0E848833-5E5F-87A3-F772-587A43B4E205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4"/>
          <ac:inkMkLst>
            <pc:docMk/>
            <pc:sldMk cId="3597247938" sldId="278"/>
            <ac:inkMk id="75" creationId="{4AA60506-A98F-0842-BC17-3A9175DFF8DE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3"/>
          <ac:inkMkLst>
            <pc:docMk/>
            <pc:sldMk cId="3597247938" sldId="278"/>
            <ac:inkMk id="76" creationId="{52D38CD3-D3A9-9261-D678-AAB3F898AD89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2"/>
          <ac:inkMkLst>
            <pc:docMk/>
            <pc:sldMk cId="3597247938" sldId="278"/>
            <ac:inkMk id="94" creationId="{00AD8E39-AA7E-821A-2342-964AECDC2495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5.311" v="306"/>
          <ac:inkMkLst>
            <pc:docMk/>
            <pc:sldMk cId="3597247938" sldId="278"/>
            <ac:inkMk id="102" creationId="{1953E16A-715A-E16C-FD73-6D3899A3DDA7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1"/>
          <ac:inkMkLst>
            <pc:docMk/>
            <pc:sldMk cId="3597247938" sldId="278"/>
            <ac:inkMk id="108" creationId="{05D34FA8-D76A-8A10-C3EB-9AB5DBE0DD53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0"/>
          <ac:inkMkLst>
            <pc:docMk/>
            <pc:sldMk cId="3597247938" sldId="278"/>
            <ac:inkMk id="116" creationId="{0935FC52-AA34-C086-C929-D5FF703BAA7F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9"/>
          <ac:inkMkLst>
            <pc:docMk/>
            <pc:sldMk cId="3597247938" sldId="278"/>
            <ac:inkMk id="139" creationId="{B2C09501-CC93-31DA-58B9-6F3104495C98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8"/>
          <ac:inkMkLst>
            <pc:docMk/>
            <pc:sldMk cId="3597247938" sldId="278"/>
            <ac:inkMk id="146" creationId="{FF2EE605-BB81-9729-001B-CA5B916ACB6F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7"/>
          <ac:inkMkLst>
            <pc:docMk/>
            <pc:sldMk cId="3597247938" sldId="278"/>
            <ac:inkMk id="158" creationId="{F740CB7D-6604-BADA-AA2F-0161486E2167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6"/>
          <ac:inkMkLst>
            <pc:docMk/>
            <pc:sldMk cId="3597247938" sldId="278"/>
            <ac:inkMk id="159" creationId="{D4C682E9-F4FC-0BB8-DA5D-891F4AC017C4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5"/>
          <ac:inkMkLst>
            <pc:docMk/>
            <pc:sldMk cId="3597247938" sldId="278"/>
            <ac:inkMk id="166" creationId="{3BCB7DF7-F60A-9C58-99EE-AFD7C0A4D8C8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4"/>
          <ac:inkMkLst>
            <pc:docMk/>
            <pc:sldMk cId="3597247938" sldId="278"/>
            <ac:inkMk id="177" creationId="{E5DF860B-EE9F-863E-5E90-72ACBA83CAE5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3"/>
          <ac:inkMkLst>
            <pc:docMk/>
            <pc:sldMk cId="3597247938" sldId="278"/>
            <ac:inkMk id="180" creationId="{965D6DCC-945A-7C63-A5C4-C305F8CDE30E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2"/>
          <ac:inkMkLst>
            <pc:docMk/>
            <pc:sldMk cId="3597247938" sldId="278"/>
            <ac:inkMk id="191" creationId="{623C7DD9-969D-EC08-7B34-C9F2293D2E8A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1"/>
          <ac:inkMkLst>
            <pc:docMk/>
            <pc:sldMk cId="3597247938" sldId="278"/>
            <ac:inkMk id="204" creationId="{5883151C-6BAA-4E0A-D4DC-0EF3FEB7B25B}"/>
          </ac:inkMkLst>
        </pc:inkChg>
      </pc:sldChg>
    </pc:docChg>
  </pc:docChgLst>
  <pc:docChgLst>
    <pc:chgData name="Bhowmik, Sayan" userId="2b51cadb-156e-4c9a-99fc-6d2138739850" providerId="ADAL" clId="{81F60DB9-7A30-448C-9A2E-5F183F3B18D3}"/>
    <pc:docChg chg="undo custSel addSld delSld modSld">
      <pc:chgData name="Bhowmik, Sayan" userId="2b51cadb-156e-4c9a-99fc-6d2138739850" providerId="ADAL" clId="{81F60DB9-7A30-448C-9A2E-5F183F3B18D3}" dt="2023-09-10T04:09:23.234" v="4545"/>
      <pc:docMkLst>
        <pc:docMk/>
      </pc:docMkLst>
      <pc:sldChg chg="modSp mod">
        <pc:chgData name="Bhowmik, Sayan" userId="2b51cadb-156e-4c9a-99fc-6d2138739850" providerId="ADAL" clId="{81F60DB9-7A30-448C-9A2E-5F183F3B18D3}" dt="2023-09-09T14:28:27.980" v="31" actId="20577"/>
        <pc:sldMkLst>
          <pc:docMk/>
          <pc:sldMk cId="66441295" sldId="256"/>
        </pc:sldMkLst>
        <pc:spChg chg="mod">
          <ac:chgData name="Bhowmik, Sayan" userId="2b51cadb-156e-4c9a-99fc-6d2138739850" providerId="ADAL" clId="{81F60DB9-7A30-448C-9A2E-5F183F3B18D3}" dt="2023-09-09T14:28:08.849" v="23" actId="20577"/>
          <ac:spMkLst>
            <pc:docMk/>
            <pc:sldMk cId="66441295" sldId="256"/>
            <ac:spMk id="2" creationId="{4F97A301-816D-8A6D-A631-E16296CE5E17}"/>
          </ac:spMkLst>
        </pc:spChg>
        <pc:spChg chg="mod">
          <ac:chgData name="Bhowmik, Sayan" userId="2b51cadb-156e-4c9a-99fc-6d2138739850" providerId="ADAL" clId="{81F60DB9-7A30-448C-9A2E-5F183F3B18D3}" dt="2023-09-09T14:28:27.980" v="31" actId="20577"/>
          <ac:spMkLst>
            <pc:docMk/>
            <pc:sldMk cId="66441295" sldId="256"/>
            <ac:spMk id="3" creationId="{57677BF7-B459-0B6F-DA1B-CCE2D8E52C76}"/>
          </ac:spMkLst>
        </pc:spChg>
      </pc:sldChg>
      <pc:sldChg chg="addSp delSp modSp mod">
        <pc:chgData name="Bhowmik, Sayan" userId="2b51cadb-156e-4c9a-99fc-6d2138739850" providerId="ADAL" clId="{81F60DB9-7A30-448C-9A2E-5F183F3B18D3}" dt="2023-09-09T15:12:32.150" v="529" actId="14100"/>
        <pc:sldMkLst>
          <pc:docMk/>
          <pc:sldMk cId="888638894" sldId="257"/>
        </pc:sldMkLst>
        <pc:spChg chg="mod">
          <ac:chgData name="Bhowmik, Sayan" userId="2b51cadb-156e-4c9a-99fc-6d2138739850" providerId="ADAL" clId="{81F60DB9-7A30-448C-9A2E-5F183F3B18D3}" dt="2023-09-09T15:12:10.483" v="523" actId="20577"/>
          <ac:spMkLst>
            <pc:docMk/>
            <pc:sldMk cId="888638894" sldId="257"/>
            <ac:spMk id="3" creationId="{3F1C08AD-0D1E-EB53-DE4F-410B11CDEC6E}"/>
          </ac:spMkLst>
        </pc:spChg>
        <pc:spChg chg="del">
          <ac:chgData name="Bhowmik, Sayan" userId="2b51cadb-156e-4c9a-99fc-6d2138739850" providerId="ADAL" clId="{81F60DB9-7A30-448C-9A2E-5F183F3B18D3}" dt="2023-09-09T15:03:39.794" v="273" actId="478"/>
          <ac:spMkLst>
            <pc:docMk/>
            <pc:sldMk cId="888638894" sldId="257"/>
            <ac:spMk id="4" creationId="{BD975B43-1BA0-6295-E677-9DB658594DA1}"/>
          </ac:spMkLst>
        </pc:spChg>
        <pc:spChg chg="add mod">
          <ac:chgData name="Bhowmik, Sayan" userId="2b51cadb-156e-4c9a-99fc-6d2138739850" providerId="ADAL" clId="{81F60DB9-7A30-448C-9A2E-5F183F3B18D3}" dt="2023-09-09T15:04:25.247" v="323" actId="6549"/>
          <ac:spMkLst>
            <pc:docMk/>
            <pc:sldMk cId="888638894" sldId="257"/>
            <ac:spMk id="5" creationId="{9C238E94-8DB6-9FB8-1D97-2AE55AB2D6FB}"/>
          </ac:spMkLst>
        </pc:spChg>
        <pc:spChg chg="add mod">
          <ac:chgData name="Bhowmik, Sayan" userId="2b51cadb-156e-4c9a-99fc-6d2138739850" providerId="ADAL" clId="{81F60DB9-7A30-448C-9A2E-5F183F3B18D3}" dt="2023-09-09T15:12:32.150" v="529" actId="14100"/>
          <ac:spMkLst>
            <pc:docMk/>
            <pc:sldMk cId="888638894" sldId="257"/>
            <ac:spMk id="6" creationId="{3B088432-6A97-5749-9CDB-D0848A8D6BEA}"/>
          </ac:spMkLst>
        </pc:spChg>
        <pc:spChg chg="del">
          <ac:chgData name="Bhowmik, Sayan" userId="2b51cadb-156e-4c9a-99fc-6d2138739850" providerId="ADAL" clId="{81F60DB9-7A30-448C-9A2E-5F183F3B18D3}" dt="2023-09-09T15:03:39.794" v="273" actId="478"/>
          <ac:spMkLst>
            <pc:docMk/>
            <pc:sldMk cId="888638894" sldId="257"/>
            <ac:spMk id="7" creationId="{BB9F7BCB-E160-33A1-032F-D2322AB82ED9}"/>
          </ac:spMkLst>
        </pc:spChg>
        <pc:spChg chg="del">
          <ac:chgData name="Bhowmik, Sayan" userId="2b51cadb-156e-4c9a-99fc-6d2138739850" providerId="ADAL" clId="{81F60DB9-7A30-448C-9A2E-5F183F3B18D3}" dt="2023-09-09T15:03:39.794" v="273" actId="478"/>
          <ac:spMkLst>
            <pc:docMk/>
            <pc:sldMk cId="888638894" sldId="257"/>
            <ac:spMk id="8" creationId="{BBACC7EA-2312-3C1E-5A39-CD5FF58A79C9}"/>
          </ac:spMkLst>
        </pc:spChg>
      </pc:sldChg>
      <pc:sldChg chg="addSp delSp modSp mod">
        <pc:chgData name="Bhowmik, Sayan" userId="2b51cadb-156e-4c9a-99fc-6d2138739850" providerId="ADAL" clId="{81F60DB9-7A30-448C-9A2E-5F183F3B18D3}" dt="2023-09-09T14:37:32.277" v="270" actId="478"/>
        <pc:sldMkLst>
          <pc:docMk/>
          <pc:sldMk cId="3224403736" sldId="267"/>
        </pc:sldMkLst>
        <pc:spChg chg="add del">
          <ac:chgData name="Bhowmik, Sayan" userId="2b51cadb-156e-4c9a-99fc-6d2138739850" providerId="ADAL" clId="{81F60DB9-7A30-448C-9A2E-5F183F3B18D3}" dt="2023-09-09T14:37:32.277" v="270" actId="478"/>
          <ac:spMkLst>
            <pc:docMk/>
            <pc:sldMk cId="3224403736" sldId="267"/>
            <ac:spMk id="3" creationId="{4277A770-EC48-0945-388D-13347702541A}"/>
          </ac:spMkLst>
        </pc:spChg>
        <pc:spChg chg="add del mod">
          <ac:chgData name="Bhowmik, Sayan" userId="2b51cadb-156e-4c9a-99fc-6d2138739850" providerId="ADAL" clId="{81F60DB9-7A30-448C-9A2E-5F183F3B18D3}" dt="2023-09-09T14:37:31.623" v="269"/>
          <ac:spMkLst>
            <pc:docMk/>
            <pc:sldMk cId="3224403736" sldId="267"/>
            <ac:spMk id="6" creationId="{D37B892B-5ABF-0FF7-85DE-DFB2DAD77A46}"/>
          </ac:spMkLst>
        </pc:spChg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3887785006" sldId="268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1871136973" sldId="269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258422114" sldId="270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3458980950" sldId="271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2285472110" sldId="272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3578118627" sldId="273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500877927" sldId="274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1324301287" sldId="275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700105385" sldId="276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1879257216" sldId="277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3597247938" sldId="278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3931893996" sldId="279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138795399" sldId="280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4179341546" sldId="281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1156623692" sldId="282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2186982388" sldId="283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1421766658" sldId="284"/>
        </pc:sldMkLst>
      </pc:sldChg>
      <pc:sldChg chg="del">
        <pc:chgData name="Bhowmik, Sayan" userId="2b51cadb-156e-4c9a-99fc-6d2138739850" providerId="ADAL" clId="{81F60DB9-7A30-448C-9A2E-5F183F3B18D3}" dt="2023-09-09T15:25:45.339" v="564" actId="47"/>
        <pc:sldMkLst>
          <pc:docMk/>
          <pc:sldMk cId="484254801" sldId="285"/>
        </pc:sldMkLst>
      </pc:sldChg>
      <pc:sldChg chg="addSp delSp modSp add mod modAnim">
        <pc:chgData name="Bhowmik, Sayan" userId="2b51cadb-156e-4c9a-99fc-6d2138739850" providerId="ADAL" clId="{81F60DB9-7A30-448C-9A2E-5F183F3B18D3}" dt="2023-09-10T03:39:57.788" v="4456"/>
        <pc:sldMkLst>
          <pc:docMk/>
          <pc:sldMk cId="876687309" sldId="287"/>
        </pc:sldMkLst>
        <pc:spChg chg="mod">
          <ac:chgData name="Bhowmik, Sayan" userId="2b51cadb-156e-4c9a-99fc-6d2138739850" providerId="ADAL" clId="{81F60DB9-7A30-448C-9A2E-5F183F3B18D3}" dt="2023-09-09T14:29:28.557" v="66" actId="20577"/>
          <ac:spMkLst>
            <pc:docMk/>
            <pc:sldMk cId="876687309" sldId="287"/>
            <ac:spMk id="2" creationId="{0AC3CED3-9F3F-FBE2-90C6-B9FBF8C11538}"/>
          </ac:spMkLst>
        </pc:spChg>
        <pc:spChg chg="del">
          <ac:chgData name="Bhowmik, Sayan" userId="2b51cadb-156e-4c9a-99fc-6d2138739850" providerId="ADAL" clId="{81F60DB9-7A30-448C-9A2E-5F183F3B18D3}" dt="2023-09-09T14:37:38.555" v="271" actId="478"/>
          <ac:spMkLst>
            <pc:docMk/>
            <pc:sldMk cId="876687309" sldId="287"/>
            <ac:spMk id="3" creationId="{4277A770-EC48-0945-388D-13347702541A}"/>
          </ac:spMkLst>
        </pc:spChg>
        <pc:spChg chg="mod">
          <ac:chgData name="Bhowmik, Sayan" userId="2b51cadb-156e-4c9a-99fc-6d2138739850" providerId="ADAL" clId="{81F60DB9-7A30-448C-9A2E-5F183F3B18D3}" dt="2023-09-09T15:04:55.667" v="327" actId="6549"/>
          <ac:spMkLst>
            <pc:docMk/>
            <pc:sldMk cId="876687309" sldId="287"/>
            <ac:spMk id="4" creationId="{265D2C20-F765-3554-21BC-7025C1A1C8CE}"/>
          </ac:spMkLst>
        </pc:spChg>
        <pc:spChg chg="mod">
          <ac:chgData name="Bhowmik, Sayan" userId="2b51cadb-156e-4c9a-99fc-6d2138739850" providerId="ADAL" clId="{81F60DB9-7A30-448C-9A2E-5F183F3B18D3}" dt="2023-09-09T15:05:30.829" v="365" actId="1035"/>
          <ac:spMkLst>
            <pc:docMk/>
            <pc:sldMk cId="876687309" sldId="287"/>
            <ac:spMk id="5" creationId="{F7F5AF28-839E-4D0B-882C-857702F5C090}"/>
          </ac:spMkLst>
        </pc:spChg>
        <pc:spChg chg="add mod">
          <ac:chgData name="Bhowmik, Sayan" userId="2b51cadb-156e-4c9a-99fc-6d2138739850" providerId="ADAL" clId="{81F60DB9-7A30-448C-9A2E-5F183F3B18D3}" dt="2023-09-09T14:32:00.902" v="266" actId="1035"/>
          <ac:spMkLst>
            <pc:docMk/>
            <pc:sldMk cId="876687309" sldId="287"/>
            <ac:spMk id="6" creationId="{3BE1DA97-8C7F-BDA3-592E-3C46948A3AEB}"/>
          </ac:spMkLst>
        </pc:spChg>
        <pc:spChg chg="del">
          <ac:chgData name="Bhowmik, Sayan" userId="2b51cadb-156e-4c9a-99fc-6d2138739850" providerId="ADAL" clId="{81F60DB9-7A30-448C-9A2E-5F183F3B18D3}" dt="2023-09-09T14:31:43.895" v="188" actId="478"/>
          <ac:spMkLst>
            <pc:docMk/>
            <pc:sldMk cId="876687309" sldId="287"/>
            <ac:spMk id="8" creationId="{4D52B31E-7845-E35E-78C2-FB8626863DDB}"/>
          </ac:spMkLst>
        </pc:spChg>
        <pc:spChg chg="del">
          <ac:chgData name="Bhowmik, Sayan" userId="2b51cadb-156e-4c9a-99fc-6d2138739850" providerId="ADAL" clId="{81F60DB9-7A30-448C-9A2E-5F183F3B18D3}" dt="2023-09-09T14:31:43.895" v="188" actId="478"/>
          <ac:spMkLst>
            <pc:docMk/>
            <pc:sldMk cId="876687309" sldId="287"/>
            <ac:spMk id="9" creationId="{4F962535-1F7A-FA38-A2B4-A83F950D623C}"/>
          </ac:spMkLst>
        </pc:spChg>
        <pc:spChg chg="del">
          <ac:chgData name="Bhowmik, Sayan" userId="2b51cadb-156e-4c9a-99fc-6d2138739850" providerId="ADAL" clId="{81F60DB9-7A30-448C-9A2E-5F183F3B18D3}" dt="2023-09-09T14:31:43.895" v="188" actId="478"/>
          <ac:spMkLst>
            <pc:docMk/>
            <pc:sldMk cId="876687309" sldId="287"/>
            <ac:spMk id="10" creationId="{14DA5F40-73B8-3604-AB79-827734ABBD69}"/>
          </ac:spMkLst>
        </pc:spChg>
        <pc:spChg chg="add mod">
          <ac:chgData name="Bhowmik, Sayan" userId="2b51cadb-156e-4c9a-99fc-6d2138739850" providerId="ADAL" clId="{81F60DB9-7A30-448C-9A2E-5F183F3B18D3}" dt="2023-09-09T14:32:00.902" v="266" actId="1035"/>
          <ac:spMkLst>
            <pc:docMk/>
            <pc:sldMk cId="876687309" sldId="287"/>
            <ac:spMk id="12" creationId="{8683C4FB-E524-9C6F-065C-F6C412738E47}"/>
          </ac:spMkLst>
        </pc:spChg>
        <pc:spChg chg="add mod">
          <ac:chgData name="Bhowmik, Sayan" userId="2b51cadb-156e-4c9a-99fc-6d2138739850" providerId="ADAL" clId="{81F60DB9-7A30-448C-9A2E-5F183F3B18D3}" dt="2023-09-09T14:32:00.902" v="266" actId="1035"/>
          <ac:spMkLst>
            <pc:docMk/>
            <pc:sldMk cId="876687309" sldId="287"/>
            <ac:spMk id="13" creationId="{FD425232-2D2F-3921-ABA3-15E40A94C027}"/>
          </ac:spMkLst>
        </pc:spChg>
        <pc:spChg chg="add mod">
          <ac:chgData name="Bhowmik, Sayan" userId="2b51cadb-156e-4c9a-99fc-6d2138739850" providerId="ADAL" clId="{81F60DB9-7A30-448C-9A2E-5F183F3B18D3}" dt="2023-09-09T14:37:39.278" v="272"/>
          <ac:spMkLst>
            <pc:docMk/>
            <pc:sldMk cId="876687309" sldId="287"/>
            <ac:spMk id="14" creationId="{1B574591-F73E-19B2-3DD0-CC6FF568AC36}"/>
          </ac:spMkLst>
        </pc:spChg>
        <pc:spChg chg="add del mod">
          <ac:chgData name="Bhowmik, Sayan" userId="2b51cadb-156e-4c9a-99fc-6d2138739850" providerId="ADAL" clId="{81F60DB9-7A30-448C-9A2E-5F183F3B18D3}" dt="2023-09-09T15:05:56.265" v="369" actId="478"/>
          <ac:spMkLst>
            <pc:docMk/>
            <pc:sldMk cId="876687309" sldId="287"/>
            <ac:spMk id="15" creationId="{126FDA20-E79B-B5DC-5C7B-8419C82BE9EA}"/>
          </ac:spMkLst>
        </pc:spChg>
        <pc:spChg chg="add mod">
          <ac:chgData name="Bhowmik, Sayan" userId="2b51cadb-156e-4c9a-99fc-6d2138739850" providerId="ADAL" clId="{81F60DB9-7A30-448C-9A2E-5F183F3B18D3}" dt="2023-09-09T15:06:15.050" v="373" actId="1582"/>
          <ac:spMkLst>
            <pc:docMk/>
            <pc:sldMk cId="876687309" sldId="287"/>
            <ac:spMk id="16" creationId="{8858725E-3265-AD85-15B6-BF81C9336A81}"/>
          </ac:spMkLst>
        </pc:spChg>
        <pc:picChg chg="mod">
          <ac:chgData name="Bhowmik, Sayan" userId="2b51cadb-156e-4c9a-99fc-6d2138739850" providerId="ADAL" clId="{81F60DB9-7A30-448C-9A2E-5F183F3B18D3}" dt="2023-09-09T14:30:57.487" v="96" actId="1037"/>
          <ac:picMkLst>
            <pc:docMk/>
            <pc:sldMk cId="876687309" sldId="287"/>
            <ac:picMk id="11" creationId="{B83BDC04-599D-B08A-D5CC-2D48847FDD49}"/>
          </ac:picMkLst>
        </pc:picChg>
      </pc:sldChg>
      <pc:sldChg chg="addSp modSp add mod modAnim">
        <pc:chgData name="Bhowmik, Sayan" userId="2b51cadb-156e-4c9a-99fc-6d2138739850" providerId="ADAL" clId="{81F60DB9-7A30-448C-9A2E-5F183F3B18D3}" dt="2023-09-09T16:20:12.557" v="868" actId="1035"/>
        <pc:sldMkLst>
          <pc:docMk/>
          <pc:sldMk cId="2120606235" sldId="288"/>
        </pc:sldMkLst>
        <pc:spChg chg="add mod">
          <ac:chgData name="Bhowmik, Sayan" userId="2b51cadb-156e-4c9a-99fc-6d2138739850" providerId="ADAL" clId="{81F60DB9-7A30-448C-9A2E-5F183F3B18D3}" dt="2023-09-09T16:20:12.557" v="868" actId="1035"/>
          <ac:spMkLst>
            <pc:docMk/>
            <pc:sldMk cId="2120606235" sldId="288"/>
            <ac:spMk id="2" creationId="{1B5E3D24-9A00-27E2-3141-CB5F1E9E90BC}"/>
          </ac:spMkLst>
        </pc:spChg>
        <pc:spChg chg="mod">
          <ac:chgData name="Bhowmik, Sayan" userId="2b51cadb-156e-4c9a-99fc-6d2138739850" providerId="ADAL" clId="{81F60DB9-7A30-448C-9A2E-5F183F3B18D3}" dt="2023-09-09T15:13:20.139" v="562" actId="20577"/>
          <ac:spMkLst>
            <pc:docMk/>
            <pc:sldMk cId="2120606235" sldId="288"/>
            <ac:spMk id="3" creationId="{A7E1E279-A617-8C93-B9E3-47A5EC806EF8}"/>
          </ac:spMkLst>
        </pc:spChg>
        <pc:spChg chg="mod">
          <ac:chgData name="Bhowmik, Sayan" userId="2b51cadb-156e-4c9a-99fc-6d2138739850" providerId="ADAL" clId="{81F60DB9-7A30-448C-9A2E-5F183F3B18D3}" dt="2023-09-09T15:13:57.156" v="563" actId="14100"/>
          <ac:spMkLst>
            <pc:docMk/>
            <pc:sldMk cId="2120606235" sldId="288"/>
            <ac:spMk id="6" creationId="{E86F3CA9-DEE5-BF1B-0D6B-6004F9067D93}"/>
          </ac:spMkLst>
        </pc:spChg>
        <pc:spChg chg="mod">
          <ac:chgData name="Bhowmik, Sayan" userId="2b51cadb-156e-4c9a-99fc-6d2138739850" providerId="ADAL" clId="{81F60DB9-7A30-448C-9A2E-5F183F3B18D3}" dt="2023-09-09T16:17:28.478" v="703" actId="1035"/>
          <ac:spMkLst>
            <pc:docMk/>
            <pc:sldMk cId="2120606235" sldId="288"/>
            <ac:spMk id="8" creationId="{C9784B23-EFB7-AC04-CBBE-68E31E5D2642}"/>
          </ac:spMkLst>
        </pc:spChg>
      </pc:sldChg>
      <pc:sldChg chg="addSp delSp modSp new mod modAnim">
        <pc:chgData name="Bhowmik, Sayan" userId="2b51cadb-156e-4c9a-99fc-6d2138739850" providerId="ADAL" clId="{81F60DB9-7A30-448C-9A2E-5F183F3B18D3}" dt="2023-09-10T03:48:38.543" v="4516"/>
        <pc:sldMkLst>
          <pc:docMk/>
          <pc:sldMk cId="2546788497" sldId="289"/>
        </pc:sldMkLst>
        <pc:spChg chg="del">
          <ac:chgData name="Bhowmik, Sayan" userId="2b51cadb-156e-4c9a-99fc-6d2138739850" providerId="ADAL" clId="{81F60DB9-7A30-448C-9A2E-5F183F3B18D3}" dt="2023-09-09T15:28:38.165" v="566" actId="478"/>
          <ac:spMkLst>
            <pc:docMk/>
            <pc:sldMk cId="2546788497" sldId="289"/>
            <ac:spMk id="2" creationId="{0F2F4B09-661D-326B-3D54-1B2CBDF33C6F}"/>
          </ac:spMkLst>
        </pc:spChg>
        <pc:spChg chg="add mod">
          <ac:chgData name="Bhowmik, Sayan" userId="2b51cadb-156e-4c9a-99fc-6d2138739850" providerId="ADAL" clId="{81F60DB9-7A30-448C-9A2E-5F183F3B18D3}" dt="2023-09-09T15:28:57.543" v="610" actId="20577"/>
          <ac:spMkLst>
            <pc:docMk/>
            <pc:sldMk cId="2546788497" sldId="289"/>
            <ac:spMk id="3" creationId="{A8D6DDA7-4336-87F5-A227-9E9DC99D11E8}"/>
          </ac:spMkLst>
        </pc:spChg>
        <pc:spChg chg="add mod">
          <ac:chgData name="Bhowmik, Sayan" userId="2b51cadb-156e-4c9a-99fc-6d2138739850" providerId="ADAL" clId="{81F60DB9-7A30-448C-9A2E-5F183F3B18D3}" dt="2023-09-09T16:09:29.897" v="683" actId="115"/>
          <ac:spMkLst>
            <pc:docMk/>
            <pc:sldMk cId="2546788497" sldId="289"/>
            <ac:spMk id="4" creationId="{15003279-7773-C68C-B7E5-EB072DB89440}"/>
          </ac:spMkLst>
        </pc:spChg>
        <pc:spChg chg="add mod">
          <ac:chgData name="Bhowmik, Sayan" userId="2b51cadb-156e-4c9a-99fc-6d2138739850" providerId="ADAL" clId="{81F60DB9-7A30-448C-9A2E-5F183F3B18D3}" dt="2023-09-09T16:09:29.897" v="683" actId="115"/>
          <ac:spMkLst>
            <pc:docMk/>
            <pc:sldMk cId="2546788497" sldId="289"/>
            <ac:spMk id="5" creationId="{2FFC8857-A168-62B3-CF9E-A36FAF489EFC}"/>
          </ac:spMkLst>
        </pc:sp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55" creationId="{74602830-4D4D-5525-F204-69B2451A0EF5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56" creationId="{86F84055-0087-0E31-5458-1ABC9B5A0E42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57" creationId="{EE918E99-2AB6-5B2F-358C-E5CADB691A94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58" creationId="{390ABA9C-431C-FE61-733C-25362B21BF63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59" creationId="{E01190BD-BD43-A76E-9A7E-92E91E6FEE87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62" creationId="{61BA48AC-71EF-920F-04D1-010C95A0A338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14" creationId="{F49E3B7A-C7EF-7714-339E-0A1317F3FABC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15" creationId="{FBB4315B-39ED-668E-7AAC-02BB8B6E44FA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20" creationId="{1F7463BA-5C2D-146F-3910-3E2FE6FB70A2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30" creationId="{E9CBF426-A3E6-11C3-8B90-FD10494FD6F6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31" creationId="{E78331E4-D18D-B498-484D-7D33E557D81E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32" creationId="{5A061BA4-F713-8DAE-A23C-DB27042798B9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36" creationId="{17FCFFBD-DDA3-B25C-7DD2-94C32C7C57C0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40" creationId="{736209B0-B790-AF7C-B9E4-0AAFEC0EAA63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41" creationId="{AD6D08AC-9D51-C43C-8C60-1BBBD1E08E79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47" creationId="{6446C088-F5F6-3F9E-9F72-ED82A15E820E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49" creationId="{16C3C37A-7DAF-D23F-125E-B957FEC9AF03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51" creationId="{48836892-8531-CB75-25D0-5AC59A3C1150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54" creationId="{517A98B2-DE10-164A-5042-A4E4510D4E16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55" creationId="{B4ABC322-0BCD-83CE-2194-CF70EF81B1E4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56" creationId="{C0453BFD-1240-ECCB-DCFE-D7D0320428D0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57" creationId="{C858E8D2-A19A-A9C8-B5B9-845CC92D6B81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58" creationId="{AA9D6162-F08C-4650-4C22-8B235DC64BF1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62" creationId="{A37CD8AD-F69B-1349-1B3E-93554C3BED59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71" creationId="{FDA46C5E-47FD-D8C3-7082-823AFD57F6FC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76" creationId="{64B74805-DBE8-B0D4-FD40-3C4CDB348A25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77" creationId="{B97EBDE5-2776-2252-965C-E016954DB92D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86" creationId="{0887BE3E-CD55-23A0-74BA-2D8BA540DC72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89" creationId="{9B85103A-2BC4-7C9A-272B-A35BDCC7BAAA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93" creationId="{9B86E8EA-7136-05B2-5493-9C8377CB01DD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94" creationId="{28743E2B-B419-C34C-81B0-57F454BDF715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95" creationId="{0F3726ED-03D4-8697-1196-6BFB88032547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498" creationId="{52252D2F-BB25-D3F3-5799-8C5D469E1891}"/>
          </ac:inkMkLst>
        </pc:inkChg>
        <pc:inkChg chg="mod">
          <ac:chgData name="Bhowmik, Sayan" userId="2b51cadb-156e-4c9a-99fc-6d2138739850" providerId="ADAL" clId="{81F60DB9-7A30-448C-9A2E-5F183F3B18D3}" dt="2023-09-10T03:43:59.513" v="4506" actId="1035"/>
          <ac:inkMkLst>
            <pc:docMk/>
            <pc:sldMk cId="2546788497" sldId="289"/>
            <ac:inkMk id="512" creationId="{30184299-C770-8CBF-8F01-150E6DD2682C}"/>
          </ac:inkMkLst>
        </pc:inkChg>
        <pc:cxnChg chg="add mod">
          <ac:chgData name="Bhowmik, Sayan" userId="2b51cadb-156e-4c9a-99fc-6d2138739850" providerId="ADAL" clId="{81F60DB9-7A30-448C-9A2E-5F183F3B18D3}" dt="2023-09-09T16:09:43.022" v="684" actId="208"/>
          <ac:cxnSpMkLst>
            <pc:docMk/>
            <pc:sldMk cId="2546788497" sldId="289"/>
            <ac:cxnSpMk id="7" creationId="{DD613C38-E6C7-9D10-1395-52E8DB06E79D}"/>
          </ac:cxnSpMkLst>
        </pc:cxnChg>
      </pc:sldChg>
      <pc:sldChg chg="addSp delSp modSp new mod modAnim">
        <pc:chgData name="Bhowmik, Sayan" userId="2b51cadb-156e-4c9a-99fc-6d2138739850" providerId="ADAL" clId="{81F60DB9-7A30-448C-9A2E-5F183F3B18D3}" dt="2023-09-10T03:53:21.253" v="4522"/>
        <pc:sldMkLst>
          <pc:docMk/>
          <pc:sldMk cId="3619516557" sldId="290"/>
        </pc:sldMkLst>
        <pc:spChg chg="del">
          <ac:chgData name="Bhowmik, Sayan" userId="2b51cadb-156e-4c9a-99fc-6d2138739850" providerId="ADAL" clId="{81F60DB9-7A30-448C-9A2E-5F183F3B18D3}" dt="2023-09-09T22:18:28.718" v="872" actId="478"/>
          <ac:spMkLst>
            <pc:docMk/>
            <pc:sldMk cId="3619516557" sldId="290"/>
            <ac:spMk id="2" creationId="{4C1EA206-A401-D07C-6291-AA16A9BF92E0}"/>
          </ac:spMkLst>
        </pc:spChg>
        <pc:spChg chg="add mod">
          <ac:chgData name="Bhowmik, Sayan" userId="2b51cadb-156e-4c9a-99fc-6d2138739850" providerId="ADAL" clId="{81F60DB9-7A30-448C-9A2E-5F183F3B18D3}" dt="2023-09-09T22:24:50.950" v="937" actId="20577"/>
          <ac:spMkLst>
            <pc:docMk/>
            <pc:sldMk cId="3619516557" sldId="290"/>
            <ac:spMk id="5" creationId="{6F5F345B-8930-65AB-7E9D-E3AFC6C166B8}"/>
          </ac:spMkLst>
        </pc:spChg>
        <pc:spChg chg="add mod">
          <ac:chgData name="Bhowmik, Sayan" userId="2b51cadb-156e-4c9a-99fc-6d2138739850" providerId="ADAL" clId="{81F60DB9-7A30-448C-9A2E-5F183F3B18D3}" dt="2023-09-09T22:25:02.180" v="940" actId="1038"/>
          <ac:spMkLst>
            <pc:docMk/>
            <pc:sldMk cId="3619516557" sldId="290"/>
            <ac:spMk id="6" creationId="{AC2C2EB1-CD8A-21D0-4888-639B100685B8}"/>
          </ac:spMkLst>
        </pc:spChg>
        <pc:spChg chg="add mod">
          <ac:chgData name="Bhowmik, Sayan" userId="2b51cadb-156e-4c9a-99fc-6d2138739850" providerId="ADAL" clId="{81F60DB9-7A30-448C-9A2E-5F183F3B18D3}" dt="2023-09-09T22:28:49.303" v="1020" actId="1038"/>
          <ac:spMkLst>
            <pc:docMk/>
            <pc:sldMk cId="3619516557" sldId="290"/>
            <ac:spMk id="7" creationId="{9018C15F-3043-9468-A455-D1D91129E48B}"/>
          </ac:spMkLst>
        </pc:spChg>
        <pc:spChg chg="add mod">
          <ac:chgData name="Bhowmik, Sayan" userId="2b51cadb-156e-4c9a-99fc-6d2138739850" providerId="ADAL" clId="{81F60DB9-7A30-448C-9A2E-5F183F3B18D3}" dt="2023-09-09T22:28:15.050" v="1016" actId="1035"/>
          <ac:spMkLst>
            <pc:docMk/>
            <pc:sldMk cId="3619516557" sldId="290"/>
            <ac:spMk id="8" creationId="{4DD3A1AC-7A04-FEE7-453A-095C6549FD01}"/>
          </ac:spMkLst>
        </pc:spChg>
        <pc:spChg chg="add mod">
          <ac:chgData name="Bhowmik, Sayan" userId="2b51cadb-156e-4c9a-99fc-6d2138739850" providerId="ADAL" clId="{81F60DB9-7A30-448C-9A2E-5F183F3B18D3}" dt="2023-09-10T02:08:26.506" v="2364" actId="1035"/>
          <ac:spMkLst>
            <pc:docMk/>
            <pc:sldMk cId="3619516557" sldId="290"/>
            <ac:spMk id="48" creationId="{7611AA4A-7879-8CFD-A313-B5A23487FA52}"/>
          </ac:spMkLst>
        </pc:spChg>
        <pc:picChg chg="add mod">
          <ac:chgData name="Bhowmik, Sayan" userId="2b51cadb-156e-4c9a-99fc-6d2138739850" providerId="ADAL" clId="{81F60DB9-7A30-448C-9A2E-5F183F3B18D3}" dt="2023-09-09T22:27:16.597" v="950" actId="1076"/>
          <ac:picMkLst>
            <pc:docMk/>
            <pc:sldMk cId="3619516557" sldId="290"/>
            <ac:picMk id="4" creationId="{549C9C81-DB10-F36F-5A66-865FB6E5F961}"/>
          </ac:picMkLst>
        </pc:picChg>
      </pc:sldChg>
      <pc:sldChg chg="addSp delSp modSp new mod modAnim">
        <pc:chgData name="Bhowmik, Sayan" userId="2b51cadb-156e-4c9a-99fc-6d2138739850" providerId="ADAL" clId="{81F60DB9-7A30-448C-9A2E-5F183F3B18D3}" dt="2023-09-10T03:54:21.039" v="4526"/>
        <pc:sldMkLst>
          <pc:docMk/>
          <pc:sldMk cId="1994552195" sldId="291"/>
        </pc:sldMkLst>
        <pc:spChg chg="del">
          <ac:chgData name="Bhowmik, Sayan" userId="2b51cadb-156e-4c9a-99fc-6d2138739850" providerId="ADAL" clId="{81F60DB9-7A30-448C-9A2E-5F183F3B18D3}" dt="2023-09-09T22:42:21.290" v="1022" actId="478"/>
          <ac:spMkLst>
            <pc:docMk/>
            <pc:sldMk cId="1994552195" sldId="291"/>
            <ac:spMk id="2" creationId="{D786CAE3-56F6-4A5A-0904-F75E4C8A2DF8}"/>
          </ac:spMkLst>
        </pc:spChg>
        <pc:spChg chg="add mod">
          <ac:chgData name="Bhowmik, Sayan" userId="2b51cadb-156e-4c9a-99fc-6d2138739850" providerId="ADAL" clId="{81F60DB9-7A30-448C-9A2E-5F183F3B18D3}" dt="2023-09-09T22:42:35.441" v="1023"/>
          <ac:spMkLst>
            <pc:docMk/>
            <pc:sldMk cId="1994552195" sldId="291"/>
            <ac:spMk id="3" creationId="{DCF5AC8C-10F9-CA1B-2D5A-621E8B08D933}"/>
          </ac:spMkLst>
        </pc:spChg>
        <pc:spChg chg="add mod">
          <ac:chgData name="Bhowmik, Sayan" userId="2b51cadb-156e-4c9a-99fc-6d2138739850" providerId="ADAL" clId="{81F60DB9-7A30-448C-9A2E-5F183F3B18D3}" dt="2023-09-10T01:09:10.464" v="1053" actId="1037"/>
          <ac:spMkLst>
            <pc:docMk/>
            <pc:sldMk cId="1994552195" sldId="291"/>
            <ac:spMk id="4" creationId="{F7DE581B-D3F0-8D90-047F-FDE4775B5531}"/>
          </ac:spMkLst>
        </pc:spChg>
        <pc:spChg chg="add del mod">
          <ac:chgData name="Bhowmik, Sayan" userId="2b51cadb-156e-4c9a-99fc-6d2138739850" providerId="ADAL" clId="{81F60DB9-7A30-448C-9A2E-5F183F3B18D3}" dt="2023-09-10T01:09:07.292" v="1050"/>
          <ac:spMkLst>
            <pc:docMk/>
            <pc:sldMk cId="1994552195" sldId="291"/>
            <ac:spMk id="5" creationId="{7E0FAFE3-A034-BAEC-2DF9-DBEF7D8FDB99}"/>
          </ac:spMkLst>
        </pc:spChg>
        <pc:spChg chg="add mod">
          <ac:chgData name="Bhowmik, Sayan" userId="2b51cadb-156e-4c9a-99fc-6d2138739850" providerId="ADAL" clId="{81F60DB9-7A30-448C-9A2E-5F183F3B18D3}" dt="2023-09-10T01:12:40.510" v="1167" actId="1037"/>
          <ac:spMkLst>
            <pc:docMk/>
            <pc:sldMk cId="1994552195" sldId="291"/>
            <ac:spMk id="6" creationId="{29F5B56A-5F4F-B49D-2ED2-170009C9AE7A}"/>
          </ac:spMkLst>
        </pc:spChg>
        <pc:spChg chg="add mod">
          <ac:chgData name="Bhowmik, Sayan" userId="2b51cadb-156e-4c9a-99fc-6d2138739850" providerId="ADAL" clId="{81F60DB9-7A30-448C-9A2E-5F183F3B18D3}" dt="2023-09-10T01:15:57.414" v="1289" actId="1038"/>
          <ac:spMkLst>
            <pc:docMk/>
            <pc:sldMk cId="1994552195" sldId="291"/>
            <ac:spMk id="7" creationId="{62FD77D2-D551-DAA3-1FBE-91094B174EF5}"/>
          </ac:spMkLst>
        </pc:spChg>
        <pc:spChg chg="add mod">
          <ac:chgData name="Bhowmik, Sayan" userId="2b51cadb-156e-4c9a-99fc-6d2138739850" providerId="ADAL" clId="{81F60DB9-7A30-448C-9A2E-5F183F3B18D3}" dt="2023-09-10T01:49:00.128" v="2028" actId="1037"/>
          <ac:spMkLst>
            <pc:docMk/>
            <pc:sldMk cId="1994552195" sldId="291"/>
            <ac:spMk id="8" creationId="{8AC059BD-D41A-B423-CDBF-852F1B579124}"/>
          </ac:spMkLst>
        </pc:spChg>
        <pc:spChg chg="add mod">
          <ac:chgData name="Bhowmik, Sayan" userId="2b51cadb-156e-4c9a-99fc-6d2138739850" providerId="ADAL" clId="{81F60DB9-7A30-448C-9A2E-5F183F3B18D3}" dt="2023-09-10T01:25:58.574" v="1515" actId="1037"/>
          <ac:spMkLst>
            <pc:docMk/>
            <pc:sldMk cId="1994552195" sldId="291"/>
            <ac:spMk id="9" creationId="{BDF77808-CB92-215C-3413-52791B2FE596}"/>
          </ac:spMkLst>
        </pc:spChg>
      </pc:sldChg>
      <pc:sldChg chg="addSp delSp modSp new mod modAnim">
        <pc:chgData name="Bhowmik, Sayan" userId="2b51cadb-156e-4c9a-99fc-6d2138739850" providerId="ADAL" clId="{81F60DB9-7A30-448C-9A2E-5F183F3B18D3}" dt="2023-09-10T03:56:15.273" v="4530"/>
        <pc:sldMkLst>
          <pc:docMk/>
          <pc:sldMk cId="1831287091" sldId="292"/>
        </pc:sldMkLst>
        <pc:spChg chg="del">
          <ac:chgData name="Bhowmik, Sayan" userId="2b51cadb-156e-4c9a-99fc-6d2138739850" providerId="ADAL" clId="{81F60DB9-7A30-448C-9A2E-5F183F3B18D3}" dt="2023-09-10T01:27:47.783" v="1518" actId="478"/>
          <ac:spMkLst>
            <pc:docMk/>
            <pc:sldMk cId="1831287091" sldId="292"/>
            <ac:spMk id="2" creationId="{E3768556-EAE5-7369-14C5-D12901820E5D}"/>
          </ac:spMkLst>
        </pc:spChg>
        <pc:spChg chg="add mod">
          <ac:chgData name="Bhowmik, Sayan" userId="2b51cadb-156e-4c9a-99fc-6d2138739850" providerId="ADAL" clId="{81F60DB9-7A30-448C-9A2E-5F183F3B18D3}" dt="2023-09-10T01:29:30.713" v="1610" actId="1035"/>
          <ac:spMkLst>
            <pc:docMk/>
            <pc:sldMk cId="1831287091" sldId="292"/>
            <ac:spMk id="3" creationId="{2942D65A-4054-78B3-5B25-CE5722882793}"/>
          </ac:spMkLst>
        </pc:spChg>
        <pc:spChg chg="add del mod">
          <ac:chgData name="Bhowmik, Sayan" userId="2b51cadb-156e-4c9a-99fc-6d2138739850" providerId="ADAL" clId="{81F60DB9-7A30-448C-9A2E-5F183F3B18D3}" dt="2023-09-10T01:41:17.008" v="1856" actId="478"/>
          <ac:spMkLst>
            <pc:docMk/>
            <pc:sldMk cId="1831287091" sldId="292"/>
            <ac:spMk id="4" creationId="{F0F65043-BC60-6103-C4F5-23623BBFD75A}"/>
          </ac:spMkLst>
        </pc:spChg>
        <pc:spChg chg="add mod">
          <ac:chgData name="Bhowmik, Sayan" userId="2b51cadb-156e-4c9a-99fc-6d2138739850" providerId="ADAL" clId="{81F60DB9-7A30-448C-9A2E-5F183F3B18D3}" dt="2023-09-10T01:28:39.438" v="1609" actId="1036"/>
          <ac:spMkLst>
            <pc:docMk/>
            <pc:sldMk cId="1831287091" sldId="292"/>
            <ac:spMk id="5" creationId="{A2401D0A-6EA5-72CD-709F-B37C935AE8F8}"/>
          </ac:spMkLst>
        </pc:spChg>
        <pc:spChg chg="add mod">
          <ac:chgData name="Bhowmik, Sayan" userId="2b51cadb-156e-4c9a-99fc-6d2138739850" providerId="ADAL" clId="{81F60DB9-7A30-448C-9A2E-5F183F3B18D3}" dt="2023-09-10T01:30:22.466" v="1756" actId="1037"/>
          <ac:spMkLst>
            <pc:docMk/>
            <pc:sldMk cId="1831287091" sldId="292"/>
            <ac:spMk id="6" creationId="{26E5692B-8396-9E45-D4C5-0D6B818FEE9C}"/>
          </ac:spMkLst>
        </pc:spChg>
        <pc:spChg chg="add mod">
          <ac:chgData name="Bhowmik, Sayan" userId="2b51cadb-156e-4c9a-99fc-6d2138739850" providerId="ADAL" clId="{81F60DB9-7A30-448C-9A2E-5F183F3B18D3}" dt="2023-09-10T01:32:59.810" v="1853" actId="1038"/>
          <ac:spMkLst>
            <pc:docMk/>
            <pc:sldMk cId="1831287091" sldId="292"/>
            <ac:spMk id="7" creationId="{533310A2-0875-BCE5-1647-56F4F97CCA1C}"/>
          </ac:spMkLst>
        </pc:spChg>
        <pc:spChg chg="add del">
          <ac:chgData name="Bhowmik, Sayan" userId="2b51cadb-156e-4c9a-99fc-6d2138739850" providerId="ADAL" clId="{81F60DB9-7A30-448C-9A2E-5F183F3B18D3}" dt="2023-09-10T01:35:56.009" v="1855" actId="478"/>
          <ac:spMkLst>
            <pc:docMk/>
            <pc:sldMk cId="1831287091" sldId="292"/>
            <ac:spMk id="8" creationId="{31FD0730-F666-9C63-17B7-DCF4D46959F8}"/>
          </ac:spMkLst>
        </pc:spChg>
        <pc:spChg chg="add del mod">
          <ac:chgData name="Bhowmik, Sayan" userId="2b51cadb-156e-4c9a-99fc-6d2138739850" providerId="ADAL" clId="{81F60DB9-7A30-448C-9A2E-5F183F3B18D3}" dt="2023-09-10T01:41:21.473" v="1859" actId="478"/>
          <ac:spMkLst>
            <pc:docMk/>
            <pc:sldMk cId="1831287091" sldId="292"/>
            <ac:spMk id="10" creationId="{EFBCC10D-A982-4DD5-E36E-FE5120CB892C}"/>
          </ac:spMkLst>
        </pc:spChg>
        <pc:spChg chg="add del mod">
          <ac:chgData name="Bhowmik, Sayan" userId="2b51cadb-156e-4c9a-99fc-6d2138739850" providerId="ADAL" clId="{81F60DB9-7A30-448C-9A2E-5F183F3B18D3}" dt="2023-09-10T01:41:18.882" v="1858"/>
          <ac:spMkLst>
            <pc:docMk/>
            <pc:sldMk cId="1831287091" sldId="292"/>
            <ac:spMk id="11" creationId="{A17A758F-A9FE-146C-2262-D07CB229CD50}"/>
          </ac:spMkLst>
        </pc:spChg>
        <pc:spChg chg="add mod">
          <ac:chgData name="Bhowmik, Sayan" userId="2b51cadb-156e-4c9a-99fc-6d2138739850" providerId="ADAL" clId="{81F60DB9-7A30-448C-9A2E-5F183F3B18D3}" dt="2023-09-10T01:41:40.164" v="1895" actId="20577"/>
          <ac:spMkLst>
            <pc:docMk/>
            <pc:sldMk cId="1831287091" sldId="292"/>
            <ac:spMk id="12" creationId="{5F024AB7-8B22-8C24-1484-C4538DB0F2C6}"/>
          </ac:spMkLst>
        </pc:spChg>
        <pc:spChg chg="add mod">
          <ac:chgData name="Bhowmik, Sayan" userId="2b51cadb-156e-4c9a-99fc-6d2138739850" providerId="ADAL" clId="{81F60DB9-7A30-448C-9A2E-5F183F3B18D3}" dt="2023-09-10T01:55:51.202" v="2033" actId="1582"/>
          <ac:spMkLst>
            <pc:docMk/>
            <pc:sldMk cId="1831287091" sldId="292"/>
            <ac:spMk id="13" creationId="{F061D4ED-0857-1423-4F89-51873576F248}"/>
          </ac:spMkLst>
        </pc:spChg>
        <pc:spChg chg="add mod">
          <ac:chgData name="Bhowmik, Sayan" userId="2b51cadb-156e-4c9a-99fc-6d2138739850" providerId="ADAL" clId="{81F60DB9-7A30-448C-9A2E-5F183F3B18D3}" dt="2023-09-10T01:56:37.113" v="2106" actId="1036"/>
          <ac:spMkLst>
            <pc:docMk/>
            <pc:sldMk cId="1831287091" sldId="292"/>
            <ac:spMk id="14" creationId="{D16ECB76-BB87-D3A0-2D80-6891ECD00F71}"/>
          </ac:spMkLst>
        </pc:spChg>
      </pc:sldChg>
      <pc:sldChg chg="addSp delSp modSp new mod modAnim">
        <pc:chgData name="Bhowmik, Sayan" userId="2b51cadb-156e-4c9a-99fc-6d2138739850" providerId="ADAL" clId="{81F60DB9-7A30-448C-9A2E-5F183F3B18D3}" dt="2023-09-10T03:58:30.067" v="4536"/>
        <pc:sldMkLst>
          <pc:docMk/>
          <pc:sldMk cId="2422390120" sldId="293"/>
        </pc:sldMkLst>
        <pc:spChg chg="del">
          <ac:chgData name="Bhowmik, Sayan" userId="2b51cadb-156e-4c9a-99fc-6d2138739850" providerId="ADAL" clId="{81F60DB9-7A30-448C-9A2E-5F183F3B18D3}" dt="2023-09-10T01:59:37.517" v="2111" actId="478"/>
          <ac:spMkLst>
            <pc:docMk/>
            <pc:sldMk cId="2422390120" sldId="293"/>
            <ac:spMk id="2" creationId="{7534A5BB-67D8-E47D-F311-15A5CCD61EFB}"/>
          </ac:spMkLst>
        </pc:spChg>
        <pc:spChg chg="add mod">
          <ac:chgData name="Bhowmik, Sayan" userId="2b51cadb-156e-4c9a-99fc-6d2138739850" providerId="ADAL" clId="{81F60DB9-7A30-448C-9A2E-5F183F3B18D3}" dt="2023-09-10T02:01:47.274" v="2169" actId="20577"/>
          <ac:spMkLst>
            <pc:docMk/>
            <pc:sldMk cId="2422390120" sldId="293"/>
            <ac:spMk id="3" creationId="{A110A652-8EDD-1821-23FF-9FF424D3ED64}"/>
          </ac:spMkLst>
        </pc:spChg>
        <pc:spChg chg="add mod">
          <ac:chgData name="Bhowmik, Sayan" userId="2b51cadb-156e-4c9a-99fc-6d2138739850" providerId="ADAL" clId="{81F60DB9-7A30-448C-9A2E-5F183F3B18D3}" dt="2023-09-10T02:16:33.570" v="2616" actId="1035"/>
          <ac:spMkLst>
            <pc:docMk/>
            <pc:sldMk cId="2422390120" sldId="293"/>
            <ac:spMk id="4" creationId="{3A8EC5F6-6907-0E99-5B48-BA0C1F71DEBB}"/>
          </ac:spMkLst>
        </pc:spChg>
        <pc:spChg chg="add mod">
          <ac:chgData name="Bhowmik, Sayan" userId="2b51cadb-156e-4c9a-99fc-6d2138739850" providerId="ADAL" clId="{81F60DB9-7A30-448C-9A2E-5F183F3B18D3}" dt="2023-09-10T02:17:26.727" v="2639" actId="207"/>
          <ac:spMkLst>
            <pc:docMk/>
            <pc:sldMk cId="2422390120" sldId="293"/>
            <ac:spMk id="32" creationId="{178977D2-EC88-5645-2E96-913709105680}"/>
          </ac:spMkLst>
        </pc:sp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2" creationId="{3AE30004-32B9-2B80-33EE-4761EFCF2B51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5" creationId="{666E7F65-A038-CCE4-9286-BC12DBC883AA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6" creationId="{699A64DA-7C40-53BE-820A-4E56E25E0999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7" creationId="{E253C216-8141-E495-095C-334C3ADD39CE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10" creationId="{B31A3383-E434-CF1F-E761-E1EA3BE8FD8C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11" creationId="{9A299780-C8A3-3A53-D165-D25797B0DEE8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12" creationId="{CC704505-177B-7DC9-55CD-CBD7C63BCDDF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43" creationId="{FF884A12-F937-4358-59A7-79168B39E660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48" creationId="{36137ED9-F4EF-8022-408D-72AE49DB10F7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51" creationId="{3816B127-173F-7527-25FA-F4F11AFAF1EB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54" creationId="{47C5D864-67AC-839E-4F6B-417C59B94FCC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59" creationId="{1561EB0C-E111-F67B-E916-F240638ADB62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62" creationId="{24417332-5C17-CD0E-6E55-62B6974E25A9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68" creationId="{4CA6BFDD-9A8F-0975-8BE2-0ED806AC886E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71" creationId="{2AA87BDF-3662-D667-2080-D7EFB6B29D95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75" creationId="{E165956B-D00D-847A-E3C2-64902B66F8E1}"/>
          </ac:inkMkLst>
        </pc:inkChg>
        <pc:inkChg chg="mod">
          <ac:chgData name="Bhowmik, Sayan" userId="2b51cadb-156e-4c9a-99fc-6d2138739850" providerId="ADAL" clId="{81F60DB9-7A30-448C-9A2E-5F183F3B18D3}" dt="2023-09-10T02:13:33.998" v="2407" actId="1036"/>
          <ac:inkMkLst>
            <pc:docMk/>
            <pc:sldMk cId="2422390120" sldId="293"/>
            <ac:inkMk id="79" creationId="{A7DAF159-477C-C751-800B-1C13BC932664}"/>
          </ac:inkMkLst>
        </pc:inkChg>
      </pc:sldChg>
      <pc:sldChg chg="addSp delSp modSp new mod modAnim">
        <pc:chgData name="Bhowmik, Sayan" userId="2b51cadb-156e-4c9a-99fc-6d2138739850" providerId="ADAL" clId="{81F60DB9-7A30-448C-9A2E-5F183F3B18D3}" dt="2023-09-10T04:05:25.896" v="4539"/>
        <pc:sldMkLst>
          <pc:docMk/>
          <pc:sldMk cId="1598135076" sldId="294"/>
        </pc:sldMkLst>
        <pc:spChg chg="del">
          <ac:chgData name="Bhowmik, Sayan" userId="2b51cadb-156e-4c9a-99fc-6d2138739850" providerId="ADAL" clId="{81F60DB9-7A30-448C-9A2E-5F183F3B18D3}" dt="2023-09-10T02:21:31.368" v="2642" actId="478"/>
          <ac:spMkLst>
            <pc:docMk/>
            <pc:sldMk cId="1598135076" sldId="294"/>
            <ac:spMk id="2" creationId="{6AB1E489-3E67-CC60-716C-C845EF1B2B59}"/>
          </ac:spMkLst>
        </pc:spChg>
        <pc:spChg chg="add mod">
          <ac:chgData name="Bhowmik, Sayan" userId="2b51cadb-156e-4c9a-99fc-6d2138739850" providerId="ADAL" clId="{81F60DB9-7A30-448C-9A2E-5F183F3B18D3}" dt="2023-09-10T02:24:00.695" v="2909" actId="1036"/>
          <ac:spMkLst>
            <pc:docMk/>
            <pc:sldMk cId="1598135076" sldId="294"/>
            <ac:spMk id="3" creationId="{6AEC2ABA-6E50-AF08-D5F6-2B58A156E255}"/>
          </ac:spMkLst>
        </pc:spChg>
        <pc:spChg chg="add mod">
          <ac:chgData name="Bhowmik, Sayan" userId="2b51cadb-156e-4c9a-99fc-6d2138739850" providerId="ADAL" clId="{81F60DB9-7A30-448C-9A2E-5F183F3B18D3}" dt="2023-09-10T02:21:36.383" v="2643"/>
          <ac:spMkLst>
            <pc:docMk/>
            <pc:sldMk cId="1598135076" sldId="294"/>
            <ac:spMk id="4" creationId="{054AB81D-96A0-A939-0F31-AC805FD24BE6}"/>
          </ac:spMkLst>
        </pc:spChg>
        <pc:spChg chg="add mod">
          <ac:chgData name="Bhowmik, Sayan" userId="2b51cadb-156e-4c9a-99fc-6d2138739850" providerId="ADAL" clId="{81F60DB9-7A30-448C-9A2E-5F183F3B18D3}" dt="2023-09-10T02:24:00.695" v="2909" actId="1036"/>
          <ac:spMkLst>
            <pc:docMk/>
            <pc:sldMk cId="1598135076" sldId="294"/>
            <ac:spMk id="5" creationId="{DB8EC63E-55BB-DFEB-153E-42ECFD17DC4F}"/>
          </ac:spMkLst>
        </pc:spChg>
        <pc:spChg chg="add mod">
          <ac:chgData name="Bhowmik, Sayan" userId="2b51cadb-156e-4c9a-99fc-6d2138739850" providerId="ADAL" clId="{81F60DB9-7A30-448C-9A2E-5F183F3B18D3}" dt="2023-09-10T02:28:34.775" v="3078" actId="1035"/>
          <ac:spMkLst>
            <pc:docMk/>
            <pc:sldMk cId="1598135076" sldId="294"/>
            <ac:spMk id="23" creationId="{8BA10321-CCCA-CC8C-942E-4D1E1000C192}"/>
          </ac:spMkLst>
        </pc:spChg>
        <pc:spChg chg="add mod">
          <ac:chgData name="Bhowmik, Sayan" userId="2b51cadb-156e-4c9a-99fc-6d2138739850" providerId="ADAL" clId="{81F60DB9-7A30-448C-9A2E-5F183F3B18D3}" dt="2023-09-10T02:31:22.030" v="3209" actId="20577"/>
          <ac:spMkLst>
            <pc:docMk/>
            <pc:sldMk cId="1598135076" sldId="294"/>
            <ac:spMk id="24" creationId="{242D37E7-AB5C-C610-C999-085FBC733627}"/>
          </ac:spMkLst>
        </pc:sp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6" creationId="{AA11507A-30D1-F1B4-37C7-9B009DAC8FD8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7" creationId="{103A7C08-B6AD-2D50-97B7-B7D84DFD5F8F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8" creationId="{A6163796-5A64-24E8-7D6A-E8E556D2D358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9" creationId="{1CD8B613-BFD8-871E-2063-187F39D43BDA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0" creationId="{B8E4D0CC-4C9C-38C0-9822-9F639300002A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1" creationId="{C50ABFD9-1AAE-2A0C-8F89-4B676D562C5B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2" creationId="{4718DC29-6A1C-B614-9269-B6BC06E37AAB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3" creationId="{4A64C92E-AF0D-FAFB-B292-B0B352419AD2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4" creationId="{076F31E0-8FED-ABC5-AD55-497B48490BC2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5" creationId="{08DFE757-7A4C-F570-AF82-6AF83E55A382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6" creationId="{085B8B29-C511-003E-5128-D714C0265418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7" creationId="{8A033615-A0C4-5C71-3DF7-5C9F21C5D00E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8" creationId="{616F157E-C9A1-0324-6487-0C2DCDF29F12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19" creationId="{FBCB3445-66A6-9581-063C-DD72F89E363B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20" creationId="{A6FD6A37-E51D-3459-B0E4-6823E7E1A66F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21" creationId="{8A9EC59C-51D6-C11A-03AE-8254652386F4}"/>
          </ac:inkMkLst>
        </pc:inkChg>
        <pc:inkChg chg="add mod">
          <ac:chgData name="Bhowmik, Sayan" userId="2b51cadb-156e-4c9a-99fc-6d2138739850" providerId="ADAL" clId="{81F60DB9-7A30-448C-9A2E-5F183F3B18D3}" dt="2023-09-10T02:23:52.202" v="2870"/>
          <ac:inkMkLst>
            <pc:docMk/>
            <pc:sldMk cId="1598135076" sldId="294"/>
            <ac:inkMk id="22" creationId="{B3A62BB8-6E0C-7D5F-A539-570FB0DD8684}"/>
          </ac:inkMkLst>
        </pc:inkChg>
      </pc:sldChg>
      <pc:sldChg chg="addSp delSp modSp new mod modAnim">
        <pc:chgData name="Bhowmik, Sayan" userId="2b51cadb-156e-4c9a-99fc-6d2138739850" providerId="ADAL" clId="{81F60DB9-7A30-448C-9A2E-5F183F3B18D3}" dt="2023-09-10T04:08:47.868" v="4543"/>
        <pc:sldMkLst>
          <pc:docMk/>
          <pc:sldMk cId="1973742339" sldId="295"/>
        </pc:sldMkLst>
        <pc:spChg chg="del">
          <ac:chgData name="Bhowmik, Sayan" userId="2b51cadb-156e-4c9a-99fc-6d2138739850" providerId="ADAL" clId="{81F60DB9-7A30-448C-9A2E-5F183F3B18D3}" dt="2023-09-10T02:31:56.499" v="3212" actId="478"/>
          <ac:spMkLst>
            <pc:docMk/>
            <pc:sldMk cId="1973742339" sldId="295"/>
            <ac:spMk id="2" creationId="{79FD24B5-AA22-6182-3BF4-6AA8F04C902D}"/>
          </ac:spMkLst>
        </pc:spChg>
        <pc:spChg chg="add mod">
          <ac:chgData name="Bhowmik, Sayan" userId="2b51cadb-156e-4c9a-99fc-6d2138739850" providerId="ADAL" clId="{81F60DB9-7A30-448C-9A2E-5F183F3B18D3}" dt="2023-09-10T02:32:09.059" v="3263" actId="1036"/>
          <ac:spMkLst>
            <pc:docMk/>
            <pc:sldMk cId="1973742339" sldId="295"/>
            <ac:spMk id="20" creationId="{2950AF08-CAAD-28E2-15A1-2A51089DEEC7}"/>
          </ac:spMkLst>
        </pc:spChg>
        <pc:spChg chg="add mod">
          <ac:chgData name="Bhowmik, Sayan" userId="2b51cadb-156e-4c9a-99fc-6d2138739850" providerId="ADAL" clId="{81F60DB9-7A30-448C-9A2E-5F183F3B18D3}" dt="2023-09-10T02:32:01.360" v="3213"/>
          <ac:spMkLst>
            <pc:docMk/>
            <pc:sldMk cId="1973742339" sldId="295"/>
            <ac:spMk id="21" creationId="{37D31032-6600-1924-41A0-6D5A6997BFAB}"/>
          </ac:spMkLst>
        </pc:spChg>
        <pc:spChg chg="add mod">
          <ac:chgData name="Bhowmik, Sayan" userId="2b51cadb-156e-4c9a-99fc-6d2138739850" providerId="ADAL" clId="{81F60DB9-7A30-448C-9A2E-5F183F3B18D3}" dt="2023-09-10T03:03:06.890" v="3553" actId="207"/>
          <ac:spMkLst>
            <pc:docMk/>
            <pc:sldMk cId="1973742339" sldId="295"/>
            <ac:spMk id="22" creationId="{3007098B-C306-F561-0FF6-8FD6A998C904}"/>
          </ac:spMkLst>
        </pc:spChg>
        <pc:spChg chg="add mod">
          <ac:chgData name="Bhowmik, Sayan" userId="2b51cadb-156e-4c9a-99fc-6d2138739850" providerId="ADAL" clId="{81F60DB9-7A30-448C-9A2E-5F183F3B18D3}" dt="2023-09-10T03:03:13.762" v="3554" actId="207"/>
          <ac:spMkLst>
            <pc:docMk/>
            <pc:sldMk cId="1973742339" sldId="295"/>
            <ac:spMk id="23" creationId="{883C4912-FC4C-6DE6-BD8B-7C2803DE6ADA}"/>
          </ac:spMkLst>
        </pc:spChg>
        <pc:spChg chg="add mod">
          <ac:chgData name="Bhowmik, Sayan" userId="2b51cadb-156e-4c9a-99fc-6d2138739850" providerId="ADAL" clId="{81F60DB9-7A30-448C-9A2E-5F183F3B18D3}" dt="2023-09-10T03:04:59.104" v="3727" actId="1035"/>
          <ac:spMkLst>
            <pc:docMk/>
            <pc:sldMk cId="1973742339" sldId="295"/>
            <ac:spMk id="24" creationId="{0F2AA625-4400-E0B2-E83B-60E88141C798}"/>
          </ac:spMkLst>
        </pc:spChg>
        <pc:spChg chg="add mod">
          <ac:chgData name="Bhowmik, Sayan" userId="2b51cadb-156e-4c9a-99fc-6d2138739850" providerId="ADAL" clId="{81F60DB9-7A30-448C-9A2E-5F183F3B18D3}" dt="2023-09-10T03:06:13.737" v="3731" actId="1582"/>
          <ac:spMkLst>
            <pc:docMk/>
            <pc:sldMk cId="1973742339" sldId="295"/>
            <ac:spMk id="25" creationId="{2AB2CAD7-A895-FFCC-58B1-828952818026}"/>
          </ac:spMkLst>
        </pc:spChg>
        <pc:spChg chg="add mod">
          <ac:chgData name="Bhowmik, Sayan" userId="2b51cadb-156e-4c9a-99fc-6d2138739850" providerId="ADAL" clId="{81F60DB9-7A30-448C-9A2E-5F183F3B18D3}" dt="2023-09-10T03:06:46.054" v="3800" actId="1038"/>
          <ac:spMkLst>
            <pc:docMk/>
            <pc:sldMk cId="1973742339" sldId="295"/>
            <ac:spMk id="26" creationId="{1C4AAE0A-996D-5FCD-7C90-D963DE82FB47}"/>
          </ac:spMkLst>
        </pc:sp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3" creationId="{C261E62F-5201-1100-DB5A-1513DA4C0868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4" creationId="{F3B8F9EA-634E-94CD-3F47-33451CBF41CF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5" creationId="{58F1CB5F-23BA-A767-CC51-3A4B68FD9840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6" creationId="{C0DF86EC-586E-2C01-75E9-66C6F3F1C535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7" creationId="{B8AEE032-EE55-5FBD-BCB9-07F8EA7888CB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8" creationId="{5565F4C0-B4E4-77E7-BDBC-9E8A578CB694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9" creationId="{6B5B53D0-4C17-3F23-8B2A-71B7E8B277E6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0" creationId="{CC6C52D2-B38C-D792-160D-24AC66635A3D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1" creationId="{026B478F-17A8-3A71-F7BD-350E7202E6F4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2" creationId="{9A532CE5-AF67-3B9F-9A42-A8FFB37AF679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3" creationId="{7A2D8764-E75D-6DF6-C6CF-B13EFCB75EA0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4" creationId="{732A6D61-8DA6-DC6C-3079-2A3628D8A099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5" creationId="{274589DC-9562-ACE6-5389-E12BACA17440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6" creationId="{A49608FD-34ED-CA6F-055A-FD13046A5855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7" creationId="{F8976D74-CCD7-96DA-8CA1-4310915918FD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8" creationId="{F7A21808-FC58-C784-AF33-152410C2BFCE}"/>
          </ac:inkMkLst>
        </pc:inkChg>
        <pc:inkChg chg="add mod">
          <ac:chgData name="Bhowmik, Sayan" userId="2b51cadb-156e-4c9a-99fc-6d2138739850" providerId="ADAL" clId="{81F60DB9-7A30-448C-9A2E-5F183F3B18D3}" dt="2023-09-10T02:31:52.441" v="3211"/>
          <ac:inkMkLst>
            <pc:docMk/>
            <pc:sldMk cId="1973742339" sldId="295"/>
            <ac:inkMk id="19" creationId="{733E0E5F-6BB0-3D63-930B-C041DC66B31D}"/>
          </ac:inkMkLst>
        </pc:inkChg>
      </pc:sldChg>
      <pc:sldChg chg="addSp delSp modSp add mod modAnim">
        <pc:chgData name="Bhowmik, Sayan" userId="2b51cadb-156e-4c9a-99fc-6d2138739850" providerId="ADAL" clId="{81F60DB9-7A30-448C-9A2E-5F183F3B18D3}" dt="2023-09-10T04:09:23.234" v="4545"/>
        <pc:sldMkLst>
          <pc:docMk/>
          <pc:sldMk cId="3946676869" sldId="296"/>
        </pc:sldMkLst>
        <pc:spChg chg="del">
          <ac:chgData name="Bhowmik, Sayan" userId="2b51cadb-156e-4c9a-99fc-6d2138739850" providerId="ADAL" clId="{81F60DB9-7A30-448C-9A2E-5F183F3B18D3}" dt="2023-09-10T03:07:30.504" v="3802" actId="478"/>
          <ac:spMkLst>
            <pc:docMk/>
            <pc:sldMk cId="3946676869" sldId="296"/>
            <ac:spMk id="4" creationId="{3A8EC5F6-6907-0E99-5B48-BA0C1F71DEBB}"/>
          </ac:spMkLst>
        </pc:spChg>
        <pc:spChg chg="add mod">
          <ac:chgData name="Bhowmik, Sayan" userId="2b51cadb-156e-4c9a-99fc-6d2138739850" providerId="ADAL" clId="{81F60DB9-7A30-448C-9A2E-5F183F3B18D3}" dt="2023-09-10T03:12:49.872" v="4226" actId="1035"/>
          <ac:spMkLst>
            <pc:docMk/>
            <pc:sldMk cId="3946676869" sldId="296"/>
            <ac:spMk id="8" creationId="{49B8F93A-A833-64E4-9894-DF7CA724E1D1}"/>
          </ac:spMkLst>
        </pc:spChg>
        <pc:spChg chg="add mod">
          <ac:chgData name="Bhowmik, Sayan" userId="2b51cadb-156e-4c9a-99fc-6d2138739850" providerId="ADAL" clId="{81F60DB9-7A30-448C-9A2E-5F183F3B18D3}" dt="2023-09-10T03:12:49.872" v="4226" actId="1035"/>
          <ac:spMkLst>
            <pc:docMk/>
            <pc:sldMk cId="3946676869" sldId="296"/>
            <ac:spMk id="9" creationId="{66772E92-8F78-F975-AE42-07AA67D336DC}"/>
          </ac:spMkLst>
        </pc:spChg>
        <pc:spChg chg="add mod">
          <ac:chgData name="Bhowmik, Sayan" userId="2b51cadb-156e-4c9a-99fc-6d2138739850" providerId="ADAL" clId="{81F60DB9-7A30-448C-9A2E-5F183F3B18D3}" dt="2023-09-10T03:12:49.872" v="4226" actId="1035"/>
          <ac:spMkLst>
            <pc:docMk/>
            <pc:sldMk cId="3946676869" sldId="296"/>
            <ac:spMk id="13" creationId="{7DD11EEC-621A-4358-0413-0785A16FE298}"/>
          </ac:spMkLst>
        </pc:spChg>
        <pc:spChg chg="add mod">
          <ac:chgData name="Bhowmik, Sayan" userId="2b51cadb-156e-4c9a-99fc-6d2138739850" providerId="ADAL" clId="{81F60DB9-7A30-448C-9A2E-5F183F3B18D3}" dt="2023-09-10T03:28:32.929" v="4454" actId="113"/>
          <ac:spMkLst>
            <pc:docMk/>
            <pc:sldMk cId="3946676869" sldId="296"/>
            <ac:spMk id="15" creationId="{BCE908BE-28C9-CFF6-79A5-46A2E08251E1}"/>
          </ac:spMkLst>
        </pc:spChg>
        <pc:spChg chg="add mod">
          <ac:chgData name="Bhowmik, Sayan" userId="2b51cadb-156e-4c9a-99fc-6d2138739850" providerId="ADAL" clId="{81F60DB9-7A30-448C-9A2E-5F183F3B18D3}" dt="2023-09-10T03:20:41.826" v="4451" actId="1037"/>
          <ac:spMkLst>
            <pc:docMk/>
            <pc:sldMk cId="3946676869" sldId="296"/>
            <ac:spMk id="16" creationId="{8A867528-52CE-24EF-9172-0C68B42B3DA7}"/>
          </ac:spMkLst>
        </pc:spChg>
        <pc:spChg chg="mod">
          <ac:chgData name="Bhowmik, Sayan" userId="2b51cadb-156e-4c9a-99fc-6d2138739850" providerId="ADAL" clId="{81F60DB9-7A30-448C-9A2E-5F183F3B18D3}" dt="2023-09-10T03:13:26.116" v="4229" actId="207"/>
          <ac:spMkLst>
            <pc:docMk/>
            <pc:sldMk cId="3946676869" sldId="296"/>
            <ac:spMk id="32" creationId="{178977D2-EC88-5645-2E96-913709105680}"/>
          </ac:spMkLst>
        </pc:sp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14" creationId="{A372A0A3-A010-576E-1A57-6ED0D951A349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21" creationId="{B988E261-94A4-8C10-6158-7015CAE5303B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24" creationId="{41EE6ADA-6138-C4D1-8699-C3A9F88109A9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40" creationId="{E29DF2DB-C8CF-8547-E72F-A73BF49C286A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44" creationId="{1F701936-3AC9-72D5-EE9C-412200A72266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58" creationId="{CB813038-289A-0C85-E071-DBA8B28F7B8C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65" creationId="{501B367F-D37D-5D42-73C1-7AE42EC28C19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70" creationId="{BA79835E-A386-F151-0E42-B3F07EE5D1A9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81" creationId="{14F556F4-1201-DFA3-6E77-6F2835888D2D}"/>
          </ac:inkMkLst>
        </pc:inkChg>
        <pc:inkChg chg="del">
          <ac:chgData name="Bhowmik, Sayan" userId="2b51cadb-156e-4c9a-99fc-6d2138739850" providerId="ADAL" clId="{81F60DB9-7A30-448C-9A2E-5F183F3B18D3}" dt="2023-09-10T03:07:30.504" v="3802" actId="478"/>
          <ac:inkMkLst>
            <pc:docMk/>
            <pc:sldMk cId="3946676869" sldId="296"/>
            <ac:inkMk id="98" creationId="{A4885F4B-CAB6-3202-A6FE-98216EBFB421}"/>
          </ac:inkMkLst>
        </pc:inkChg>
      </pc:sldChg>
    </pc:docChg>
  </pc:docChgLst>
  <pc:docChgLst>
    <pc:chgData name="Bhowmik, Sayan" userId="2b51cadb-156e-4c9a-99fc-6d2138739850" providerId="ADAL" clId="{61E50591-5372-40E0-A920-F29C2B79AC06}"/>
    <pc:docChg chg="undo custSel addSld delSld modSld modMainMaster">
      <pc:chgData name="Bhowmik, Sayan" userId="2b51cadb-156e-4c9a-99fc-6d2138739850" providerId="ADAL" clId="{61E50591-5372-40E0-A920-F29C2B79AC06}" dt="2023-09-08T00:54:55.192" v="4429" actId="2711"/>
      <pc:docMkLst>
        <pc:docMk/>
      </pc:docMkLst>
      <pc:sldChg chg="modSp mod">
        <pc:chgData name="Bhowmik, Sayan" userId="2b51cadb-156e-4c9a-99fc-6d2138739850" providerId="ADAL" clId="{61E50591-5372-40E0-A920-F29C2B79AC06}" dt="2023-09-06T03:02:05.227" v="88" actId="14100"/>
        <pc:sldMkLst>
          <pc:docMk/>
          <pc:sldMk cId="66441295" sldId="256"/>
        </pc:sldMkLst>
        <pc:spChg chg="mod">
          <ac:chgData name="Bhowmik, Sayan" userId="2b51cadb-156e-4c9a-99fc-6d2138739850" providerId="ADAL" clId="{61E50591-5372-40E0-A920-F29C2B79AC06}" dt="2023-09-06T03:02:05.227" v="88" actId="14100"/>
          <ac:spMkLst>
            <pc:docMk/>
            <pc:sldMk cId="66441295" sldId="256"/>
            <ac:spMk id="2" creationId="{4F97A301-816D-8A6D-A631-E16296CE5E17}"/>
          </ac:spMkLst>
        </pc:spChg>
        <pc:spChg chg="mod">
          <ac:chgData name="Bhowmik, Sayan" userId="2b51cadb-156e-4c9a-99fc-6d2138739850" providerId="ADAL" clId="{61E50591-5372-40E0-A920-F29C2B79AC06}" dt="2023-09-06T03:01:54.708" v="61" actId="1035"/>
          <ac:spMkLst>
            <pc:docMk/>
            <pc:sldMk cId="66441295" sldId="256"/>
            <ac:spMk id="3" creationId="{57677BF7-B459-0B6F-DA1B-CCE2D8E52C76}"/>
          </ac:spMkLst>
        </pc:spChg>
      </pc:sldChg>
      <pc:sldChg chg="addSp delSp modSp mod">
        <pc:chgData name="Bhowmik, Sayan" userId="2b51cadb-156e-4c9a-99fc-6d2138739850" providerId="ADAL" clId="{61E50591-5372-40E0-A920-F29C2B79AC06}" dt="2023-09-06T03:54:03.934" v="980" actId="20577"/>
        <pc:sldMkLst>
          <pc:docMk/>
          <pc:sldMk cId="888638894" sldId="257"/>
        </pc:sldMkLst>
        <pc:spChg chg="mod">
          <ac:chgData name="Bhowmik, Sayan" userId="2b51cadb-156e-4c9a-99fc-6d2138739850" providerId="ADAL" clId="{61E50591-5372-40E0-A920-F29C2B79AC06}" dt="2023-09-06T03:43:48.620" v="656" actId="255"/>
          <ac:spMkLst>
            <pc:docMk/>
            <pc:sldMk cId="888638894" sldId="257"/>
            <ac:spMk id="2" creationId="{68F6626D-6F93-4C9A-4C5D-8E4A78FDB0F9}"/>
          </ac:spMkLst>
        </pc:spChg>
        <pc:spChg chg="mod">
          <ac:chgData name="Bhowmik, Sayan" userId="2b51cadb-156e-4c9a-99fc-6d2138739850" providerId="ADAL" clId="{61E50591-5372-40E0-A920-F29C2B79AC06}" dt="2023-09-06T03:54:03.934" v="980" actId="20577"/>
          <ac:spMkLst>
            <pc:docMk/>
            <pc:sldMk cId="888638894" sldId="257"/>
            <ac:spMk id="3" creationId="{3F1C08AD-0D1E-EB53-DE4F-410B11CDEC6E}"/>
          </ac:spMkLst>
        </pc:spChg>
        <pc:spChg chg="add mod">
          <ac:chgData name="Bhowmik, Sayan" userId="2b51cadb-156e-4c9a-99fc-6d2138739850" providerId="ADAL" clId="{61E50591-5372-40E0-A920-F29C2B79AC06}" dt="2023-09-06T03:51:27.485" v="889" actId="1036"/>
          <ac:spMkLst>
            <pc:docMk/>
            <pc:sldMk cId="888638894" sldId="257"/>
            <ac:spMk id="4" creationId="{BD975B43-1BA0-6295-E677-9DB658594DA1}"/>
          </ac:spMkLst>
        </pc:spChg>
        <pc:spChg chg="del">
          <ac:chgData name="Bhowmik, Sayan" userId="2b51cadb-156e-4c9a-99fc-6d2138739850" providerId="ADAL" clId="{61E50591-5372-40E0-A920-F29C2B79AC06}" dt="2023-09-06T03:43:07.195" v="573" actId="478"/>
          <ac:spMkLst>
            <pc:docMk/>
            <pc:sldMk cId="888638894" sldId="257"/>
            <ac:spMk id="6" creationId="{B3911CDE-62F6-DF34-95A5-5E0116320DCB}"/>
          </ac:spMkLst>
        </pc:spChg>
        <pc:spChg chg="add mod">
          <ac:chgData name="Bhowmik, Sayan" userId="2b51cadb-156e-4c9a-99fc-6d2138739850" providerId="ADAL" clId="{61E50591-5372-40E0-A920-F29C2B79AC06}" dt="2023-09-06T03:51:27.485" v="889" actId="1036"/>
          <ac:spMkLst>
            <pc:docMk/>
            <pc:sldMk cId="888638894" sldId="257"/>
            <ac:spMk id="7" creationId="{BB9F7BCB-E160-33A1-032F-D2322AB82ED9}"/>
          </ac:spMkLst>
        </pc:spChg>
        <pc:spChg chg="add mod">
          <ac:chgData name="Bhowmik, Sayan" userId="2b51cadb-156e-4c9a-99fc-6d2138739850" providerId="ADAL" clId="{61E50591-5372-40E0-A920-F29C2B79AC06}" dt="2023-09-06T03:51:27.485" v="889" actId="1036"/>
          <ac:spMkLst>
            <pc:docMk/>
            <pc:sldMk cId="888638894" sldId="257"/>
            <ac:spMk id="8" creationId="{BBACC7EA-2312-3C1E-5A39-CD5FF58A79C9}"/>
          </ac:spMkLst>
        </pc:spChg>
        <pc:picChg chg="del">
          <ac:chgData name="Bhowmik, Sayan" userId="2b51cadb-156e-4c9a-99fc-6d2138739850" providerId="ADAL" clId="{61E50591-5372-40E0-A920-F29C2B79AC06}" dt="2023-09-06T03:43:03.705" v="572" actId="478"/>
          <ac:picMkLst>
            <pc:docMk/>
            <pc:sldMk cId="888638894" sldId="257"/>
            <ac:picMk id="5" creationId="{DD23365C-838C-C6B8-1B68-778F5F1E86F0}"/>
          </ac:picMkLst>
        </pc:picChg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436450971" sldId="258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2381963276" sldId="259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1412590480" sldId="260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1491263421" sldId="261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1576503833" sldId="262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1174310761" sldId="263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311871432" sldId="264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2080112632" sldId="265"/>
        </pc:sldMkLst>
      </pc:sldChg>
      <pc:sldChg chg="addSp modSp add mod">
        <pc:chgData name="Bhowmik, Sayan" userId="2b51cadb-156e-4c9a-99fc-6d2138739850" providerId="ADAL" clId="{61E50591-5372-40E0-A920-F29C2B79AC06}" dt="2023-09-06T03:46:33.228" v="756" actId="1036"/>
        <pc:sldMkLst>
          <pc:docMk/>
          <pc:sldMk cId="932529426" sldId="266"/>
        </pc:sldMkLst>
        <pc:spChg chg="mod">
          <ac:chgData name="Bhowmik, Sayan" userId="2b51cadb-156e-4c9a-99fc-6d2138739850" providerId="ADAL" clId="{61E50591-5372-40E0-A920-F29C2B79AC06}" dt="2023-09-06T03:10:16.492" v="182" actId="120"/>
          <ac:spMkLst>
            <pc:docMk/>
            <pc:sldMk cId="932529426" sldId="266"/>
            <ac:spMk id="2" creationId="{0AC3CED3-9F3F-FBE2-90C6-B9FBF8C11538}"/>
          </ac:spMkLst>
        </pc:spChg>
        <pc:spChg chg="mod">
          <ac:chgData name="Bhowmik, Sayan" userId="2b51cadb-156e-4c9a-99fc-6d2138739850" providerId="ADAL" clId="{61E50591-5372-40E0-A920-F29C2B79AC06}" dt="2023-09-06T03:08:11.389" v="130" actId="1035"/>
          <ac:spMkLst>
            <pc:docMk/>
            <pc:sldMk cId="932529426" sldId="266"/>
            <ac:spMk id="4" creationId="{265D2C20-F765-3554-21BC-7025C1A1C8CE}"/>
          </ac:spMkLst>
        </pc:spChg>
        <pc:spChg chg="add mod">
          <ac:chgData name="Bhowmik, Sayan" userId="2b51cadb-156e-4c9a-99fc-6d2138739850" providerId="ADAL" clId="{61E50591-5372-40E0-A920-F29C2B79AC06}" dt="2023-09-06T03:08:11.389" v="130" actId="1035"/>
          <ac:spMkLst>
            <pc:docMk/>
            <pc:sldMk cId="932529426" sldId="266"/>
            <ac:spMk id="5" creationId="{F7F5AF28-839E-4D0B-882C-857702F5C090}"/>
          </ac:spMkLst>
        </pc:spChg>
        <pc:spChg chg="add mod">
          <ac:chgData name="Bhowmik, Sayan" userId="2b51cadb-156e-4c9a-99fc-6d2138739850" providerId="ADAL" clId="{61E50591-5372-40E0-A920-F29C2B79AC06}" dt="2023-09-06T03:46:33.228" v="756" actId="1036"/>
          <ac:spMkLst>
            <pc:docMk/>
            <pc:sldMk cId="932529426" sldId="266"/>
            <ac:spMk id="8" creationId="{3DC36858-3B66-30EC-5922-FB134CDCD612}"/>
          </ac:spMkLst>
        </pc:spChg>
        <pc:spChg chg="add mod">
          <ac:chgData name="Bhowmik, Sayan" userId="2b51cadb-156e-4c9a-99fc-6d2138739850" providerId="ADAL" clId="{61E50591-5372-40E0-A920-F29C2B79AC06}" dt="2023-09-06T03:46:33.228" v="756" actId="1036"/>
          <ac:spMkLst>
            <pc:docMk/>
            <pc:sldMk cId="932529426" sldId="266"/>
            <ac:spMk id="9" creationId="{153ADA02-DDE4-8D25-11E5-33612293B7BC}"/>
          </ac:spMkLst>
        </pc:spChg>
        <pc:spChg chg="add mod">
          <ac:chgData name="Bhowmik, Sayan" userId="2b51cadb-156e-4c9a-99fc-6d2138739850" providerId="ADAL" clId="{61E50591-5372-40E0-A920-F29C2B79AC06}" dt="2023-09-06T03:46:33.228" v="756" actId="1036"/>
          <ac:spMkLst>
            <pc:docMk/>
            <pc:sldMk cId="932529426" sldId="266"/>
            <ac:spMk id="10" creationId="{5007F909-3C35-4276-21CA-267419AEE792}"/>
          </ac:spMkLst>
        </pc:spChg>
        <pc:picChg chg="mod">
          <ac:chgData name="Bhowmik, Sayan" userId="2b51cadb-156e-4c9a-99fc-6d2138739850" providerId="ADAL" clId="{61E50591-5372-40E0-A920-F29C2B79AC06}" dt="2023-09-06T03:33:49.051" v="377" actId="1076"/>
          <ac:picMkLst>
            <pc:docMk/>
            <pc:sldMk cId="932529426" sldId="266"/>
            <ac:picMk id="6" creationId="{45AA0FD7-E065-D77C-1EC4-366AE9258F9F}"/>
          </ac:picMkLst>
        </pc:picChg>
      </pc:sldChg>
      <pc:sldChg chg="addSp delSp modSp add mod">
        <pc:chgData name="Bhowmik, Sayan" userId="2b51cadb-156e-4c9a-99fc-6d2138739850" providerId="ADAL" clId="{61E50591-5372-40E0-A920-F29C2B79AC06}" dt="2023-09-07T15:35:57.338" v="4399" actId="20577"/>
        <pc:sldMkLst>
          <pc:docMk/>
          <pc:sldMk cId="3224403736" sldId="267"/>
        </pc:sldMkLst>
        <pc:spChg chg="mod">
          <ac:chgData name="Bhowmik, Sayan" userId="2b51cadb-156e-4c9a-99fc-6d2138739850" providerId="ADAL" clId="{61E50591-5372-40E0-A920-F29C2B79AC06}" dt="2023-09-06T03:15:37.493" v="351" actId="1036"/>
          <ac:spMkLst>
            <pc:docMk/>
            <pc:sldMk cId="3224403736" sldId="267"/>
            <ac:spMk id="2" creationId="{0AC3CED3-9F3F-FBE2-90C6-B9FBF8C11538}"/>
          </ac:spMkLst>
        </pc:spChg>
        <pc:spChg chg="mod">
          <ac:chgData name="Bhowmik, Sayan" userId="2b51cadb-156e-4c9a-99fc-6d2138739850" providerId="ADAL" clId="{61E50591-5372-40E0-A920-F29C2B79AC06}" dt="2023-09-06T03:15:37.493" v="351" actId="1036"/>
          <ac:spMkLst>
            <pc:docMk/>
            <pc:sldMk cId="3224403736" sldId="267"/>
            <ac:spMk id="3" creationId="{4277A770-EC48-0945-388D-13347702541A}"/>
          </ac:spMkLst>
        </pc:spChg>
        <pc:spChg chg="mod">
          <ac:chgData name="Bhowmik, Sayan" userId="2b51cadb-156e-4c9a-99fc-6d2138739850" providerId="ADAL" clId="{61E50591-5372-40E0-A920-F29C2B79AC06}" dt="2023-09-07T15:35:47.643" v="4395" actId="20577"/>
          <ac:spMkLst>
            <pc:docMk/>
            <pc:sldMk cId="3224403736" sldId="267"/>
            <ac:spMk id="4" creationId="{265D2C20-F765-3554-21BC-7025C1A1C8CE}"/>
          </ac:spMkLst>
        </pc:spChg>
        <pc:spChg chg="mod">
          <ac:chgData name="Bhowmik, Sayan" userId="2b51cadb-156e-4c9a-99fc-6d2138739850" providerId="ADAL" clId="{61E50591-5372-40E0-A920-F29C2B79AC06}" dt="2023-09-07T15:35:57.338" v="4399" actId="20577"/>
          <ac:spMkLst>
            <pc:docMk/>
            <pc:sldMk cId="3224403736" sldId="267"/>
            <ac:spMk id="5" creationId="{F7F5AF28-839E-4D0B-882C-857702F5C090}"/>
          </ac:spMkLst>
        </pc:spChg>
        <pc:spChg chg="add mod">
          <ac:chgData name="Bhowmik, Sayan" userId="2b51cadb-156e-4c9a-99fc-6d2138739850" providerId="ADAL" clId="{61E50591-5372-40E0-A920-F29C2B79AC06}" dt="2023-09-06T03:41:53.217" v="569" actId="207"/>
          <ac:spMkLst>
            <pc:docMk/>
            <pc:sldMk cId="3224403736" sldId="267"/>
            <ac:spMk id="8" creationId="{4D52B31E-7845-E35E-78C2-FB8626863DDB}"/>
          </ac:spMkLst>
        </pc:spChg>
        <pc:spChg chg="add mod">
          <ac:chgData name="Bhowmik, Sayan" userId="2b51cadb-156e-4c9a-99fc-6d2138739850" providerId="ADAL" clId="{61E50591-5372-40E0-A920-F29C2B79AC06}" dt="2023-09-06T03:42:00.516" v="571" actId="207"/>
          <ac:spMkLst>
            <pc:docMk/>
            <pc:sldMk cId="3224403736" sldId="267"/>
            <ac:spMk id="9" creationId="{4F962535-1F7A-FA38-A2B4-A83F950D623C}"/>
          </ac:spMkLst>
        </pc:spChg>
        <pc:spChg chg="add mod">
          <ac:chgData name="Bhowmik, Sayan" userId="2b51cadb-156e-4c9a-99fc-6d2138739850" providerId="ADAL" clId="{61E50591-5372-40E0-A920-F29C2B79AC06}" dt="2023-09-06T03:41:09.750" v="565" actId="1036"/>
          <ac:spMkLst>
            <pc:docMk/>
            <pc:sldMk cId="3224403736" sldId="267"/>
            <ac:spMk id="10" creationId="{14DA5F40-73B8-3604-AB79-827734ABBD69}"/>
          </ac:spMkLst>
        </pc:spChg>
        <pc:picChg chg="del mod">
          <ac:chgData name="Bhowmik, Sayan" userId="2b51cadb-156e-4c9a-99fc-6d2138739850" providerId="ADAL" clId="{61E50591-5372-40E0-A920-F29C2B79AC06}" dt="2023-09-06T03:58:42.330" v="1017" actId="478"/>
          <ac:picMkLst>
            <pc:docMk/>
            <pc:sldMk cId="3224403736" sldId="267"/>
            <ac:picMk id="6" creationId="{45AA0FD7-E065-D77C-1EC4-366AE9258F9F}"/>
          </ac:picMkLst>
        </pc:picChg>
        <pc:picChg chg="add mod">
          <ac:chgData name="Bhowmik, Sayan" userId="2b51cadb-156e-4c9a-99fc-6d2138739850" providerId="ADAL" clId="{61E50591-5372-40E0-A920-F29C2B79AC06}" dt="2023-09-06T03:58:43.189" v="1018"/>
          <ac:picMkLst>
            <pc:docMk/>
            <pc:sldMk cId="3224403736" sldId="267"/>
            <ac:picMk id="11" creationId="{B83BDC04-599D-B08A-D5CC-2D48847FDD49}"/>
          </ac:picMkLst>
        </pc:picChg>
      </pc:sldChg>
      <pc:sldChg chg="addSp delSp modSp new mod modClrScheme chgLayout">
        <pc:chgData name="Bhowmik, Sayan" userId="2b51cadb-156e-4c9a-99fc-6d2138739850" providerId="ADAL" clId="{61E50591-5372-40E0-A920-F29C2B79AC06}" dt="2023-09-06T04:05:14.448" v="1251" actId="113"/>
        <pc:sldMkLst>
          <pc:docMk/>
          <pc:sldMk cId="3887785006" sldId="268"/>
        </pc:sldMkLst>
        <pc:spChg chg="del mod ord">
          <ac:chgData name="Bhowmik, Sayan" userId="2b51cadb-156e-4c9a-99fc-6d2138739850" providerId="ADAL" clId="{61E50591-5372-40E0-A920-F29C2B79AC06}" dt="2023-09-06T03:59:23.269" v="1021" actId="700"/>
          <ac:spMkLst>
            <pc:docMk/>
            <pc:sldMk cId="3887785006" sldId="268"/>
            <ac:spMk id="2" creationId="{FE6B6E07-7589-2C17-C47B-0260D6527718}"/>
          </ac:spMkLst>
        </pc:spChg>
        <pc:spChg chg="del">
          <ac:chgData name="Bhowmik, Sayan" userId="2b51cadb-156e-4c9a-99fc-6d2138739850" providerId="ADAL" clId="{61E50591-5372-40E0-A920-F29C2B79AC06}" dt="2023-09-06T03:59:18.977" v="1020" actId="478"/>
          <ac:spMkLst>
            <pc:docMk/>
            <pc:sldMk cId="3887785006" sldId="268"/>
            <ac:spMk id="3" creationId="{9381C6D6-C1B5-7B9D-340F-2F5D86AC9E6F}"/>
          </ac:spMkLst>
        </pc:spChg>
        <pc:spChg chg="add mod ord">
          <ac:chgData name="Bhowmik, Sayan" userId="2b51cadb-156e-4c9a-99fc-6d2138739850" providerId="ADAL" clId="{61E50591-5372-40E0-A920-F29C2B79AC06}" dt="2023-09-06T04:00:01.213" v="1058" actId="20577"/>
          <ac:spMkLst>
            <pc:docMk/>
            <pc:sldMk cId="3887785006" sldId="268"/>
            <ac:spMk id="4" creationId="{C8C1C98F-13AF-96E4-B452-5A141AD073E0}"/>
          </ac:spMkLst>
        </pc:spChg>
        <pc:spChg chg="add mod">
          <ac:chgData name="Bhowmik, Sayan" userId="2b51cadb-156e-4c9a-99fc-6d2138739850" providerId="ADAL" clId="{61E50591-5372-40E0-A920-F29C2B79AC06}" dt="2023-09-06T04:05:14.448" v="1251" actId="113"/>
          <ac:spMkLst>
            <pc:docMk/>
            <pc:sldMk cId="3887785006" sldId="268"/>
            <ac:spMk id="5" creationId="{438FA7F2-9B05-5A04-26AF-674863CEC4B7}"/>
          </ac:spMkLst>
        </pc:spChg>
      </pc:sldChg>
      <pc:sldChg chg="addSp modSp add mod">
        <pc:chgData name="Bhowmik, Sayan" userId="2b51cadb-156e-4c9a-99fc-6d2138739850" providerId="ADAL" clId="{61E50591-5372-40E0-A920-F29C2B79AC06}" dt="2023-09-06T04:09:51.194" v="1284" actId="1038"/>
        <pc:sldMkLst>
          <pc:docMk/>
          <pc:sldMk cId="1871136973" sldId="269"/>
        </pc:sldMkLst>
        <pc:spChg chg="mod">
          <ac:chgData name="Bhowmik, Sayan" userId="2b51cadb-156e-4c9a-99fc-6d2138739850" providerId="ADAL" clId="{61E50591-5372-40E0-A920-F29C2B79AC06}" dt="2023-09-06T04:08:01.223" v="1264" actId="113"/>
          <ac:spMkLst>
            <pc:docMk/>
            <pc:sldMk cId="1871136973" sldId="269"/>
            <ac:spMk id="5" creationId="{438FA7F2-9B05-5A04-26AF-674863CEC4B7}"/>
          </ac:spMkLst>
        </pc:spChg>
        <pc:spChg chg="add mod">
          <ac:chgData name="Bhowmik, Sayan" userId="2b51cadb-156e-4c9a-99fc-6d2138739850" providerId="ADAL" clId="{61E50591-5372-40E0-A920-F29C2B79AC06}" dt="2023-09-06T04:09:51.194" v="1284" actId="1038"/>
          <ac:spMkLst>
            <pc:docMk/>
            <pc:sldMk cId="1871136973" sldId="269"/>
            <ac:spMk id="8" creationId="{53EF5933-040C-C75F-F18D-2346C14F2E24}"/>
          </ac:spMkLst>
        </pc:spChg>
        <pc:spChg chg="add mod">
          <ac:chgData name="Bhowmik, Sayan" userId="2b51cadb-156e-4c9a-99fc-6d2138739850" providerId="ADAL" clId="{61E50591-5372-40E0-A920-F29C2B79AC06}" dt="2023-09-06T04:09:46.997" v="1283" actId="1035"/>
          <ac:spMkLst>
            <pc:docMk/>
            <pc:sldMk cId="1871136973" sldId="269"/>
            <ac:spMk id="9" creationId="{61B9FF05-E681-9596-0EB2-612F7D5A17B8}"/>
          </ac:spMkLst>
        </pc:spChg>
        <pc:cxnChg chg="add mod">
          <ac:chgData name="Bhowmik, Sayan" userId="2b51cadb-156e-4c9a-99fc-6d2138739850" providerId="ADAL" clId="{61E50591-5372-40E0-A920-F29C2B79AC06}" dt="2023-09-06T04:07:25.049" v="1260" actId="1582"/>
          <ac:cxnSpMkLst>
            <pc:docMk/>
            <pc:sldMk cId="1871136973" sldId="269"/>
            <ac:cxnSpMk id="3" creationId="{823E0460-2073-33BC-8960-BF7BB8F720C4}"/>
          </ac:cxnSpMkLst>
        </pc:cxnChg>
        <pc:cxnChg chg="add mod">
          <ac:chgData name="Bhowmik, Sayan" userId="2b51cadb-156e-4c9a-99fc-6d2138739850" providerId="ADAL" clId="{61E50591-5372-40E0-A920-F29C2B79AC06}" dt="2023-09-06T04:07:40.434" v="1263" actId="1582"/>
          <ac:cxnSpMkLst>
            <pc:docMk/>
            <pc:sldMk cId="1871136973" sldId="269"/>
            <ac:cxnSpMk id="7" creationId="{B73C8D24-AF9F-5B24-DBE4-D62A24EB4850}"/>
          </ac:cxnSpMkLst>
        </pc:cxnChg>
      </pc:sldChg>
      <pc:sldChg chg="addSp delSp modSp add mod">
        <pc:chgData name="Bhowmik, Sayan" userId="2b51cadb-156e-4c9a-99fc-6d2138739850" providerId="ADAL" clId="{61E50591-5372-40E0-A920-F29C2B79AC06}" dt="2023-09-06T04:13:10.026" v="1287"/>
        <pc:sldMkLst>
          <pc:docMk/>
          <pc:sldMk cId="258422114" sldId="270"/>
        </pc:sldMkLst>
        <pc:spChg chg="mod">
          <ac:chgData name="Bhowmik, Sayan" userId="2b51cadb-156e-4c9a-99fc-6d2138739850" providerId="ADAL" clId="{61E50591-5372-40E0-A920-F29C2B79AC06}" dt="2023-09-06T04:08:09.207" v="1266" actId="113"/>
          <ac:spMkLst>
            <pc:docMk/>
            <pc:sldMk cId="258422114" sldId="270"/>
            <ac:spMk id="5" creationId="{438FA7F2-9B05-5A04-26AF-674863CEC4B7}"/>
          </ac:spMkLst>
        </pc:spChg>
        <pc:spChg chg="add del mod">
          <ac:chgData name="Bhowmik, Sayan" userId="2b51cadb-156e-4c9a-99fc-6d2138739850" providerId="ADAL" clId="{61E50591-5372-40E0-A920-F29C2B79AC06}" dt="2023-09-06T04:11:50.490" v="1286"/>
          <ac:spMkLst>
            <pc:docMk/>
            <pc:sldMk cId="258422114" sldId="270"/>
            <ac:spMk id="6" creationId="{E88DDF55-C7CE-D448-9BF5-44534D17E63B}"/>
          </ac:spMkLst>
        </pc:spChg>
        <pc:spChg chg="add del mod">
          <ac:chgData name="Bhowmik, Sayan" userId="2b51cadb-156e-4c9a-99fc-6d2138739850" providerId="ADAL" clId="{61E50591-5372-40E0-A920-F29C2B79AC06}" dt="2023-09-06T04:11:50.490" v="1286"/>
          <ac:spMkLst>
            <pc:docMk/>
            <pc:sldMk cId="258422114" sldId="270"/>
            <ac:spMk id="7" creationId="{6411E4B6-1EE2-40DE-0F05-942A945E845D}"/>
          </ac:spMkLst>
        </pc:spChg>
        <pc:spChg chg="add mod">
          <ac:chgData name="Bhowmik, Sayan" userId="2b51cadb-156e-4c9a-99fc-6d2138739850" providerId="ADAL" clId="{61E50591-5372-40E0-A920-F29C2B79AC06}" dt="2023-09-06T04:13:10.026" v="1287"/>
          <ac:spMkLst>
            <pc:docMk/>
            <pc:sldMk cId="258422114" sldId="270"/>
            <ac:spMk id="17" creationId="{4B57733A-DA98-A091-4F81-4BEE286D8067}"/>
          </ac:spMkLst>
        </pc:spChg>
        <pc:spChg chg="add mod">
          <ac:chgData name="Bhowmik, Sayan" userId="2b51cadb-156e-4c9a-99fc-6d2138739850" providerId="ADAL" clId="{61E50591-5372-40E0-A920-F29C2B79AC06}" dt="2023-09-06T04:13:10.026" v="1287"/>
          <ac:spMkLst>
            <pc:docMk/>
            <pc:sldMk cId="258422114" sldId="270"/>
            <ac:spMk id="18" creationId="{4918B4E7-92BF-D62F-BE2A-CAFF03BEF8E7}"/>
          </ac:spMkLst>
        </pc:sp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8" creationId="{9FF4E2A8-3139-7005-89ED-746B529F1EEF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9" creationId="{B3595D26-DF9B-27F4-74E2-69AE3BF35751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0" creationId="{4E24AB02-557D-7EC1-935E-CA041D876B50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1" creationId="{55152D66-64D8-AD8C-290A-033874EE6B3E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2" creationId="{571C9971-0AFE-C5FF-9245-1647B1572BBA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3" creationId="{89AC372A-A99E-C93E-1AA8-6A75B4C7AD8F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4" creationId="{E45A5CCE-C1B6-C7B2-5C69-B9E0C5333290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19" creationId="{2A200861-4EA9-6C13-5CE7-67325AFC997B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0" creationId="{25E3F9E2-51B9-7AF1-2A33-75EC9A9027C2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1" creationId="{A98EE4A4-0CC2-5FFA-87B1-37A452EEBD5F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2" creationId="{2B51B8C2-D499-E4F2-64BC-23646AAB5AD2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3" creationId="{D4330C02-7F25-BFCB-2A7B-037548573BF1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4" creationId="{AF75EAAD-4ECE-FD38-6CA6-A885E1EC422E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5" creationId="{9D30898E-9CE9-823D-9BF4-84697B036E06}"/>
          </ac:inkMkLst>
        </pc:inkChg>
        <pc:cxnChg chg="add del mod">
          <ac:chgData name="Bhowmik, Sayan" userId="2b51cadb-156e-4c9a-99fc-6d2138739850" providerId="ADAL" clId="{61E50591-5372-40E0-A920-F29C2B79AC06}" dt="2023-09-06T04:11:50.490" v="1286"/>
          <ac:cxnSpMkLst>
            <pc:docMk/>
            <pc:sldMk cId="258422114" sldId="270"/>
            <ac:cxnSpMk id="2" creationId="{79E2FF0D-90B4-27C1-3635-31AB824EAE80}"/>
          </ac:cxnSpMkLst>
        </pc:cxnChg>
        <pc:cxnChg chg="add del mod">
          <ac:chgData name="Bhowmik, Sayan" userId="2b51cadb-156e-4c9a-99fc-6d2138739850" providerId="ADAL" clId="{61E50591-5372-40E0-A920-F29C2B79AC06}" dt="2023-09-06T04:11:50.490" v="1286"/>
          <ac:cxnSpMkLst>
            <pc:docMk/>
            <pc:sldMk cId="258422114" sldId="270"/>
            <ac:cxnSpMk id="3" creationId="{1B547C86-14C7-F5DD-C803-E6882DC4703C}"/>
          </ac:cxnSpMkLst>
        </pc:cxnChg>
        <pc:cxnChg chg="add mod">
          <ac:chgData name="Bhowmik, Sayan" userId="2b51cadb-156e-4c9a-99fc-6d2138739850" providerId="ADAL" clId="{61E50591-5372-40E0-A920-F29C2B79AC06}" dt="2023-09-06T04:13:10.026" v="1287"/>
          <ac:cxnSpMkLst>
            <pc:docMk/>
            <pc:sldMk cId="258422114" sldId="270"/>
            <ac:cxnSpMk id="15" creationId="{EF599CD8-2512-81F6-C4FC-3748F44641DD}"/>
          </ac:cxnSpMkLst>
        </pc:cxnChg>
        <pc:cxnChg chg="add mod">
          <ac:chgData name="Bhowmik, Sayan" userId="2b51cadb-156e-4c9a-99fc-6d2138739850" providerId="ADAL" clId="{61E50591-5372-40E0-A920-F29C2B79AC06}" dt="2023-09-06T04:13:10.026" v="1287"/>
          <ac:cxnSpMkLst>
            <pc:docMk/>
            <pc:sldMk cId="258422114" sldId="270"/>
            <ac:cxnSpMk id="16" creationId="{6D8D0B46-E190-FE28-61CE-A10572AB905D}"/>
          </ac:cxnSpMkLst>
        </pc:cxnChg>
      </pc:sldChg>
      <pc:sldChg chg="addSp modSp add mod">
        <pc:chgData name="Bhowmik, Sayan" userId="2b51cadb-156e-4c9a-99fc-6d2138739850" providerId="ADAL" clId="{61E50591-5372-40E0-A920-F29C2B79AC06}" dt="2023-09-06T04:19:26.665" v="1315" actId="207"/>
        <pc:sldMkLst>
          <pc:docMk/>
          <pc:sldMk cId="3458980950" sldId="271"/>
        </pc:sldMkLst>
        <pc:spChg chg="mod">
          <ac:chgData name="Bhowmik, Sayan" userId="2b51cadb-156e-4c9a-99fc-6d2138739850" providerId="ADAL" clId="{61E50591-5372-40E0-A920-F29C2B79AC06}" dt="2023-09-06T04:19:26.665" v="1315" actId="207"/>
          <ac:spMkLst>
            <pc:docMk/>
            <pc:sldMk cId="3458980950" sldId="271"/>
            <ac:spMk id="5" creationId="{438FA7F2-9B05-5A04-26AF-674863CEC4B7}"/>
          </ac:spMkLst>
        </pc:spChg>
        <pc:spChg chg="add mod">
          <ac:chgData name="Bhowmik, Sayan" userId="2b51cadb-156e-4c9a-99fc-6d2138739850" providerId="ADAL" clId="{61E50591-5372-40E0-A920-F29C2B79AC06}" dt="2023-09-06T04:14:30.792" v="1288"/>
          <ac:spMkLst>
            <pc:docMk/>
            <pc:sldMk cId="3458980950" sldId="271"/>
            <ac:spMk id="6" creationId="{9FC7C615-671D-738E-8114-9ECEC8D0A451}"/>
          </ac:spMkLst>
        </pc:spChg>
        <pc:spChg chg="add mod">
          <ac:chgData name="Bhowmik, Sayan" userId="2b51cadb-156e-4c9a-99fc-6d2138739850" providerId="ADAL" clId="{61E50591-5372-40E0-A920-F29C2B79AC06}" dt="2023-09-06T04:14:30.792" v="1288"/>
          <ac:spMkLst>
            <pc:docMk/>
            <pc:sldMk cId="3458980950" sldId="271"/>
            <ac:spMk id="7" creationId="{A7559624-F54D-B12E-4D09-7168433BAA47}"/>
          </ac:spMkLst>
        </pc:spChg>
        <pc:spChg chg="add mod">
          <ac:chgData name="Bhowmik, Sayan" userId="2b51cadb-156e-4c9a-99fc-6d2138739850" providerId="ADAL" clId="{61E50591-5372-40E0-A920-F29C2B79AC06}" dt="2023-09-06T04:17:05.088" v="1314" actId="1076"/>
          <ac:spMkLst>
            <pc:docMk/>
            <pc:sldMk cId="3458980950" sldId="271"/>
            <ac:spMk id="17" creationId="{1263353C-DF18-6879-7E63-A6CF3A5BD04D}"/>
          </ac:spMkLst>
        </pc:sp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8" creationId="{0C874BA1-3BDD-E4AA-1378-B4859BA63B64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9" creationId="{A9FB04E7-6DA6-1105-F63B-FC071812C6AC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0" creationId="{E851A8E8-D424-54C0-4871-F5C817F6FFA8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1" creationId="{6188DF72-481C-9AF1-FAC3-64E9E5349468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2" creationId="{317B3B5F-627F-5691-E87D-FEA8D6F6BC5E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3" creationId="{475D5A53-1F16-C783-6534-71623BC8FFDB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4" creationId="{5B1981BD-75E6-67E6-7424-851336CDB5E7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5" creationId="{FD0C8A1A-AD75-B33D-1DA4-4DC4B794F0BE}"/>
          </ac:inkMkLst>
        </pc:inkChg>
        <pc:cxnChg chg="add mod">
          <ac:chgData name="Bhowmik, Sayan" userId="2b51cadb-156e-4c9a-99fc-6d2138739850" providerId="ADAL" clId="{61E50591-5372-40E0-A920-F29C2B79AC06}" dt="2023-09-06T04:14:30.792" v="1288"/>
          <ac:cxnSpMkLst>
            <pc:docMk/>
            <pc:sldMk cId="3458980950" sldId="271"/>
            <ac:cxnSpMk id="2" creationId="{392DA186-8EC0-174D-C19B-D8DA2F62EBA3}"/>
          </ac:cxnSpMkLst>
        </pc:cxnChg>
        <pc:cxnChg chg="add mod">
          <ac:chgData name="Bhowmik, Sayan" userId="2b51cadb-156e-4c9a-99fc-6d2138739850" providerId="ADAL" clId="{61E50591-5372-40E0-A920-F29C2B79AC06}" dt="2023-09-06T04:14:30.792" v="1288"/>
          <ac:cxnSpMkLst>
            <pc:docMk/>
            <pc:sldMk cId="3458980950" sldId="271"/>
            <ac:cxnSpMk id="3" creationId="{DCAFB4D8-E916-DAFF-3BF6-23090301C12A}"/>
          </ac:cxnSpMkLst>
        </pc:cxnChg>
      </pc:sldChg>
      <pc:sldChg chg="addSp delSp modSp new mod modClrScheme modAnim chgLayout">
        <pc:chgData name="Bhowmik, Sayan" userId="2b51cadb-156e-4c9a-99fc-6d2138739850" providerId="ADAL" clId="{61E50591-5372-40E0-A920-F29C2B79AC06}" dt="2023-09-07T01:23:10.941" v="2220" actId="20577"/>
        <pc:sldMkLst>
          <pc:docMk/>
          <pc:sldMk cId="3931893996" sldId="279"/>
        </pc:sldMkLst>
        <pc:spChg chg="del">
          <ac:chgData name="Bhowmik, Sayan" userId="2b51cadb-156e-4c9a-99fc-6d2138739850" providerId="ADAL" clId="{61E50591-5372-40E0-A920-F29C2B79AC06}" dt="2023-09-07T01:01:06.180" v="1646" actId="478"/>
          <ac:spMkLst>
            <pc:docMk/>
            <pc:sldMk cId="3931893996" sldId="279"/>
            <ac:spMk id="2" creationId="{8EBADD4A-9C1B-F9EC-38E1-DC115F7CFDCB}"/>
          </ac:spMkLst>
        </pc:spChg>
        <pc:spChg chg="add mod ord">
          <ac:chgData name="Bhowmik, Sayan" userId="2b51cadb-156e-4c9a-99fc-6d2138739850" providerId="ADAL" clId="{61E50591-5372-40E0-A920-F29C2B79AC06}" dt="2023-09-07T01:11:44.121" v="1846" actId="700"/>
          <ac:spMkLst>
            <pc:docMk/>
            <pc:sldMk cId="3931893996" sldId="279"/>
            <ac:spMk id="3" creationId="{72F45D36-B680-B45B-5E04-44FD840F2729}"/>
          </ac:spMkLst>
        </pc:spChg>
        <pc:spChg chg="add del mod">
          <ac:chgData name="Bhowmik, Sayan" userId="2b51cadb-156e-4c9a-99fc-6d2138739850" providerId="ADAL" clId="{61E50591-5372-40E0-A920-F29C2B79AC06}" dt="2023-09-07T01:11:39.724" v="1845" actId="21"/>
          <ac:spMkLst>
            <pc:docMk/>
            <pc:sldMk cId="3931893996" sldId="279"/>
            <ac:spMk id="4" creationId="{3EF4EF95-83FF-80EF-4112-357856F2B06E}"/>
          </ac:spMkLst>
        </pc:spChg>
        <pc:spChg chg="add del mod">
          <ac:chgData name="Bhowmik, Sayan" userId="2b51cadb-156e-4c9a-99fc-6d2138739850" providerId="ADAL" clId="{61E50591-5372-40E0-A920-F29C2B79AC06}" dt="2023-09-07T01:11:26.087" v="1844" actId="478"/>
          <ac:spMkLst>
            <pc:docMk/>
            <pc:sldMk cId="3931893996" sldId="279"/>
            <ac:spMk id="5" creationId="{E5D45DCB-31F9-7A45-43B4-33F98E1B32F7}"/>
          </ac:spMkLst>
        </pc:spChg>
        <pc:spChg chg="add del mod ord">
          <ac:chgData name="Bhowmik, Sayan" userId="2b51cadb-156e-4c9a-99fc-6d2138739850" providerId="ADAL" clId="{61E50591-5372-40E0-A920-F29C2B79AC06}" dt="2023-09-07T01:23:07.796" v="2218" actId="20577"/>
          <ac:spMkLst>
            <pc:docMk/>
            <pc:sldMk cId="3931893996" sldId="279"/>
            <ac:spMk id="6" creationId="{D7FAC846-49A6-BED1-25F6-5D492368CAC7}"/>
          </ac:spMkLst>
        </pc:spChg>
        <pc:spChg chg="add del mod">
          <ac:chgData name="Bhowmik, Sayan" userId="2b51cadb-156e-4c9a-99fc-6d2138739850" providerId="ADAL" clId="{61E50591-5372-40E0-A920-F29C2B79AC06}" dt="2023-09-07T01:11:58.715" v="1886"/>
          <ac:spMkLst>
            <pc:docMk/>
            <pc:sldMk cId="3931893996" sldId="279"/>
            <ac:spMk id="7" creationId="{9F91032A-F731-34AC-919E-7166D3EB21C1}"/>
          </ac:spMkLst>
        </pc:spChg>
        <pc:spChg chg="add del mod">
          <ac:chgData name="Bhowmik, Sayan" userId="2b51cadb-156e-4c9a-99fc-6d2138739850" providerId="ADAL" clId="{61E50591-5372-40E0-A920-F29C2B79AC06}" dt="2023-09-07T01:12:06.624" v="1888"/>
          <ac:spMkLst>
            <pc:docMk/>
            <pc:sldMk cId="3931893996" sldId="279"/>
            <ac:spMk id="8" creationId="{15D7C461-BB22-A7B6-4DF8-55855278C359}"/>
          </ac:spMkLst>
        </pc:spChg>
        <pc:spChg chg="add del mod">
          <ac:chgData name="Bhowmik, Sayan" userId="2b51cadb-156e-4c9a-99fc-6d2138739850" providerId="ADAL" clId="{61E50591-5372-40E0-A920-F29C2B79AC06}" dt="2023-09-07T01:12:19.350" v="1891"/>
          <ac:spMkLst>
            <pc:docMk/>
            <pc:sldMk cId="3931893996" sldId="279"/>
            <ac:spMk id="9" creationId="{2F408925-1E51-BAC7-7708-F108D3D9B5DD}"/>
          </ac:spMkLst>
        </pc:spChg>
      </pc:sldChg>
      <pc:sldChg chg="addSp delSp modSp new mod modClrScheme modAnim chgLayout">
        <pc:chgData name="Bhowmik, Sayan" userId="2b51cadb-156e-4c9a-99fc-6d2138739850" providerId="ADAL" clId="{61E50591-5372-40E0-A920-F29C2B79AC06}" dt="2023-09-07T02:05:42.518" v="2923"/>
        <pc:sldMkLst>
          <pc:docMk/>
          <pc:sldMk cId="138795399" sldId="280"/>
        </pc:sldMkLst>
        <pc:spChg chg="del mod ord">
          <ac:chgData name="Bhowmik, Sayan" userId="2b51cadb-156e-4c9a-99fc-6d2138739850" providerId="ADAL" clId="{61E50591-5372-40E0-A920-F29C2B79AC06}" dt="2023-09-07T01:24:30.769" v="2222" actId="700"/>
          <ac:spMkLst>
            <pc:docMk/>
            <pc:sldMk cId="138795399" sldId="280"/>
            <ac:spMk id="2" creationId="{25F45665-EFC4-4A84-BBBF-A952EBD049AD}"/>
          </ac:spMkLst>
        </pc:spChg>
        <pc:spChg chg="del">
          <ac:chgData name="Bhowmik, Sayan" userId="2b51cadb-156e-4c9a-99fc-6d2138739850" providerId="ADAL" clId="{61E50591-5372-40E0-A920-F29C2B79AC06}" dt="2023-09-07T01:24:30.769" v="2222" actId="700"/>
          <ac:spMkLst>
            <pc:docMk/>
            <pc:sldMk cId="138795399" sldId="280"/>
            <ac:spMk id="3" creationId="{17714626-2D3E-1BA0-2F93-DDB1A3BFA05A}"/>
          </ac:spMkLst>
        </pc:spChg>
        <pc:spChg chg="add del mod ord">
          <ac:chgData name="Bhowmik, Sayan" userId="2b51cadb-156e-4c9a-99fc-6d2138739850" providerId="ADAL" clId="{61E50591-5372-40E0-A920-F29C2B79AC06}" dt="2023-09-07T01:24:41.514" v="2223" actId="478"/>
          <ac:spMkLst>
            <pc:docMk/>
            <pc:sldMk cId="138795399" sldId="280"/>
            <ac:spMk id="4" creationId="{42330F99-62D3-ACCF-2A47-84E38504E4EF}"/>
          </ac:spMkLst>
        </pc:spChg>
        <pc:spChg chg="add mod">
          <ac:chgData name="Bhowmik, Sayan" userId="2b51cadb-156e-4c9a-99fc-6d2138739850" providerId="ADAL" clId="{61E50591-5372-40E0-A920-F29C2B79AC06}" dt="2023-09-07T01:43:53.142" v="2512" actId="1036"/>
          <ac:spMkLst>
            <pc:docMk/>
            <pc:sldMk cId="138795399" sldId="280"/>
            <ac:spMk id="5" creationId="{EA106263-8F49-AC91-0A88-F7DAAA27AB50}"/>
          </ac:spMkLst>
        </pc:spChg>
        <pc:spChg chg="add mod">
          <ac:chgData name="Bhowmik, Sayan" userId="2b51cadb-156e-4c9a-99fc-6d2138739850" providerId="ADAL" clId="{61E50591-5372-40E0-A920-F29C2B79AC06}" dt="2023-09-07T01:33:13.665" v="2415" actId="1036"/>
          <ac:spMkLst>
            <pc:docMk/>
            <pc:sldMk cId="138795399" sldId="280"/>
            <ac:spMk id="6" creationId="{F29EB6DA-E838-6652-3882-65AD26879C2C}"/>
          </ac:spMkLst>
        </pc:spChg>
        <pc:spChg chg="add mod">
          <ac:chgData name="Bhowmik, Sayan" userId="2b51cadb-156e-4c9a-99fc-6d2138739850" providerId="ADAL" clId="{61E50591-5372-40E0-A920-F29C2B79AC06}" dt="2023-09-07T01:36:57.460" v="2450" actId="6549"/>
          <ac:spMkLst>
            <pc:docMk/>
            <pc:sldMk cId="138795399" sldId="280"/>
            <ac:spMk id="7" creationId="{9E0DD750-ED89-ACE9-C36B-D82A12A5E4C4}"/>
          </ac:spMkLst>
        </pc:spChg>
        <pc:spChg chg="add mod">
          <ac:chgData name="Bhowmik, Sayan" userId="2b51cadb-156e-4c9a-99fc-6d2138739850" providerId="ADAL" clId="{61E50591-5372-40E0-A920-F29C2B79AC06}" dt="2023-09-07T02:04:33.953" v="2774" actId="1036"/>
          <ac:spMkLst>
            <pc:docMk/>
            <pc:sldMk cId="138795399" sldId="280"/>
            <ac:spMk id="8" creationId="{53A1506F-D749-BCD1-3EB8-377CC1C84600}"/>
          </ac:spMkLst>
        </pc:spChg>
        <pc:spChg chg="add mod">
          <ac:chgData name="Bhowmik, Sayan" userId="2b51cadb-156e-4c9a-99fc-6d2138739850" providerId="ADAL" clId="{61E50591-5372-40E0-A920-F29C2B79AC06}" dt="2023-09-07T02:04:16.278" v="2751" actId="1582"/>
          <ac:spMkLst>
            <pc:docMk/>
            <pc:sldMk cId="138795399" sldId="280"/>
            <ac:spMk id="9" creationId="{582FF3C8-C856-0523-8DC1-8EFB57065668}"/>
          </ac:spMkLst>
        </pc:spChg>
        <pc:spChg chg="add mod">
          <ac:chgData name="Bhowmik, Sayan" userId="2b51cadb-156e-4c9a-99fc-6d2138739850" providerId="ADAL" clId="{61E50591-5372-40E0-A920-F29C2B79AC06}" dt="2023-09-07T02:05:18.907" v="2920" actId="207"/>
          <ac:spMkLst>
            <pc:docMk/>
            <pc:sldMk cId="138795399" sldId="280"/>
            <ac:spMk id="10" creationId="{A3BC39C7-F3E1-52EE-CEFD-3C8E14FD138D}"/>
          </ac:spMkLst>
        </pc:spChg>
      </pc:sldChg>
      <pc:sldChg chg="addSp delSp modSp new mod modAnim">
        <pc:chgData name="Bhowmik, Sayan" userId="2b51cadb-156e-4c9a-99fc-6d2138739850" providerId="ADAL" clId="{61E50591-5372-40E0-A920-F29C2B79AC06}" dt="2023-09-07T02:03:20.880" v="2745"/>
        <pc:sldMkLst>
          <pc:docMk/>
          <pc:sldMk cId="4179341546" sldId="281"/>
        </pc:sldMkLst>
        <pc:spChg chg="del">
          <ac:chgData name="Bhowmik, Sayan" userId="2b51cadb-156e-4c9a-99fc-6d2138739850" providerId="ADAL" clId="{61E50591-5372-40E0-A920-F29C2B79AC06}" dt="2023-09-07T01:43:45.398" v="2511" actId="478"/>
          <ac:spMkLst>
            <pc:docMk/>
            <pc:sldMk cId="4179341546" sldId="281"/>
            <ac:spMk id="2" creationId="{9F1E9596-1AAD-DD85-EF58-569E3B0CD6FE}"/>
          </ac:spMkLst>
        </pc:spChg>
        <pc:spChg chg="add mod">
          <ac:chgData name="Bhowmik, Sayan" userId="2b51cadb-156e-4c9a-99fc-6d2138739850" providerId="ADAL" clId="{61E50591-5372-40E0-A920-F29C2B79AC06}" dt="2023-09-07T01:44:15.822" v="2570" actId="20577"/>
          <ac:spMkLst>
            <pc:docMk/>
            <pc:sldMk cId="4179341546" sldId="281"/>
            <ac:spMk id="3" creationId="{C5C01B69-0F5E-5B35-E505-78B72371D575}"/>
          </ac:spMkLst>
        </pc:spChg>
        <pc:spChg chg="add mod">
          <ac:chgData name="Bhowmik, Sayan" userId="2b51cadb-156e-4c9a-99fc-6d2138739850" providerId="ADAL" clId="{61E50591-5372-40E0-A920-F29C2B79AC06}" dt="2023-09-07T02:01:27.034" v="2668" actId="1038"/>
          <ac:spMkLst>
            <pc:docMk/>
            <pc:sldMk cId="4179341546" sldId="281"/>
            <ac:spMk id="4" creationId="{8AD13392-E5FB-E1EE-C0E6-FBD997493C08}"/>
          </ac:spMkLst>
        </pc:spChg>
        <pc:spChg chg="add mod">
          <ac:chgData name="Bhowmik, Sayan" userId="2b51cadb-156e-4c9a-99fc-6d2138739850" providerId="ADAL" clId="{61E50591-5372-40E0-A920-F29C2B79AC06}" dt="2023-09-07T02:03:04.011" v="2744" actId="1037"/>
          <ac:spMkLst>
            <pc:docMk/>
            <pc:sldMk cId="4179341546" sldId="281"/>
            <ac:spMk id="148" creationId="{400E06B9-D7DF-EC02-3AA8-3542A38979D7}"/>
          </ac:spMkLst>
        </pc:spChg>
      </pc:sldChg>
      <pc:sldChg chg="addSp delSp modSp new mod modAnim">
        <pc:chgData name="Bhowmik, Sayan" userId="2b51cadb-156e-4c9a-99fc-6d2138739850" providerId="ADAL" clId="{61E50591-5372-40E0-A920-F29C2B79AC06}" dt="2023-09-07T02:19:19.760" v="3191"/>
        <pc:sldMkLst>
          <pc:docMk/>
          <pc:sldMk cId="1156623692" sldId="282"/>
        </pc:sldMkLst>
        <pc:spChg chg="del">
          <ac:chgData name="Bhowmik, Sayan" userId="2b51cadb-156e-4c9a-99fc-6d2138739850" providerId="ADAL" clId="{61E50591-5372-40E0-A920-F29C2B79AC06}" dt="2023-09-07T02:07:25.425" v="2925" actId="478"/>
          <ac:spMkLst>
            <pc:docMk/>
            <pc:sldMk cId="1156623692" sldId="282"/>
            <ac:spMk id="2" creationId="{B2FBF9B9-D94C-F283-9D86-08A8FE36909C}"/>
          </ac:spMkLst>
        </pc:spChg>
        <pc:spChg chg="add mod">
          <ac:chgData name="Bhowmik, Sayan" userId="2b51cadb-156e-4c9a-99fc-6d2138739850" providerId="ADAL" clId="{61E50591-5372-40E0-A920-F29C2B79AC06}" dt="2023-09-07T02:07:30.614" v="2926"/>
          <ac:spMkLst>
            <pc:docMk/>
            <pc:sldMk cId="1156623692" sldId="282"/>
            <ac:spMk id="3" creationId="{2044167F-ECB8-A9FB-7A52-46A1964C37FE}"/>
          </ac:spMkLst>
        </pc:spChg>
        <pc:spChg chg="add mod">
          <ac:chgData name="Bhowmik, Sayan" userId="2b51cadb-156e-4c9a-99fc-6d2138739850" providerId="ADAL" clId="{61E50591-5372-40E0-A920-F29C2B79AC06}" dt="2023-09-07T02:12:21.504" v="3122" actId="122"/>
          <ac:spMkLst>
            <pc:docMk/>
            <pc:sldMk cId="1156623692" sldId="282"/>
            <ac:spMk id="4" creationId="{BF1400CF-47F6-8E4D-9B86-36D81151FF72}"/>
          </ac:spMkLst>
        </pc:spChg>
        <pc:spChg chg="add mod">
          <ac:chgData name="Bhowmik, Sayan" userId="2b51cadb-156e-4c9a-99fc-6d2138739850" providerId="ADAL" clId="{61E50591-5372-40E0-A920-F29C2B79AC06}" dt="2023-09-07T02:08:47.587" v="2954" actId="20577"/>
          <ac:spMkLst>
            <pc:docMk/>
            <pc:sldMk cId="1156623692" sldId="282"/>
            <ac:spMk id="5" creationId="{823C9326-455A-14C0-25EF-39EB47244246}"/>
          </ac:spMkLst>
        </pc:spChg>
        <pc:spChg chg="add mod">
          <ac:chgData name="Bhowmik, Sayan" userId="2b51cadb-156e-4c9a-99fc-6d2138739850" providerId="ADAL" clId="{61E50591-5372-40E0-A920-F29C2B79AC06}" dt="2023-09-07T02:12:21.504" v="3122" actId="122"/>
          <ac:spMkLst>
            <pc:docMk/>
            <pc:sldMk cId="1156623692" sldId="282"/>
            <ac:spMk id="18" creationId="{5D68CA86-AC8C-BA0B-E387-E806209E0DBE}"/>
          </ac:spMkLst>
        </pc:spChg>
        <pc:spChg chg="add mod">
          <ac:chgData name="Bhowmik, Sayan" userId="2b51cadb-156e-4c9a-99fc-6d2138739850" providerId="ADAL" clId="{61E50591-5372-40E0-A920-F29C2B79AC06}" dt="2023-09-07T02:12:33.007" v="3133" actId="20577"/>
          <ac:spMkLst>
            <pc:docMk/>
            <pc:sldMk cId="1156623692" sldId="282"/>
            <ac:spMk id="19" creationId="{C681739D-DC5D-EA84-F4CD-70FE0EE4E850}"/>
          </ac:spMkLst>
        </pc:spChg>
        <pc:spChg chg="add mod">
          <ac:chgData name="Bhowmik, Sayan" userId="2b51cadb-156e-4c9a-99fc-6d2138739850" providerId="ADAL" clId="{61E50591-5372-40E0-A920-F29C2B79AC06}" dt="2023-09-07T02:16:38.877" v="3164" actId="20577"/>
          <ac:spMkLst>
            <pc:docMk/>
            <pc:sldMk cId="1156623692" sldId="282"/>
            <ac:spMk id="25" creationId="{F5D18571-EB88-A05B-AAF7-424C16C0EC68}"/>
          </ac:spMkLst>
        </pc:spChg>
        <pc:picChg chg="add mod modCrop">
          <ac:chgData name="Bhowmik, Sayan" userId="2b51cadb-156e-4c9a-99fc-6d2138739850" providerId="ADAL" clId="{61E50591-5372-40E0-A920-F29C2B79AC06}" dt="2023-09-07T02:14:34.692" v="3146" actId="1076"/>
          <ac:picMkLst>
            <pc:docMk/>
            <pc:sldMk cId="1156623692" sldId="282"/>
            <ac:picMk id="21" creationId="{5AC28853-0C08-2A6F-3B4B-F4F95E1D47B0}"/>
          </ac:picMkLst>
        </pc:picChg>
        <pc:picChg chg="add mod modCrop">
          <ac:chgData name="Bhowmik, Sayan" userId="2b51cadb-156e-4c9a-99fc-6d2138739850" providerId="ADAL" clId="{61E50591-5372-40E0-A920-F29C2B79AC06}" dt="2023-09-07T02:14:27.065" v="3144" actId="1076"/>
          <ac:picMkLst>
            <pc:docMk/>
            <pc:sldMk cId="1156623692" sldId="282"/>
            <ac:picMk id="23" creationId="{D82FF58E-7FAF-C7E0-0DA8-0B3157AC85A0}"/>
          </ac:picMkLst>
        </pc:picChg>
        <pc:picChg chg="add mod">
          <ac:chgData name="Bhowmik, Sayan" userId="2b51cadb-156e-4c9a-99fc-6d2138739850" providerId="ADAL" clId="{61E50591-5372-40E0-A920-F29C2B79AC06}" dt="2023-09-07T02:18:12.805" v="3186" actId="14100"/>
          <ac:picMkLst>
            <pc:docMk/>
            <pc:sldMk cId="1156623692" sldId="282"/>
            <ac:picMk id="27" creationId="{0F709AAC-FDC9-266B-918F-C5BF938CA177}"/>
          </ac:picMkLst>
        </pc:pic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7" creationId="{708A62F5-2842-4532-73CD-85411F33DBA1}"/>
          </ac:cxnSpMkLst>
        </pc:cxnChg>
        <pc:cxnChg chg="add del">
          <ac:chgData name="Bhowmik, Sayan" userId="2b51cadb-156e-4c9a-99fc-6d2138739850" providerId="ADAL" clId="{61E50591-5372-40E0-A920-F29C2B79AC06}" dt="2023-09-07T02:10:03.376" v="2957" actId="478"/>
          <ac:cxnSpMkLst>
            <pc:docMk/>
            <pc:sldMk cId="1156623692" sldId="282"/>
            <ac:cxnSpMk id="9" creationId="{BD96CAD1-3BCC-5150-F855-43B144FE8EA8}"/>
          </ac:cxnSpMkLst>
        </pc:cxn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11" creationId="{40287A15-4C57-EF56-0B4A-499D9F53428E}"/>
          </ac:cxnSpMkLst>
        </pc:cxn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12" creationId="{E7FB615F-8BB9-AAB7-404E-75008E3510CB}"/>
          </ac:cxnSpMkLst>
        </pc:cxn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14" creationId="{58D98922-622A-28C2-D8E2-22F2D808335E}"/>
          </ac:cxnSpMkLst>
        </pc:cxnChg>
        <pc:cxnChg chg="add del">
          <ac:chgData name="Bhowmik, Sayan" userId="2b51cadb-156e-4c9a-99fc-6d2138739850" providerId="ADAL" clId="{61E50591-5372-40E0-A920-F29C2B79AC06}" dt="2023-09-07T02:11:33.559" v="3099" actId="478"/>
          <ac:cxnSpMkLst>
            <pc:docMk/>
            <pc:sldMk cId="1156623692" sldId="282"/>
            <ac:cxnSpMk id="16" creationId="{48786D7F-1340-2353-147E-5D94C49235EF}"/>
          </ac:cxnSpMkLst>
        </pc:cxn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17" creationId="{A2CA9A19-96FB-92DA-8DFA-4C8F11385331}"/>
          </ac:cxnSpMkLst>
        </pc:cxnChg>
        <pc:cxnChg chg="add mod">
          <ac:chgData name="Bhowmik, Sayan" userId="2b51cadb-156e-4c9a-99fc-6d2138739850" providerId="ADAL" clId="{61E50591-5372-40E0-A920-F29C2B79AC06}" dt="2023-09-07T02:16:19.987" v="3148" actId="1076"/>
          <ac:cxnSpMkLst>
            <pc:docMk/>
            <pc:sldMk cId="1156623692" sldId="282"/>
            <ac:cxnSpMk id="24" creationId="{D2A6ABCC-B6DB-21FB-8526-9F854C1FF781}"/>
          </ac:cxnSpMkLst>
        </pc:cxnChg>
      </pc:sldChg>
      <pc:sldChg chg="addSp delSp modSp add mod delAnim modAnim">
        <pc:chgData name="Bhowmik, Sayan" userId="2b51cadb-156e-4c9a-99fc-6d2138739850" providerId="ADAL" clId="{61E50591-5372-40E0-A920-F29C2B79AC06}" dt="2023-09-07T02:56:51.215" v="3649" actId="1035"/>
        <pc:sldMkLst>
          <pc:docMk/>
          <pc:sldMk cId="2186982388" sldId="283"/>
        </pc:sldMkLst>
        <pc:spChg chg="del">
          <ac:chgData name="Bhowmik, Sayan" userId="2b51cadb-156e-4c9a-99fc-6d2138739850" providerId="ADAL" clId="{61E50591-5372-40E0-A920-F29C2B79AC06}" dt="2023-09-07T02:20:40.555" v="3193" actId="478"/>
          <ac:spMkLst>
            <pc:docMk/>
            <pc:sldMk cId="2186982388" sldId="283"/>
            <ac:spMk id="4" creationId="{BF1400CF-47F6-8E4D-9B86-36D81151FF72}"/>
          </ac:spMkLst>
        </pc:spChg>
        <pc:spChg chg="mod">
          <ac:chgData name="Bhowmik, Sayan" userId="2b51cadb-156e-4c9a-99fc-6d2138739850" providerId="ADAL" clId="{61E50591-5372-40E0-A920-F29C2B79AC06}" dt="2023-09-07T02:44:38.986" v="3507" actId="1035"/>
          <ac:spMkLst>
            <pc:docMk/>
            <pc:sldMk cId="2186982388" sldId="283"/>
            <ac:spMk id="5" creationId="{823C9326-455A-14C0-25EF-39EB47244246}"/>
          </ac:spMkLst>
        </pc:spChg>
        <pc:spChg chg="del">
          <ac:chgData name="Bhowmik, Sayan" userId="2b51cadb-156e-4c9a-99fc-6d2138739850" providerId="ADAL" clId="{61E50591-5372-40E0-A920-F29C2B79AC06}" dt="2023-09-07T02:20:40.555" v="3193" actId="478"/>
          <ac:spMkLst>
            <pc:docMk/>
            <pc:sldMk cId="2186982388" sldId="283"/>
            <ac:spMk id="18" creationId="{5D68CA86-AC8C-BA0B-E387-E806209E0DBE}"/>
          </ac:spMkLst>
        </pc:spChg>
        <pc:spChg chg="del">
          <ac:chgData name="Bhowmik, Sayan" userId="2b51cadb-156e-4c9a-99fc-6d2138739850" providerId="ADAL" clId="{61E50591-5372-40E0-A920-F29C2B79AC06}" dt="2023-09-07T02:20:40.555" v="3193" actId="478"/>
          <ac:spMkLst>
            <pc:docMk/>
            <pc:sldMk cId="2186982388" sldId="283"/>
            <ac:spMk id="19" creationId="{C681739D-DC5D-EA84-F4CD-70FE0EE4E850}"/>
          </ac:spMkLst>
        </pc:spChg>
        <pc:spChg chg="del">
          <ac:chgData name="Bhowmik, Sayan" userId="2b51cadb-156e-4c9a-99fc-6d2138739850" providerId="ADAL" clId="{61E50591-5372-40E0-A920-F29C2B79AC06}" dt="2023-09-07T02:21:12.846" v="3259" actId="478"/>
          <ac:spMkLst>
            <pc:docMk/>
            <pc:sldMk cId="2186982388" sldId="283"/>
            <ac:spMk id="25" creationId="{F5D18571-EB88-A05B-AAF7-424C16C0EC68}"/>
          </ac:spMkLst>
        </pc:spChg>
        <pc:spChg chg="add mod">
          <ac:chgData name="Bhowmik, Sayan" userId="2b51cadb-156e-4c9a-99fc-6d2138739850" providerId="ADAL" clId="{61E50591-5372-40E0-A920-F29C2B79AC06}" dt="2023-09-07T02:47:43.288" v="3529" actId="20577"/>
          <ac:spMkLst>
            <pc:docMk/>
            <pc:sldMk cId="2186982388" sldId="283"/>
            <ac:spMk id="26" creationId="{584E16AF-53B9-10E8-005F-85D1DBD22236}"/>
          </ac:spMkLst>
        </pc:spChg>
        <pc:spChg chg="add mod">
          <ac:chgData name="Bhowmik, Sayan" userId="2b51cadb-156e-4c9a-99fc-6d2138739850" providerId="ADAL" clId="{61E50591-5372-40E0-A920-F29C2B79AC06}" dt="2023-09-07T02:48:55.792" v="3547" actId="1076"/>
          <ac:spMkLst>
            <pc:docMk/>
            <pc:sldMk cId="2186982388" sldId="283"/>
            <ac:spMk id="28" creationId="{D8D03D4C-75EB-232B-E16D-2E85AF1E54CE}"/>
          </ac:spMkLst>
        </pc:spChg>
        <pc:spChg chg="add mod">
          <ac:chgData name="Bhowmik, Sayan" userId="2b51cadb-156e-4c9a-99fc-6d2138739850" providerId="ADAL" clId="{61E50591-5372-40E0-A920-F29C2B79AC06}" dt="2023-09-07T02:49:02.535" v="3548" actId="1076"/>
          <ac:spMkLst>
            <pc:docMk/>
            <pc:sldMk cId="2186982388" sldId="283"/>
            <ac:spMk id="29" creationId="{363BBC25-587F-65B0-AFC4-EDA0C5F0B828}"/>
          </ac:spMkLst>
        </pc:spChg>
        <pc:spChg chg="add mod">
          <ac:chgData name="Bhowmik, Sayan" userId="2b51cadb-156e-4c9a-99fc-6d2138739850" providerId="ADAL" clId="{61E50591-5372-40E0-A920-F29C2B79AC06}" dt="2023-09-07T02:56:30.428" v="3620" actId="1035"/>
          <ac:spMkLst>
            <pc:docMk/>
            <pc:sldMk cId="2186982388" sldId="283"/>
            <ac:spMk id="30" creationId="{7D271E56-09AD-4E07-6820-6C5A033D3C3A}"/>
          </ac:spMkLst>
        </pc:spChg>
        <pc:spChg chg="add mod">
          <ac:chgData name="Bhowmik, Sayan" userId="2b51cadb-156e-4c9a-99fc-6d2138739850" providerId="ADAL" clId="{61E50591-5372-40E0-A920-F29C2B79AC06}" dt="2023-09-07T02:56:51.215" v="3649" actId="1035"/>
          <ac:spMkLst>
            <pc:docMk/>
            <pc:sldMk cId="2186982388" sldId="283"/>
            <ac:spMk id="31" creationId="{0C552AD4-B2AA-CD9B-C148-71D0C1210423}"/>
          </ac:spMkLst>
        </pc:spChg>
        <pc:picChg chg="add mod modCrop">
          <ac:chgData name="Bhowmik, Sayan" userId="2b51cadb-156e-4c9a-99fc-6d2138739850" providerId="ADAL" clId="{61E50591-5372-40E0-A920-F29C2B79AC06}" dt="2023-09-07T02:48:46.487" v="3543" actId="732"/>
          <ac:picMkLst>
            <pc:docMk/>
            <pc:sldMk cId="2186982388" sldId="283"/>
            <ac:picMk id="6" creationId="{FEE2B5F5-3F0E-EF11-4887-363DDA936A56}"/>
          </ac:picMkLst>
        </pc:picChg>
        <pc:picChg chg="add mod">
          <ac:chgData name="Bhowmik, Sayan" userId="2b51cadb-156e-4c9a-99fc-6d2138739850" providerId="ADAL" clId="{61E50591-5372-40E0-A920-F29C2B79AC06}" dt="2023-09-07T02:49:02.535" v="3548" actId="1076"/>
          <ac:picMkLst>
            <pc:docMk/>
            <pc:sldMk cId="2186982388" sldId="283"/>
            <ac:picMk id="9" creationId="{42E1487F-7925-7D29-B46E-741C46ECB5C9}"/>
          </ac:picMkLst>
        </pc:picChg>
        <pc:picChg chg="add del mod">
          <ac:chgData name="Bhowmik, Sayan" userId="2b51cadb-156e-4c9a-99fc-6d2138739850" providerId="ADAL" clId="{61E50591-5372-40E0-A920-F29C2B79AC06}" dt="2023-09-07T02:45:15.461" v="3508" actId="478"/>
          <ac:picMkLst>
            <pc:docMk/>
            <pc:sldMk cId="2186982388" sldId="283"/>
            <ac:picMk id="13" creationId="{4190C75C-484F-52B7-D2D0-ED4E2E9BA0A2}"/>
          </ac:picMkLst>
        </pc:picChg>
        <pc:picChg chg="add mod modCrop">
          <ac:chgData name="Bhowmik, Sayan" userId="2b51cadb-156e-4c9a-99fc-6d2138739850" providerId="ADAL" clId="{61E50591-5372-40E0-A920-F29C2B79AC06}" dt="2023-09-07T02:49:40.632" v="3557" actId="1076"/>
          <ac:picMkLst>
            <pc:docMk/>
            <pc:sldMk cId="2186982388" sldId="283"/>
            <ac:picMk id="16" creationId="{FAFAB69B-455B-6F8C-58D5-64F7F1AA33D6}"/>
          </ac:picMkLst>
        </pc:picChg>
        <pc:picChg chg="del">
          <ac:chgData name="Bhowmik, Sayan" userId="2b51cadb-156e-4c9a-99fc-6d2138739850" providerId="ADAL" clId="{61E50591-5372-40E0-A920-F29C2B79AC06}" dt="2023-09-07T02:20:40.555" v="3193" actId="478"/>
          <ac:picMkLst>
            <pc:docMk/>
            <pc:sldMk cId="2186982388" sldId="283"/>
            <ac:picMk id="21" creationId="{5AC28853-0C08-2A6F-3B4B-F4F95E1D47B0}"/>
          </ac:picMkLst>
        </pc:picChg>
        <pc:picChg chg="add mod">
          <ac:chgData name="Bhowmik, Sayan" userId="2b51cadb-156e-4c9a-99fc-6d2138739850" providerId="ADAL" clId="{61E50591-5372-40E0-A920-F29C2B79AC06}" dt="2023-09-07T02:49:35.491" v="3556" actId="1076"/>
          <ac:picMkLst>
            <pc:docMk/>
            <pc:sldMk cId="2186982388" sldId="283"/>
            <ac:picMk id="22" creationId="{45B06422-08F8-FD6E-47AC-7AFD5CB207A0}"/>
          </ac:picMkLst>
        </pc:picChg>
        <pc:picChg chg="del">
          <ac:chgData name="Bhowmik, Sayan" userId="2b51cadb-156e-4c9a-99fc-6d2138739850" providerId="ADAL" clId="{61E50591-5372-40E0-A920-F29C2B79AC06}" dt="2023-09-07T02:20:40.555" v="3193" actId="478"/>
          <ac:picMkLst>
            <pc:docMk/>
            <pc:sldMk cId="2186982388" sldId="283"/>
            <ac:picMk id="23" creationId="{D82FF58E-7FAF-C7E0-0DA8-0B3157AC85A0}"/>
          </ac:picMkLst>
        </pc:picChg>
        <pc:picChg chg="del">
          <ac:chgData name="Bhowmik, Sayan" userId="2b51cadb-156e-4c9a-99fc-6d2138739850" providerId="ADAL" clId="{61E50591-5372-40E0-A920-F29C2B79AC06}" dt="2023-09-07T02:21:12.846" v="3259" actId="478"/>
          <ac:picMkLst>
            <pc:docMk/>
            <pc:sldMk cId="2186982388" sldId="283"/>
            <ac:picMk id="27" creationId="{0F709AAC-FDC9-266B-918F-C5BF938CA177}"/>
          </ac:picMkLst>
        </pc:picChg>
        <pc:picChg chg="add mod modCrop">
          <ac:chgData name="Bhowmik, Sayan" userId="2b51cadb-156e-4c9a-99fc-6d2138739850" providerId="ADAL" clId="{61E50591-5372-40E0-A920-F29C2B79AC06}" dt="2023-09-07T02:46:58.532" v="3524" actId="1076"/>
          <ac:picMkLst>
            <pc:docMk/>
            <pc:sldMk cId="2186982388" sldId="283"/>
            <ac:picMk id="32" creationId="{15DEE4E4-7338-6E7C-2A92-0C9EF4903DD9}"/>
          </ac:picMkLst>
        </pc:picChg>
        <pc:picChg chg="add mod modCrop">
          <ac:chgData name="Bhowmik, Sayan" userId="2b51cadb-156e-4c9a-99fc-6d2138739850" providerId="ADAL" clId="{61E50591-5372-40E0-A920-F29C2B79AC06}" dt="2023-09-07T02:46:12.255" v="3519" actId="1076"/>
          <ac:picMkLst>
            <pc:docMk/>
            <pc:sldMk cId="2186982388" sldId="283"/>
            <ac:picMk id="33" creationId="{35853F65-7759-ECC8-59A4-516644E7C337}"/>
          </ac:picMkLst>
        </pc:picChg>
        <pc:picChg chg="add del mod modCrop">
          <ac:chgData name="Bhowmik, Sayan" userId="2b51cadb-156e-4c9a-99fc-6d2138739850" providerId="ADAL" clId="{61E50591-5372-40E0-A920-F29C2B79AC06}" dt="2023-09-07T02:48:49.874" v="3546"/>
          <ac:picMkLst>
            <pc:docMk/>
            <pc:sldMk cId="2186982388" sldId="283"/>
            <ac:picMk id="34" creationId="{72E05F96-3D77-16E1-8F52-4FA078EE3892}"/>
          </ac:picMkLst>
        </pc:picChg>
        <pc:cxnChg chg="del mod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7" creationId="{708A62F5-2842-4532-73CD-85411F33DBA1}"/>
          </ac:cxnSpMkLst>
        </pc:cxnChg>
        <pc:cxnChg chg="del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11" creationId="{40287A15-4C57-EF56-0B4A-499D9F53428E}"/>
          </ac:cxnSpMkLst>
        </pc:cxnChg>
        <pc:cxnChg chg="del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12" creationId="{E7FB615F-8BB9-AAB7-404E-75008E3510CB}"/>
          </ac:cxnSpMkLst>
        </pc:cxnChg>
        <pc:cxnChg chg="del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14" creationId="{58D98922-622A-28C2-D8E2-22F2D808335E}"/>
          </ac:cxnSpMkLst>
        </pc:cxnChg>
        <pc:cxnChg chg="del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17" creationId="{A2CA9A19-96FB-92DA-8DFA-4C8F11385331}"/>
          </ac:cxnSpMkLst>
        </pc:cxnChg>
        <pc:cxnChg chg="del">
          <ac:chgData name="Bhowmik, Sayan" userId="2b51cadb-156e-4c9a-99fc-6d2138739850" providerId="ADAL" clId="{61E50591-5372-40E0-A920-F29C2B79AC06}" dt="2023-09-07T02:21:15.118" v="3260" actId="478"/>
          <ac:cxnSpMkLst>
            <pc:docMk/>
            <pc:sldMk cId="2186982388" sldId="283"/>
            <ac:cxnSpMk id="24" creationId="{D2A6ABCC-B6DB-21FB-8526-9F854C1FF781}"/>
          </ac:cxnSpMkLst>
        </pc:cxnChg>
      </pc:sldChg>
      <pc:sldChg chg="addSp delSp modSp add mod delAnim modAnim">
        <pc:chgData name="Bhowmik, Sayan" userId="2b51cadb-156e-4c9a-99fc-6d2138739850" providerId="ADAL" clId="{61E50591-5372-40E0-A920-F29C2B79AC06}" dt="2023-09-07T03:26:39.307" v="4385"/>
        <pc:sldMkLst>
          <pc:docMk/>
          <pc:sldMk cId="1421766658" sldId="284"/>
        </pc:sldMkLst>
        <pc:spChg chg="add mod">
          <ac:chgData name="Bhowmik, Sayan" userId="2b51cadb-156e-4c9a-99fc-6d2138739850" providerId="ADAL" clId="{61E50591-5372-40E0-A920-F29C2B79AC06}" dt="2023-09-07T03:01:49.580" v="3770" actId="113"/>
          <ac:spMkLst>
            <pc:docMk/>
            <pc:sldMk cId="1421766658" sldId="284"/>
            <ac:spMk id="2" creationId="{D77986FB-E2C8-9CF1-461B-03CDA7883A33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4" creationId="{BF1400CF-47F6-8E4D-9B86-36D81151FF72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5" creationId="{823C9326-455A-14C0-25EF-39EB47244246}"/>
          </ac:spMkLst>
        </pc:spChg>
        <pc:spChg chg="add mod">
          <ac:chgData name="Bhowmik, Sayan" userId="2b51cadb-156e-4c9a-99fc-6d2138739850" providerId="ADAL" clId="{61E50591-5372-40E0-A920-F29C2B79AC06}" dt="2023-09-07T03:03:22.195" v="3774" actId="1582"/>
          <ac:spMkLst>
            <pc:docMk/>
            <pc:sldMk cId="1421766658" sldId="284"/>
            <ac:spMk id="6" creationId="{293C89BD-14F1-BDE6-B9F6-8EB9590CC3DE}"/>
          </ac:spMkLst>
        </pc:spChg>
        <pc:spChg chg="add mod">
          <ac:chgData name="Bhowmik, Sayan" userId="2b51cadb-156e-4c9a-99fc-6d2138739850" providerId="ADAL" clId="{61E50591-5372-40E0-A920-F29C2B79AC06}" dt="2023-09-07T03:03:45.107" v="3779" actId="14100"/>
          <ac:spMkLst>
            <pc:docMk/>
            <pc:sldMk cId="1421766658" sldId="284"/>
            <ac:spMk id="8" creationId="{24BDF4C7-7382-F908-6F4E-EA9965AB4464}"/>
          </ac:spMkLst>
        </pc:spChg>
        <pc:spChg chg="add mod">
          <ac:chgData name="Bhowmik, Sayan" userId="2b51cadb-156e-4c9a-99fc-6d2138739850" providerId="ADAL" clId="{61E50591-5372-40E0-A920-F29C2B79AC06}" dt="2023-09-07T03:04:03.341" v="3783" actId="208"/>
          <ac:spMkLst>
            <pc:docMk/>
            <pc:sldMk cId="1421766658" sldId="284"/>
            <ac:spMk id="9" creationId="{528206DD-9DA8-BD2E-BD27-EDA40BF5060A}"/>
          </ac:spMkLst>
        </pc:spChg>
        <pc:spChg chg="add mod">
          <ac:chgData name="Bhowmik, Sayan" userId="2b51cadb-156e-4c9a-99fc-6d2138739850" providerId="ADAL" clId="{61E50591-5372-40E0-A920-F29C2B79AC06}" dt="2023-09-07T03:05:44.810" v="3802" actId="207"/>
          <ac:spMkLst>
            <pc:docMk/>
            <pc:sldMk cId="1421766658" sldId="284"/>
            <ac:spMk id="10" creationId="{942D1B30-4F12-D051-539F-3896CF0669C8}"/>
          </ac:spMkLst>
        </pc:spChg>
        <pc:spChg chg="add mod">
          <ac:chgData name="Bhowmik, Sayan" userId="2b51cadb-156e-4c9a-99fc-6d2138739850" providerId="ADAL" clId="{61E50591-5372-40E0-A920-F29C2B79AC06}" dt="2023-09-07T03:07:33.427" v="3814" actId="1076"/>
          <ac:spMkLst>
            <pc:docMk/>
            <pc:sldMk cId="1421766658" sldId="284"/>
            <ac:spMk id="13" creationId="{5A6F19AC-937A-A32F-4FC7-E1BFFDFFC844}"/>
          </ac:spMkLst>
        </pc:spChg>
        <pc:spChg chg="add mod">
          <ac:chgData name="Bhowmik, Sayan" userId="2b51cadb-156e-4c9a-99fc-6d2138739850" providerId="ADAL" clId="{61E50591-5372-40E0-A920-F29C2B79AC06}" dt="2023-09-07T03:09:48.584" v="3825" actId="1076"/>
          <ac:spMkLst>
            <pc:docMk/>
            <pc:sldMk cId="1421766658" sldId="284"/>
            <ac:spMk id="15" creationId="{55D93220-31D4-B4A3-3948-52CED8C67C62}"/>
          </ac:spMkLst>
        </pc:spChg>
        <pc:spChg chg="add mod">
          <ac:chgData name="Bhowmik, Sayan" userId="2b51cadb-156e-4c9a-99fc-6d2138739850" providerId="ADAL" clId="{61E50591-5372-40E0-A920-F29C2B79AC06}" dt="2023-09-07T03:12:08.242" v="3884" actId="1037"/>
          <ac:spMkLst>
            <pc:docMk/>
            <pc:sldMk cId="1421766658" sldId="284"/>
            <ac:spMk id="16" creationId="{052875C0-2BD8-8457-0DE9-0290C5431600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18" creationId="{5D68CA86-AC8C-BA0B-E387-E806209E0DBE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19" creationId="{C681739D-DC5D-EA84-F4CD-70FE0EE4E850}"/>
          </ac:spMkLst>
        </pc:spChg>
        <pc:spChg chg="add mod">
          <ac:chgData name="Bhowmik, Sayan" userId="2b51cadb-156e-4c9a-99fc-6d2138739850" providerId="ADAL" clId="{61E50591-5372-40E0-A920-F29C2B79AC06}" dt="2023-09-07T03:13:36.403" v="3919" actId="1035"/>
          <ac:spMkLst>
            <pc:docMk/>
            <pc:sldMk cId="1421766658" sldId="284"/>
            <ac:spMk id="20" creationId="{F4758A50-6EE2-B6BD-D782-CF47D915362A}"/>
          </ac:spMkLst>
        </pc:spChg>
        <pc:spChg chg="add mod">
          <ac:chgData name="Bhowmik, Sayan" userId="2b51cadb-156e-4c9a-99fc-6d2138739850" providerId="ADAL" clId="{61E50591-5372-40E0-A920-F29C2B79AC06}" dt="2023-09-07T03:14:24.112" v="3936" actId="1035"/>
          <ac:spMkLst>
            <pc:docMk/>
            <pc:sldMk cId="1421766658" sldId="284"/>
            <ac:spMk id="22" creationId="{1C4F436C-6369-EDFC-DDB5-45EB52445A9C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25" creationId="{F5D18571-EB88-A05B-AAF7-424C16C0EC68}"/>
          </ac:spMkLst>
        </pc:spChg>
        <pc:spChg chg="add mod">
          <ac:chgData name="Bhowmik, Sayan" userId="2b51cadb-156e-4c9a-99fc-6d2138739850" providerId="ADAL" clId="{61E50591-5372-40E0-A920-F29C2B79AC06}" dt="2023-09-07T03:14:19.129" v="3923" actId="1582"/>
          <ac:spMkLst>
            <pc:docMk/>
            <pc:sldMk cId="1421766658" sldId="284"/>
            <ac:spMk id="26" creationId="{5A4C62AF-80CD-945F-6B27-D6BEFCB30653}"/>
          </ac:spMkLst>
        </pc:spChg>
        <pc:spChg chg="add mod">
          <ac:chgData name="Bhowmik, Sayan" userId="2b51cadb-156e-4c9a-99fc-6d2138739850" providerId="ADAL" clId="{61E50591-5372-40E0-A920-F29C2B79AC06}" dt="2023-09-07T03:15:20.977" v="3965" actId="1076"/>
          <ac:spMkLst>
            <pc:docMk/>
            <pc:sldMk cId="1421766658" sldId="284"/>
            <ac:spMk id="28" creationId="{2BA661BB-B07F-C9CA-E389-2C95641EA066}"/>
          </ac:spMkLst>
        </pc:spChg>
        <pc:picChg chg="del">
          <ac:chgData name="Bhowmik, Sayan" userId="2b51cadb-156e-4c9a-99fc-6d2138739850" providerId="ADAL" clId="{61E50591-5372-40E0-A920-F29C2B79AC06}" dt="2023-09-07T02:54:53.065" v="3570" actId="478"/>
          <ac:picMkLst>
            <pc:docMk/>
            <pc:sldMk cId="1421766658" sldId="284"/>
            <ac:picMk id="21" creationId="{5AC28853-0C08-2A6F-3B4B-F4F95E1D47B0}"/>
          </ac:picMkLst>
        </pc:picChg>
        <pc:picChg chg="del">
          <ac:chgData name="Bhowmik, Sayan" userId="2b51cadb-156e-4c9a-99fc-6d2138739850" providerId="ADAL" clId="{61E50591-5372-40E0-A920-F29C2B79AC06}" dt="2023-09-07T02:54:53.065" v="3570" actId="478"/>
          <ac:picMkLst>
            <pc:docMk/>
            <pc:sldMk cId="1421766658" sldId="284"/>
            <ac:picMk id="23" creationId="{D82FF58E-7FAF-C7E0-0DA8-0B3157AC85A0}"/>
          </ac:picMkLst>
        </pc:picChg>
        <pc:picChg chg="del">
          <ac:chgData name="Bhowmik, Sayan" userId="2b51cadb-156e-4c9a-99fc-6d2138739850" providerId="ADAL" clId="{61E50591-5372-40E0-A920-F29C2B79AC06}" dt="2023-09-07T02:54:53.065" v="3570" actId="478"/>
          <ac:picMkLst>
            <pc:docMk/>
            <pc:sldMk cId="1421766658" sldId="284"/>
            <ac:picMk id="27" creationId="{0F709AAC-FDC9-266B-918F-C5BF938CA177}"/>
          </ac:picMkLst>
        </pc:picChg>
        <pc:cxnChg chg="del mod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7" creationId="{708A62F5-2842-4532-73CD-85411F33DBA1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11" creationId="{40287A15-4C57-EF56-0B4A-499D9F53428E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12" creationId="{E7FB615F-8BB9-AAB7-404E-75008E3510CB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14" creationId="{58D98922-622A-28C2-D8E2-22F2D808335E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17" creationId="{A2CA9A19-96FB-92DA-8DFA-4C8F11385331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24" creationId="{D2A6ABCC-B6DB-21FB-8526-9F854C1FF781}"/>
          </ac:cxnSpMkLst>
        </pc:cxnChg>
      </pc:sldChg>
      <pc:sldChg chg="addSp delSp modSp new mod modAnim">
        <pc:chgData name="Bhowmik, Sayan" userId="2b51cadb-156e-4c9a-99fc-6d2138739850" providerId="ADAL" clId="{61E50591-5372-40E0-A920-F29C2B79AC06}" dt="2023-09-07T03:27:23.280" v="4391"/>
        <pc:sldMkLst>
          <pc:docMk/>
          <pc:sldMk cId="484254801" sldId="285"/>
        </pc:sldMkLst>
        <pc:spChg chg="del">
          <ac:chgData name="Bhowmik, Sayan" userId="2b51cadb-156e-4c9a-99fc-6d2138739850" providerId="ADAL" clId="{61E50591-5372-40E0-A920-F29C2B79AC06}" dt="2023-09-07T03:16:36.040" v="3993" actId="478"/>
          <ac:spMkLst>
            <pc:docMk/>
            <pc:sldMk cId="484254801" sldId="285"/>
            <ac:spMk id="2" creationId="{4A033B03-3F91-819F-0E60-AB7E0164765E}"/>
          </ac:spMkLst>
        </pc:spChg>
        <pc:spChg chg="add mod">
          <ac:chgData name="Bhowmik, Sayan" userId="2b51cadb-156e-4c9a-99fc-6d2138739850" providerId="ADAL" clId="{61E50591-5372-40E0-A920-F29C2B79AC06}" dt="2023-09-07T03:16:44.870" v="4013" actId="20577"/>
          <ac:spMkLst>
            <pc:docMk/>
            <pc:sldMk cId="484254801" sldId="285"/>
            <ac:spMk id="3" creationId="{A7E1E279-A617-8C93-B9E3-47A5EC806EF8}"/>
          </ac:spMkLst>
        </pc:spChg>
        <pc:spChg chg="add mod">
          <ac:chgData name="Bhowmik, Sayan" userId="2b51cadb-156e-4c9a-99fc-6d2138739850" providerId="ADAL" clId="{61E50591-5372-40E0-A920-F29C2B79AC06}" dt="2023-09-07T03:18:46.924" v="4075" actId="1035"/>
          <ac:spMkLst>
            <pc:docMk/>
            <pc:sldMk cId="484254801" sldId="285"/>
            <ac:spMk id="4" creationId="{6C5F2142-069F-C1E8-D2D4-454A7F5CA015}"/>
          </ac:spMkLst>
        </pc:spChg>
        <pc:spChg chg="add mod">
          <ac:chgData name="Bhowmik, Sayan" userId="2b51cadb-156e-4c9a-99fc-6d2138739850" providerId="ADAL" clId="{61E50591-5372-40E0-A920-F29C2B79AC06}" dt="2023-09-07T03:18:46.924" v="4075" actId="1035"/>
          <ac:spMkLst>
            <pc:docMk/>
            <pc:sldMk cId="484254801" sldId="285"/>
            <ac:spMk id="5" creationId="{3FFF68EB-2F74-0496-CEAD-D965C25FBDA9}"/>
          </ac:spMkLst>
        </pc:spChg>
        <pc:spChg chg="add mod">
          <ac:chgData name="Bhowmik, Sayan" userId="2b51cadb-156e-4c9a-99fc-6d2138739850" providerId="ADAL" clId="{61E50591-5372-40E0-A920-F29C2B79AC06}" dt="2023-09-07T03:18:59.510" v="4112" actId="14100"/>
          <ac:spMkLst>
            <pc:docMk/>
            <pc:sldMk cId="484254801" sldId="285"/>
            <ac:spMk id="6" creationId="{E86F3CA9-DEE5-BF1B-0D6B-6004F9067D93}"/>
          </ac:spMkLst>
        </pc:spChg>
        <pc:spChg chg="add mod">
          <ac:chgData name="Bhowmik, Sayan" userId="2b51cadb-156e-4c9a-99fc-6d2138739850" providerId="ADAL" clId="{61E50591-5372-40E0-A920-F29C2B79AC06}" dt="2023-09-07T03:20:44.832" v="4139" actId="1038"/>
          <ac:spMkLst>
            <pc:docMk/>
            <pc:sldMk cId="484254801" sldId="285"/>
            <ac:spMk id="7" creationId="{B790EE13-1629-2766-570C-1CB2E9A9D608}"/>
          </ac:spMkLst>
        </pc:spChg>
        <pc:spChg chg="add mod">
          <ac:chgData name="Bhowmik, Sayan" userId="2b51cadb-156e-4c9a-99fc-6d2138739850" providerId="ADAL" clId="{61E50591-5372-40E0-A920-F29C2B79AC06}" dt="2023-09-07T03:25:19.068" v="4375" actId="1037"/>
          <ac:spMkLst>
            <pc:docMk/>
            <pc:sldMk cId="484254801" sldId="285"/>
            <ac:spMk id="8" creationId="{C9784B23-EFB7-AC04-CBBE-68E31E5D2642}"/>
          </ac:spMkLst>
        </pc:spChg>
      </pc:sldChg>
      <pc:sldChg chg="add del">
        <pc:chgData name="Bhowmik, Sayan" userId="2b51cadb-156e-4c9a-99fc-6d2138739850" providerId="ADAL" clId="{61E50591-5372-40E0-A920-F29C2B79AC06}" dt="2023-09-07T03:03:33.047" v="3776"/>
        <pc:sldMkLst>
          <pc:docMk/>
          <pc:sldMk cId="510533803" sldId="285"/>
        </pc:sldMkLst>
      </pc:sldChg>
      <pc:sldChg chg="addSp delSp modSp new del mod">
        <pc:chgData name="Bhowmik, Sayan" userId="2b51cadb-156e-4c9a-99fc-6d2138739850" providerId="ADAL" clId="{61E50591-5372-40E0-A920-F29C2B79AC06}" dt="2023-09-07T03:16:23.916" v="3991" actId="47"/>
        <pc:sldMkLst>
          <pc:docMk/>
          <pc:sldMk cId="3357423904" sldId="285"/>
        </pc:sldMkLst>
        <pc:spChg chg="del">
          <ac:chgData name="Bhowmik, Sayan" userId="2b51cadb-156e-4c9a-99fc-6d2138739850" providerId="ADAL" clId="{61E50591-5372-40E0-A920-F29C2B79AC06}" dt="2023-09-07T03:15:54.812" v="3967" actId="478"/>
          <ac:spMkLst>
            <pc:docMk/>
            <pc:sldMk cId="3357423904" sldId="285"/>
            <ac:spMk id="2" creationId="{E42D655A-8862-4733-B818-79F8C815F97A}"/>
          </ac:spMkLst>
        </pc:spChg>
        <pc:spChg chg="add del mod">
          <ac:chgData name="Bhowmik, Sayan" userId="2b51cadb-156e-4c9a-99fc-6d2138739850" providerId="ADAL" clId="{61E50591-5372-40E0-A920-F29C2B79AC06}" dt="2023-09-07T03:16:21.912" v="3990" actId="478"/>
          <ac:spMkLst>
            <pc:docMk/>
            <pc:sldMk cId="3357423904" sldId="285"/>
            <ac:spMk id="3" creationId="{87777AF2-1108-055F-730F-EA2DDFB1A89C}"/>
          </ac:spMkLst>
        </pc:spChg>
        <pc:spChg chg="add mod">
          <ac:chgData name="Bhowmik, Sayan" userId="2b51cadb-156e-4c9a-99fc-6d2138739850" providerId="ADAL" clId="{61E50591-5372-40E0-A920-F29C2B79AC06}" dt="2023-09-07T03:16:21.912" v="3990" actId="478"/>
          <ac:spMkLst>
            <pc:docMk/>
            <pc:sldMk cId="3357423904" sldId="285"/>
            <ac:spMk id="5" creationId="{2B9BCA3B-B299-1213-BF09-1631EC13A645}"/>
          </ac:spMkLst>
        </pc:spChg>
      </pc:sldChg>
      <pc:sldChg chg="addSp delSp modSp new mod modClrScheme chgLayout">
        <pc:chgData name="Bhowmik, Sayan" userId="2b51cadb-156e-4c9a-99fc-6d2138739850" providerId="ADAL" clId="{61E50591-5372-40E0-A920-F29C2B79AC06}" dt="2023-09-08T00:54:55.192" v="4429" actId="2711"/>
        <pc:sldMkLst>
          <pc:docMk/>
          <pc:sldMk cId="3559420716" sldId="286"/>
        </pc:sldMkLst>
        <pc:spChg chg="del">
          <ac:chgData name="Bhowmik, Sayan" userId="2b51cadb-156e-4c9a-99fc-6d2138739850" providerId="ADAL" clId="{61E50591-5372-40E0-A920-F29C2B79AC06}" dt="2023-09-08T00:54:10.841" v="4401" actId="700"/>
          <ac:spMkLst>
            <pc:docMk/>
            <pc:sldMk cId="3559420716" sldId="286"/>
            <ac:spMk id="2" creationId="{B82874AD-F05B-51CE-A99B-7A3C67A3FE6F}"/>
          </ac:spMkLst>
        </pc:spChg>
        <pc:spChg chg="add mod">
          <ac:chgData name="Bhowmik, Sayan" userId="2b51cadb-156e-4c9a-99fc-6d2138739850" providerId="ADAL" clId="{61E50591-5372-40E0-A920-F29C2B79AC06}" dt="2023-09-08T00:54:55.192" v="4429" actId="2711"/>
          <ac:spMkLst>
            <pc:docMk/>
            <pc:sldMk cId="3559420716" sldId="286"/>
            <ac:spMk id="3" creationId="{497C6E0F-7AEE-1B0C-A250-5EF68EEB200F}"/>
          </ac:spMkLst>
        </pc:spChg>
      </pc:sldChg>
      <pc:sldMasterChg chg="modSp mod modSldLayout">
        <pc:chgData name="Bhowmik, Sayan" userId="2b51cadb-156e-4c9a-99fc-6d2138739850" providerId="ADAL" clId="{61E50591-5372-40E0-A920-F29C2B79AC06}" dt="2023-09-07T00:50:04.691" v="1644" actId="20577"/>
        <pc:sldMasterMkLst>
          <pc:docMk/>
          <pc:sldMasterMk cId="3893717928" sldId="2147483648"/>
        </pc:sldMasterMkLst>
        <pc:picChg chg="mod">
          <ac:chgData name="Bhowmik, Sayan" userId="2b51cadb-156e-4c9a-99fc-6d2138739850" providerId="ADAL" clId="{61E50591-5372-40E0-A920-F29C2B79AC06}" dt="2023-09-06T03:15:18.031" v="341" actId="14100"/>
          <ac:picMkLst>
            <pc:docMk/>
            <pc:sldMasterMk cId="3893717928" sldId="2147483648"/>
            <ac:picMk id="8" creationId="{4EAD41F7-57AC-C55F-47F0-495C0051CBD6}"/>
          </ac:picMkLst>
        </pc:picChg>
        <pc:sldLayoutChg chg="addSp modSp mod">
          <pc:chgData name="Bhowmik, Sayan" userId="2b51cadb-156e-4c9a-99fc-6d2138739850" providerId="ADAL" clId="{61E50591-5372-40E0-A920-F29C2B79AC06}" dt="2023-09-07T00:49:24.793" v="1582" actId="20577"/>
          <pc:sldLayoutMkLst>
            <pc:docMk/>
            <pc:sldMasterMk cId="3893717928" sldId="2147483648"/>
            <pc:sldLayoutMk cId="1332542118" sldId="2147483650"/>
          </pc:sldLayoutMkLst>
          <pc:spChg chg="mod">
            <ac:chgData name="Bhowmik, Sayan" userId="2b51cadb-156e-4c9a-99fc-6d2138739850" providerId="ADAL" clId="{61E50591-5372-40E0-A920-F29C2B79AC06}" dt="2023-09-07T00:49:24.793" v="1582" actId="20577"/>
            <ac:spMkLst>
              <pc:docMk/>
              <pc:sldMasterMk cId="3893717928" sldId="2147483648"/>
              <pc:sldLayoutMk cId="1332542118" sldId="2147483650"/>
              <ac:spMk id="7" creationId="{E061A1F3-2B40-5314-E3EE-C80830C0AD2C}"/>
            </ac:spMkLst>
          </pc:spChg>
          <pc:spChg chg="add mod">
            <ac:chgData name="Bhowmik, Sayan" userId="2b51cadb-156e-4c9a-99fc-6d2138739850" providerId="ADAL" clId="{61E50591-5372-40E0-A920-F29C2B79AC06}" dt="2023-09-07T00:49:17.484" v="1569" actId="1038"/>
            <ac:spMkLst>
              <pc:docMk/>
              <pc:sldMasterMk cId="3893717928" sldId="2147483648"/>
              <pc:sldLayoutMk cId="1332542118" sldId="2147483650"/>
              <ac:spMk id="8" creationId="{D538DBD6-2E22-AAD0-0E85-1D516FF847F6}"/>
            </ac:spMkLst>
          </pc:spChg>
        </pc:sldLayoutChg>
        <pc:sldLayoutChg chg="addSp modSp mod">
          <pc:chgData name="Bhowmik, Sayan" userId="2b51cadb-156e-4c9a-99fc-6d2138739850" providerId="ADAL" clId="{61E50591-5372-40E0-A920-F29C2B79AC06}" dt="2023-09-07T00:49:40.770" v="1598" actId="20577"/>
          <pc:sldLayoutMkLst>
            <pc:docMk/>
            <pc:sldMasterMk cId="3893717928" sldId="2147483648"/>
            <pc:sldLayoutMk cId="3064499368" sldId="2147483652"/>
          </pc:sldLayoutMkLst>
          <pc:spChg chg="mod">
            <ac:chgData name="Bhowmik, Sayan" userId="2b51cadb-156e-4c9a-99fc-6d2138739850" providerId="ADAL" clId="{61E50591-5372-40E0-A920-F29C2B79AC06}" dt="2023-09-07T00:49:40.770" v="1598" actId="20577"/>
            <ac:spMkLst>
              <pc:docMk/>
              <pc:sldMasterMk cId="3893717928" sldId="2147483648"/>
              <pc:sldLayoutMk cId="3064499368" sldId="2147483652"/>
              <ac:spMk id="8" creationId="{74A4C390-BD67-0D0F-7818-9ED449249608}"/>
            </ac:spMkLst>
          </pc:spChg>
          <pc:spChg chg="add mod">
            <ac:chgData name="Bhowmik, Sayan" userId="2b51cadb-156e-4c9a-99fc-6d2138739850" providerId="ADAL" clId="{61E50591-5372-40E0-A920-F29C2B79AC06}" dt="2023-09-07T00:49:33.217" v="1583"/>
            <ac:spMkLst>
              <pc:docMk/>
              <pc:sldMasterMk cId="3893717928" sldId="2147483648"/>
              <pc:sldLayoutMk cId="3064499368" sldId="2147483652"/>
              <ac:spMk id="9" creationId="{42646EBA-A395-AE93-2324-44A55D9699BE}"/>
            </ac:spMkLst>
          </pc:spChg>
        </pc:sldLayoutChg>
        <pc:sldLayoutChg chg="addSp modSp mod">
          <pc:chgData name="Bhowmik, Sayan" userId="2b51cadb-156e-4c9a-99fc-6d2138739850" providerId="ADAL" clId="{61E50591-5372-40E0-A920-F29C2B79AC06}" dt="2023-09-07T00:49:52.343" v="1621" actId="20577"/>
          <pc:sldLayoutMkLst>
            <pc:docMk/>
            <pc:sldMasterMk cId="3893717928" sldId="2147483648"/>
            <pc:sldLayoutMk cId="1631833374" sldId="2147483654"/>
          </pc:sldLayoutMkLst>
          <pc:spChg chg="mod">
            <ac:chgData name="Bhowmik, Sayan" userId="2b51cadb-156e-4c9a-99fc-6d2138739850" providerId="ADAL" clId="{61E50591-5372-40E0-A920-F29C2B79AC06}" dt="2023-09-07T00:49:52.343" v="1621" actId="20577"/>
            <ac:spMkLst>
              <pc:docMk/>
              <pc:sldMasterMk cId="3893717928" sldId="2147483648"/>
              <pc:sldLayoutMk cId="1631833374" sldId="2147483654"/>
              <ac:spMk id="6" creationId="{BC8A5177-432B-2739-CB45-94D342F2CBE8}"/>
            </ac:spMkLst>
          </pc:spChg>
          <pc:spChg chg="add mod">
            <ac:chgData name="Bhowmik, Sayan" userId="2b51cadb-156e-4c9a-99fc-6d2138739850" providerId="ADAL" clId="{61E50591-5372-40E0-A920-F29C2B79AC06}" dt="2023-09-07T00:49:44.594" v="1599"/>
            <ac:spMkLst>
              <pc:docMk/>
              <pc:sldMasterMk cId="3893717928" sldId="2147483648"/>
              <pc:sldLayoutMk cId="1631833374" sldId="2147483654"/>
              <ac:spMk id="7" creationId="{A3AA1F9C-8852-5095-F1D8-921AD2E3B25D}"/>
            </ac:spMkLst>
          </pc:spChg>
        </pc:sldLayoutChg>
        <pc:sldLayoutChg chg="addSp modSp mod">
          <pc:chgData name="Bhowmik, Sayan" userId="2b51cadb-156e-4c9a-99fc-6d2138739850" providerId="ADAL" clId="{61E50591-5372-40E0-A920-F29C2B79AC06}" dt="2023-09-07T00:50:04.691" v="1644" actId="20577"/>
          <pc:sldLayoutMkLst>
            <pc:docMk/>
            <pc:sldMasterMk cId="3893717928" sldId="2147483648"/>
            <pc:sldLayoutMk cId="3415500011" sldId="2147483655"/>
          </pc:sldLayoutMkLst>
          <pc:spChg chg="mod">
            <ac:chgData name="Bhowmik, Sayan" userId="2b51cadb-156e-4c9a-99fc-6d2138739850" providerId="ADAL" clId="{61E50591-5372-40E0-A920-F29C2B79AC06}" dt="2023-09-07T00:50:04.691" v="1644" actId="20577"/>
            <ac:spMkLst>
              <pc:docMk/>
              <pc:sldMasterMk cId="3893717928" sldId="2147483648"/>
              <pc:sldLayoutMk cId="3415500011" sldId="2147483655"/>
              <ac:spMk id="5" creationId="{65F65F19-DEF1-DC6F-BF12-C2661A118680}"/>
            </ac:spMkLst>
          </pc:spChg>
          <pc:spChg chg="add mod">
            <ac:chgData name="Bhowmik, Sayan" userId="2b51cadb-156e-4c9a-99fc-6d2138739850" providerId="ADAL" clId="{61E50591-5372-40E0-A920-F29C2B79AC06}" dt="2023-09-07T00:49:57.388" v="1622"/>
            <ac:spMkLst>
              <pc:docMk/>
              <pc:sldMasterMk cId="3893717928" sldId="2147483648"/>
              <pc:sldLayoutMk cId="3415500011" sldId="2147483655"/>
              <ac:spMk id="6" creationId="{719F352C-1C6F-E12E-2D51-E374337C690C}"/>
            </ac:spMkLst>
          </pc:spChg>
        </pc:sldLayoutChg>
      </pc:sldMasterChg>
    </pc:docChg>
  </pc:docChgLst>
  <pc:docChgLst>
    <pc:chgData name="Bhowmik, Sayan" userId="S::sbhowmik9@gatech.edu::2b51cadb-156e-4c9a-99fc-6d2138739850" providerId="AD" clId="Web-{DB7DCBE8-1400-A526-F2AE-88A6A460FFCE}"/>
    <pc:docChg chg="addSld modSld">
      <pc:chgData name="Bhowmik, Sayan" userId="S::sbhowmik9@gatech.edu::2b51cadb-156e-4c9a-99fc-6d2138739850" providerId="AD" clId="Web-{DB7DCBE8-1400-A526-F2AE-88A6A460FFCE}" dt="2023-09-05T19:03:01.370" v="15" actId="20577"/>
      <pc:docMkLst>
        <pc:docMk/>
      </pc:docMkLst>
      <pc:sldChg chg="modSp new">
        <pc:chgData name="Bhowmik, Sayan" userId="S::sbhowmik9@gatech.edu::2b51cadb-156e-4c9a-99fc-6d2138739850" providerId="AD" clId="Web-{DB7DCBE8-1400-A526-F2AE-88A6A460FFCE}" dt="2023-09-05T19:03:01.370" v="15" actId="20577"/>
        <pc:sldMkLst>
          <pc:docMk/>
          <pc:sldMk cId="1576503833" sldId="262"/>
        </pc:sldMkLst>
        <pc:spChg chg="mod">
          <ac:chgData name="Bhowmik, Sayan" userId="S::sbhowmik9@gatech.edu::2b51cadb-156e-4c9a-99fc-6d2138739850" providerId="AD" clId="Web-{DB7DCBE8-1400-A526-F2AE-88A6A460FFCE}" dt="2023-09-05T19:03:01.370" v="15" actId="20577"/>
          <ac:spMkLst>
            <pc:docMk/>
            <pc:sldMk cId="1576503833" sldId="262"/>
            <ac:spMk id="2" creationId="{0AC3CED3-9F3F-FBE2-90C6-B9FBF8C11538}"/>
          </ac:spMkLst>
        </pc:spChg>
      </pc:sldChg>
    </pc:docChg>
  </pc:docChgLst>
  <pc:docChgLst>
    <pc:chgData name="Bhowmik, Sayan" userId="2b51cadb-156e-4c9a-99fc-6d2138739850" providerId="ADAL" clId="{F84FF9A7-A6D1-9F48-9981-D5AAC95CF743}"/>
    <pc:docChg chg="undo custSel modSld">
      <pc:chgData name="Bhowmik, Sayan" userId="2b51cadb-156e-4c9a-99fc-6d2138739850" providerId="ADAL" clId="{F84FF9A7-A6D1-9F48-9981-D5AAC95CF743}" dt="2023-09-07T01:59:04.039" v="1302"/>
      <pc:docMkLst>
        <pc:docMk/>
      </pc:docMkLst>
      <pc:sldChg chg="addSp delSp">
        <pc:chgData name="Bhowmik, Sayan" userId="2b51cadb-156e-4c9a-99fc-6d2138739850" providerId="ADAL" clId="{F84FF9A7-A6D1-9F48-9981-D5AAC95CF743}" dt="2023-09-06T04:12:58.295" v="44"/>
        <pc:sldMkLst>
          <pc:docMk/>
          <pc:sldMk cId="1871136973" sldId="269"/>
        </pc:sldMkLst>
        <pc:spChg chg="add del">
          <ac:chgData name="Bhowmik, Sayan" userId="2b51cadb-156e-4c9a-99fc-6d2138739850" providerId="ADAL" clId="{F84FF9A7-A6D1-9F48-9981-D5AAC95CF743}" dt="2023-09-06T04:12:17.497" v="18" actId="34122"/>
          <ac:spMkLst>
            <pc:docMk/>
            <pc:sldMk cId="1871136973" sldId="269"/>
            <ac:spMk id="27" creationId="{A89DBCD7-BCCD-438D-8B9B-0BF9F3FA4AED}"/>
          </ac:spMkLst>
        </pc:spChg>
        <pc:spChg chg="add del">
          <ac:chgData name="Bhowmik, Sayan" userId="2b51cadb-156e-4c9a-99fc-6d2138739850" providerId="ADAL" clId="{F84FF9A7-A6D1-9F48-9981-D5AAC95CF743}" dt="2023-09-06T04:12:17.497" v="18" actId="34122"/>
          <ac:spMkLst>
            <pc:docMk/>
            <pc:sldMk cId="1871136973" sldId="269"/>
            <ac:spMk id="53" creationId="{D3D8EAA3-5216-443C-ADE7-29888672D902}"/>
          </ac:spMkLst>
        </pc:spChg>
        <pc:spChg chg="add del">
          <ac:chgData name="Bhowmik, Sayan" userId="2b51cadb-156e-4c9a-99fc-6d2138739850" providerId="ADAL" clId="{F84FF9A7-A6D1-9F48-9981-D5AAC95CF743}" dt="2023-09-06T04:12:17.497" v="18" actId="34122"/>
          <ac:spMkLst>
            <pc:docMk/>
            <pc:sldMk cId="1871136973" sldId="269"/>
            <ac:spMk id="65" creationId="{EF0E8FB2-D57F-4AFE-BB6D-78BD3F1E7416}"/>
          </ac:spMkLst>
        </pc:spChg>
        <pc:spChg chg="add del">
          <ac:chgData name="Bhowmik, Sayan" userId="2b51cadb-156e-4c9a-99fc-6d2138739850" providerId="ADAL" clId="{F84FF9A7-A6D1-9F48-9981-D5AAC95CF743}" dt="2023-09-06T04:12:17.497" v="18" actId="34122"/>
          <ac:spMkLst>
            <pc:docMk/>
            <pc:sldMk cId="1871136973" sldId="269"/>
            <ac:spMk id="77" creationId="{BC6BE733-3C76-48FF-BB47-960CB7783F97}"/>
          </ac:spMkLst>
        </pc:spChg>
        <pc:inkChg chg="add del">
          <ac:chgData name="Bhowmik, Sayan" userId="2b51cadb-156e-4c9a-99fc-6d2138739850" providerId="ADAL" clId="{F84FF9A7-A6D1-9F48-9981-D5AAC95CF743}" dt="2023-09-06T04:12:25.105" v="24"/>
          <ac:inkMkLst>
            <pc:docMk/>
            <pc:sldMk cId="1871136973" sldId="269"/>
            <ac:inkMk id="2" creationId="{285EFB99-A313-6401-BADB-79F0EFC4ECE7}"/>
          </ac:inkMkLst>
        </pc:inkChg>
        <pc:inkChg chg="add del">
          <ac:chgData name="Bhowmik, Sayan" userId="2b51cadb-156e-4c9a-99fc-6d2138739850" providerId="ADAL" clId="{F84FF9A7-A6D1-9F48-9981-D5AAC95CF743}" dt="2023-09-06T04:12:25.096" v="20"/>
          <ac:inkMkLst>
            <pc:docMk/>
            <pc:sldMk cId="1871136973" sldId="269"/>
            <ac:inkMk id="6" creationId="{05C4030E-2657-A10B-4945-CD830F49964A}"/>
          </ac:inkMkLst>
        </pc:inkChg>
        <pc:inkChg chg="add del">
          <ac:chgData name="Bhowmik, Sayan" userId="2b51cadb-156e-4c9a-99fc-6d2138739850" providerId="ADAL" clId="{F84FF9A7-A6D1-9F48-9981-D5AAC95CF743}" dt="2023-09-06T04:12:25.100" v="22"/>
          <ac:inkMkLst>
            <pc:docMk/>
            <pc:sldMk cId="1871136973" sldId="269"/>
            <ac:inkMk id="10" creationId="{203DE655-01AF-89A8-9075-72F3BF444593}"/>
          </ac:inkMkLst>
        </pc:inkChg>
        <pc:inkChg chg="add del">
          <ac:chgData name="Bhowmik, Sayan" userId="2b51cadb-156e-4c9a-99fc-6d2138739850" providerId="ADAL" clId="{F84FF9A7-A6D1-9F48-9981-D5AAC95CF743}" dt="2023-09-06T04:10:51.816" v="5"/>
          <ac:inkMkLst>
            <pc:docMk/>
            <pc:sldMk cId="1871136973" sldId="269"/>
            <ac:inkMk id="11" creationId="{484800D1-962F-26E6-D817-B4AD03FF40F7}"/>
          </ac:inkMkLst>
        </pc:inkChg>
        <pc:inkChg chg="add del">
          <ac:chgData name="Bhowmik, Sayan" userId="2b51cadb-156e-4c9a-99fc-6d2138739850" providerId="ADAL" clId="{F84FF9A7-A6D1-9F48-9981-D5AAC95CF743}" dt="2023-09-06T04:10:51.816" v="5"/>
          <ac:inkMkLst>
            <pc:docMk/>
            <pc:sldMk cId="1871136973" sldId="269"/>
            <ac:inkMk id="12" creationId="{45D1E5F9-AB75-DF2C-7925-1B7C32043CAC}"/>
          </ac:inkMkLst>
        </pc:inkChg>
        <pc:inkChg chg="add del reco">
          <ac:chgData name="Bhowmik, Sayan" userId="2b51cadb-156e-4c9a-99fc-6d2138739850" providerId="ADAL" clId="{F84FF9A7-A6D1-9F48-9981-D5AAC95CF743}" dt="2023-09-06T04:12:25.093" v="19"/>
          <ac:inkMkLst>
            <pc:docMk/>
            <pc:sldMk cId="1871136973" sldId="269"/>
            <ac:inkMk id="13" creationId="{111F9532-0F83-862A-524A-E7E39DFDCC10}"/>
          </ac:inkMkLst>
        </pc:inkChg>
        <pc:inkChg chg="add del">
          <ac:chgData name="Bhowmik, Sayan" userId="2b51cadb-156e-4c9a-99fc-6d2138739850" providerId="ADAL" clId="{F84FF9A7-A6D1-9F48-9981-D5AAC95CF743}" dt="2023-09-06T04:11:00.443" v="8"/>
          <ac:inkMkLst>
            <pc:docMk/>
            <pc:sldMk cId="1871136973" sldId="269"/>
            <ac:inkMk id="14" creationId="{C26FCA8C-CD66-EE8D-1590-51E1B1384FFD}"/>
          </ac:inkMkLst>
        </pc:inkChg>
        <pc:inkChg chg="add del reco">
          <ac:chgData name="Bhowmik, Sayan" userId="2b51cadb-156e-4c9a-99fc-6d2138739850" providerId="ADAL" clId="{F84FF9A7-A6D1-9F48-9981-D5AAC95CF743}" dt="2023-09-06T04:11:00.443" v="8"/>
          <ac:inkMkLst>
            <pc:docMk/>
            <pc:sldMk cId="1871136973" sldId="269"/>
            <ac:inkMk id="15" creationId="{1AFEF7AF-FE74-DE12-C462-3B4557A37628}"/>
          </ac:inkMkLst>
        </pc:inkChg>
        <pc:inkChg chg="add del">
          <ac:chgData name="Bhowmik, Sayan" userId="2b51cadb-156e-4c9a-99fc-6d2138739850" providerId="ADAL" clId="{F84FF9A7-A6D1-9F48-9981-D5AAC95CF743}" dt="2023-09-06T04:12:25.103" v="23"/>
          <ac:inkMkLst>
            <pc:docMk/>
            <pc:sldMk cId="1871136973" sldId="269"/>
            <ac:inkMk id="16" creationId="{A6BA7B82-F4DF-39AB-3B91-578946EA25AD}"/>
          </ac:inkMkLst>
        </pc:inkChg>
        <pc:inkChg chg="add del">
          <ac:chgData name="Bhowmik, Sayan" userId="2b51cadb-156e-4c9a-99fc-6d2138739850" providerId="ADAL" clId="{F84FF9A7-A6D1-9F48-9981-D5AAC95CF743}" dt="2023-09-06T04:11:07.468" v="12"/>
          <ac:inkMkLst>
            <pc:docMk/>
            <pc:sldMk cId="1871136973" sldId="269"/>
            <ac:inkMk id="17" creationId="{5790752D-B27E-8E5E-B77D-DA4C52E47FE8}"/>
          </ac:inkMkLst>
        </pc:inkChg>
        <pc:inkChg chg="add del reco">
          <ac:chgData name="Bhowmik, Sayan" userId="2b51cadb-156e-4c9a-99fc-6d2138739850" providerId="ADAL" clId="{F84FF9A7-A6D1-9F48-9981-D5AAC95CF743}" dt="2023-09-06T04:11:07.468" v="12"/>
          <ac:inkMkLst>
            <pc:docMk/>
            <pc:sldMk cId="1871136973" sldId="269"/>
            <ac:inkMk id="18" creationId="{08903939-423E-CB8C-F7B0-71724DB83CD2}"/>
          </ac:inkMkLst>
        </pc:inkChg>
        <pc:inkChg chg="add del">
          <ac:chgData name="Bhowmik, Sayan" userId="2b51cadb-156e-4c9a-99fc-6d2138739850" providerId="ADAL" clId="{F84FF9A7-A6D1-9F48-9981-D5AAC95CF743}" dt="2023-09-06T04:12:25.107" v="25"/>
          <ac:inkMkLst>
            <pc:docMk/>
            <pc:sldMk cId="1871136973" sldId="269"/>
            <ac:inkMk id="19" creationId="{682EB601-01AE-BFA1-6418-0074436FB80E}"/>
          </ac:inkMkLst>
        </pc:inkChg>
        <pc:inkChg chg="add del">
          <ac:chgData name="Bhowmik, Sayan" userId="2b51cadb-156e-4c9a-99fc-6d2138739850" providerId="ADAL" clId="{F84FF9A7-A6D1-9F48-9981-D5AAC95CF743}" dt="2023-09-06T04:11:20.595" v="16"/>
          <ac:inkMkLst>
            <pc:docMk/>
            <pc:sldMk cId="1871136973" sldId="269"/>
            <ac:inkMk id="20" creationId="{F782FD1B-1CF3-E591-0FEC-A99AE55459E0}"/>
          </ac:inkMkLst>
        </pc:inkChg>
        <pc:inkChg chg="add del">
          <ac:chgData name="Bhowmik, Sayan" userId="2b51cadb-156e-4c9a-99fc-6d2138739850" providerId="ADAL" clId="{F84FF9A7-A6D1-9F48-9981-D5AAC95CF743}" dt="2023-09-06T04:11:20.595" v="16"/>
          <ac:inkMkLst>
            <pc:docMk/>
            <pc:sldMk cId="1871136973" sldId="269"/>
            <ac:inkMk id="21" creationId="{1414D220-CE13-5276-F36C-2C3C5C91CEFA}"/>
          </ac:inkMkLst>
        </pc:inkChg>
        <pc:inkChg chg="add del reco">
          <ac:chgData name="Bhowmik, Sayan" userId="2b51cadb-156e-4c9a-99fc-6d2138739850" providerId="ADAL" clId="{F84FF9A7-A6D1-9F48-9981-D5AAC95CF743}" dt="2023-09-06T04:12:25.098" v="21"/>
          <ac:inkMkLst>
            <pc:docMk/>
            <pc:sldMk cId="1871136973" sldId="269"/>
            <ac:inkMk id="22" creationId="{B8C3896B-8FD3-8815-097A-283B0FC523BE}"/>
          </ac:inkMkLst>
        </pc:inkChg>
        <pc:inkChg chg="add del">
          <ac:chgData name="Bhowmik, Sayan" userId="2b51cadb-156e-4c9a-99fc-6d2138739850" providerId="ADAL" clId="{F84FF9A7-A6D1-9F48-9981-D5AAC95CF743}" dt="2023-09-06T04:12:39.450" v="29"/>
          <ac:inkMkLst>
            <pc:docMk/>
            <pc:sldMk cId="1871136973" sldId="269"/>
            <ac:inkMk id="23" creationId="{DE134FFF-E05B-DFE7-E007-F77DF577BD90}"/>
          </ac:inkMkLst>
        </pc:inkChg>
        <pc:inkChg chg="add del">
          <ac:chgData name="Bhowmik, Sayan" userId="2b51cadb-156e-4c9a-99fc-6d2138739850" providerId="ADAL" clId="{F84FF9A7-A6D1-9F48-9981-D5AAC95CF743}" dt="2023-09-06T04:12:39.450" v="29"/>
          <ac:inkMkLst>
            <pc:docMk/>
            <pc:sldMk cId="1871136973" sldId="269"/>
            <ac:inkMk id="24" creationId="{B6632955-4804-66D2-8F6B-0BE5B74E277E}"/>
          </ac:inkMkLst>
        </pc:inkChg>
        <pc:inkChg chg="add del reco">
          <ac:chgData name="Bhowmik, Sayan" userId="2b51cadb-156e-4c9a-99fc-6d2138739850" providerId="ADAL" clId="{F84FF9A7-A6D1-9F48-9981-D5AAC95CF743}" dt="2023-09-06T04:12:39.450" v="29"/>
          <ac:inkMkLst>
            <pc:docMk/>
            <pc:sldMk cId="1871136973" sldId="269"/>
            <ac:inkMk id="25" creationId="{71428DC5-9830-C004-D377-22879F7D845D}"/>
          </ac:inkMkLst>
        </pc:inkChg>
        <pc:inkChg chg="add del">
          <ac:chgData name="Bhowmik, Sayan" userId="2b51cadb-156e-4c9a-99fc-6d2138739850" providerId="ADAL" clId="{F84FF9A7-A6D1-9F48-9981-D5AAC95CF743}" dt="2023-09-06T04:12:42.076" v="32"/>
          <ac:inkMkLst>
            <pc:docMk/>
            <pc:sldMk cId="1871136973" sldId="269"/>
            <ac:inkMk id="26" creationId="{D9704213-5D37-4181-C85E-442C9E8E672B}"/>
          </ac:inkMkLst>
        </pc:inkChg>
        <pc:inkChg chg="add del">
          <ac:chgData name="Bhowmik, Sayan" userId="2b51cadb-156e-4c9a-99fc-6d2138739850" providerId="ADAL" clId="{F84FF9A7-A6D1-9F48-9981-D5AAC95CF743}" dt="2023-09-06T04:12:42.076" v="32"/>
          <ac:inkMkLst>
            <pc:docMk/>
            <pc:sldMk cId="1871136973" sldId="269"/>
            <ac:inkMk id="28" creationId="{0EFF3AF1-6E78-EC3C-10DB-4F1F1D322CB3}"/>
          </ac:inkMkLst>
        </pc:inkChg>
        <pc:inkChg chg="add reco">
          <ac:chgData name="Bhowmik, Sayan" userId="2b51cadb-156e-4c9a-99fc-6d2138739850" providerId="ADAL" clId="{F84FF9A7-A6D1-9F48-9981-D5AAC95CF743}" dt="2023-09-06T04:12:42.076" v="32"/>
          <ac:inkMkLst>
            <pc:docMk/>
            <pc:sldMk cId="1871136973" sldId="269"/>
            <ac:inkMk id="29" creationId="{65A7AD68-F024-2854-1657-FBF6493816FE}"/>
          </ac:inkMkLst>
        </pc:inkChg>
        <pc:inkChg chg="add del">
          <ac:chgData name="Bhowmik, Sayan" userId="2b51cadb-156e-4c9a-99fc-6d2138739850" providerId="ADAL" clId="{F84FF9A7-A6D1-9F48-9981-D5AAC95CF743}" dt="2023-09-06T04:12:49.618" v="36"/>
          <ac:inkMkLst>
            <pc:docMk/>
            <pc:sldMk cId="1871136973" sldId="269"/>
            <ac:inkMk id="30" creationId="{8D703375-D3B6-4E51-6376-1F9B8695ACDA}"/>
          </ac:inkMkLst>
        </pc:inkChg>
        <pc:inkChg chg="add del">
          <ac:chgData name="Bhowmik, Sayan" userId="2b51cadb-156e-4c9a-99fc-6d2138739850" providerId="ADAL" clId="{F84FF9A7-A6D1-9F48-9981-D5AAC95CF743}" dt="2023-09-06T04:12:49.618" v="36"/>
          <ac:inkMkLst>
            <pc:docMk/>
            <pc:sldMk cId="1871136973" sldId="269"/>
            <ac:inkMk id="31" creationId="{3DB1BC7B-5F57-BF4E-A263-B4E473E3457C}"/>
          </ac:inkMkLst>
        </pc:inkChg>
        <pc:inkChg chg="add del">
          <ac:chgData name="Bhowmik, Sayan" userId="2b51cadb-156e-4c9a-99fc-6d2138739850" providerId="ADAL" clId="{F84FF9A7-A6D1-9F48-9981-D5AAC95CF743}" dt="2023-09-06T04:12:49.618" v="36"/>
          <ac:inkMkLst>
            <pc:docMk/>
            <pc:sldMk cId="1871136973" sldId="269"/>
            <ac:inkMk id="32" creationId="{8A35FDAD-139E-6C62-76EF-D532E8CFFC42}"/>
          </ac:inkMkLst>
        </pc:inkChg>
        <pc:inkChg chg="add reco">
          <ac:chgData name="Bhowmik, Sayan" userId="2b51cadb-156e-4c9a-99fc-6d2138739850" providerId="ADAL" clId="{F84FF9A7-A6D1-9F48-9981-D5AAC95CF743}" dt="2023-09-06T04:12:49.618" v="36"/>
          <ac:inkMkLst>
            <pc:docMk/>
            <pc:sldMk cId="1871136973" sldId="269"/>
            <ac:inkMk id="33" creationId="{044C5A8B-4335-BA48-56C0-283F72B9B6B3}"/>
          </ac:inkMkLst>
        </pc:inkChg>
        <pc:inkChg chg="add del">
          <ac:chgData name="Bhowmik, Sayan" userId="2b51cadb-156e-4c9a-99fc-6d2138739850" providerId="ADAL" clId="{F84FF9A7-A6D1-9F48-9981-D5AAC95CF743}" dt="2023-09-06T04:12:54.131" v="39"/>
          <ac:inkMkLst>
            <pc:docMk/>
            <pc:sldMk cId="1871136973" sldId="269"/>
            <ac:inkMk id="34" creationId="{946DC2AB-E9D2-AABC-D4CF-D838573AB53C}"/>
          </ac:inkMkLst>
        </pc:inkChg>
        <pc:inkChg chg="add del">
          <ac:chgData name="Bhowmik, Sayan" userId="2b51cadb-156e-4c9a-99fc-6d2138739850" providerId="ADAL" clId="{F84FF9A7-A6D1-9F48-9981-D5AAC95CF743}" dt="2023-09-06T04:12:54.131" v="39"/>
          <ac:inkMkLst>
            <pc:docMk/>
            <pc:sldMk cId="1871136973" sldId="269"/>
            <ac:inkMk id="35" creationId="{FA2471E7-004F-9AFE-FEFE-53E139212DAD}"/>
          </ac:inkMkLst>
        </pc:inkChg>
        <pc:inkChg chg="add reco">
          <ac:chgData name="Bhowmik, Sayan" userId="2b51cadb-156e-4c9a-99fc-6d2138739850" providerId="ADAL" clId="{F84FF9A7-A6D1-9F48-9981-D5AAC95CF743}" dt="2023-09-06T04:12:54.131" v="39"/>
          <ac:inkMkLst>
            <pc:docMk/>
            <pc:sldMk cId="1871136973" sldId="269"/>
            <ac:inkMk id="36" creationId="{B27B6425-AABA-E70D-C0CF-53E14D60EEBF}"/>
          </ac:inkMkLst>
        </pc:inkChg>
        <pc:inkChg chg="add">
          <ac:chgData name="Bhowmik, Sayan" userId="2b51cadb-156e-4c9a-99fc-6d2138739850" providerId="ADAL" clId="{F84FF9A7-A6D1-9F48-9981-D5AAC95CF743}" dt="2023-09-06T04:12:54.762" v="40"/>
          <ac:inkMkLst>
            <pc:docMk/>
            <pc:sldMk cId="1871136973" sldId="269"/>
            <ac:inkMk id="37" creationId="{E81FE131-38A3-0236-3FEB-C0BF75EEA8FE}"/>
          </ac:inkMkLst>
        </pc:inkChg>
        <pc:inkChg chg="add">
          <ac:chgData name="Bhowmik, Sayan" userId="2b51cadb-156e-4c9a-99fc-6d2138739850" providerId="ADAL" clId="{F84FF9A7-A6D1-9F48-9981-D5AAC95CF743}" dt="2023-09-06T04:12:56.216" v="41"/>
          <ac:inkMkLst>
            <pc:docMk/>
            <pc:sldMk cId="1871136973" sldId="269"/>
            <ac:inkMk id="38" creationId="{9F436DC0-B860-24EB-C36B-E56C4239EC00}"/>
          </ac:inkMkLst>
        </pc:inkChg>
        <pc:inkChg chg="add del">
          <ac:chgData name="Bhowmik, Sayan" userId="2b51cadb-156e-4c9a-99fc-6d2138739850" providerId="ADAL" clId="{F84FF9A7-A6D1-9F48-9981-D5AAC95CF743}" dt="2023-09-06T04:12:58.295" v="44"/>
          <ac:inkMkLst>
            <pc:docMk/>
            <pc:sldMk cId="1871136973" sldId="269"/>
            <ac:inkMk id="39" creationId="{CEE41BCF-F8A6-AF19-63E4-B07FACF6284A}"/>
          </ac:inkMkLst>
        </pc:inkChg>
        <pc:inkChg chg="add del">
          <ac:chgData name="Bhowmik, Sayan" userId="2b51cadb-156e-4c9a-99fc-6d2138739850" providerId="ADAL" clId="{F84FF9A7-A6D1-9F48-9981-D5AAC95CF743}" dt="2023-09-06T04:12:58.295" v="44"/>
          <ac:inkMkLst>
            <pc:docMk/>
            <pc:sldMk cId="1871136973" sldId="269"/>
            <ac:inkMk id="40" creationId="{005FD3B4-9235-C5AC-5E59-460D4545DDBB}"/>
          </ac:inkMkLst>
        </pc:inkChg>
        <pc:inkChg chg="add reco">
          <ac:chgData name="Bhowmik, Sayan" userId="2b51cadb-156e-4c9a-99fc-6d2138739850" providerId="ADAL" clId="{F84FF9A7-A6D1-9F48-9981-D5AAC95CF743}" dt="2023-09-06T04:12:58.295" v="44"/>
          <ac:inkMkLst>
            <pc:docMk/>
            <pc:sldMk cId="1871136973" sldId="269"/>
            <ac:inkMk id="41" creationId="{00EDEEC7-AB9F-CDE0-7333-FA7E8FD9257A}"/>
          </ac:inkMkLst>
        </pc:inkChg>
      </pc:sldChg>
      <pc:sldChg chg="addSp delSp">
        <pc:chgData name="Bhowmik, Sayan" userId="2b51cadb-156e-4c9a-99fc-6d2138739850" providerId="ADAL" clId="{F84FF9A7-A6D1-9F48-9981-D5AAC95CF743}" dt="2023-09-06T04:14:20.213" v="51"/>
        <pc:sldMkLst>
          <pc:docMk/>
          <pc:sldMk cId="258422114" sldId="270"/>
        </pc:sldMkLst>
        <pc:inkChg chg="add del">
          <ac:chgData name="Bhowmik, Sayan" userId="2b51cadb-156e-4c9a-99fc-6d2138739850" providerId="ADAL" clId="{F84FF9A7-A6D1-9F48-9981-D5AAC95CF743}" dt="2023-09-06T04:14:01.240" v="46"/>
          <ac:inkMkLst>
            <pc:docMk/>
            <pc:sldMk cId="258422114" sldId="270"/>
            <ac:inkMk id="2" creationId="{8B7D1418-465F-06ED-0C35-97C97DD6F90A}"/>
          </ac:inkMkLst>
        </pc:inkChg>
        <pc:inkChg chg="add del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3" creationId="{B2DA154D-B44C-8DA9-841B-DD704C2D2A2F}"/>
          </ac:inkMkLst>
        </pc:inkChg>
        <pc:inkChg chg="add del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6" creationId="{D639FB7D-23AA-66AB-E462-87567519F323}"/>
          </ac:inkMkLst>
        </pc:inkChg>
        <pc:inkChg chg="add del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7" creationId="{094D0515-7EA0-D5BB-96C1-74F3E4778C55}"/>
          </ac:inkMkLst>
        </pc:inkChg>
        <pc:inkChg chg="add del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8" creationId="{17944D1A-0FE8-B9AA-2D8A-7F1770D78E4E}"/>
          </ac:inkMkLst>
        </pc:inkChg>
        <pc:inkChg chg="add reco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9" creationId="{78C3474C-00CF-69BD-0224-78215E8EB8A0}"/>
          </ac:inkMkLst>
        </pc:inkChg>
      </pc:sldChg>
      <pc:sldChg chg="addSp delSp">
        <pc:chgData name="Bhowmik, Sayan" userId="2b51cadb-156e-4c9a-99fc-6d2138739850" providerId="ADAL" clId="{F84FF9A7-A6D1-9F48-9981-D5AAC95CF743}" dt="2023-09-06T04:16:04.971" v="86"/>
        <pc:sldMkLst>
          <pc:docMk/>
          <pc:sldMk cId="3458980950" sldId="271"/>
        </pc:sldMkLst>
        <pc:inkChg chg="add">
          <ac:chgData name="Bhowmik, Sayan" userId="2b51cadb-156e-4c9a-99fc-6d2138739850" providerId="ADAL" clId="{F84FF9A7-A6D1-9F48-9981-D5AAC95CF743}" dt="2023-09-06T04:14:53.289" v="52"/>
          <ac:inkMkLst>
            <pc:docMk/>
            <pc:sldMk cId="3458980950" sldId="271"/>
            <ac:inkMk id="16" creationId="{99C9237C-86A2-E253-F462-FB0B8171F957}"/>
          </ac:inkMkLst>
        </pc:inkChg>
        <pc:inkChg chg="add del">
          <ac:chgData name="Bhowmik, Sayan" userId="2b51cadb-156e-4c9a-99fc-6d2138739850" providerId="ADAL" clId="{F84FF9A7-A6D1-9F48-9981-D5AAC95CF743}" dt="2023-09-06T04:15:01.052" v="55"/>
          <ac:inkMkLst>
            <pc:docMk/>
            <pc:sldMk cId="3458980950" sldId="271"/>
            <ac:inkMk id="17" creationId="{E04F3EF2-ABE1-C7C9-70F0-F82BC6D14BAE}"/>
          </ac:inkMkLst>
        </pc:inkChg>
        <pc:inkChg chg="add del">
          <ac:chgData name="Bhowmik, Sayan" userId="2b51cadb-156e-4c9a-99fc-6d2138739850" providerId="ADAL" clId="{F84FF9A7-A6D1-9F48-9981-D5AAC95CF743}" dt="2023-09-06T04:15:01.052" v="55"/>
          <ac:inkMkLst>
            <pc:docMk/>
            <pc:sldMk cId="3458980950" sldId="271"/>
            <ac:inkMk id="18" creationId="{84CFB846-482D-6A9E-6C77-15B6BCC4C959}"/>
          </ac:inkMkLst>
        </pc:inkChg>
        <pc:inkChg chg="add reco">
          <ac:chgData name="Bhowmik, Sayan" userId="2b51cadb-156e-4c9a-99fc-6d2138739850" providerId="ADAL" clId="{F84FF9A7-A6D1-9F48-9981-D5AAC95CF743}" dt="2023-09-06T04:15:01.052" v="55"/>
          <ac:inkMkLst>
            <pc:docMk/>
            <pc:sldMk cId="3458980950" sldId="271"/>
            <ac:inkMk id="19" creationId="{4FB1787D-7018-70CA-8A53-A85A595F69AD}"/>
          </ac:inkMkLst>
        </pc:inkChg>
        <pc:inkChg chg="add del">
          <ac:chgData name="Bhowmik, Sayan" userId="2b51cadb-156e-4c9a-99fc-6d2138739850" providerId="ADAL" clId="{F84FF9A7-A6D1-9F48-9981-D5AAC95CF743}" dt="2023-09-06T04:15:24.920" v="58"/>
          <ac:inkMkLst>
            <pc:docMk/>
            <pc:sldMk cId="3458980950" sldId="271"/>
            <ac:inkMk id="20" creationId="{45904A46-68EB-C650-D53C-EA22EDC5D850}"/>
          </ac:inkMkLst>
        </pc:inkChg>
        <pc:inkChg chg="add del">
          <ac:chgData name="Bhowmik, Sayan" userId="2b51cadb-156e-4c9a-99fc-6d2138739850" providerId="ADAL" clId="{F84FF9A7-A6D1-9F48-9981-D5AAC95CF743}" dt="2023-09-06T04:15:24.920" v="58"/>
          <ac:inkMkLst>
            <pc:docMk/>
            <pc:sldMk cId="3458980950" sldId="271"/>
            <ac:inkMk id="21" creationId="{95AA8EFA-9F92-C6F1-8A9A-4E5038EFF4AE}"/>
          </ac:inkMkLst>
        </pc:inkChg>
        <pc:inkChg chg="add del reco">
          <ac:chgData name="Bhowmik, Sayan" userId="2b51cadb-156e-4c9a-99fc-6d2138739850" providerId="ADAL" clId="{F84FF9A7-A6D1-9F48-9981-D5AAC95CF743}" dt="2023-09-06T04:15:47.935" v="75"/>
          <ac:inkMkLst>
            <pc:docMk/>
            <pc:sldMk cId="3458980950" sldId="271"/>
            <ac:inkMk id="22" creationId="{A4DD59D5-C085-2083-6B0D-8933E734C929}"/>
          </ac:inkMkLst>
        </pc:inkChg>
        <pc:inkChg chg="add del">
          <ac:chgData name="Bhowmik, Sayan" userId="2b51cadb-156e-4c9a-99fc-6d2138739850" providerId="ADAL" clId="{F84FF9A7-A6D1-9F48-9981-D5AAC95CF743}" dt="2023-09-06T04:16:04.967" v="84"/>
          <ac:inkMkLst>
            <pc:docMk/>
            <pc:sldMk cId="3458980950" sldId="271"/>
            <ac:inkMk id="23" creationId="{F23C1FE5-2A7C-FD04-B31F-E2EA07768B54}"/>
          </ac:inkMkLst>
        </pc:inkChg>
        <pc:inkChg chg="add del">
          <ac:chgData name="Bhowmik, Sayan" userId="2b51cadb-156e-4c9a-99fc-6d2138739850" providerId="ADAL" clId="{F84FF9A7-A6D1-9F48-9981-D5AAC95CF743}" dt="2023-09-06T04:16:04.968" v="85"/>
          <ac:inkMkLst>
            <pc:docMk/>
            <pc:sldMk cId="3458980950" sldId="271"/>
            <ac:inkMk id="24" creationId="{BE3B1024-307E-4A6C-2482-A70F26A2C36D}"/>
          </ac:inkMkLst>
        </pc:inkChg>
        <pc:inkChg chg="add del">
          <ac:chgData name="Bhowmik, Sayan" userId="2b51cadb-156e-4c9a-99fc-6d2138739850" providerId="ADAL" clId="{F84FF9A7-A6D1-9F48-9981-D5AAC95CF743}" dt="2023-09-06T04:16:04.954" v="79"/>
          <ac:inkMkLst>
            <pc:docMk/>
            <pc:sldMk cId="3458980950" sldId="271"/>
            <ac:inkMk id="25" creationId="{F09E5BFC-1DBE-332C-8146-102178826EF1}"/>
          </ac:inkMkLst>
        </pc:inkChg>
        <pc:inkChg chg="add del">
          <ac:chgData name="Bhowmik, Sayan" userId="2b51cadb-156e-4c9a-99fc-6d2138739850" providerId="ADAL" clId="{F84FF9A7-A6D1-9F48-9981-D5AAC95CF743}" dt="2023-09-06T04:16:04.965" v="83"/>
          <ac:inkMkLst>
            <pc:docMk/>
            <pc:sldMk cId="3458980950" sldId="271"/>
            <ac:inkMk id="26" creationId="{5A336193-65F5-F816-335E-1A6DC137BB8F}"/>
          </ac:inkMkLst>
        </pc:inkChg>
        <pc:inkChg chg="add del">
          <ac:chgData name="Bhowmik, Sayan" userId="2b51cadb-156e-4c9a-99fc-6d2138739850" providerId="ADAL" clId="{F84FF9A7-A6D1-9F48-9981-D5AAC95CF743}" dt="2023-09-06T04:16:04.959" v="81"/>
          <ac:inkMkLst>
            <pc:docMk/>
            <pc:sldMk cId="3458980950" sldId="271"/>
            <ac:inkMk id="27" creationId="{12379B3F-ABF1-84AE-B9C0-CA6A78E70372}"/>
          </ac:inkMkLst>
        </pc:inkChg>
        <pc:inkChg chg="add del">
          <ac:chgData name="Bhowmik, Sayan" userId="2b51cadb-156e-4c9a-99fc-6d2138739850" providerId="ADAL" clId="{F84FF9A7-A6D1-9F48-9981-D5AAC95CF743}" dt="2023-09-06T04:15:33.075" v="66"/>
          <ac:inkMkLst>
            <pc:docMk/>
            <pc:sldMk cId="3458980950" sldId="271"/>
            <ac:inkMk id="28" creationId="{0E8C7BD4-666B-E44E-2417-BF5A699A1655}"/>
          </ac:inkMkLst>
        </pc:inkChg>
        <pc:inkChg chg="add del reco">
          <ac:chgData name="Bhowmik, Sayan" userId="2b51cadb-156e-4c9a-99fc-6d2138739850" providerId="ADAL" clId="{F84FF9A7-A6D1-9F48-9981-D5AAC95CF743}" dt="2023-09-06T04:15:33.075" v="66"/>
          <ac:inkMkLst>
            <pc:docMk/>
            <pc:sldMk cId="3458980950" sldId="271"/>
            <ac:inkMk id="29" creationId="{97EDA900-99FD-E568-8428-E6FBF93B4FDA}"/>
          </ac:inkMkLst>
        </pc:inkChg>
        <pc:inkChg chg="add del reco">
          <ac:chgData name="Bhowmik, Sayan" userId="2b51cadb-156e-4c9a-99fc-6d2138739850" providerId="ADAL" clId="{F84FF9A7-A6D1-9F48-9981-D5AAC95CF743}" dt="2023-09-06T04:15:33.075" v="66"/>
          <ac:inkMkLst>
            <pc:docMk/>
            <pc:sldMk cId="3458980950" sldId="271"/>
            <ac:inkMk id="30" creationId="{4857FE23-ED3C-1388-71AC-E5275A5DC8FF}"/>
          </ac:inkMkLst>
        </pc:inkChg>
        <pc:inkChg chg="add del">
          <ac:chgData name="Bhowmik, Sayan" userId="2b51cadb-156e-4c9a-99fc-6d2138739850" providerId="ADAL" clId="{F84FF9A7-A6D1-9F48-9981-D5AAC95CF743}" dt="2023-09-06T04:15:37.416" v="68"/>
          <ac:inkMkLst>
            <pc:docMk/>
            <pc:sldMk cId="3458980950" sldId="271"/>
            <ac:inkMk id="31" creationId="{31156F88-E1D5-5570-9ED2-6ABB22E4D8DD}"/>
          </ac:inkMkLst>
        </pc:inkChg>
        <pc:inkChg chg="add del">
          <ac:chgData name="Bhowmik, Sayan" userId="2b51cadb-156e-4c9a-99fc-6d2138739850" providerId="ADAL" clId="{F84FF9A7-A6D1-9F48-9981-D5AAC95CF743}" dt="2023-09-06T04:15:41.209" v="71"/>
          <ac:inkMkLst>
            <pc:docMk/>
            <pc:sldMk cId="3458980950" sldId="271"/>
            <ac:inkMk id="32" creationId="{E3850675-9804-915F-4F90-1434A9AD39E0}"/>
          </ac:inkMkLst>
        </pc:inkChg>
        <pc:inkChg chg="add del">
          <ac:chgData name="Bhowmik, Sayan" userId="2b51cadb-156e-4c9a-99fc-6d2138739850" providerId="ADAL" clId="{F84FF9A7-A6D1-9F48-9981-D5AAC95CF743}" dt="2023-09-06T04:15:41.209" v="71"/>
          <ac:inkMkLst>
            <pc:docMk/>
            <pc:sldMk cId="3458980950" sldId="271"/>
            <ac:inkMk id="33" creationId="{3BBA84F6-A208-F676-EA8F-3B658C0997FD}"/>
          </ac:inkMkLst>
        </pc:inkChg>
        <pc:inkChg chg="add del reco">
          <ac:chgData name="Bhowmik, Sayan" userId="2b51cadb-156e-4c9a-99fc-6d2138739850" providerId="ADAL" clId="{F84FF9A7-A6D1-9F48-9981-D5AAC95CF743}" dt="2023-09-06T04:16:04.957" v="80"/>
          <ac:inkMkLst>
            <pc:docMk/>
            <pc:sldMk cId="3458980950" sldId="271"/>
            <ac:inkMk id="34" creationId="{A8775557-4247-C33D-43BF-1F35E1B1AA5A}"/>
          </ac:inkMkLst>
        </pc:inkChg>
        <pc:inkChg chg="add del">
          <ac:chgData name="Bhowmik, Sayan" userId="2b51cadb-156e-4c9a-99fc-6d2138739850" providerId="ADAL" clId="{F84FF9A7-A6D1-9F48-9981-D5AAC95CF743}" dt="2023-09-06T04:15:44.023" v="74"/>
          <ac:inkMkLst>
            <pc:docMk/>
            <pc:sldMk cId="3458980950" sldId="271"/>
            <ac:inkMk id="35" creationId="{35AA5C72-5000-D103-C90C-E6B8C22DB132}"/>
          </ac:inkMkLst>
        </pc:inkChg>
        <pc:inkChg chg="add del">
          <ac:chgData name="Bhowmik, Sayan" userId="2b51cadb-156e-4c9a-99fc-6d2138739850" providerId="ADAL" clId="{F84FF9A7-A6D1-9F48-9981-D5AAC95CF743}" dt="2023-09-06T04:15:44.023" v="74"/>
          <ac:inkMkLst>
            <pc:docMk/>
            <pc:sldMk cId="3458980950" sldId="271"/>
            <ac:inkMk id="36" creationId="{AED58A71-2107-BDBB-B45C-B62759D79615}"/>
          </ac:inkMkLst>
        </pc:inkChg>
        <pc:inkChg chg="add del reco">
          <ac:chgData name="Bhowmik, Sayan" userId="2b51cadb-156e-4c9a-99fc-6d2138739850" providerId="ADAL" clId="{F84FF9A7-A6D1-9F48-9981-D5AAC95CF743}" dt="2023-09-06T04:16:04.971" v="86"/>
          <ac:inkMkLst>
            <pc:docMk/>
            <pc:sldMk cId="3458980950" sldId="271"/>
            <ac:inkMk id="37" creationId="{F374DA73-5B61-22C6-7F66-9BD42164B485}"/>
          </ac:inkMkLst>
        </pc:inkChg>
        <pc:inkChg chg="add del">
          <ac:chgData name="Bhowmik, Sayan" userId="2b51cadb-156e-4c9a-99fc-6d2138739850" providerId="ADAL" clId="{F84FF9A7-A6D1-9F48-9981-D5AAC95CF743}" dt="2023-09-06T04:15:55.253" v="78"/>
          <ac:inkMkLst>
            <pc:docMk/>
            <pc:sldMk cId="3458980950" sldId="271"/>
            <ac:inkMk id="38" creationId="{BC4ABCA2-0855-D1ED-37FF-88A6E11843C6}"/>
          </ac:inkMkLst>
        </pc:inkChg>
        <pc:inkChg chg="add del">
          <ac:chgData name="Bhowmik, Sayan" userId="2b51cadb-156e-4c9a-99fc-6d2138739850" providerId="ADAL" clId="{F84FF9A7-A6D1-9F48-9981-D5AAC95CF743}" dt="2023-09-06T04:15:55.253" v="78"/>
          <ac:inkMkLst>
            <pc:docMk/>
            <pc:sldMk cId="3458980950" sldId="271"/>
            <ac:inkMk id="39" creationId="{84E9CA6D-7DCA-AE80-9572-54FB590AF1FC}"/>
          </ac:inkMkLst>
        </pc:inkChg>
        <pc:inkChg chg="add del reco">
          <ac:chgData name="Bhowmik, Sayan" userId="2b51cadb-156e-4c9a-99fc-6d2138739850" providerId="ADAL" clId="{F84FF9A7-A6D1-9F48-9981-D5AAC95CF743}" dt="2023-09-06T04:16:04.963" v="82"/>
          <ac:inkMkLst>
            <pc:docMk/>
            <pc:sldMk cId="3458980950" sldId="271"/>
            <ac:inkMk id="40" creationId="{76B54F5D-85E8-6388-4165-9C8B86BA6274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0:22:05.391" v="309"/>
        <pc:sldMkLst>
          <pc:docMk/>
          <pc:sldMk cId="2285472110" sldId="272"/>
        </pc:sldMkLst>
        <pc:inkChg chg="add del">
          <ac:chgData name="Bhowmik, Sayan" userId="2b51cadb-156e-4c9a-99fc-6d2138739850" providerId="ADAL" clId="{F84FF9A7-A6D1-9F48-9981-D5AAC95CF743}" dt="2023-09-06T20:19:43.459" v="216"/>
          <ac:inkMkLst>
            <pc:docMk/>
            <pc:sldMk cId="2285472110" sldId="272"/>
            <ac:inkMk id="15" creationId="{35A8DBB4-2E92-2B75-DCA1-280F269F72D0}"/>
          </ac:inkMkLst>
        </pc:inkChg>
        <pc:inkChg chg="del">
          <ac:chgData name="Bhowmik, Sayan" userId="2b51cadb-156e-4c9a-99fc-6d2138739850" providerId="ADAL" clId="{F84FF9A7-A6D1-9F48-9981-D5AAC95CF743}" dt="2023-09-06T20:15:08.255" v="89"/>
          <ac:inkMkLst>
            <pc:docMk/>
            <pc:sldMk cId="2285472110" sldId="272"/>
            <ac:inkMk id="15" creationId="{FD0C8A1A-AD75-B33D-1DA4-4DC4B794F0BE}"/>
          </ac:inkMkLst>
        </pc:inkChg>
        <pc:inkChg chg="add del">
          <ac:chgData name="Bhowmik, Sayan" userId="2b51cadb-156e-4c9a-99fc-6d2138739850" providerId="ADAL" clId="{F84FF9A7-A6D1-9F48-9981-D5AAC95CF743}" dt="2023-09-06T20:19:43.459" v="216"/>
          <ac:inkMkLst>
            <pc:docMk/>
            <pc:sldMk cId="2285472110" sldId="272"/>
            <ac:inkMk id="16" creationId="{8DE4BD83-B9AA-751A-4662-9B85840DC017}"/>
          </ac:inkMkLst>
        </pc:inkChg>
        <pc:inkChg chg="del">
          <ac:chgData name="Bhowmik, Sayan" userId="2b51cadb-156e-4c9a-99fc-6d2138739850" providerId="ADAL" clId="{F84FF9A7-A6D1-9F48-9981-D5AAC95CF743}" dt="2023-09-06T20:15:07.012" v="87"/>
          <ac:inkMkLst>
            <pc:docMk/>
            <pc:sldMk cId="2285472110" sldId="272"/>
            <ac:inkMk id="16" creationId="{99C9237C-86A2-E253-F462-FB0B8171F957}"/>
          </ac:inkMkLst>
        </pc:inkChg>
        <pc:inkChg chg="add reco">
          <ac:chgData name="Bhowmik, Sayan" userId="2b51cadb-156e-4c9a-99fc-6d2138739850" providerId="ADAL" clId="{F84FF9A7-A6D1-9F48-9981-D5AAC95CF743}" dt="2023-09-06T20:19:43.459" v="216"/>
          <ac:inkMkLst>
            <pc:docMk/>
            <pc:sldMk cId="2285472110" sldId="272"/>
            <ac:inkMk id="18" creationId="{BD0AEA52-464B-186B-5CC8-27B187C8634A}"/>
          </ac:inkMkLst>
        </pc:inkChg>
        <pc:inkChg chg="add del">
          <ac:chgData name="Bhowmik, Sayan" userId="2b51cadb-156e-4c9a-99fc-6d2138739850" providerId="ADAL" clId="{F84FF9A7-A6D1-9F48-9981-D5AAC95CF743}" dt="2023-09-06T20:15:16.228" v="92"/>
          <ac:inkMkLst>
            <pc:docMk/>
            <pc:sldMk cId="2285472110" sldId="272"/>
            <ac:inkMk id="18" creationId="{ED5DCF5F-F39D-6B25-7835-E5933F782163}"/>
          </ac:inkMkLst>
        </pc:inkChg>
        <pc:inkChg chg="del">
          <ac:chgData name="Bhowmik, Sayan" userId="2b51cadb-156e-4c9a-99fc-6d2138739850" providerId="ADAL" clId="{F84FF9A7-A6D1-9F48-9981-D5AAC95CF743}" dt="2023-09-06T20:15:07.017" v="88"/>
          <ac:inkMkLst>
            <pc:docMk/>
            <pc:sldMk cId="2285472110" sldId="272"/>
            <ac:inkMk id="19" creationId="{4FB1787D-7018-70CA-8A53-A85A595F69AD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19" creationId="{5D156145-E9EE-AC94-5590-3720D61D6FC3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0" creationId="{0DB3F65E-A42C-F481-EE9B-BD52578DADFB}"/>
          </ac:inkMkLst>
        </pc:inkChg>
        <pc:inkChg chg="add del">
          <ac:chgData name="Bhowmik, Sayan" userId="2b51cadb-156e-4c9a-99fc-6d2138739850" providerId="ADAL" clId="{F84FF9A7-A6D1-9F48-9981-D5AAC95CF743}" dt="2023-09-06T20:15:16.228" v="92"/>
          <ac:inkMkLst>
            <pc:docMk/>
            <pc:sldMk cId="2285472110" sldId="272"/>
            <ac:inkMk id="20" creationId="{EFE9A8E6-D6EF-A538-8B2B-61B383320B11}"/>
          </ac:inkMkLst>
        </pc:inkChg>
        <pc:inkChg chg="add reco">
          <ac:chgData name="Bhowmik, Sayan" userId="2b51cadb-156e-4c9a-99fc-6d2138739850" providerId="ADAL" clId="{F84FF9A7-A6D1-9F48-9981-D5AAC95CF743}" dt="2023-09-06T20:15:16.228" v="92"/>
          <ac:inkMkLst>
            <pc:docMk/>
            <pc:sldMk cId="2285472110" sldId="272"/>
            <ac:inkMk id="21" creationId="{E6BA9BC0-CD17-7FD8-95D9-96A2DCAAF393}"/>
          </ac:inkMkLst>
        </pc:inkChg>
        <pc:inkChg chg="add">
          <ac:chgData name="Bhowmik, Sayan" userId="2b51cadb-156e-4c9a-99fc-6d2138739850" providerId="ADAL" clId="{F84FF9A7-A6D1-9F48-9981-D5AAC95CF743}" dt="2023-09-06T20:15:19.292" v="93"/>
          <ac:inkMkLst>
            <pc:docMk/>
            <pc:sldMk cId="2285472110" sldId="272"/>
            <ac:inkMk id="22" creationId="{832DC11A-71F3-CD92-33BB-C8658F577292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3" creationId="{5E27FF80-F69D-95E0-4557-29364FCF8480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3" creationId="{E46F02E3-8127-226E-E331-2809C7A655AE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4" creationId="{2EC560E5-BDAC-DE16-938F-CF9FFC7B671F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4" creationId="{FD120A81-5090-646A-7B09-97BA7CCB612C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5" creationId="{623FF811-8921-41AA-2948-C3B27B007655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5" creationId="{820C6D0B-4E99-6C59-42E7-371889460697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6" creationId="{33876066-301F-A322-2BF6-CF9D0A03352C}"/>
          </ac:inkMkLst>
        </pc:inkChg>
        <pc:inkChg chg="add reco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6" creationId="{7DBE591A-BD0E-3C0B-1C3A-025043A1787B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7" creationId="{3ED4811A-689A-B30B-2AED-A7D84B13B81C}"/>
          </ac:inkMkLst>
        </pc:inkChg>
        <pc:inkChg chg="add del">
          <ac:chgData name="Bhowmik, Sayan" userId="2b51cadb-156e-4c9a-99fc-6d2138739850" providerId="ADAL" clId="{F84FF9A7-A6D1-9F48-9981-D5AAC95CF743}" dt="2023-09-06T20:19:52.028" v="225"/>
          <ac:inkMkLst>
            <pc:docMk/>
            <pc:sldMk cId="2285472110" sldId="272"/>
            <ac:inkMk id="27" creationId="{DD47764D-D3D1-4F4D-225E-6142CE24492F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8" creationId="{AE7BE6E7-F6B2-FFFF-AF55-1D1B2831B57A}"/>
          </ac:inkMkLst>
        </pc:inkChg>
        <pc:inkChg chg="add del">
          <ac:chgData name="Bhowmik, Sayan" userId="2b51cadb-156e-4c9a-99fc-6d2138739850" providerId="ADAL" clId="{F84FF9A7-A6D1-9F48-9981-D5AAC95CF743}" dt="2023-09-06T20:19:52.028" v="225"/>
          <ac:inkMkLst>
            <pc:docMk/>
            <pc:sldMk cId="2285472110" sldId="272"/>
            <ac:inkMk id="28" creationId="{FA9A5179-844E-8058-6E4F-796F505D2074}"/>
          </ac:inkMkLst>
        </pc:inkChg>
        <pc:inkChg chg="add reco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9" creationId="{4B15D807-BF25-2254-6F9F-88C9D7D433B9}"/>
          </ac:inkMkLst>
        </pc:inkChg>
        <pc:inkChg chg="add reco">
          <ac:chgData name="Bhowmik, Sayan" userId="2b51cadb-156e-4c9a-99fc-6d2138739850" providerId="ADAL" clId="{F84FF9A7-A6D1-9F48-9981-D5AAC95CF743}" dt="2023-09-06T20:19:52.028" v="225"/>
          <ac:inkMkLst>
            <pc:docMk/>
            <pc:sldMk cId="2285472110" sldId="272"/>
            <ac:inkMk id="30" creationId="{7C7299C6-A0F9-3381-EA5B-3027EAA3D19A}"/>
          </ac:inkMkLst>
        </pc:inkChg>
        <pc:inkChg chg="add del">
          <ac:chgData name="Bhowmik, Sayan" userId="2b51cadb-156e-4c9a-99fc-6d2138739850" providerId="ADAL" clId="{F84FF9A7-A6D1-9F48-9981-D5AAC95CF743}" dt="2023-09-06T20:15:30.978" v="105"/>
          <ac:inkMkLst>
            <pc:docMk/>
            <pc:sldMk cId="2285472110" sldId="272"/>
            <ac:inkMk id="30" creationId="{CD8AAE50-DF08-50A8-C771-382854DABEBB}"/>
          </ac:inkMkLst>
        </pc:inkChg>
        <pc:inkChg chg="add del">
          <ac:chgData name="Bhowmik, Sayan" userId="2b51cadb-156e-4c9a-99fc-6d2138739850" providerId="ADAL" clId="{F84FF9A7-A6D1-9F48-9981-D5AAC95CF743}" dt="2023-09-06T20:15:30.978" v="105"/>
          <ac:inkMkLst>
            <pc:docMk/>
            <pc:sldMk cId="2285472110" sldId="272"/>
            <ac:inkMk id="31" creationId="{102EB85A-F692-1D9C-75F2-1A0D57CD6545}"/>
          </ac:inkMkLst>
        </pc:inkChg>
        <pc:inkChg chg="add">
          <ac:chgData name="Bhowmik, Sayan" userId="2b51cadb-156e-4c9a-99fc-6d2138739850" providerId="ADAL" clId="{F84FF9A7-A6D1-9F48-9981-D5AAC95CF743}" dt="2023-09-06T20:19:53.724" v="226"/>
          <ac:inkMkLst>
            <pc:docMk/>
            <pc:sldMk cId="2285472110" sldId="272"/>
            <ac:inkMk id="31" creationId="{5D704AE5-AD37-46C3-AEC5-6E89EB5D4522}"/>
          </ac:inkMkLst>
        </pc:inkChg>
        <pc:inkChg chg="add del">
          <ac:chgData name="Bhowmik, Sayan" userId="2b51cadb-156e-4c9a-99fc-6d2138739850" providerId="ADAL" clId="{F84FF9A7-A6D1-9F48-9981-D5AAC95CF743}" dt="2023-09-06T20:15:30.978" v="105"/>
          <ac:inkMkLst>
            <pc:docMk/>
            <pc:sldMk cId="2285472110" sldId="272"/>
            <ac:inkMk id="32" creationId="{C8B25FDF-9F02-E8BA-9009-5293AFFAA2BD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2" creationId="{DB4C0F7F-4ADA-7367-43DD-B7406D4D5186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3" creationId="{0792E6DE-1A50-91AE-BA95-A85E5A152A12}"/>
          </ac:inkMkLst>
        </pc:inkChg>
        <pc:inkChg chg="add del">
          <ac:chgData name="Bhowmik, Sayan" userId="2b51cadb-156e-4c9a-99fc-6d2138739850" providerId="ADAL" clId="{F84FF9A7-A6D1-9F48-9981-D5AAC95CF743}" dt="2023-09-06T20:15:30.978" v="105"/>
          <ac:inkMkLst>
            <pc:docMk/>
            <pc:sldMk cId="2285472110" sldId="272"/>
            <ac:inkMk id="33" creationId="{36BC8C14-438D-6954-3C4A-9430D846013A}"/>
          </ac:inkMkLst>
        </pc:inkChg>
        <pc:inkChg chg="add mod reco modStrokes">
          <ac:chgData name="Bhowmik, Sayan" userId="2b51cadb-156e-4c9a-99fc-6d2138739850" providerId="ADAL" clId="{F84FF9A7-A6D1-9F48-9981-D5AAC95CF743}" dt="2023-09-06T20:16:50.753" v="144"/>
          <ac:inkMkLst>
            <pc:docMk/>
            <pc:sldMk cId="2285472110" sldId="272"/>
            <ac:inkMk id="34" creationId="{6FD68C95-ECED-B047-E33C-0F19624B1BC2}"/>
          </ac:inkMkLst>
        </pc:inkChg>
        <pc:inkChg chg="add del">
          <ac:chgData name="Bhowmik, Sayan" userId="2b51cadb-156e-4c9a-99fc-6d2138739850" providerId="ADAL" clId="{F84FF9A7-A6D1-9F48-9981-D5AAC95CF743}" dt="2023-09-06T20:15:36.420" v="108"/>
          <ac:inkMkLst>
            <pc:docMk/>
            <pc:sldMk cId="2285472110" sldId="272"/>
            <ac:inkMk id="35" creationId="{A2E49FF4-AEAA-FBED-F209-68F8F8D0635E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5" creationId="{D3E5D832-8912-1881-0926-979EFD5C41A0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6" creationId="{1FC0AF7A-C13B-E376-F1E4-81896F7CB9B7}"/>
          </ac:inkMkLst>
        </pc:inkChg>
        <pc:inkChg chg="add del">
          <ac:chgData name="Bhowmik, Sayan" userId="2b51cadb-156e-4c9a-99fc-6d2138739850" providerId="ADAL" clId="{F84FF9A7-A6D1-9F48-9981-D5AAC95CF743}" dt="2023-09-06T20:15:36.420" v="108"/>
          <ac:inkMkLst>
            <pc:docMk/>
            <pc:sldMk cId="2285472110" sldId="272"/>
            <ac:inkMk id="36" creationId="{AB8D90EA-FE29-9F27-6428-AA46B56CEA92}"/>
          </ac:inkMkLst>
        </pc:inkChg>
        <pc:inkChg chg="add reco">
          <ac:chgData name="Bhowmik, Sayan" userId="2b51cadb-156e-4c9a-99fc-6d2138739850" providerId="ADAL" clId="{F84FF9A7-A6D1-9F48-9981-D5AAC95CF743}" dt="2023-09-06T20:15:36.420" v="108"/>
          <ac:inkMkLst>
            <pc:docMk/>
            <pc:sldMk cId="2285472110" sldId="272"/>
            <ac:inkMk id="37" creationId="{F60FA244-3280-AD47-DF3B-D87684CDD743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8" creationId="{367CE618-762C-4238-7C13-217081325805}"/>
          </ac:inkMkLst>
        </pc:inkChg>
        <pc:inkChg chg="add del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38" creationId="{F8F6D48C-ED67-86F0-75BD-C5F0BA556260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9" creationId="{A6BFDF97-9636-D86B-9D54-EF23E58D968F}"/>
          </ac:inkMkLst>
        </pc:inkChg>
        <pc:inkChg chg="add del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39" creationId="{B55E276E-2288-E0D5-51D3-22C6F4AF76A8}"/>
          </ac:inkMkLst>
        </pc:inkChg>
        <pc:inkChg chg="add del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40" creationId="{411E4FD2-AAE8-2E3D-AEDD-5DB09B97D04A}"/>
          </ac:inkMkLst>
        </pc:inkChg>
        <pc:inkChg chg="add reco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40" creationId="{5FA86918-C747-E36A-C6F1-9E95CC773597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1" creationId="{0C96AB91-87BB-0A1B-2B4C-972399D0D0E1}"/>
          </ac:inkMkLst>
        </pc:inkChg>
        <pc:inkChg chg="add del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41" creationId="{2E55B9BC-21DD-DDCF-063B-0EC5B8A53978}"/>
          </ac:inkMkLst>
        </pc:inkChg>
        <pc:inkChg chg="add reco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42" creationId="{C155718E-3E2A-3E26-BAEB-7CCCDABDE277}"/>
          </ac:inkMkLst>
        </pc:inkChg>
        <pc:inkChg chg="add del">
          <ac:chgData name="Bhowmik, Sayan" userId="2b51cadb-156e-4c9a-99fc-6d2138739850" providerId="ADAL" clId="{F84FF9A7-A6D1-9F48-9981-D5AAC95CF743}" dt="2023-09-06T20:15:45.222" v="117"/>
          <ac:inkMkLst>
            <pc:docMk/>
            <pc:sldMk cId="2285472110" sldId="272"/>
            <ac:inkMk id="43" creationId="{9C648467-7163-5FEE-4D50-DC1534D5C110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3" creationId="{DB1B7A8C-C7C5-DF39-6DF6-30BCF7BAABD9}"/>
          </ac:inkMkLst>
        </pc:inkChg>
        <pc:inkChg chg="add del">
          <ac:chgData name="Bhowmik, Sayan" userId="2b51cadb-156e-4c9a-99fc-6d2138739850" providerId="ADAL" clId="{F84FF9A7-A6D1-9F48-9981-D5AAC95CF743}" dt="2023-09-06T20:15:45.222" v="117"/>
          <ac:inkMkLst>
            <pc:docMk/>
            <pc:sldMk cId="2285472110" sldId="272"/>
            <ac:inkMk id="44" creationId="{3F585FAF-30F8-2421-EDAE-CFBA0A84F96E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4" creationId="{767BBBAE-16C5-0BF3-2581-FFBFC3359B94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5" creationId="{A948FDFE-A6AF-895D-15B3-64D0BD460DDA}"/>
          </ac:inkMkLst>
        </pc:inkChg>
        <pc:inkChg chg="add del">
          <ac:chgData name="Bhowmik, Sayan" userId="2b51cadb-156e-4c9a-99fc-6d2138739850" providerId="ADAL" clId="{F84FF9A7-A6D1-9F48-9981-D5AAC95CF743}" dt="2023-09-06T20:15:45.222" v="117"/>
          <ac:inkMkLst>
            <pc:docMk/>
            <pc:sldMk cId="2285472110" sldId="272"/>
            <ac:inkMk id="45" creationId="{BA4B41BE-8A65-76CB-7EF3-84B6F1C4A51C}"/>
          </ac:inkMkLst>
        </pc:inkChg>
        <pc:inkChg chg="add del reco">
          <ac:chgData name="Bhowmik, Sayan" userId="2b51cadb-156e-4c9a-99fc-6d2138739850" providerId="ADAL" clId="{F84FF9A7-A6D1-9F48-9981-D5AAC95CF743}" dt="2023-09-06T20:19:36.021" v="212"/>
          <ac:inkMkLst>
            <pc:docMk/>
            <pc:sldMk cId="2285472110" sldId="272"/>
            <ac:inkMk id="46" creationId="{F4DB7435-D279-F19E-BA34-0B263491EAFF}"/>
          </ac:inkMkLst>
        </pc:inkChg>
        <pc:inkChg chg="add del">
          <ac:chgData name="Bhowmik, Sayan" userId="2b51cadb-156e-4c9a-99fc-6d2138739850" providerId="ADAL" clId="{F84FF9A7-A6D1-9F48-9981-D5AAC95CF743}" dt="2023-09-06T20:15:48.170" v="120"/>
          <ac:inkMkLst>
            <pc:docMk/>
            <pc:sldMk cId="2285472110" sldId="272"/>
            <ac:inkMk id="47" creationId="{63F964A4-20C7-0CE3-56FB-25A486998C46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7" creationId="{6E4B0A42-23E2-9E90-468F-8DCDFA8C2594}"/>
          </ac:inkMkLst>
        </pc:inkChg>
        <pc:inkChg chg="add del">
          <ac:chgData name="Bhowmik, Sayan" userId="2b51cadb-156e-4c9a-99fc-6d2138739850" providerId="ADAL" clId="{F84FF9A7-A6D1-9F48-9981-D5AAC95CF743}" dt="2023-09-06T20:15:48.170" v="120"/>
          <ac:inkMkLst>
            <pc:docMk/>
            <pc:sldMk cId="2285472110" sldId="272"/>
            <ac:inkMk id="48" creationId="{39CEDFBD-0D32-6470-F0A7-55FE6D169B15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8" creationId="{A9963EAB-803E-0AB1-1C26-D42EF8FAE087}"/>
          </ac:inkMkLst>
        </pc:inkChg>
        <pc:inkChg chg="add del mod reco modStrokes">
          <ac:chgData name="Bhowmik, Sayan" userId="2b51cadb-156e-4c9a-99fc-6d2138739850" providerId="ADAL" clId="{F84FF9A7-A6D1-9F48-9981-D5AAC95CF743}" dt="2023-09-06T20:19:30.408" v="210"/>
          <ac:inkMkLst>
            <pc:docMk/>
            <pc:sldMk cId="2285472110" sldId="272"/>
            <ac:inkMk id="49" creationId="{E2556897-20DE-04EC-9192-DDBD3E72EDDE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0" creationId="{1660FFAE-4831-8F0B-E4C2-B9A6EA736D3E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0" creationId="{2690C09E-B0B4-62AC-CC49-61303D7CD2B5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1" creationId="{052F2DE0-F134-9431-062B-2B1227041203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1" creationId="{8995C220-7308-46A1-3BFF-CC5841A4434F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2" creationId="{60D6AC2B-C547-B2D6-D2B7-9678C881DEBC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2" creationId="{B5645FFD-4FBB-A92F-237D-1D2B97EE3CDE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3" creationId="{63FE68FF-9095-93C7-918C-0F53B67F5602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3" creationId="{7F40F90F-E35E-23C8-49DE-EA5601723FC2}"/>
          </ac:inkMkLst>
        </pc:inkChg>
        <pc:inkChg chg="add reco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4" creationId="{1460E525-0037-AB36-535C-36A205F35D61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4" creationId="{F7DEAA59-52F7-14A6-9CED-E8CB2F8717AE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5" creationId="{339B79E9-FC61-9EF9-F1D9-430FAA0580F5}"/>
          </ac:inkMkLst>
        </pc:inkChg>
        <pc:inkChg chg="add reco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5" creationId="{966814F6-0F96-FFB8-043D-19E6D724F8ED}"/>
          </ac:inkMkLst>
        </pc:inkChg>
        <pc:inkChg chg="add del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56" creationId="{3495236A-F46F-4A22-6A92-5B1AEFFA5F49}"/>
          </ac:inkMkLst>
        </pc:inkChg>
        <pc:inkChg chg="add del">
          <ac:chgData name="Bhowmik, Sayan" userId="2b51cadb-156e-4c9a-99fc-6d2138739850" providerId="ADAL" clId="{F84FF9A7-A6D1-9F48-9981-D5AAC95CF743}" dt="2023-09-06T20:16:50.758" v="145"/>
          <ac:inkMkLst>
            <pc:docMk/>
            <pc:sldMk cId="2285472110" sldId="272"/>
            <ac:inkMk id="56" creationId="{A931A4B0-2E18-ACEE-73A1-9E09581854EA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57" creationId="{ABF9BB93-8B64-F140-5A5F-5F1481C2D310}"/>
          </ac:inkMkLst>
        </pc:inkChg>
        <pc:inkChg chg="add del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57" creationId="{FFAA4CEF-ED8C-8B38-6DC4-A20806A159D2}"/>
          </ac:inkMkLst>
        </pc:inkChg>
        <pc:inkChg chg="add del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58" creationId="{08E54983-E7D4-3462-8643-AE69E4A12566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58" creationId="{BA03DAB4-19C1-1F62-190E-58D28A34AA1E}"/>
          </ac:inkMkLst>
        </pc:inkChg>
        <pc:inkChg chg="add reco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9" creationId="{7983529A-BD30-FFAA-8D66-AC013904ED49}"/>
          </ac:inkMkLst>
        </pc:inkChg>
        <pc:inkChg chg="add del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60" creationId="{C9A537C8-2DE3-99F4-709A-AA8A2B545F8E}"/>
          </ac:inkMkLst>
        </pc:inkChg>
        <pc:inkChg chg="add del">
          <ac:chgData name="Bhowmik, Sayan" userId="2b51cadb-156e-4c9a-99fc-6d2138739850" providerId="ADAL" clId="{F84FF9A7-A6D1-9F48-9981-D5AAC95CF743}" dt="2023-09-06T20:16:03.353" v="133"/>
          <ac:inkMkLst>
            <pc:docMk/>
            <pc:sldMk cId="2285472110" sldId="272"/>
            <ac:inkMk id="60" creationId="{EA823E3D-6AA9-0CF5-E78F-FC3E2CDF3F99}"/>
          </ac:inkMkLst>
        </pc:inkChg>
        <pc:inkChg chg="add del">
          <ac:chgData name="Bhowmik, Sayan" userId="2b51cadb-156e-4c9a-99fc-6d2138739850" providerId="ADAL" clId="{F84FF9A7-A6D1-9F48-9981-D5AAC95CF743}" dt="2023-09-06T20:16:03.353" v="133"/>
          <ac:inkMkLst>
            <pc:docMk/>
            <pc:sldMk cId="2285472110" sldId="272"/>
            <ac:inkMk id="61" creationId="{A08922FF-67CB-C2AF-C198-193A214FA893}"/>
          </ac:inkMkLst>
        </pc:inkChg>
        <pc:inkChg chg="add reco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61" creationId="{BDBDC560-18D8-C27B-06D4-D8410B042F3E}"/>
          </ac:inkMkLst>
        </pc:inkChg>
        <pc:inkChg chg="add reco">
          <ac:chgData name="Bhowmik, Sayan" userId="2b51cadb-156e-4c9a-99fc-6d2138739850" providerId="ADAL" clId="{F84FF9A7-A6D1-9F48-9981-D5AAC95CF743}" dt="2023-09-06T20:16:03.353" v="133"/>
          <ac:inkMkLst>
            <pc:docMk/>
            <pc:sldMk cId="2285472110" sldId="272"/>
            <ac:inkMk id="62" creationId="{8C53985F-5F92-EAC4-AB98-44CEB1FB1AD0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3" creationId="{7D4E7814-963B-6367-5B60-306420690AF8}"/>
          </ac:inkMkLst>
        </pc:inkChg>
        <pc:inkChg chg="add del">
          <ac:chgData name="Bhowmik, Sayan" userId="2b51cadb-156e-4c9a-99fc-6d2138739850" providerId="ADAL" clId="{F84FF9A7-A6D1-9F48-9981-D5AAC95CF743}" dt="2023-09-06T20:16:07.444" v="137"/>
          <ac:inkMkLst>
            <pc:docMk/>
            <pc:sldMk cId="2285472110" sldId="272"/>
            <ac:inkMk id="63" creationId="{AD097927-9A74-C6A8-F2C0-6A6D543DAED8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4" creationId="{6433D9E0-BFF7-986B-2545-C73660212927}"/>
          </ac:inkMkLst>
        </pc:inkChg>
        <pc:inkChg chg="add del">
          <ac:chgData name="Bhowmik, Sayan" userId="2b51cadb-156e-4c9a-99fc-6d2138739850" providerId="ADAL" clId="{F84FF9A7-A6D1-9F48-9981-D5AAC95CF743}" dt="2023-09-06T20:16:07.444" v="137"/>
          <ac:inkMkLst>
            <pc:docMk/>
            <pc:sldMk cId="2285472110" sldId="272"/>
            <ac:inkMk id="64" creationId="{74014506-B9B4-9255-08B5-71F52DEC8207}"/>
          </ac:inkMkLst>
        </pc:inkChg>
        <pc:inkChg chg="add del">
          <ac:chgData name="Bhowmik, Sayan" userId="2b51cadb-156e-4c9a-99fc-6d2138739850" providerId="ADAL" clId="{F84FF9A7-A6D1-9F48-9981-D5AAC95CF743}" dt="2023-09-06T20:16:07.444" v="137"/>
          <ac:inkMkLst>
            <pc:docMk/>
            <pc:sldMk cId="2285472110" sldId="272"/>
            <ac:inkMk id="65" creationId="{42DDC331-38AE-00D1-951C-AB0EB9AABA08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5" creationId="{56AE3D5C-DE79-297B-2754-4512D4C27885}"/>
          </ac:inkMkLst>
        </pc:inkChg>
        <pc:inkChg chg="add reco">
          <ac:chgData name="Bhowmik, Sayan" userId="2b51cadb-156e-4c9a-99fc-6d2138739850" providerId="ADAL" clId="{F84FF9A7-A6D1-9F48-9981-D5AAC95CF743}" dt="2023-09-06T20:16:07.444" v="137"/>
          <ac:inkMkLst>
            <pc:docMk/>
            <pc:sldMk cId="2285472110" sldId="272"/>
            <ac:inkMk id="66" creationId="{0BF3BDD7-1D6F-A69B-B08A-EF09AC0E8796}"/>
          </ac:inkMkLst>
        </pc:inkChg>
        <pc:inkChg chg="add">
          <ac:chgData name="Bhowmik, Sayan" userId="2b51cadb-156e-4c9a-99fc-6d2138739850" providerId="ADAL" clId="{F84FF9A7-A6D1-9F48-9981-D5AAC95CF743}" dt="2023-09-06T20:16:09.263" v="138"/>
          <ac:inkMkLst>
            <pc:docMk/>
            <pc:sldMk cId="2285472110" sldId="272"/>
            <ac:inkMk id="67" creationId="{6412B177-4FBB-4FE4-06AB-113AAAC063DA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8" creationId="{926C0BAD-2C2C-9D6B-BCBE-71D5FDE431C4}"/>
          </ac:inkMkLst>
        </pc:inkChg>
        <pc:inkChg chg="add del">
          <ac:chgData name="Bhowmik, Sayan" userId="2b51cadb-156e-4c9a-99fc-6d2138739850" providerId="ADAL" clId="{F84FF9A7-A6D1-9F48-9981-D5AAC95CF743}" dt="2023-09-06T20:16:15.855" v="142"/>
          <ac:inkMkLst>
            <pc:docMk/>
            <pc:sldMk cId="2285472110" sldId="272"/>
            <ac:inkMk id="68" creationId="{A34FA38E-4B6F-9195-62E3-6CCFE36AFE94}"/>
          </ac:inkMkLst>
        </pc:inkChg>
        <pc:inkChg chg="add del">
          <ac:chgData name="Bhowmik, Sayan" userId="2b51cadb-156e-4c9a-99fc-6d2138739850" providerId="ADAL" clId="{F84FF9A7-A6D1-9F48-9981-D5AAC95CF743}" dt="2023-09-06T20:16:15.855" v="142"/>
          <ac:inkMkLst>
            <pc:docMk/>
            <pc:sldMk cId="2285472110" sldId="272"/>
            <ac:inkMk id="69" creationId="{152EB4AE-8A4D-CC2A-162A-8D536A26999A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9" creationId="{70000C2E-24DB-BAFC-2C96-F9B02F841870}"/>
          </ac:inkMkLst>
        </pc:inkChg>
        <pc:inkChg chg="add del">
          <ac:chgData name="Bhowmik, Sayan" userId="2b51cadb-156e-4c9a-99fc-6d2138739850" providerId="ADAL" clId="{F84FF9A7-A6D1-9F48-9981-D5AAC95CF743}" dt="2023-09-06T20:16:15.855" v="142"/>
          <ac:inkMkLst>
            <pc:docMk/>
            <pc:sldMk cId="2285472110" sldId="272"/>
            <ac:inkMk id="70" creationId="{4C5C2DC2-F678-5051-2582-72964EC4857F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0" creationId="{8B071D32-4B8C-1822-F2BF-CE400034085A}"/>
          </ac:inkMkLst>
        </pc:inkChg>
        <pc:inkChg chg="add del reco">
          <ac:chgData name="Bhowmik, Sayan" userId="2b51cadb-156e-4c9a-99fc-6d2138739850" providerId="ADAL" clId="{F84FF9A7-A6D1-9F48-9981-D5AAC95CF743}" dt="2023-09-06T20:19:36.018" v="211"/>
          <ac:inkMkLst>
            <pc:docMk/>
            <pc:sldMk cId="2285472110" sldId="272"/>
            <ac:inkMk id="71" creationId="{258CBA36-CC5A-D3F6-EEA9-B380E6376ACE}"/>
          </ac:inkMkLst>
        </pc:inkChg>
        <pc:inkChg chg="add del">
          <ac:chgData name="Bhowmik, Sayan" userId="2b51cadb-156e-4c9a-99fc-6d2138739850" providerId="ADAL" clId="{F84FF9A7-A6D1-9F48-9981-D5AAC95CF743}" dt="2023-09-06T20:19:36.023" v="213"/>
          <ac:inkMkLst>
            <pc:docMk/>
            <pc:sldMk cId="2285472110" sldId="272"/>
            <ac:inkMk id="72" creationId="{B65C0A9D-DFD5-626A-DF65-93C46991603E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3" creationId="{385D7172-BCFB-4301-DBE2-024B55EDF6EB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3" creationId="{74A008E9-70D5-DD52-289E-D90A4306F136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4" creationId="{069DB359-26E8-2753-7A6C-FE1E25FE01EE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4" creationId="{AC8F4CD5-8AA3-A179-185E-2A99296465C3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5" creationId="{09437A66-27B2-DEAA-854A-DE2366B894D0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5" creationId="{90E068D0-05BF-E9CE-57F5-0250AD51C2D3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6" creationId="{15A3A620-8838-DB9D-0A38-34DA6AC8DCD2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6" creationId="{FCC610CD-7638-EC6A-3ED5-8648FFBA8FB9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7" creationId="{61C1C399-6FC3-AB71-8416-E9FEE418D889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7" creationId="{D94EDDE0-7252-6002-58D5-7BA0CAFBEE4E}"/>
          </ac:inkMkLst>
        </pc:inkChg>
        <pc:inkChg chg="add reco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8" creationId="{1F580CAC-6227-F5EF-1667-063C883830C7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8" creationId="{BF9E37A0-031F-1F65-C147-B7F8DF187C88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9" creationId="{2C9B1F66-46B5-C6B9-CDC9-A77326D98169}"/>
          </ac:inkMkLst>
        </pc:inkChg>
        <pc:inkChg chg="add reco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9" creationId="{6DD38FAD-1017-AFF4-2EEC-08CC01A6890B}"/>
          </ac:inkMkLst>
        </pc:inkChg>
        <pc:inkChg chg="add reco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80" creationId="{E39B54D8-4420-36E3-53AD-AC2FDCAAC42F}"/>
          </ac:inkMkLst>
        </pc:inkChg>
        <pc:inkChg chg="add reco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81" creationId="{D8110081-E9E5-AA78-70DB-DF933E657DC6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2" creationId="{AEFD0669-F1DD-CF9E-A136-AEDC5CBAF26E}"/>
          </ac:inkMkLst>
        </pc:inkChg>
        <pc:inkChg chg="add reco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82" creationId="{E3EA774C-206D-A9F1-04EE-F606F14358A6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3" creationId="{11E29967-9907-D089-9C4A-F8AE93CCD151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3" creationId="{8484C65A-334E-ECF6-06FA-BA92C646C672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4" creationId="{3FC1ABFF-C91F-2445-5C4F-3A4C8E3ACF0C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4" creationId="{FA2B37EC-3508-62C7-9551-C755D1C2EDD8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5" creationId="{073EA380-8BEF-2AB7-2A17-5D14221ECE45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5" creationId="{D7DACD75-C10A-1AC5-AE13-242EC312EAD4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6" creationId="{168F70B3-3EE6-06E3-A402-B1E27EFA9990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6" creationId="{885A3505-82EF-3888-03C1-F070A6ECAA0D}"/>
          </ac:inkMkLst>
        </pc:inkChg>
        <pc:inkChg chg="add reco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7" creationId="{F4951B7C-1722-81B2-3EEE-2AE21F1C445B}"/>
          </ac:inkMkLst>
        </pc:inkChg>
        <pc:inkChg chg="add del">
          <ac:chgData name="Bhowmik, Sayan" userId="2b51cadb-156e-4c9a-99fc-6d2138739850" providerId="ADAL" clId="{F84FF9A7-A6D1-9F48-9981-D5AAC95CF743}" dt="2023-09-06T20:21:45.416" v="290"/>
          <ac:inkMkLst>
            <pc:docMk/>
            <pc:sldMk cId="2285472110" sldId="272"/>
            <ac:inkMk id="88" creationId="{812A6D2B-437B-05B3-0D0B-CD06D98B5785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9" creationId="{60DBB09D-E995-3E2B-1A44-EBB0EFCB09B9}"/>
          </ac:inkMkLst>
        </pc:inkChg>
        <pc:inkChg chg="add del">
          <ac:chgData name="Bhowmik, Sayan" userId="2b51cadb-156e-4c9a-99fc-6d2138739850" providerId="ADAL" clId="{F84FF9A7-A6D1-9F48-9981-D5AAC95CF743}" dt="2023-09-06T20:17:15.812" v="164"/>
          <ac:inkMkLst>
            <pc:docMk/>
            <pc:sldMk cId="2285472110" sldId="272"/>
            <ac:inkMk id="89" creationId="{DCC63C7E-5ABF-9E6A-7E37-1941D26A4DF0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0" creationId="{4E24472F-9F32-76D8-93B9-5A5B30060FD9}"/>
          </ac:inkMkLst>
        </pc:inkChg>
        <pc:inkChg chg="add del">
          <ac:chgData name="Bhowmik, Sayan" userId="2b51cadb-156e-4c9a-99fc-6d2138739850" providerId="ADAL" clId="{F84FF9A7-A6D1-9F48-9981-D5AAC95CF743}" dt="2023-09-06T20:17:15.812" v="164"/>
          <ac:inkMkLst>
            <pc:docMk/>
            <pc:sldMk cId="2285472110" sldId="272"/>
            <ac:inkMk id="90" creationId="{76743423-A683-18EB-C39A-FD2165FEA1C6}"/>
          </ac:inkMkLst>
        </pc:inkChg>
        <pc:inkChg chg="add del">
          <ac:chgData name="Bhowmik, Sayan" userId="2b51cadb-156e-4c9a-99fc-6d2138739850" providerId="ADAL" clId="{F84FF9A7-A6D1-9F48-9981-D5AAC95CF743}" dt="2023-09-06T20:17:15.812" v="164"/>
          <ac:inkMkLst>
            <pc:docMk/>
            <pc:sldMk cId="2285472110" sldId="272"/>
            <ac:inkMk id="91" creationId="{1058AD3F-43E9-D9C7-0A3E-333CAB62B4F8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1" creationId="{48F27333-7CD3-A495-2525-29AA0EDB735E}"/>
          </ac:inkMkLst>
        </pc:inkChg>
        <pc:inkChg chg="add del mod reco modStrokes">
          <ac:chgData name="Bhowmik, Sayan" userId="2b51cadb-156e-4c9a-99fc-6d2138739850" providerId="ADAL" clId="{F84FF9A7-A6D1-9F48-9981-D5AAC95CF743}" dt="2023-09-06T20:21:46.243" v="291"/>
          <ac:inkMkLst>
            <pc:docMk/>
            <pc:sldMk cId="2285472110" sldId="272"/>
            <ac:inkMk id="92" creationId="{36413CFC-060F-ECCB-AE3B-5007EEAA63EB}"/>
          </ac:inkMkLst>
        </pc:inkChg>
        <pc:inkChg chg="add del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3" creationId="{084EEAA3-27C6-3937-5A22-3A8FE5B0014E}"/>
          </ac:inkMkLst>
        </pc:inkChg>
        <pc:inkChg chg="add reco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3" creationId="{AA7E9F0A-22D0-2798-1ECF-5D76B4EF7EAA}"/>
          </ac:inkMkLst>
        </pc:inkChg>
        <pc:inkChg chg="add reco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4" creationId="{415D15BC-2EB8-22E7-52C5-57CA50F9F4D1}"/>
          </ac:inkMkLst>
        </pc:inkChg>
        <pc:inkChg chg="add del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4" creationId="{F2FFC2CE-4A08-8854-26FB-027E35AC5BCC}"/>
          </ac:inkMkLst>
        </pc:inkChg>
        <pc:inkChg chg="add del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5" creationId="{5C0C2BFD-6ADD-2AAC-6A46-BFBF1BB2C38B}"/>
          </ac:inkMkLst>
        </pc:inkChg>
        <pc:inkChg chg="add reco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5" creationId="{C33077CB-242F-DCAC-EE0C-F01F8E03F03B}"/>
          </ac:inkMkLst>
        </pc:inkChg>
        <pc:inkChg chg="add del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6" creationId="{71A9BF8A-8357-2AB0-4ACA-A358F4F91D25}"/>
          </ac:inkMkLst>
        </pc:inkChg>
        <pc:inkChg chg="add">
          <ac:chgData name="Bhowmik, Sayan" userId="2b51cadb-156e-4c9a-99fc-6d2138739850" providerId="ADAL" clId="{F84FF9A7-A6D1-9F48-9981-D5AAC95CF743}" dt="2023-09-06T20:20:57.881" v="270"/>
          <ac:inkMkLst>
            <pc:docMk/>
            <pc:sldMk cId="2285472110" sldId="272"/>
            <ac:inkMk id="96" creationId="{8ECB24C5-4F5C-3923-D484-9DD1A54E3D35}"/>
          </ac:inkMkLst>
        </pc:inkChg>
        <pc:inkChg chg="add reco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7" creationId="{ACBC9E24-B7B7-8110-B8AC-91FA2D5DB562}"/>
          </ac:inkMkLst>
        </pc:inkChg>
        <pc:inkChg chg="add del">
          <ac:chgData name="Bhowmik, Sayan" userId="2b51cadb-156e-4c9a-99fc-6d2138739850" providerId="ADAL" clId="{F84FF9A7-A6D1-9F48-9981-D5AAC95CF743}" dt="2023-09-06T20:17:25.379" v="173"/>
          <ac:inkMkLst>
            <pc:docMk/>
            <pc:sldMk cId="2285472110" sldId="272"/>
            <ac:inkMk id="98" creationId="{B5803F81-4CB1-1FFB-CC39-71C5E9C6814A}"/>
          </ac:inkMkLst>
        </pc:inkChg>
        <pc:inkChg chg="add del">
          <ac:chgData name="Bhowmik, Sayan" userId="2b51cadb-156e-4c9a-99fc-6d2138739850" providerId="ADAL" clId="{F84FF9A7-A6D1-9F48-9981-D5AAC95CF743}" dt="2023-09-06T20:21:02.740" v="274"/>
          <ac:inkMkLst>
            <pc:docMk/>
            <pc:sldMk cId="2285472110" sldId="272"/>
            <ac:inkMk id="98" creationId="{F0CEDBA2-D019-B5EC-CEE5-7B8688C1CF09}"/>
          </ac:inkMkLst>
        </pc:inkChg>
        <pc:inkChg chg="add del">
          <ac:chgData name="Bhowmik, Sayan" userId="2b51cadb-156e-4c9a-99fc-6d2138739850" providerId="ADAL" clId="{F84FF9A7-A6D1-9F48-9981-D5AAC95CF743}" dt="2023-09-06T20:17:25.379" v="173"/>
          <ac:inkMkLst>
            <pc:docMk/>
            <pc:sldMk cId="2285472110" sldId="272"/>
            <ac:inkMk id="99" creationId="{66073637-C00E-79BD-B485-E143B85C39A0}"/>
          </ac:inkMkLst>
        </pc:inkChg>
        <pc:inkChg chg="add del">
          <ac:chgData name="Bhowmik, Sayan" userId="2b51cadb-156e-4c9a-99fc-6d2138739850" providerId="ADAL" clId="{F84FF9A7-A6D1-9F48-9981-D5AAC95CF743}" dt="2023-09-06T20:21:02.740" v="274"/>
          <ac:inkMkLst>
            <pc:docMk/>
            <pc:sldMk cId="2285472110" sldId="272"/>
            <ac:inkMk id="99" creationId="{79DDB25F-C805-DAAE-D1FD-0D0B439A02C4}"/>
          </ac:inkMkLst>
        </pc:inkChg>
        <pc:inkChg chg="add del">
          <ac:chgData name="Bhowmik, Sayan" userId="2b51cadb-156e-4c9a-99fc-6d2138739850" providerId="ADAL" clId="{F84FF9A7-A6D1-9F48-9981-D5AAC95CF743}" dt="2023-09-06T20:21:02.740" v="274"/>
          <ac:inkMkLst>
            <pc:docMk/>
            <pc:sldMk cId="2285472110" sldId="272"/>
            <ac:inkMk id="100" creationId="{86DC53B5-3668-C540-3618-7EF6EFEC90C6}"/>
          </ac:inkMkLst>
        </pc:inkChg>
        <pc:inkChg chg="add del">
          <ac:chgData name="Bhowmik, Sayan" userId="2b51cadb-156e-4c9a-99fc-6d2138739850" providerId="ADAL" clId="{F84FF9A7-A6D1-9F48-9981-D5AAC95CF743}" dt="2023-09-06T20:17:25.379" v="173"/>
          <ac:inkMkLst>
            <pc:docMk/>
            <pc:sldMk cId="2285472110" sldId="272"/>
            <ac:inkMk id="100" creationId="{FE4F3A7B-EA08-7EE3-0E2E-FD4143F183BD}"/>
          </ac:inkMkLst>
        </pc:inkChg>
        <pc:inkChg chg="add mod reco modStrokes">
          <ac:chgData name="Bhowmik, Sayan" userId="2b51cadb-156e-4c9a-99fc-6d2138739850" providerId="ADAL" clId="{F84FF9A7-A6D1-9F48-9981-D5AAC95CF743}" dt="2023-09-06T20:21:46.776" v="292"/>
          <ac:inkMkLst>
            <pc:docMk/>
            <pc:sldMk cId="2285472110" sldId="272"/>
            <ac:inkMk id="101" creationId="{C0E8E202-1FB9-8C2C-91CF-F0C1101D53F9}"/>
          </ac:inkMkLst>
        </pc:inkChg>
        <pc:inkChg chg="add reco">
          <ac:chgData name="Bhowmik, Sayan" userId="2b51cadb-156e-4c9a-99fc-6d2138739850" providerId="ADAL" clId="{F84FF9A7-A6D1-9F48-9981-D5AAC95CF743}" dt="2023-09-06T20:21:02.740" v="274"/>
          <ac:inkMkLst>
            <pc:docMk/>
            <pc:sldMk cId="2285472110" sldId="272"/>
            <ac:inkMk id="102" creationId="{8B655722-1903-C63A-14EE-4DC04AAF5B05}"/>
          </ac:inkMkLst>
        </pc:inkChg>
        <pc:inkChg chg="add del">
          <ac:chgData name="Bhowmik, Sayan" userId="2b51cadb-156e-4c9a-99fc-6d2138739850" providerId="ADAL" clId="{F84FF9A7-A6D1-9F48-9981-D5AAC95CF743}" dt="2023-09-06T20:17:32.560" v="178"/>
          <ac:inkMkLst>
            <pc:docMk/>
            <pc:sldMk cId="2285472110" sldId="272"/>
            <ac:inkMk id="102" creationId="{DA439357-4AA4-A0B6-184A-6AD15CDF0357}"/>
          </ac:inkMkLst>
        </pc:inkChg>
        <pc:inkChg chg="add del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3" creationId="{40DA2029-AB35-4DA9-AF17-F8F2E75B6FC0}"/>
          </ac:inkMkLst>
        </pc:inkChg>
        <pc:inkChg chg="add del">
          <ac:chgData name="Bhowmik, Sayan" userId="2b51cadb-156e-4c9a-99fc-6d2138739850" providerId="ADAL" clId="{F84FF9A7-A6D1-9F48-9981-D5AAC95CF743}" dt="2023-09-06T20:17:32.560" v="178"/>
          <ac:inkMkLst>
            <pc:docMk/>
            <pc:sldMk cId="2285472110" sldId="272"/>
            <ac:inkMk id="103" creationId="{79C239A5-6BFC-779F-BE93-9B8264373DB8}"/>
          </ac:inkMkLst>
        </pc:inkChg>
        <pc:inkChg chg="add del">
          <ac:chgData name="Bhowmik, Sayan" userId="2b51cadb-156e-4c9a-99fc-6d2138739850" providerId="ADAL" clId="{F84FF9A7-A6D1-9F48-9981-D5AAC95CF743}" dt="2023-09-06T20:17:32.560" v="178"/>
          <ac:inkMkLst>
            <pc:docMk/>
            <pc:sldMk cId="2285472110" sldId="272"/>
            <ac:inkMk id="104" creationId="{18F91527-895B-9FDA-7591-14B0D708B713}"/>
          </ac:inkMkLst>
        </pc:inkChg>
        <pc:inkChg chg="add del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4" creationId="{F676EE3D-7636-0007-7BBB-FD5468A0C55D}"/>
          </ac:inkMkLst>
        </pc:inkChg>
        <pc:inkChg chg="add del">
          <ac:chgData name="Bhowmik, Sayan" userId="2b51cadb-156e-4c9a-99fc-6d2138739850" providerId="ADAL" clId="{F84FF9A7-A6D1-9F48-9981-D5AAC95CF743}" dt="2023-09-06T20:17:32.560" v="178"/>
          <ac:inkMkLst>
            <pc:docMk/>
            <pc:sldMk cId="2285472110" sldId="272"/>
            <ac:inkMk id="105" creationId="{5CE850CA-C973-ED77-4B1C-5A8F988F4F9D}"/>
          </ac:inkMkLst>
        </pc:inkChg>
        <pc:inkChg chg="add del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5" creationId="{76B80A6E-DBFA-F01A-AD6B-5D6C4BC2698E}"/>
          </ac:inkMkLst>
        </pc:inkChg>
        <pc:inkChg chg="add del reco">
          <ac:chgData name="Bhowmik, Sayan" userId="2b51cadb-156e-4c9a-99fc-6d2138739850" providerId="ADAL" clId="{F84FF9A7-A6D1-9F48-9981-D5AAC95CF743}" dt="2023-09-06T20:21:47.832" v="293"/>
          <ac:inkMkLst>
            <pc:docMk/>
            <pc:sldMk cId="2285472110" sldId="272"/>
            <ac:inkMk id="106" creationId="{FF07CE74-6171-2670-22AF-5F111D7B7644}"/>
          </ac:inkMkLst>
        </pc:inkChg>
        <pc:inkChg chg="add">
          <ac:chgData name="Bhowmik, Sayan" userId="2b51cadb-156e-4c9a-99fc-6d2138739850" providerId="ADAL" clId="{F84FF9A7-A6D1-9F48-9981-D5AAC95CF743}" dt="2023-09-06T20:17:33.421" v="179"/>
          <ac:inkMkLst>
            <pc:docMk/>
            <pc:sldMk cId="2285472110" sldId="272"/>
            <ac:inkMk id="107" creationId="{471774E6-90BD-DD76-E899-30936C6CC92E}"/>
          </ac:inkMkLst>
        </pc:inkChg>
        <pc:inkChg chg="add del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8" creationId="{6806EFC3-A7C7-2BD4-5071-26B2BEE312DE}"/>
          </ac:inkMkLst>
        </pc:inkChg>
        <pc:inkChg chg="add del">
          <ac:chgData name="Bhowmik, Sayan" userId="2b51cadb-156e-4c9a-99fc-6d2138739850" providerId="ADAL" clId="{F84FF9A7-A6D1-9F48-9981-D5AAC95CF743}" dt="2023-09-06T20:17:37.354" v="183"/>
          <ac:inkMkLst>
            <pc:docMk/>
            <pc:sldMk cId="2285472110" sldId="272"/>
            <ac:inkMk id="108" creationId="{B010DE99-78C8-9AF5-45A6-B245B917C51A}"/>
          </ac:inkMkLst>
        </pc:inkChg>
        <pc:inkChg chg="add reco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9" creationId="{522BEE8C-B398-30E8-703C-D171E03C4017}"/>
          </ac:inkMkLst>
        </pc:inkChg>
        <pc:inkChg chg="add del">
          <ac:chgData name="Bhowmik, Sayan" userId="2b51cadb-156e-4c9a-99fc-6d2138739850" providerId="ADAL" clId="{F84FF9A7-A6D1-9F48-9981-D5AAC95CF743}" dt="2023-09-06T20:17:37.354" v="183"/>
          <ac:inkMkLst>
            <pc:docMk/>
            <pc:sldMk cId="2285472110" sldId="272"/>
            <ac:inkMk id="109" creationId="{5889F432-FD5D-9A3B-F940-0519C5FCF591}"/>
          </ac:inkMkLst>
        </pc:inkChg>
        <pc:inkChg chg="add del">
          <ac:chgData name="Bhowmik, Sayan" userId="2b51cadb-156e-4c9a-99fc-6d2138739850" providerId="ADAL" clId="{F84FF9A7-A6D1-9F48-9981-D5AAC95CF743}" dt="2023-09-06T20:17:37.354" v="183"/>
          <ac:inkMkLst>
            <pc:docMk/>
            <pc:sldMk cId="2285472110" sldId="272"/>
            <ac:inkMk id="110" creationId="{FA257889-C8AA-D921-8C4D-74B298712DAE}"/>
          </ac:inkMkLst>
        </pc:inkChg>
        <pc:inkChg chg="add">
          <ac:chgData name="Bhowmik, Sayan" userId="2b51cadb-156e-4c9a-99fc-6d2138739850" providerId="ADAL" clId="{F84FF9A7-A6D1-9F48-9981-D5AAC95CF743}" dt="2023-09-06T20:21:16.082" v="283"/>
          <ac:inkMkLst>
            <pc:docMk/>
            <pc:sldMk cId="2285472110" sldId="272"/>
            <ac:inkMk id="110" creationId="{FBF27067-2676-4273-884E-A9007E466A6E}"/>
          </ac:inkMkLst>
        </pc:inkChg>
        <pc:inkChg chg="add reco">
          <ac:chgData name="Bhowmik, Sayan" userId="2b51cadb-156e-4c9a-99fc-6d2138739850" providerId="ADAL" clId="{F84FF9A7-A6D1-9F48-9981-D5AAC95CF743}" dt="2023-09-06T20:17:37.354" v="183"/>
          <ac:inkMkLst>
            <pc:docMk/>
            <pc:sldMk cId="2285472110" sldId="272"/>
            <ac:inkMk id="111" creationId="{F6D7E000-4AE2-2FD7-B1DE-BA1B98D505A4}"/>
          </ac:inkMkLst>
        </pc:inkChg>
        <pc:inkChg chg="add del">
          <ac:chgData name="Bhowmik, Sayan" userId="2b51cadb-156e-4c9a-99fc-6d2138739850" providerId="ADAL" clId="{F84FF9A7-A6D1-9F48-9981-D5AAC95CF743}" dt="2023-09-06T20:21:35.574" v="288"/>
          <ac:inkMkLst>
            <pc:docMk/>
            <pc:sldMk cId="2285472110" sldId="272"/>
            <ac:inkMk id="112" creationId="{4D46AA48-7045-C4C9-37AD-11E3364AE8A8}"/>
          </ac:inkMkLst>
        </pc:inkChg>
        <pc:inkChg chg="add del">
          <ac:chgData name="Bhowmik, Sayan" userId="2b51cadb-156e-4c9a-99fc-6d2138739850" providerId="ADAL" clId="{F84FF9A7-A6D1-9F48-9981-D5AAC95CF743}" dt="2023-09-06T20:17:40.651" v="187"/>
          <ac:inkMkLst>
            <pc:docMk/>
            <pc:sldMk cId="2285472110" sldId="272"/>
            <ac:inkMk id="112" creationId="{AC035183-CAB8-CBF4-988E-54EEE086D16A}"/>
          </ac:inkMkLst>
        </pc:inkChg>
        <pc:inkChg chg="add del">
          <ac:chgData name="Bhowmik, Sayan" userId="2b51cadb-156e-4c9a-99fc-6d2138739850" providerId="ADAL" clId="{F84FF9A7-A6D1-9F48-9981-D5AAC95CF743}" dt="2023-09-06T20:17:40.651" v="187"/>
          <ac:inkMkLst>
            <pc:docMk/>
            <pc:sldMk cId="2285472110" sldId="272"/>
            <ac:inkMk id="113" creationId="{675744A7-CA8C-9E1E-7D61-B6E7F2743E0B}"/>
          </ac:inkMkLst>
        </pc:inkChg>
        <pc:inkChg chg="add del">
          <ac:chgData name="Bhowmik, Sayan" userId="2b51cadb-156e-4c9a-99fc-6d2138739850" providerId="ADAL" clId="{F84FF9A7-A6D1-9F48-9981-D5AAC95CF743}" dt="2023-09-06T20:21:35.574" v="288"/>
          <ac:inkMkLst>
            <pc:docMk/>
            <pc:sldMk cId="2285472110" sldId="272"/>
            <ac:inkMk id="113" creationId="{D0E5CEA4-D48A-74E1-2345-345EB2069115}"/>
          </ac:inkMkLst>
        </pc:inkChg>
        <pc:inkChg chg="add del">
          <ac:chgData name="Bhowmik, Sayan" userId="2b51cadb-156e-4c9a-99fc-6d2138739850" providerId="ADAL" clId="{F84FF9A7-A6D1-9F48-9981-D5AAC95CF743}" dt="2023-09-06T20:17:40.651" v="187"/>
          <ac:inkMkLst>
            <pc:docMk/>
            <pc:sldMk cId="2285472110" sldId="272"/>
            <ac:inkMk id="114" creationId="{69649324-D051-2F37-DD01-386AE9348AD4}"/>
          </ac:inkMkLst>
        </pc:inkChg>
        <pc:inkChg chg="add del">
          <ac:chgData name="Bhowmik, Sayan" userId="2b51cadb-156e-4c9a-99fc-6d2138739850" providerId="ADAL" clId="{F84FF9A7-A6D1-9F48-9981-D5AAC95CF743}" dt="2023-09-06T20:21:35.574" v="288"/>
          <ac:inkMkLst>
            <pc:docMk/>
            <pc:sldMk cId="2285472110" sldId="272"/>
            <ac:inkMk id="114" creationId="{75AEE879-9C81-8DB6-C8E7-12BB4C49CA18}"/>
          </ac:inkMkLst>
        </pc:inkChg>
        <pc:inkChg chg="add mod reco modStrokes">
          <ac:chgData name="Bhowmik, Sayan" userId="2b51cadb-156e-4c9a-99fc-6d2138739850" providerId="ADAL" clId="{F84FF9A7-A6D1-9F48-9981-D5AAC95CF743}" dt="2023-09-06T20:21:12.761" v="282"/>
          <ac:inkMkLst>
            <pc:docMk/>
            <pc:sldMk cId="2285472110" sldId="272"/>
            <ac:inkMk id="115" creationId="{4379A068-FF07-421F-EB5E-D90475E3CB19}"/>
          </ac:inkMkLst>
        </pc:inkChg>
        <pc:inkChg chg="add del">
          <ac:chgData name="Bhowmik, Sayan" userId="2b51cadb-156e-4c9a-99fc-6d2138739850" providerId="ADAL" clId="{F84FF9A7-A6D1-9F48-9981-D5AAC95CF743}" dt="2023-09-06T20:21:35.574" v="288"/>
          <ac:inkMkLst>
            <pc:docMk/>
            <pc:sldMk cId="2285472110" sldId="272"/>
            <ac:inkMk id="116" creationId="{56B25D50-FDE2-42B5-8081-2499D3DED032}"/>
          </ac:inkMkLst>
        </pc:inkChg>
        <pc:inkChg chg="add del">
          <ac:chgData name="Bhowmik, Sayan" userId="2b51cadb-156e-4c9a-99fc-6d2138739850" providerId="ADAL" clId="{F84FF9A7-A6D1-9F48-9981-D5AAC95CF743}" dt="2023-09-06T20:17:43.905" v="191"/>
          <ac:inkMkLst>
            <pc:docMk/>
            <pc:sldMk cId="2285472110" sldId="272"/>
            <ac:inkMk id="116" creationId="{9319B123-2059-67FD-9837-4C60B7DBC818}"/>
          </ac:inkMkLst>
        </pc:inkChg>
        <pc:inkChg chg="add del reco">
          <ac:chgData name="Bhowmik, Sayan" userId="2b51cadb-156e-4c9a-99fc-6d2138739850" providerId="ADAL" clId="{F84FF9A7-A6D1-9F48-9981-D5AAC95CF743}" dt="2023-09-06T20:21:59.132" v="301"/>
          <ac:inkMkLst>
            <pc:docMk/>
            <pc:sldMk cId="2285472110" sldId="272"/>
            <ac:inkMk id="117" creationId="{DCF7DD96-85F5-E4F4-63AC-57A2F33FA4D9}"/>
          </ac:inkMkLst>
        </pc:inkChg>
        <pc:inkChg chg="add del">
          <ac:chgData name="Bhowmik, Sayan" userId="2b51cadb-156e-4c9a-99fc-6d2138739850" providerId="ADAL" clId="{F84FF9A7-A6D1-9F48-9981-D5AAC95CF743}" dt="2023-09-06T20:17:43.905" v="191"/>
          <ac:inkMkLst>
            <pc:docMk/>
            <pc:sldMk cId="2285472110" sldId="272"/>
            <ac:inkMk id="117" creationId="{EA171461-4D66-8B56-8FF5-DEA6BE334F9C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18" creationId="{3E3CD2FF-CACD-8574-6088-D7546316A506}"/>
          </ac:inkMkLst>
        </pc:inkChg>
        <pc:inkChg chg="add del">
          <ac:chgData name="Bhowmik, Sayan" userId="2b51cadb-156e-4c9a-99fc-6d2138739850" providerId="ADAL" clId="{F84FF9A7-A6D1-9F48-9981-D5AAC95CF743}" dt="2023-09-06T20:17:43.905" v="191"/>
          <ac:inkMkLst>
            <pc:docMk/>
            <pc:sldMk cId="2285472110" sldId="272"/>
            <ac:inkMk id="118" creationId="{C9B8027F-987E-EDAA-991B-2B6DFD0EDDD1}"/>
          </ac:inkMkLst>
        </pc:inkChg>
        <pc:inkChg chg="add del reco">
          <ac:chgData name="Bhowmik, Sayan" userId="2b51cadb-156e-4c9a-99fc-6d2138739850" providerId="ADAL" clId="{F84FF9A7-A6D1-9F48-9981-D5AAC95CF743}" dt="2023-09-06T20:21:12.152" v="281"/>
          <ac:inkMkLst>
            <pc:docMk/>
            <pc:sldMk cId="2285472110" sldId="272"/>
            <ac:inkMk id="119" creationId="{DAB70378-494A-5999-2F86-28B4A85D58C4}"/>
          </ac:inkMkLst>
        </pc:inkChg>
        <pc:inkChg chg="add">
          <ac:chgData name="Bhowmik, Sayan" userId="2b51cadb-156e-4c9a-99fc-6d2138739850" providerId="ADAL" clId="{F84FF9A7-A6D1-9F48-9981-D5AAC95CF743}" dt="2023-09-06T20:17:45.571" v="192"/>
          <ac:inkMkLst>
            <pc:docMk/>
            <pc:sldMk cId="2285472110" sldId="272"/>
            <ac:inkMk id="120" creationId="{EDE5D22B-CC55-F82A-5E78-2953C1F7E52E}"/>
          </ac:inkMkLst>
        </pc:inkChg>
        <pc:inkChg chg="add del">
          <ac:chgData name="Bhowmik, Sayan" userId="2b51cadb-156e-4c9a-99fc-6d2138739850" providerId="ADAL" clId="{F84FF9A7-A6D1-9F48-9981-D5AAC95CF743}" dt="2023-09-06T20:17:49.155" v="195"/>
          <ac:inkMkLst>
            <pc:docMk/>
            <pc:sldMk cId="2285472110" sldId="272"/>
            <ac:inkMk id="121" creationId="{7582E4E8-E0F1-C5CA-8213-192988272428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1" creationId="{8B17FC08-4A9C-D1B2-EB75-C17016519216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2" creationId="{32CB2493-DA19-AEBD-8525-B54EE406A287}"/>
          </ac:inkMkLst>
        </pc:inkChg>
        <pc:inkChg chg="add del">
          <ac:chgData name="Bhowmik, Sayan" userId="2b51cadb-156e-4c9a-99fc-6d2138739850" providerId="ADAL" clId="{F84FF9A7-A6D1-9F48-9981-D5AAC95CF743}" dt="2023-09-06T20:17:49.155" v="195"/>
          <ac:inkMkLst>
            <pc:docMk/>
            <pc:sldMk cId="2285472110" sldId="272"/>
            <ac:inkMk id="122" creationId="{718A5E2D-60D1-0EB3-3461-B69843A18616}"/>
          </ac:inkMkLst>
        </pc:inkChg>
        <pc:inkChg chg="add reco">
          <ac:chgData name="Bhowmik, Sayan" userId="2b51cadb-156e-4c9a-99fc-6d2138739850" providerId="ADAL" clId="{F84FF9A7-A6D1-9F48-9981-D5AAC95CF743}" dt="2023-09-06T20:17:49.155" v="195"/>
          <ac:inkMkLst>
            <pc:docMk/>
            <pc:sldMk cId="2285472110" sldId="272"/>
            <ac:inkMk id="123" creationId="{7C61C5DE-2A13-3C00-C5C0-F42DCF0CEFCE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4" creationId="{8F7D98A0-D6FF-BA79-0465-79BD4972908D}"/>
          </ac:inkMkLst>
        </pc:inkChg>
        <pc:inkChg chg="add del">
          <ac:chgData name="Bhowmik, Sayan" userId="2b51cadb-156e-4c9a-99fc-6d2138739850" providerId="ADAL" clId="{F84FF9A7-A6D1-9F48-9981-D5AAC95CF743}" dt="2023-09-06T20:17:52.170" v="198"/>
          <ac:inkMkLst>
            <pc:docMk/>
            <pc:sldMk cId="2285472110" sldId="272"/>
            <ac:inkMk id="124" creationId="{A333B765-88AC-12EE-7403-8984C7C1CEAD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5" creationId="{4A01FCAD-1BD2-AA9C-8564-B8E7999D4292}"/>
          </ac:inkMkLst>
        </pc:inkChg>
        <pc:inkChg chg="add del">
          <ac:chgData name="Bhowmik, Sayan" userId="2b51cadb-156e-4c9a-99fc-6d2138739850" providerId="ADAL" clId="{F84FF9A7-A6D1-9F48-9981-D5AAC95CF743}" dt="2023-09-06T20:17:52.170" v="198"/>
          <ac:inkMkLst>
            <pc:docMk/>
            <pc:sldMk cId="2285472110" sldId="272"/>
            <ac:inkMk id="125" creationId="{6AE53227-62E1-09E2-9A6F-9170EE4A0EE0}"/>
          </ac:inkMkLst>
        </pc:inkChg>
        <pc:inkChg chg="add reco">
          <ac:chgData name="Bhowmik, Sayan" userId="2b51cadb-156e-4c9a-99fc-6d2138739850" providerId="ADAL" clId="{F84FF9A7-A6D1-9F48-9981-D5AAC95CF743}" dt="2023-09-06T20:17:52.170" v="198"/>
          <ac:inkMkLst>
            <pc:docMk/>
            <pc:sldMk cId="2285472110" sldId="272"/>
            <ac:inkMk id="126" creationId="{8AC04F05-0DA8-7973-0489-6A40EB861945}"/>
          </ac:inkMkLst>
        </pc:inkChg>
        <pc:inkChg chg="add">
          <ac:chgData name="Bhowmik, Sayan" userId="2b51cadb-156e-4c9a-99fc-6d2138739850" providerId="ADAL" clId="{F84FF9A7-A6D1-9F48-9981-D5AAC95CF743}" dt="2023-09-06T20:17:52.954" v="199"/>
          <ac:inkMkLst>
            <pc:docMk/>
            <pc:sldMk cId="2285472110" sldId="272"/>
            <ac:inkMk id="127" creationId="{752C10AB-1843-C6D7-376A-4CE1D8D84837}"/>
          </ac:inkMkLst>
        </pc:inkChg>
        <pc:inkChg chg="add del">
          <ac:chgData name="Bhowmik, Sayan" userId="2b51cadb-156e-4c9a-99fc-6d2138739850" providerId="ADAL" clId="{F84FF9A7-A6D1-9F48-9981-D5AAC95CF743}" dt="2023-09-06T20:18:13.460" v="204"/>
          <ac:inkMkLst>
            <pc:docMk/>
            <pc:sldMk cId="2285472110" sldId="272"/>
            <ac:inkMk id="128" creationId="{D09EF022-E3D7-8058-B232-C74F869E629A}"/>
          </ac:inkMkLst>
        </pc:inkChg>
        <pc:inkChg chg="add reco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8" creationId="{D357770E-D5E0-9F6F-1ACF-CFF0E3A41FFB}"/>
          </ac:inkMkLst>
        </pc:inkChg>
        <pc:inkChg chg="add del">
          <ac:chgData name="Bhowmik, Sayan" userId="2b51cadb-156e-4c9a-99fc-6d2138739850" providerId="ADAL" clId="{F84FF9A7-A6D1-9F48-9981-D5AAC95CF743}" dt="2023-09-06T20:18:13.460" v="204"/>
          <ac:inkMkLst>
            <pc:docMk/>
            <pc:sldMk cId="2285472110" sldId="272"/>
            <ac:inkMk id="129" creationId="{28F03398-F512-C037-F632-29D9C4CC8CBB}"/>
          </ac:inkMkLst>
        </pc:inkChg>
        <pc:inkChg chg="add">
          <ac:chgData name="Bhowmik, Sayan" userId="2b51cadb-156e-4c9a-99fc-6d2138739850" providerId="ADAL" clId="{F84FF9A7-A6D1-9F48-9981-D5AAC95CF743}" dt="2023-09-06T20:21:54.641" v="300"/>
          <ac:inkMkLst>
            <pc:docMk/>
            <pc:sldMk cId="2285472110" sldId="272"/>
            <ac:inkMk id="129" creationId="{8E3B2B8B-29A9-DAD7-633A-AD41F9B8B308}"/>
          </ac:inkMkLst>
        </pc:inkChg>
        <pc:inkChg chg="add del">
          <ac:chgData name="Bhowmik, Sayan" userId="2b51cadb-156e-4c9a-99fc-6d2138739850" providerId="ADAL" clId="{F84FF9A7-A6D1-9F48-9981-D5AAC95CF743}" dt="2023-09-06T20:18:13.460" v="204"/>
          <ac:inkMkLst>
            <pc:docMk/>
            <pc:sldMk cId="2285472110" sldId="272"/>
            <ac:inkMk id="130" creationId="{C860E1F2-5434-EA3D-06F9-4FBDB533CF43}"/>
          </ac:inkMkLst>
        </pc:inkChg>
        <pc:inkChg chg="add del">
          <ac:chgData name="Bhowmik, Sayan" userId="2b51cadb-156e-4c9a-99fc-6d2138739850" providerId="ADAL" clId="{F84FF9A7-A6D1-9F48-9981-D5AAC95CF743}" dt="2023-09-06T20:22:03.409" v="305"/>
          <ac:inkMkLst>
            <pc:docMk/>
            <pc:sldMk cId="2285472110" sldId="272"/>
            <ac:inkMk id="130" creationId="{F13F3B58-1928-6FC8-693E-0C415EA612A8}"/>
          </ac:inkMkLst>
        </pc:inkChg>
        <pc:inkChg chg="add del">
          <ac:chgData name="Bhowmik, Sayan" userId="2b51cadb-156e-4c9a-99fc-6d2138739850" providerId="ADAL" clId="{F84FF9A7-A6D1-9F48-9981-D5AAC95CF743}" dt="2023-09-06T20:22:03.409" v="305"/>
          <ac:inkMkLst>
            <pc:docMk/>
            <pc:sldMk cId="2285472110" sldId="272"/>
            <ac:inkMk id="131" creationId="{CF583BDE-CBCF-31B0-8C80-6E434A16EB97}"/>
          </ac:inkMkLst>
        </pc:inkChg>
        <pc:inkChg chg="add del">
          <ac:chgData name="Bhowmik, Sayan" userId="2b51cadb-156e-4c9a-99fc-6d2138739850" providerId="ADAL" clId="{F84FF9A7-A6D1-9F48-9981-D5AAC95CF743}" dt="2023-09-06T20:18:13.460" v="204"/>
          <ac:inkMkLst>
            <pc:docMk/>
            <pc:sldMk cId="2285472110" sldId="272"/>
            <ac:inkMk id="131" creationId="{FFAA3858-2995-9EF0-602A-74CB106AF222}"/>
          </ac:inkMkLst>
        </pc:inkChg>
        <pc:inkChg chg="add del reco">
          <ac:chgData name="Bhowmik, Sayan" userId="2b51cadb-156e-4c9a-99fc-6d2138739850" providerId="ADAL" clId="{F84FF9A7-A6D1-9F48-9981-D5AAC95CF743}" dt="2023-09-06T20:21:04.212" v="275"/>
          <ac:inkMkLst>
            <pc:docMk/>
            <pc:sldMk cId="2285472110" sldId="272"/>
            <ac:inkMk id="132" creationId="{DF6FDE94-47C0-091C-8300-0235951763A0}"/>
          </ac:inkMkLst>
        </pc:inkChg>
        <pc:inkChg chg="add">
          <ac:chgData name="Bhowmik, Sayan" userId="2b51cadb-156e-4c9a-99fc-6d2138739850" providerId="ADAL" clId="{F84FF9A7-A6D1-9F48-9981-D5AAC95CF743}" dt="2023-09-06T20:18:16.584" v="205"/>
          <ac:inkMkLst>
            <pc:docMk/>
            <pc:sldMk cId="2285472110" sldId="272"/>
            <ac:inkMk id="133" creationId="{38D2E000-5CD4-2137-88AE-A6C2C77B03F0}"/>
          </ac:inkMkLst>
        </pc:inkChg>
        <pc:inkChg chg="add del">
          <ac:chgData name="Bhowmik, Sayan" userId="2b51cadb-156e-4c9a-99fc-6d2138739850" providerId="ADAL" clId="{F84FF9A7-A6D1-9F48-9981-D5AAC95CF743}" dt="2023-09-06T20:18:19.421" v="208"/>
          <ac:inkMkLst>
            <pc:docMk/>
            <pc:sldMk cId="2285472110" sldId="272"/>
            <ac:inkMk id="134" creationId="{6C179B4D-D444-8F71-4C43-FEBF1095C282}"/>
          </ac:inkMkLst>
        </pc:inkChg>
        <pc:inkChg chg="add del">
          <ac:chgData name="Bhowmik, Sayan" userId="2b51cadb-156e-4c9a-99fc-6d2138739850" providerId="ADAL" clId="{F84FF9A7-A6D1-9F48-9981-D5AAC95CF743}" dt="2023-09-06T20:22:03.409" v="305"/>
          <ac:inkMkLst>
            <pc:docMk/>
            <pc:sldMk cId="2285472110" sldId="272"/>
            <ac:inkMk id="134" creationId="{7C7C48D2-4D99-DDC9-E204-0DAD1C468C45}"/>
          </ac:inkMkLst>
        </pc:inkChg>
        <pc:inkChg chg="add reco">
          <ac:chgData name="Bhowmik, Sayan" userId="2b51cadb-156e-4c9a-99fc-6d2138739850" providerId="ADAL" clId="{F84FF9A7-A6D1-9F48-9981-D5AAC95CF743}" dt="2023-09-06T20:22:03.409" v="305"/>
          <ac:inkMkLst>
            <pc:docMk/>
            <pc:sldMk cId="2285472110" sldId="272"/>
            <ac:inkMk id="135" creationId="{3FD5F0ED-E64A-C59D-007D-2BF000189626}"/>
          </ac:inkMkLst>
        </pc:inkChg>
        <pc:inkChg chg="add del">
          <ac:chgData name="Bhowmik, Sayan" userId="2b51cadb-156e-4c9a-99fc-6d2138739850" providerId="ADAL" clId="{F84FF9A7-A6D1-9F48-9981-D5AAC95CF743}" dt="2023-09-06T20:18:19.421" v="208"/>
          <ac:inkMkLst>
            <pc:docMk/>
            <pc:sldMk cId="2285472110" sldId="272"/>
            <ac:inkMk id="135" creationId="{959635AD-CD3E-8FD3-5CAF-EF79143ABD06}"/>
          </ac:inkMkLst>
        </pc:inkChg>
        <pc:inkChg chg="add reco">
          <ac:chgData name="Bhowmik, Sayan" userId="2b51cadb-156e-4c9a-99fc-6d2138739850" providerId="ADAL" clId="{F84FF9A7-A6D1-9F48-9981-D5AAC95CF743}" dt="2023-09-06T20:18:19.421" v="208"/>
          <ac:inkMkLst>
            <pc:docMk/>
            <pc:sldMk cId="2285472110" sldId="272"/>
            <ac:inkMk id="136" creationId="{155AB052-60C2-A635-0CA9-6FD39AB3AF82}"/>
          </ac:inkMkLst>
        </pc:inkChg>
        <pc:inkChg chg="add del">
          <ac:chgData name="Bhowmik, Sayan" userId="2b51cadb-156e-4c9a-99fc-6d2138739850" providerId="ADAL" clId="{F84FF9A7-A6D1-9F48-9981-D5AAC95CF743}" dt="2023-09-06T20:22:05.391" v="309"/>
          <ac:inkMkLst>
            <pc:docMk/>
            <pc:sldMk cId="2285472110" sldId="272"/>
            <ac:inkMk id="137" creationId="{D7733E96-4FF2-5CC4-4BB0-71DDBF186C7C}"/>
          </ac:inkMkLst>
        </pc:inkChg>
        <pc:inkChg chg="add del">
          <ac:chgData name="Bhowmik, Sayan" userId="2b51cadb-156e-4c9a-99fc-6d2138739850" providerId="ADAL" clId="{F84FF9A7-A6D1-9F48-9981-D5AAC95CF743}" dt="2023-09-06T20:22:05.391" v="309"/>
          <ac:inkMkLst>
            <pc:docMk/>
            <pc:sldMk cId="2285472110" sldId="272"/>
            <ac:inkMk id="138" creationId="{5303FE93-0081-A800-64AB-BDB6B46EC018}"/>
          </ac:inkMkLst>
        </pc:inkChg>
        <pc:inkChg chg="add del">
          <ac:chgData name="Bhowmik, Sayan" userId="2b51cadb-156e-4c9a-99fc-6d2138739850" providerId="ADAL" clId="{F84FF9A7-A6D1-9F48-9981-D5AAC95CF743}" dt="2023-09-06T20:22:05.391" v="309"/>
          <ac:inkMkLst>
            <pc:docMk/>
            <pc:sldMk cId="2285472110" sldId="272"/>
            <ac:inkMk id="139" creationId="{071BF28E-1ABA-E72F-0FB1-B8549C20D09B}"/>
          </ac:inkMkLst>
        </pc:inkChg>
        <pc:inkChg chg="add reco">
          <ac:chgData name="Bhowmik, Sayan" userId="2b51cadb-156e-4c9a-99fc-6d2138739850" providerId="ADAL" clId="{F84FF9A7-A6D1-9F48-9981-D5AAC95CF743}" dt="2023-09-06T20:22:05.391" v="309"/>
          <ac:inkMkLst>
            <pc:docMk/>
            <pc:sldMk cId="2285472110" sldId="272"/>
            <ac:inkMk id="140" creationId="{CFD37D18-998E-3254-47F6-FB0886473C3A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0:25:30.745" v="386"/>
        <pc:sldMkLst>
          <pc:docMk/>
          <pc:sldMk cId="3578118627" sldId="273"/>
        </pc:sldMkLst>
        <pc:inkChg chg="add">
          <ac:chgData name="Bhowmik, Sayan" userId="2b51cadb-156e-4c9a-99fc-6d2138739850" providerId="ADAL" clId="{F84FF9A7-A6D1-9F48-9981-D5AAC95CF743}" dt="2023-09-06T20:24:08.597" v="327"/>
          <ac:inkMkLst>
            <pc:docMk/>
            <pc:sldMk cId="3578118627" sldId="273"/>
            <ac:inkMk id="15" creationId="{5F7CFE50-0C08-5591-5EA1-626722627369}"/>
          </ac:inkMkLst>
        </pc:inkChg>
        <pc:inkChg chg="add del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16" creationId="{FF242010-1EBD-261D-5AAE-0D3FEFB9856F}"/>
          </ac:inkMkLst>
        </pc:inkChg>
        <pc:inkChg chg="del">
          <ac:chgData name="Bhowmik, Sayan" userId="2b51cadb-156e-4c9a-99fc-6d2138739850" providerId="ADAL" clId="{F84FF9A7-A6D1-9F48-9981-D5AAC95CF743}" dt="2023-09-06T20:23:05.363" v="313"/>
          <ac:inkMkLst>
            <pc:docMk/>
            <pc:sldMk cId="3578118627" sldId="273"/>
            <ac:inkMk id="18" creationId="{BD0AEA52-464B-186B-5CC8-27B187C8634A}"/>
          </ac:inkMkLst>
        </pc:inkChg>
        <pc:inkChg chg="add del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19" creationId="{0155831F-0422-023A-1F2E-6F3E0F2715B1}"/>
          </ac:inkMkLst>
        </pc:inkChg>
        <pc:inkChg chg="add del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20" creationId="{2FFA8208-D1B4-7126-0215-94BA2AFB7A0A}"/>
          </ac:inkMkLst>
        </pc:inkChg>
        <pc:inkChg chg="add del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23" creationId="{122C269C-7437-56AC-1560-A0FE8F49915E}"/>
          </ac:inkMkLst>
        </pc:inkChg>
        <pc:inkChg chg="add reco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24" creationId="{C89C9848-CD65-A382-CD9F-82853D4BD7AA}"/>
          </ac:inkMkLst>
        </pc:inkChg>
        <pc:inkChg chg="add">
          <ac:chgData name="Bhowmik, Sayan" userId="2b51cadb-156e-4c9a-99fc-6d2138739850" providerId="ADAL" clId="{F84FF9A7-A6D1-9F48-9981-D5AAC95CF743}" dt="2023-09-06T20:24:21.564" v="333"/>
          <ac:inkMkLst>
            <pc:docMk/>
            <pc:sldMk cId="3578118627" sldId="273"/>
            <ac:inkMk id="25" creationId="{04812257-05A6-8CB6-4A4B-90E08B0DF742}"/>
          </ac:inkMkLst>
        </pc:inkChg>
        <pc:inkChg chg="del">
          <ac:chgData name="Bhowmik, Sayan" userId="2b51cadb-156e-4c9a-99fc-6d2138739850" providerId="ADAL" clId="{F84FF9A7-A6D1-9F48-9981-D5AAC95CF743}" dt="2023-09-06T20:23:05.373" v="321"/>
          <ac:inkMkLst>
            <pc:docMk/>
            <pc:sldMk cId="3578118627" sldId="273"/>
            <ac:inkMk id="26" creationId="{7DBE591A-BD0E-3C0B-1C3A-025043A1787B}"/>
          </ac:inkMkLst>
        </pc:inkChg>
        <pc:inkChg chg="add del">
          <ac:chgData name="Bhowmik, Sayan" userId="2b51cadb-156e-4c9a-99fc-6d2138739850" providerId="ADAL" clId="{F84FF9A7-A6D1-9F48-9981-D5AAC95CF743}" dt="2023-09-06T20:24:32.419" v="337"/>
          <ac:inkMkLst>
            <pc:docMk/>
            <pc:sldMk cId="3578118627" sldId="273"/>
            <ac:inkMk id="27" creationId="{BA969D5A-1A08-578B-F8D0-83FC32E9C22D}"/>
          </ac:inkMkLst>
        </pc:inkChg>
        <pc:inkChg chg="add del">
          <ac:chgData name="Bhowmik, Sayan" userId="2b51cadb-156e-4c9a-99fc-6d2138739850" providerId="ADAL" clId="{F84FF9A7-A6D1-9F48-9981-D5AAC95CF743}" dt="2023-09-06T20:24:32.419" v="337"/>
          <ac:inkMkLst>
            <pc:docMk/>
            <pc:sldMk cId="3578118627" sldId="273"/>
            <ac:inkMk id="28" creationId="{4D4124FE-B318-B68F-5724-74E54997A8DD}"/>
          </ac:inkMkLst>
        </pc:inkChg>
        <pc:inkChg chg="del">
          <ac:chgData name="Bhowmik, Sayan" userId="2b51cadb-156e-4c9a-99fc-6d2138739850" providerId="ADAL" clId="{F84FF9A7-A6D1-9F48-9981-D5AAC95CF743}" dt="2023-09-06T20:23:05.369" v="318"/>
          <ac:inkMkLst>
            <pc:docMk/>
            <pc:sldMk cId="3578118627" sldId="273"/>
            <ac:inkMk id="29" creationId="{4B15D807-BF25-2254-6F9F-88C9D7D433B9}"/>
          </ac:inkMkLst>
        </pc:inkChg>
        <pc:inkChg chg="del">
          <ac:chgData name="Bhowmik, Sayan" userId="2b51cadb-156e-4c9a-99fc-6d2138739850" providerId="ADAL" clId="{F84FF9A7-A6D1-9F48-9981-D5AAC95CF743}" dt="2023-09-06T20:23:05.376" v="324"/>
          <ac:inkMkLst>
            <pc:docMk/>
            <pc:sldMk cId="3578118627" sldId="273"/>
            <ac:inkMk id="30" creationId="{7C7299C6-A0F9-3381-EA5B-3027EAA3D19A}"/>
          </ac:inkMkLst>
        </pc:inkChg>
        <pc:inkChg chg="del">
          <ac:chgData name="Bhowmik, Sayan" userId="2b51cadb-156e-4c9a-99fc-6d2138739850" providerId="ADAL" clId="{F84FF9A7-A6D1-9F48-9981-D5AAC95CF743}" dt="2023-09-06T20:23:05.360" v="311"/>
          <ac:inkMkLst>
            <pc:docMk/>
            <pc:sldMk cId="3578118627" sldId="273"/>
            <ac:inkMk id="31" creationId="{5D704AE5-AD37-46C3-AEC5-6E89EB5D4522}"/>
          </ac:inkMkLst>
        </pc:inkChg>
        <pc:inkChg chg="add del">
          <ac:chgData name="Bhowmik, Sayan" userId="2b51cadb-156e-4c9a-99fc-6d2138739850" providerId="ADAL" clId="{F84FF9A7-A6D1-9F48-9981-D5AAC95CF743}" dt="2023-09-06T20:24:32.419" v="337"/>
          <ac:inkMkLst>
            <pc:docMk/>
            <pc:sldMk cId="3578118627" sldId="273"/>
            <ac:inkMk id="32" creationId="{D10E884E-2F8D-222A-6366-B922D5AEF4D1}"/>
          </ac:inkMkLst>
        </pc:inkChg>
        <pc:inkChg chg="add reco">
          <ac:chgData name="Bhowmik, Sayan" userId="2b51cadb-156e-4c9a-99fc-6d2138739850" providerId="ADAL" clId="{F84FF9A7-A6D1-9F48-9981-D5AAC95CF743}" dt="2023-09-06T20:24:32.419" v="337"/>
          <ac:inkMkLst>
            <pc:docMk/>
            <pc:sldMk cId="3578118627" sldId="273"/>
            <ac:inkMk id="33" creationId="{E26A4C75-9197-1ACD-7008-2975292B9220}"/>
          </ac:inkMkLst>
        </pc:inkChg>
        <pc:inkChg chg="del">
          <ac:chgData name="Bhowmik, Sayan" userId="2b51cadb-156e-4c9a-99fc-6d2138739850" providerId="ADAL" clId="{F84FF9A7-A6D1-9F48-9981-D5AAC95CF743}" dt="2023-09-06T20:23:05.362" v="312"/>
          <ac:inkMkLst>
            <pc:docMk/>
            <pc:sldMk cId="3578118627" sldId="273"/>
            <ac:inkMk id="34" creationId="{6FD68C95-ECED-B047-E33C-0F19624B1BC2}"/>
          </ac:inkMkLst>
        </pc:inkChg>
        <pc:inkChg chg="add del">
          <ac:chgData name="Bhowmik, Sayan" userId="2b51cadb-156e-4c9a-99fc-6d2138739850" providerId="ADAL" clId="{F84FF9A7-A6D1-9F48-9981-D5AAC95CF743}" dt="2023-09-06T20:24:38.279" v="340"/>
          <ac:inkMkLst>
            <pc:docMk/>
            <pc:sldMk cId="3578118627" sldId="273"/>
            <ac:inkMk id="35" creationId="{FA0C487C-4A1D-889C-00A5-C8CFFC1F2B85}"/>
          </ac:inkMkLst>
        </pc:inkChg>
        <pc:inkChg chg="add del">
          <ac:chgData name="Bhowmik, Sayan" userId="2b51cadb-156e-4c9a-99fc-6d2138739850" providerId="ADAL" clId="{F84FF9A7-A6D1-9F48-9981-D5AAC95CF743}" dt="2023-09-06T20:24:38.279" v="340"/>
          <ac:inkMkLst>
            <pc:docMk/>
            <pc:sldMk cId="3578118627" sldId="273"/>
            <ac:inkMk id="36" creationId="{F600DB15-B31D-066B-8ED0-BA96A793124B}"/>
          </ac:inkMkLst>
        </pc:inkChg>
        <pc:inkChg chg="del">
          <ac:chgData name="Bhowmik, Sayan" userId="2b51cadb-156e-4c9a-99fc-6d2138739850" providerId="ADAL" clId="{F84FF9A7-A6D1-9F48-9981-D5AAC95CF743}" dt="2023-09-06T20:23:05.364" v="314"/>
          <ac:inkMkLst>
            <pc:docMk/>
            <pc:sldMk cId="3578118627" sldId="273"/>
            <ac:inkMk id="37" creationId="{F60FA244-3280-AD47-DF3B-D87684CDD743}"/>
          </ac:inkMkLst>
        </pc:inkChg>
        <pc:inkChg chg="add reco">
          <ac:chgData name="Bhowmik, Sayan" userId="2b51cadb-156e-4c9a-99fc-6d2138739850" providerId="ADAL" clId="{F84FF9A7-A6D1-9F48-9981-D5AAC95CF743}" dt="2023-09-06T20:24:38.279" v="340"/>
          <ac:inkMkLst>
            <pc:docMk/>
            <pc:sldMk cId="3578118627" sldId="273"/>
            <ac:inkMk id="38" creationId="{444D70A8-A9E1-662C-2CA4-E0F87A8DE5E6}"/>
          </ac:inkMkLst>
        </pc:inkChg>
        <pc:inkChg chg="add">
          <ac:chgData name="Bhowmik, Sayan" userId="2b51cadb-156e-4c9a-99fc-6d2138739850" providerId="ADAL" clId="{F84FF9A7-A6D1-9F48-9981-D5AAC95CF743}" dt="2023-09-06T20:24:39.695" v="341"/>
          <ac:inkMkLst>
            <pc:docMk/>
            <pc:sldMk cId="3578118627" sldId="273"/>
            <ac:inkMk id="39" creationId="{DD3685E8-3F94-5FAB-813F-5D31EA2FACDA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40" creationId="{5FA86918-C747-E36A-C6F1-9E95CC773597}"/>
          </ac:inkMkLst>
        </pc:inkChg>
        <pc:inkChg chg="add">
          <ac:chgData name="Bhowmik, Sayan" userId="2b51cadb-156e-4c9a-99fc-6d2138739850" providerId="ADAL" clId="{F84FF9A7-A6D1-9F48-9981-D5AAC95CF743}" dt="2023-09-06T20:24:40.777" v="342"/>
          <ac:inkMkLst>
            <pc:docMk/>
            <pc:sldMk cId="3578118627" sldId="273"/>
            <ac:inkMk id="41" creationId="{E51FDA4E-3188-8BB8-CDB3-08790C48C556}"/>
          </ac:inkMkLst>
        </pc:inkChg>
        <pc:inkChg chg="del">
          <ac:chgData name="Bhowmik, Sayan" userId="2b51cadb-156e-4c9a-99fc-6d2138739850" providerId="ADAL" clId="{F84FF9A7-A6D1-9F48-9981-D5AAC95CF743}" dt="2023-09-06T20:23:05.375" v="322"/>
          <ac:inkMkLst>
            <pc:docMk/>
            <pc:sldMk cId="3578118627" sldId="273"/>
            <ac:inkMk id="42" creationId="{C155718E-3E2A-3E26-BAEB-7CCCDABDE277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3" creationId="{9F8DEDA4-BF6C-AE07-4DA7-AA763305B92D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4" creationId="{B2B826C8-6758-0563-0565-7F027A0D008E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5" creationId="{A9DCFF00-CC64-F9C0-D3B4-5092876DAEFE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6" creationId="{81F6D50D-106D-C085-7EC2-0185A2320F74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7" creationId="{C5F42A56-DD75-CB16-7F7F-6050C78BF0EA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8" creationId="{A0038DEF-12EC-CE68-F5FE-C44B3173B920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9" creationId="{86E9F117-22AF-4DD2-9FF4-8E76801BEBFD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0" creationId="{2721F7F2-9FA5-CE3A-0904-675215E5C8B5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1" creationId="{35E1C0C3-18F3-4B61-67C1-4A84365751CC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2" creationId="{14F740E3-183C-FF74-1C4F-D9A4FB27DBDA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3" creationId="{36E76A57-265F-DC9D-6BA7-43F648B541F5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54" creationId="{1460E525-0037-AB36-535C-36A205F35D61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55" creationId="{966814F6-0F96-FFB8-043D-19E6D724F8ED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6" creationId="{620AEEE5-3671-16FE-B9DA-33A912D6985F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7" creationId="{64272686-9D3A-AD6A-E81A-8DA27D2338F4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8" creationId="{D5538A1E-9980-5CA6-7EF9-36D898572D44}"/>
          </ac:inkMkLst>
        </pc:inkChg>
        <pc:inkChg chg="del">
          <ac:chgData name="Bhowmik, Sayan" userId="2b51cadb-156e-4c9a-99fc-6d2138739850" providerId="ADAL" clId="{F84FF9A7-A6D1-9F48-9981-D5AAC95CF743}" dt="2023-09-06T20:23:05.367" v="316"/>
          <ac:inkMkLst>
            <pc:docMk/>
            <pc:sldMk cId="3578118627" sldId="273"/>
            <ac:inkMk id="59" creationId="{7983529A-BD30-FFAA-8D66-AC013904ED49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60" creationId="{BAD6489C-EC5D-7EB5-9033-16C7FDF455FC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61" creationId="{BDBDC560-18D8-C27B-06D4-D8410B042F3E}"/>
          </ac:inkMkLst>
        </pc:inkChg>
        <pc:inkChg chg="del">
          <ac:chgData name="Bhowmik, Sayan" userId="2b51cadb-156e-4c9a-99fc-6d2138739850" providerId="ADAL" clId="{F84FF9A7-A6D1-9F48-9981-D5AAC95CF743}" dt="2023-09-06T20:23:05.370" v="319"/>
          <ac:inkMkLst>
            <pc:docMk/>
            <pc:sldMk cId="3578118627" sldId="273"/>
            <ac:inkMk id="62" creationId="{8C53985F-5F92-EAC4-AB98-44CEB1FB1AD0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63" creationId="{4DC33444-3EF9-7351-5ABF-54822EAF4C46}"/>
          </ac:inkMkLst>
        </pc:inkChg>
        <pc:inkChg chg="add mod reco modStrokes">
          <ac:chgData name="Bhowmik, Sayan" userId="2b51cadb-156e-4c9a-99fc-6d2138739850" providerId="ADAL" clId="{F84FF9A7-A6D1-9F48-9981-D5AAC95CF743}" dt="2023-09-06T20:25:10.658" v="364"/>
          <ac:inkMkLst>
            <pc:docMk/>
            <pc:sldMk cId="3578118627" sldId="273"/>
            <ac:inkMk id="64" creationId="{CCF7600C-C79B-A052-C70E-EBE628AF8C93}"/>
          </ac:inkMkLst>
        </pc:inkChg>
        <pc:inkChg chg="add del">
          <ac:chgData name="Bhowmik, Sayan" userId="2b51cadb-156e-4c9a-99fc-6d2138739850" providerId="ADAL" clId="{F84FF9A7-A6D1-9F48-9981-D5AAC95CF743}" dt="2023-09-06T20:25:09.206" v="363"/>
          <ac:inkMkLst>
            <pc:docMk/>
            <pc:sldMk cId="3578118627" sldId="273"/>
            <ac:inkMk id="65" creationId="{843F7829-60B0-5A0C-C5BC-F54A8920C191}"/>
          </ac:inkMkLst>
        </pc:inkChg>
        <pc:inkChg chg="del">
          <ac:chgData name="Bhowmik, Sayan" userId="2b51cadb-156e-4c9a-99fc-6d2138739850" providerId="ADAL" clId="{F84FF9A7-A6D1-9F48-9981-D5AAC95CF743}" dt="2023-09-06T20:23:05.372" v="320"/>
          <ac:inkMkLst>
            <pc:docMk/>
            <pc:sldMk cId="3578118627" sldId="273"/>
            <ac:inkMk id="66" creationId="{0BF3BDD7-1D6F-A69B-B08A-EF09AC0E8796}"/>
          </ac:inkMkLst>
        </pc:inkChg>
        <pc:inkChg chg="del">
          <ac:chgData name="Bhowmik, Sayan" userId="2b51cadb-156e-4c9a-99fc-6d2138739850" providerId="ADAL" clId="{F84FF9A7-A6D1-9F48-9981-D5AAC95CF743}" dt="2023-09-06T20:23:05.368" v="317"/>
          <ac:inkMkLst>
            <pc:docMk/>
            <pc:sldMk cId="3578118627" sldId="273"/>
            <ac:inkMk id="67" creationId="{6412B177-4FBB-4FE4-06AB-113AAAC063DA}"/>
          </ac:inkMkLst>
        </pc:inkChg>
        <pc:inkChg chg="add del">
          <ac:chgData name="Bhowmik, Sayan" userId="2b51cadb-156e-4c9a-99fc-6d2138739850" providerId="ADAL" clId="{F84FF9A7-A6D1-9F48-9981-D5AAC95CF743}" dt="2023-09-06T20:25:09.206" v="363"/>
          <ac:inkMkLst>
            <pc:docMk/>
            <pc:sldMk cId="3578118627" sldId="273"/>
            <ac:inkMk id="68" creationId="{169FD3B8-C72B-57D6-EDEC-A0DE4276FB8B}"/>
          </ac:inkMkLst>
        </pc:inkChg>
        <pc:inkChg chg="add del">
          <ac:chgData name="Bhowmik, Sayan" userId="2b51cadb-156e-4c9a-99fc-6d2138739850" providerId="ADAL" clId="{F84FF9A7-A6D1-9F48-9981-D5AAC95CF743}" dt="2023-09-06T20:25:09.206" v="363"/>
          <ac:inkMkLst>
            <pc:docMk/>
            <pc:sldMk cId="3578118627" sldId="273"/>
            <ac:inkMk id="69" creationId="{604E3D80-B98E-A451-E77B-23764CA9A2E0}"/>
          </ac:inkMkLst>
        </pc:inkChg>
        <pc:inkChg chg="add reco">
          <ac:chgData name="Bhowmik, Sayan" userId="2b51cadb-156e-4c9a-99fc-6d2138739850" providerId="ADAL" clId="{F84FF9A7-A6D1-9F48-9981-D5AAC95CF743}" dt="2023-09-06T20:25:09.206" v="363"/>
          <ac:inkMkLst>
            <pc:docMk/>
            <pc:sldMk cId="3578118627" sldId="273"/>
            <ac:inkMk id="70" creationId="{75A986B6-FED4-76A2-E4C0-8958832B0AF0}"/>
          </ac:inkMkLst>
        </pc:inkChg>
        <pc:inkChg chg="add">
          <ac:chgData name="Bhowmik, Sayan" userId="2b51cadb-156e-4c9a-99fc-6d2138739850" providerId="ADAL" clId="{F84FF9A7-A6D1-9F48-9981-D5AAC95CF743}" dt="2023-09-06T20:25:13.010" v="365"/>
          <ac:inkMkLst>
            <pc:docMk/>
            <pc:sldMk cId="3578118627" sldId="273"/>
            <ac:inkMk id="71" creationId="{2075FADB-D44E-3841-A495-EAF4E1163F2A}"/>
          </ac:inkMkLst>
        </pc:inkChg>
        <pc:inkChg chg="add del">
          <ac:chgData name="Bhowmik, Sayan" userId="2b51cadb-156e-4c9a-99fc-6d2138739850" providerId="ADAL" clId="{F84FF9A7-A6D1-9F48-9981-D5AAC95CF743}" dt="2023-09-06T20:25:14.956" v="368"/>
          <ac:inkMkLst>
            <pc:docMk/>
            <pc:sldMk cId="3578118627" sldId="273"/>
            <ac:inkMk id="72" creationId="{D3D87D97-9B9C-B719-E975-614FBF61FCE7}"/>
          </ac:inkMkLst>
        </pc:inkChg>
        <pc:inkChg chg="add del">
          <ac:chgData name="Bhowmik, Sayan" userId="2b51cadb-156e-4c9a-99fc-6d2138739850" providerId="ADAL" clId="{F84FF9A7-A6D1-9F48-9981-D5AAC95CF743}" dt="2023-09-06T20:25:14.956" v="368"/>
          <ac:inkMkLst>
            <pc:docMk/>
            <pc:sldMk cId="3578118627" sldId="273"/>
            <ac:inkMk id="73" creationId="{7CAA2C58-E9B5-9AB7-D5E9-478D99156A62}"/>
          </ac:inkMkLst>
        </pc:inkChg>
        <pc:inkChg chg="add reco">
          <ac:chgData name="Bhowmik, Sayan" userId="2b51cadb-156e-4c9a-99fc-6d2138739850" providerId="ADAL" clId="{F84FF9A7-A6D1-9F48-9981-D5AAC95CF743}" dt="2023-09-06T20:25:14.956" v="368"/>
          <ac:inkMkLst>
            <pc:docMk/>
            <pc:sldMk cId="3578118627" sldId="273"/>
            <ac:inkMk id="74" creationId="{8F0174EF-927D-FF54-7DEB-EAA3F054D06B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75" creationId="{969F334F-C83C-7E16-277E-A4358383677F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76" creationId="{96D5B243-37A2-B4A3-034F-560215F25FE2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77" creationId="{E0279F0F-1892-8CBF-F48F-F26DF755360A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78" creationId="{1F580CAC-6227-F5EF-1667-063C883830C7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79" creationId="{6DD38FAD-1017-AFF4-2EEC-08CC01A6890B}"/>
          </ac:inkMkLst>
        </pc:inkChg>
        <pc:inkChg chg="del">
          <ac:chgData name="Bhowmik, Sayan" userId="2b51cadb-156e-4c9a-99fc-6d2138739850" providerId="ADAL" clId="{F84FF9A7-A6D1-9F48-9981-D5AAC95CF743}" dt="2023-09-06T20:23:05.366" v="315"/>
          <ac:inkMkLst>
            <pc:docMk/>
            <pc:sldMk cId="3578118627" sldId="273"/>
            <ac:inkMk id="80" creationId="{E39B54D8-4420-36E3-53AD-AC2FDCAAC42F}"/>
          </ac:inkMkLst>
        </pc:inkChg>
        <pc:inkChg chg="del">
          <ac:chgData name="Bhowmik, Sayan" userId="2b51cadb-156e-4c9a-99fc-6d2138739850" providerId="ADAL" clId="{F84FF9A7-A6D1-9F48-9981-D5AAC95CF743}" dt="2023-09-06T20:23:05.359" v="310"/>
          <ac:inkMkLst>
            <pc:docMk/>
            <pc:sldMk cId="3578118627" sldId="273"/>
            <ac:inkMk id="81" creationId="{D8110081-E9E5-AA78-70DB-DF933E657DC6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82" creationId="{E3EA774C-206D-A9F1-04EE-F606F14358A6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3" creationId="{2A669FB3-AC08-EE5A-4724-69ACD34B7A34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4" creationId="{97FC2575-EA82-5BD9-CFB0-EE2A98013F1C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5" creationId="{BC388503-6AE8-933B-A820-02E0AD34395D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6" creationId="{BFEFD70B-8A08-EDAF-F661-295ECD067D88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87" creationId="{F4951B7C-1722-81B2-3EEE-2AE21F1C445B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8" creationId="{AB3A8BB1-1466-4AF2-4A8A-21D2AC5736FD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9" creationId="{E2EAA58F-097A-F5E8-78DC-CA11714FB15E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90" creationId="{71969F13-689E-7EA1-A23E-E8AFA5C97C2F}"/>
          </ac:inkMkLst>
        </pc:inkChg>
        <pc:inkChg chg="add reco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91" creationId="{CFA24D12-64CE-D35B-1A3C-0A317A20B1EB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92" creationId="{9C9E8529-939C-3987-E34C-F6A6E0D90CAD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3" creationId="{AA7E9F0A-22D0-2798-1ECF-5D76B4EF7EAA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4" creationId="{415D15BC-2EB8-22E7-52C5-57CA50F9F4D1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5" creationId="{C33077CB-242F-DCAC-EE0C-F01F8E03F03B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6" creationId="{8ECB24C5-4F5C-3923-D484-9DD1A54E3D35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7" creationId="{ACBC9E24-B7B7-8110-B8AC-91FA2D5DB562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98" creationId="{8514826B-7EA1-B296-05BA-E9837868886A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99" creationId="{ED778326-FE82-218C-2A2F-98E6EA5614A5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0" creationId="{D3D4BB4E-7E50-6096-9A32-04A89C0F3366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01" creationId="{C0E8E202-1FB9-8C2C-91CF-F0C1101D53F9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02" creationId="{8B655722-1903-C63A-14EE-4DC04AAF5B05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3" creationId="{FB1E54FC-F1D0-4953-5198-544EDC587DB5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4" creationId="{1A8E43A9-7050-8384-DC52-F5512FE46277}"/>
          </ac:inkMkLst>
        </pc:inkChg>
        <pc:inkChg chg="add reco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5" creationId="{9AC8AF98-DD22-4914-03FA-63DD1F6AFC79}"/>
          </ac:inkMkLst>
        </pc:inkChg>
        <pc:inkChg chg="add reco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6" creationId="{80E8732B-F46C-D529-F559-BA642BEECD62}"/>
          </ac:inkMkLst>
        </pc:inkChg>
        <pc:inkChg chg="del">
          <ac:chgData name="Bhowmik, Sayan" userId="2b51cadb-156e-4c9a-99fc-6d2138739850" providerId="ADAL" clId="{F84FF9A7-A6D1-9F48-9981-D5AAC95CF743}" dt="2023-09-06T20:23:05.375" v="323"/>
          <ac:inkMkLst>
            <pc:docMk/>
            <pc:sldMk cId="3578118627" sldId="273"/>
            <ac:inkMk id="107" creationId="{471774E6-90BD-DD76-E899-30936C6CC92E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09" creationId="{522BEE8C-B398-30E8-703C-D171E03C4017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10" creationId="{FBF27067-2676-4273-884E-A9007E466A6E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11" creationId="{F6D7E000-4AE2-2FD7-B1DE-BA1B98D505A4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15" creationId="{4379A068-FF07-421F-EB5E-D90475E3CB19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0" creationId="{EDE5D22B-CC55-F82A-5E78-2953C1F7E52E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3" creationId="{7C61C5DE-2A13-3C00-C5C0-F42DCF0CEFCE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6" creationId="{8AC04F05-0DA8-7973-0489-6A40EB861945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7" creationId="{752C10AB-1843-C6D7-376A-4CE1D8D84837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8" creationId="{D357770E-D5E0-9F6F-1ACF-CFF0E3A41FFB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9" creationId="{8E3B2B8B-29A9-DAD7-633A-AD41F9B8B308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33" creationId="{38D2E000-5CD4-2137-88AE-A6C2C77B03F0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35" creationId="{3FD5F0ED-E64A-C59D-007D-2BF000189626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36" creationId="{155AB052-60C2-A635-0CA9-6FD39AB3AF82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40" creationId="{CFD37D18-998E-3254-47F6-FB0886473C3A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0:30:40.302" v="469"/>
        <pc:sldMkLst>
          <pc:docMk/>
          <pc:sldMk cId="500877927" sldId="274"/>
        </pc:sldMkLst>
        <pc:inkChg chg="del">
          <ac:chgData name="Bhowmik, Sayan" userId="2b51cadb-156e-4c9a-99fc-6d2138739850" providerId="ADAL" clId="{F84FF9A7-A6D1-9F48-9981-D5AAC95CF743}" dt="2023-09-06T20:26:30.131" v="388"/>
          <ac:inkMkLst>
            <pc:docMk/>
            <pc:sldMk cId="500877927" sldId="274"/>
            <ac:inkMk id="15" creationId="{5F7CFE50-0C08-5591-5EA1-626722627369}"/>
          </ac:inkMkLst>
        </pc:inkChg>
        <pc:inkChg chg="add del">
          <ac:chgData name="Bhowmik, Sayan" userId="2b51cadb-156e-4c9a-99fc-6d2138739850" providerId="ADAL" clId="{F84FF9A7-A6D1-9F48-9981-D5AAC95CF743}" dt="2023-09-06T20:29:43.837" v="397"/>
          <ac:inkMkLst>
            <pc:docMk/>
            <pc:sldMk cId="500877927" sldId="274"/>
            <ac:inkMk id="16" creationId="{7793E336-D639-B64E-4C9C-D9F0E71DE674}"/>
          </ac:inkMkLst>
        </pc:inkChg>
        <pc:inkChg chg="add del">
          <ac:chgData name="Bhowmik, Sayan" userId="2b51cadb-156e-4c9a-99fc-6d2138739850" providerId="ADAL" clId="{F84FF9A7-A6D1-9F48-9981-D5AAC95CF743}" dt="2023-09-06T20:29:43.837" v="397"/>
          <ac:inkMkLst>
            <pc:docMk/>
            <pc:sldMk cId="500877927" sldId="274"/>
            <ac:inkMk id="18" creationId="{373E0C56-D96D-28CB-20E3-BD98737CD714}"/>
          </ac:inkMkLst>
        </pc:inkChg>
        <pc:inkChg chg="add del">
          <ac:chgData name="Bhowmik, Sayan" userId="2b51cadb-156e-4c9a-99fc-6d2138739850" providerId="ADAL" clId="{F84FF9A7-A6D1-9F48-9981-D5AAC95CF743}" dt="2023-09-06T20:29:43.837" v="397"/>
          <ac:inkMkLst>
            <pc:docMk/>
            <pc:sldMk cId="500877927" sldId="274"/>
            <ac:inkMk id="19" creationId="{399E54AA-027C-4C43-0E7A-E3B3E09AC332}"/>
          </ac:inkMkLst>
        </pc:inkChg>
        <pc:inkChg chg="add reco">
          <ac:chgData name="Bhowmik, Sayan" userId="2b51cadb-156e-4c9a-99fc-6d2138739850" providerId="ADAL" clId="{F84FF9A7-A6D1-9F48-9981-D5AAC95CF743}" dt="2023-09-06T20:29:43.837" v="397"/>
          <ac:inkMkLst>
            <pc:docMk/>
            <pc:sldMk cId="500877927" sldId="274"/>
            <ac:inkMk id="20" creationId="{8D3EB489-0854-3E0A-0438-E3AD53E46727}"/>
          </ac:inkMkLst>
        </pc:inkChg>
        <pc:inkChg chg="add">
          <ac:chgData name="Bhowmik, Sayan" userId="2b51cadb-156e-4c9a-99fc-6d2138739850" providerId="ADAL" clId="{F84FF9A7-A6D1-9F48-9981-D5AAC95CF743}" dt="2023-09-06T20:29:45.094" v="398"/>
          <ac:inkMkLst>
            <pc:docMk/>
            <pc:sldMk cId="500877927" sldId="274"/>
            <ac:inkMk id="23" creationId="{89C1A253-E85F-2F4A-FD01-9D319C40CFCB}"/>
          </ac:inkMkLst>
        </pc:inkChg>
        <pc:inkChg chg="del">
          <ac:chgData name="Bhowmik, Sayan" userId="2b51cadb-156e-4c9a-99fc-6d2138739850" providerId="ADAL" clId="{F84FF9A7-A6D1-9F48-9981-D5AAC95CF743}" dt="2023-09-06T20:26:30.134" v="389"/>
          <ac:inkMkLst>
            <pc:docMk/>
            <pc:sldMk cId="500877927" sldId="274"/>
            <ac:inkMk id="24" creationId="{C89C9848-CD65-A382-CD9F-82853D4BD7AA}"/>
          </ac:inkMkLst>
        </pc:inkChg>
        <pc:inkChg chg="del">
          <ac:chgData name="Bhowmik, Sayan" userId="2b51cadb-156e-4c9a-99fc-6d2138739850" providerId="ADAL" clId="{F84FF9A7-A6D1-9F48-9981-D5AAC95CF743}" dt="2023-09-06T20:26:35.656" v="390"/>
          <ac:inkMkLst>
            <pc:docMk/>
            <pc:sldMk cId="500877927" sldId="274"/>
            <ac:inkMk id="25" creationId="{04812257-05A6-8CB6-4A4B-90E08B0DF742}"/>
          </ac:inkMkLst>
        </pc:inkChg>
        <pc:inkChg chg="add del">
          <ac:chgData name="Bhowmik, Sayan" userId="2b51cadb-156e-4c9a-99fc-6d2138739850" providerId="ADAL" clId="{F84FF9A7-A6D1-9F48-9981-D5AAC95CF743}" dt="2023-09-06T20:29:51.072" v="400"/>
          <ac:inkMkLst>
            <pc:docMk/>
            <pc:sldMk cId="500877927" sldId="274"/>
            <ac:inkMk id="26" creationId="{87BCB60A-2A8E-2ED7-1AF5-0EF7421315A5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27" creationId="{0EF94471-3702-8D01-7ADC-E7DD7326AEA4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28" creationId="{DB9661B9-19D5-9B5E-EB44-46E8272F1226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29" creationId="{C74EC648-5868-4B11-997C-E17E0BFDEB86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30" creationId="{0CFEE9FF-BDCF-E187-0BCD-E293D0705D38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31" creationId="{95045DF4-FD53-DA5E-9B1D-762377E555D4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32" creationId="{010CED57-7E21-1504-F00F-BC9712B1C0F9}"/>
          </ac:inkMkLst>
        </pc:inkChg>
        <pc:inkChg chg="del">
          <ac:chgData name="Bhowmik, Sayan" userId="2b51cadb-156e-4c9a-99fc-6d2138739850" providerId="ADAL" clId="{F84FF9A7-A6D1-9F48-9981-D5AAC95CF743}" dt="2023-09-06T20:26:30.128" v="387"/>
          <ac:inkMkLst>
            <pc:docMk/>
            <pc:sldMk cId="500877927" sldId="274"/>
            <ac:inkMk id="33" creationId="{E26A4C75-9197-1ACD-7008-2975292B9220}"/>
          </ac:inkMkLst>
        </pc:inkChg>
        <pc:inkChg chg="add reco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34" creationId="{D6D54187-4202-3EA1-B67D-4A4612838D1D}"/>
          </ac:inkMkLst>
        </pc:inkChg>
        <pc:inkChg chg="add del">
          <ac:chgData name="Bhowmik, Sayan" userId="2b51cadb-156e-4c9a-99fc-6d2138739850" providerId="ADAL" clId="{F84FF9A7-A6D1-9F48-9981-D5AAC95CF743}" dt="2023-09-06T20:29:59.252" v="411"/>
          <ac:inkMkLst>
            <pc:docMk/>
            <pc:sldMk cId="500877927" sldId="274"/>
            <ac:inkMk id="35" creationId="{14F3A5F2-05F8-159E-437B-212B06F70310}"/>
          </ac:inkMkLst>
        </pc:inkChg>
        <pc:inkChg chg="add del">
          <ac:chgData name="Bhowmik, Sayan" userId="2b51cadb-156e-4c9a-99fc-6d2138739850" providerId="ADAL" clId="{F84FF9A7-A6D1-9F48-9981-D5AAC95CF743}" dt="2023-09-06T20:29:59.252" v="411"/>
          <ac:inkMkLst>
            <pc:docMk/>
            <pc:sldMk cId="500877927" sldId="274"/>
            <ac:inkMk id="36" creationId="{BF441F3F-243B-568C-CC6A-7EE4D1685B22}"/>
          </ac:inkMkLst>
        </pc:inkChg>
        <pc:inkChg chg="add del">
          <ac:chgData name="Bhowmik, Sayan" userId="2b51cadb-156e-4c9a-99fc-6d2138739850" providerId="ADAL" clId="{F84FF9A7-A6D1-9F48-9981-D5AAC95CF743}" dt="2023-09-06T20:29:59.252" v="411"/>
          <ac:inkMkLst>
            <pc:docMk/>
            <pc:sldMk cId="500877927" sldId="274"/>
            <ac:inkMk id="37" creationId="{33B88EDF-448E-49E3-254F-323C0F716A46}"/>
          </ac:inkMkLst>
        </pc:inkChg>
        <pc:inkChg chg="add reco">
          <ac:chgData name="Bhowmik, Sayan" userId="2b51cadb-156e-4c9a-99fc-6d2138739850" providerId="ADAL" clId="{F84FF9A7-A6D1-9F48-9981-D5AAC95CF743}" dt="2023-09-06T20:29:59.252" v="411"/>
          <ac:inkMkLst>
            <pc:docMk/>
            <pc:sldMk cId="500877927" sldId="274"/>
            <ac:inkMk id="42" creationId="{88D852DF-8D98-45D9-1BE9-C95C06EA8FF7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3" creationId="{F6447D2E-5382-B048-0F0A-C1C37D53F64E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4" creationId="{6458E025-19DD-F25E-F0BD-FAEC124AC459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5" creationId="{88033B48-032B-0FC5-3BD8-A35F3D8DCB13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6" creationId="{8EFFBEBD-E302-FA39-3CDB-ACF494606D11}"/>
          </ac:inkMkLst>
        </pc:inkChg>
        <pc:inkChg chg="add">
          <ac:chgData name="Bhowmik, Sayan" userId="2b51cadb-156e-4c9a-99fc-6d2138739850" providerId="ADAL" clId="{F84FF9A7-A6D1-9F48-9981-D5AAC95CF743}" dt="2023-09-06T20:30:02.686" v="416"/>
          <ac:inkMkLst>
            <pc:docMk/>
            <pc:sldMk cId="500877927" sldId="274"/>
            <ac:inkMk id="47" creationId="{FD5E04B3-07A1-2D17-C886-294A3AFF7C73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8" creationId="{72EC99CB-29A5-7121-762C-9EA359471E50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9" creationId="{3ABCF8C7-823B-7F49-CC54-B1731DAADD8C}"/>
          </ac:inkMkLst>
        </pc:inkChg>
        <pc:inkChg chg="add">
          <ac:chgData name="Bhowmik, Sayan" userId="2b51cadb-156e-4c9a-99fc-6d2138739850" providerId="ADAL" clId="{F84FF9A7-A6D1-9F48-9981-D5AAC95CF743}" dt="2023-09-06T20:30:04.777" v="419"/>
          <ac:inkMkLst>
            <pc:docMk/>
            <pc:sldMk cId="500877927" sldId="274"/>
            <ac:inkMk id="50" creationId="{798D50C0-B6A7-386B-3790-C5539AAEBEF5}"/>
          </ac:inkMkLst>
        </pc:inkChg>
        <pc:inkChg chg="add reco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51" creationId="{C1C50068-2478-28FE-4D19-3C257AC8FAA5}"/>
          </ac:inkMkLst>
        </pc:inkChg>
        <pc:inkChg chg="add reco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52" creationId="{FB33F0B1-E102-CC3C-0607-245EA72A2745}"/>
          </ac:inkMkLst>
        </pc:inkChg>
        <pc:inkChg chg="add">
          <ac:chgData name="Bhowmik, Sayan" userId="2b51cadb-156e-4c9a-99fc-6d2138739850" providerId="ADAL" clId="{F84FF9A7-A6D1-9F48-9981-D5AAC95CF743}" dt="2023-09-06T20:30:07.191" v="421"/>
          <ac:inkMkLst>
            <pc:docMk/>
            <pc:sldMk cId="500877927" sldId="274"/>
            <ac:inkMk id="53" creationId="{B6466D06-6CC8-2117-E7AB-85617BFD0AE1}"/>
          </ac:inkMkLst>
        </pc:inkChg>
        <pc:inkChg chg="add">
          <ac:chgData name="Bhowmik, Sayan" userId="2b51cadb-156e-4c9a-99fc-6d2138739850" providerId="ADAL" clId="{F84FF9A7-A6D1-9F48-9981-D5AAC95CF743}" dt="2023-09-06T20:30:07.439" v="422"/>
          <ac:inkMkLst>
            <pc:docMk/>
            <pc:sldMk cId="500877927" sldId="274"/>
            <ac:inkMk id="56" creationId="{4AB5C789-3B04-889D-0410-4D99BD5735B3}"/>
          </ac:inkMkLst>
        </pc:inkChg>
        <pc:inkChg chg="add">
          <ac:chgData name="Bhowmik, Sayan" userId="2b51cadb-156e-4c9a-99fc-6d2138739850" providerId="ADAL" clId="{F84FF9A7-A6D1-9F48-9981-D5AAC95CF743}" dt="2023-09-06T20:30:07.939" v="423"/>
          <ac:inkMkLst>
            <pc:docMk/>
            <pc:sldMk cId="500877927" sldId="274"/>
            <ac:inkMk id="57" creationId="{CF16521A-0E44-2A53-4F10-E4444ECCE6BA}"/>
          </ac:inkMkLst>
        </pc:inkChg>
        <pc:inkChg chg="add">
          <ac:chgData name="Bhowmik, Sayan" userId="2b51cadb-156e-4c9a-99fc-6d2138739850" providerId="ADAL" clId="{F84FF9A7-A6D1-9F48-9981-D5AAC95CF743}" dt="2023-09-06T20:30:08.685" v="424"/>
          <ac:inkMkLst>
            <pc:docMk/>
            <pc:sldMk cId="500877927" sldId="274"/>
            <ac:inkMk id="58" creationId="{BD4C585B-5E1F-6830-4013-031F6754EE33}"/>
          </ac:inkMkLst>
        </pc:inkChg>
        <pc:inkChg chg="add">
          <ac:chgData name="Bhowmik, Sayan" userId="2b51cadb-156e-4c9a-99fc-6d2138739850" providerId="ADAL" clId="{F84FF9A7-A6D1-9F48-9981-D5AAC95CF743}" dt="2023-09-06T20:30:09.587" v="425"/>
          <ac:inkMkLst>
            <pc:docMk/>
            <pc:sldMk cId="500877927" sldId="274"/>
            <ac:inkMk id="59" creationId="{8160A34B-F813-53D7-1011-E16E1D43A2D2}"/>
          </ac:inkMkLst>
        </pc:inkChg>
        <pc:inkChg chg="add">
          <ac:chgData name="Bhowmik, Sayan" userId="2b51cadb-156e-4c9a-99fc-6d2138739850" providerId="ADAL" clId="{F84FF9A7-A6D1-9F48-9981-D5AAC95CF743}" dt="2023-09-06T20:30:10.055" v="426"/>
          <ac:inkMkLst>
            <pc:docMk/>
            <pc:sldMk cId="500877927" sldId="274"/>
            <ac:inkMk id="60" creationId="{C1432DD5-AA6D-8B19-C0B2-ED0D1311D7A6}"/>
          </ac:inkMkLst>
        </pc:inkChg>
        <pc:inkChg chg="add">
          <ac:chgData name="Bhowmik, Sayan" userId="2b51cadb-156e-4c9a-99fc-6d2138739850" providerId="ADAL" clId="{F84FF9A7-A6D1-9F48-9981-D5AAC95CF743}" dt="2023-09-06T20:30:10.271" v="427"/>
          <ac:inkMkLst>
            <pc:docMk/>
            <pc:sldMk cId="500877927" sldId="274"/>
            <ac:inkMk id="62" creationId="{700751FF-3340-7747-FC91-B29479F91E6F}"/>
          </ac:inkMkLst>
        </pc:inkChg>
        <pc:inkChg chg="add">
          <ac:chgData name="Bhowmik, Sayan" userId="2b51cadb-156e-4c9a-99fc-6d2138739850" providerId="ADAL" clId="{F84FF9A7-A6D1-9F48-9981-D5AAC95CF743}" dt="2023-09-06T20:30:10.520" v="428"/>
          <ac:inkMkLst>
            <pc:docMk/>
            <pc:sldMk cId="500877927" sldId="274"/>
            <ac:inkMk id="63" creationId="{1A3B69D5-363D-65B3-29CB-A43BDFA2AE6C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64" creationId="{CCF7600C-C79B-A052-C70E-EBE628AF8C93}"/>
          </ac:inkMkLst>
        </pc:inkChg>
        <pc:inkChg chg="add">
          <ac:chgData name="Bhowmik, Sayan" userId="2b51cadb-156e-4c9a-99fc-6d2138739850" providerId="ADAL" clId="{F84FF9A7-A6D1-9F48-9981-D5AAC95CF743}" dt="2023-09-06T20:30:11.087" v="429"/>
          <ac:inkMkLst>
            <pc:docMk/>
            <pc:sldMk cId="500877927" sldId="274"/>
            <ac:inkMk id="65" creationId="{F2DFB1DC-2164-D5D8-96E2-51D1EBC939E4}"/>
          </ac:inkMkLst>
        </pc:inkChg>
        <pc:inkChg chg="add">
          <ac:chgData name="Bhowmik, Sayan" userId="2b51cadb-156e-4c9a-99fc-6d2138739850" providerId="ADAL" clId="{F84FF9A7-A6D1-9F48-9981-D5AAC95CF743}" dt="2023-09-06T20:30:11.697" v="430"/>
          <ac:inkMkLst>
            <pc:docMk/>
            <pc:sldMk cId="500877927" sldId="274"/>
            <ac:inkMk id="66" creationId="{001F6708-26C5-FE79-29A8-8A5095D3CC92}"/>
          </ac:inkMkLst>
        </pc:inkChg>
        <pc:inkChg chg="add">
          <ac:chgData name="Bhowmik, Sayan" userId="2b51cadb-156e-4c9a-99fc-6d2138739850" providerId="ADAL" clId="{F84FF9A7-A6D1-9F48-9981-D5AAC95CF743}" dt="2023-09-06T20:30:12.052" v="431"/>
          <ac:inkMkLst>
            <pc:docMk/>
            <pc:sldMk cId="500877927" sldId="274"/>
            <ac:inkMk id="67" creationId="{EBD0DD93-7622-E772-927C-E3E90F6A4D44}"/>
          </ac:inkMkLst>
        </pc:inkChg>
        <pc:inkChg chg="add">
          <ac:chgData name="Bhowmik, Sayan" userId="2b51cadb-156e-4c9a-99fc-6d2138739850" providerId="ADAL" clId="{F84FF9A7-A6D1-9F48-9981-D5AAC95CF743}" dt="2023-09-06T20:30:12.768" v="432"/>
          <ac:inkMkLst>
            <pc:docMk/>
            <pc:sldMk cId="500877927" sldId="274"/>
            <ac:inkMk id="68" creationId="{3EFF820E-54F7-9331-70E4-00BAE23FCE2B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70" creationId="{75A986B6-FED4-76A2-E4C0-8958832B0AF0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71" creationId="{2075FADB-D44E-3841-A495-EAF4E1163F2A}"/>
          </ac:inkMkLst>
        </pc:inkChg>
        <pc:inkChg chg="add">
          <ac:chgData name="Bhowmik, Sayan" userId="2b51cadb-156e-4c9a-99fc-6d2138739850" providerId="ADAL" clId="{F84FF9A7-A6D1-9F48-9981-D5AAC95CF743}" dt="2023-09-06T20:30:21.756" v="433"/>
          <ac:inkMkLst>
            <pc:docMk/>
            <pc:sldMk cId="500877927" sldId="274"/>
            <ac:inkMk id="73" creationId="{11B1D53D-F7F8-226F-B43C-C0C4ECBED039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74" creationId="{8F0174EF-927D-FF54-7DEB-EAA3F054D06B}"/>
          </ac:inkMkLst>
        </pc:inkChg>
        <pc:inkChg chg="add">
          <ac:chgData name="Bhowmik, Sayan" userId="2b51cadb-156e-4c9a-99fc-6d2138739850" providerId="ADAL" clId="{F84FF9A7-A6D1-9F48-9981-D5AAC95CF743}" dt="2023-09-06T20:30:22.298" v="434"/>
          <ac:inkMkLst>
            <pc:docMk/>
            <pc:sldMk cId="500877927" sldId="274"/>
            <ac:inkMk id="75" creationId="{983B3E3E-CF2F-6223-BB44-904BB28101FF}"/>
          </ac:inkMkLst>
        </pc:inkChg>
        <pc:inkChg chg="add">
          <ac:chgData name="Bhowmik, Sayan" userId="2b51cadb-156e-4c9a-99fc-6d2138739850" providerId="ADAL" clId="{F84FF9A7-A6D1-9F48-9981-D5AAC95CF743}" dt="2023-09-06T20:30:22.702" v="435"/>
          <ac:inkMkLst>
            <pc:docMk/>
            <pc:sldMk cId="500877927" sldId="274"/>
            <ac:inkMk id="76" creationId="{B8E76C06-4947-1A3B-873B-ACF90578087E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77" creationId="{909EF8E7-6BFD-D06A-8B1D-4D6BF85BCCDF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0" creationId="{62C3E11F-A9AA-265A-C117-9F917DBE0CBA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1" creationId="{A8E309AE-01E5-6170-1A41-20B642005F93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3" creationId="{73DF836D-A436-C772-0638-B3989249FE7E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4" creationId="{7C645685-3962-9C63-5549-BC05AA94D615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5" creationId="{9AFBB5C5-798B-26AD-79CC-311DAF8A4D08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6" creationId="{393313BB-60A7-136F-F904-7373A9211D90}"/>
          </ac:inkMkLst>
        </pc:inkChg>
        <pc:inkChg chg="add reco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8" creationId="{A3C13254-AC12-8FDE-B827-AE7C15117C49}"/>
          </ac:inkMkLst>
        </pc:inkChg>
        <pc:inkChg chg="add del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89" creationId="{127F5C39-37EE-79C3-D5F0-003E87D7E7B9}"/>
          </ac:inkMkLst>
        </pc:inkChg>
        <pc:inkChg chg="add del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90" creationId="{D6EBC9E7-EA7A-35AA-2099-7A2E237ADB35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91" creationId="{CFA24D12-64CE-D35B-1A3C-0A317A20B1EB}"/>
          </ac:inkMkLst>
        </pc:inkChg>
        <pc:inkChg chg="add del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92" creationId="{BD501115-6E9D-1948-A5C8-AC13724BAF38}"/>
          </ac:inkMkLst>
        </pc:inkChg>
        <pc:inkChg chg="add del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98" creationId="{3CAD8CFA-B1DD-C7EE-43ED-ABAC2EBEC7BB}"/>
          </ac:inkMkLst>
        </pc:inkChg>
        <pc:inkChg chg="add reco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99" creationId="{B8DB676C-6C86-96BA-E417-9DFCC76A9103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0" creationId="{46BE0561-A46C-B508-B4D7-C4BD0D27F143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3" creationId="{FB001DEF-065F-E8B7-DE7E-C071E016FB58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4" creationId="{A83D525B-6472-1DE8-E842-B14EE0A63851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105" creationId="{9AC8AF98-DD22-4914-03FA-63DD1F6AFC79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106" creationId="{80E8732B-F46C-D529-F559-BA642BEECD62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7" creationId="{CEAFF21C-8719-5F5D-78F7-E8334A506342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8" creationId="{AC4C6C8D-0CDE-A5B4-0128-03BE75A21A30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2" creationId="{A13D97A8-98BA-E64A-5D37-A83FA5795E5A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3" creationId="{8F0BFEB7-02C9-8597-FE37-C33113195059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4" creationId="{5BBCBD00-F42A-1960-F3A5-3D9ABC12AB8B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6" creationId="{2831747E-0720-495D-9001-2A4FA79E21DE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7" creationId="{1CFEF9CD-6444-591E-ABDF-65CCEB5845AC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8" creationId="{DEED181C-7C8D-E1C5-36D5-FDADE0EB299A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9" creationId="{389CE794-30D3-1C13-85C8-58B48C125473}"/>
          </ac:inkMkLst>
        </pc:inkChg>
        <pc:inkChg chg="del">
          <ac:chgData name="Bhowmik, Sayan" userId="2b51cadb-156e-4c9a-99fc-6d2138739850" providerId="ADAL" clId="{F84FF9A7-A6D1-9F48-9981-D5AAC95CF743}" dt="2023-09-06T20:26:35.660" v="392"/>
          <ac:inkMkLst>
            <pc:docMk/>
            <pc:sldMk cId="500877927" sldId="274"/>
            <ac:inkMk id="120" creationId="{EDE5D22B-CC55-F82A-5E78-2953C1F7E52E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21" creationId="{5FCCACF4-1A23-8E49-15AC-CFC2F513AF23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22" creationId="{7F344CC1-D734-7934-3937-3CF5A7A68098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24" creationId="{EC7FADA2-F2D4-8D97-DB1A-CF0F33D69C66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25" creationId="{AA9C080A-3A1A-2490-2585-C70E0D467A09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0" creationId="{655B008F-9725-67A4-0C8F-524C794B3671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1" creationId="{6644FCC5-05B5-9F37-7665-0953D067A1AA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2" creationId="{840EC0A3-31E0-A0DE-F284-88CAD561A870}"/>
          </ac:inkMkLst>
        </pc:inkChg>
        <pc:inkChg chg="del">
          <ac:chgData name="Bhowmik, Sayan" userId="2b51cadb-156e-4c9a-99fc-6d2138739850" providerId="ADAL" clId="{F84FF9A7-A6D1-9F48-9981-D5AAC95CF743}" dt="2023-09-06T20:26:35.658" v="391"/>
          <ac:inkMkLst>
            <pc:docMk/>
            <pc:sldMk cId="500877927" sldId="274"/>
            <ac:inkMk id="133" creationId="{38D2E000-5CD4-2137-88AE-A6C2C77B03F0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4" creationId="{E1A553E4-F856-ED62-7E3A-5F3CE56105D7}"/>
          </ac:inkMkLst>
        </pc:inkChg>
        <pc:inkChg chg="add reco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7" creationId="{8CF19BDD-FD74-9880-B138-F3261EB782D6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0:41:34.839" v="602"/>
        <pc:sldMkLst>
          <pc:docMk/>
          <pc:sldMk cId="1324301287" sldId="275"/>
        </pc:sldMkLst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15" creationId="{AF7F3932-6086-F0EB-9A26-4C4AA85E2CA1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16" creationId="{F56FB1D2-EE41-FE66-F96C-5806F09C6D4A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18" creationId="{99F520FE-E9B2-19C6-47A9-6786CE60BAB1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19" creationId="{85FAACE6-F13F-8140-5C1F-6D76853E8E09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4" creationId="{D3D46B35-6673-7FE2-86C1-FEB3C5CCF8B1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5" creationId="{D0D672ED-A935-ABD9-2BDE-88DE18DA0446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6" creationId="{59910306-1587-C7A3-6B78-4D2CEE4E00E6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7" creationId="{2E3B6B8E-822F-9D80-37E1-4AE7DC6C9DAF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8" creationId="{ECDC795D-360A-771E-9B70-A404288DB078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9" creationId="{4F86B487-6A60-84CD-0A32-822B0677344A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0" creationId="{F74C0454-3F69-1D04-D874-B1B7F190D7B9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1" creationId="{8F991FE7-BC83-A4DC-505F-509346BF50EF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2" creationId="{815BEB22-9DAA-53A1-E924-BDD7112831C6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3" creationId="{3C914C68-63B9-B5E5-4678-1B4DF9B920F9}"/>
          </ac:inkMkLst>
        </pc:inkChg>
        <pc:inkChg chg="add reco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5" creationId="{71F67C67-7477-418E-E661-6EA3A3B25C15}"/>
          </ac:inkMkLst>
        </pc:inkChg>
        <pc:inkChg chg="add">
          <ac:chgData name="Bhowmik, Sayan" userId="2b51cadb-156e-4c9a-99fc-6d2138739850" providerId="ADAL" clId="{F84FF9A7-A6D1-9F48-9981-D5AAC95CF743}" dt="2023-09-06T20:34:36.156" v="487"/>
          <ac:inkMkLst>
            <pc:docMk/>
            <pc:sldMk cId="1324301287" sldId="275"/>
            <ac:inkMk id="36" creationId="{6D2A7FC4-AA91-3432-1470-E90E68E83D05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37" creationId="{A17B458E-CC42-DAB3-495D-28029AAD9F55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38" creationId="{03C227F1-3989-E7EA-F50E-809A50D9F0C7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39" creationId="{80159810-D253-5A13-40BC-70166EB44FB2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0" creationId="{8917CA1E-6BF5-AB70-418E-B11BED337C29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1" creationId="{35B1999B-ACCA-ADDE-A13B-F76F96735BAD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3" creationId="{360D6640-16C7-1267-9D51-41DB6E26F486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4" creationId="{DCA84DD0-57D7-6999-D1F7-A7B5F1CC1544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5" creationId="{1948C69D-238C-9E05-3AD1-A8636D7E16F2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6" creationId="{D389216A-4565-94CC-D570-77EFF6A7F777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8" creationId="{4F5A30B3-0DA9-9105-19B9-EDAE82426B53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9" creationId="{472FE8A2-EA1C-B181-1939-FEC4D498711C}"/>
          </ac:inkMkLst>
        </pc:inkChg>
        <pc:inkChg chg="add reco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54" creationId="{97468F93-91CB-F329-EC03-A2536CE392D8}"/>
          </ac:inkMkLst>
        </pc:inkChg>
        <pc:inkChg chg="add reco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55" creationId="{4C883E0F-68D9-CFDD-4076-2338E2C9B7D6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61" creationId="{A1075B77-4BE8-4611-5664-E2341FF12C95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69" creationId="{43B18838-ECCC-F7C8-5940-EE44AE64EA09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72" creationId="{06AC4335-BF4B-E3FE-EFE2-F2F5076EBAD3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77" creationId="{2392D2FC-7D16-A662-0CA7-B277E609F662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78" creationId="{F9DF018B-2D7E-45DD-C34C-9F078313109B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79" creationId="{35A4DEB0-B77F-E393-C79D-9539A770F725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80" creationId="{901AD549-DB1A-4C4E-3435-108535CBE844}"/>
          </ac:inkMkLst>
        </pc:inkChg>
        <pc:inkChg chg="add reco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81" creationId="{EA899094-15CE-8035-31E2-7BC92B4B5759}"/>
          </ac:inkMkLst>
        </pc:inkChg>
        <pc:inkChg chg="add del">
          <ac:chgData name="Bhowmik, Sayan" userId="2b51cadb-156e-4c9a-99fc-6d2138739850" providerId="ADAL" clId="{F84FF9A7-A6D1-9F48-9981-D5AAC95CF743}" dt="2023-09-06T20:37:32.321" v="510"/>
          <ac:inkMkLst>
            <pc:docMk/>
            <pc:sldMk cId="1324301287" sldId="275"/>
            <ac:inkMk id="82" creationId="{299A5B3E-8CE7-B991-BE53-D8F886659808}"/>
          </ac:inkMkLst>
        </pc:inkChg>
        <pc:inkChg chg="add del">
          <ac:chgData name="Bhowmik, Sayan" userId="2b51cadb-156e-4c9a-99fc-6d2138739850" providerId="ADAL" clId="{F84FF9A7-A6D1-9F48-9981-D5AAC95CF743}" dt="2023-09-06T20:37:32.321" v="510"/>
          <ac:inkMkLst>
            <pc:docMk/>
            <pc:sldMk cId="1324301287" sldId="275"/>
            <ac:inkMk id="83" creationId="{1DAF6379-0BD5-769F-985A-D78E0CF2A743}"/>
          </ac:inkMkLst>
        </pc:inkChg>
        <pc:inkChg chg="add reco">
          <ac:chgData name="Bhowmik, Sayan" userId="2b51cadb-156e-4c9a-99fc-6d2138739850" providerId="ADAL" clId="{F84FF9A7-A6D1-9F48-9981-D5AAC95CF743}" dt="2023-09-06T20:37:32.321" v="510"/>
          <ac:inkMkLst>
            <pc:docMk/>
            <pc:sldMk cId="1324301287" sldId="275"/>
            <ac:inkMk id="84" creationId="{336C0445-E488-0A95-5913-DBF1AC30917A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85" creationId="{30C826AB-D53A-0B29-D64A-9731F6A611C9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86" creationId="{DE8AB446-BB13-A7A8-B974-0A0B8E9774A2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87" creationId="{A7B37D03-51FC-E536-E1FF-ED2E2AFA030D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89" creationId="{AA37D63D-222C-4D07-7A5F-AFC8824BD349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0" creationId="{B3C866F9-6586-5CA4-EA75-C1D09A4957F6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2" creationId="{6DC71A0A-924A-E1BD-5EAA-8B842C42A1FF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3" creationId="{53C15840-34FA-81D1-88A4-E18221072104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4" creationId="{C798925C-608B-4B8F-0E3B-9FF6DAF6AADF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5" creationId="{2F7CD3AE-2493-FD85-D125-8CFD89E82D9D}"/>
          </ac:inkMkLst>
        </pc:inkChg>
        <pc:inkChg chg="add reco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6" creationId="{489A6373-C41C-2E77-1AD4-5290FE11C191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97" creationId="{B7879FF2-8FB1-5BA0-4F01-D56E0880ADBE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98" creationId="{EF20B842-4888-90ED-D08A-34AAA894B13C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0" creationId="{41250204-3724-2D72-CB68-6E2D274947DA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1" creationId="{38B2B340-802C-30A0-867C-F62E5A2578AA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2" creationId="{8F55BE1A-F8B6-AB26-6FE9-175D6006F749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3" creationId="{B233D0DD-1A51-DA0E-9223-113F20B95728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4" creationId="{D782E1C2-B46E-E528-677D-79F71B82DCE4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7" creationId="{049BF789-D11A-5786-F00D-8A4ECDEBBD8D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8" creationId="{D0A81D65-D7C6-E4DD-811D-22920C634B84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9" creationId="{99F83E27-0237-0C62-314A-F1567903B3B8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0" creationId="{67967AFE-BDB1-A404-D763-79F5EFFDB7B0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1" creationId="{25C91EB7-7CEB-C237-8969-BCA7A138FFD7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2" creationId="{4D53618D-2D49-C0FD-798C-010D118EAF7C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3" creationId="{24E6596B-4634-695F-8F9A-211BA4213A08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4" creationId="{CED73CCE-30AB-0601-E68D-35E17A38626D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5" creationId="{85133790-0547-1027-02C3-3312C238A375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6" creationId="{5744AB01-C320-CA2E-A159-BB204319B78C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7" creationId="{6BBDD19B-C47C-C17C-AED1-CB64669EA9E8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8" creationId="{FB853E25-FCFC-5047-74F4-14B925F5DD45}"/>
          </ac:inkMkLst>
        </pc:inkChg>
        <pc:inkChg chg="add reco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9" creationId="{C1CEE7D4-F857-33A9-8A5A-158901B4ED6B}"/>
          </ac:inkMkLst>
        </pc:inkChg>
        <pc:inkChg chg="add reco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20" creationId="{CDCAD4C3-B9A6-EAA0-6163-BADFC0B1DA9F}"/>
          </ac:inkMkLst>
        </pc:inkChg>
        <pc:inkChg chg="add del">
          <ac:chgData name="Bhowmik, Sayan" userId="2b51cadb-156e-4c9a-99fc-6d2138739850" providerId="ADAL" clId="{F84FF9A7-A6D1-9F48-9981-D5AAC95CF743}" dt="2023-09-06T20:40:31.212" v="550"/>
          <ac:inkMkLst>
            <pc:docMk/>
            <pc:sldMk cId="1324301287" sldId="275"/>
            <ac:inkMk id="121" creationId="{8DAF72AC-C2CD-B100-179F-40BF9C883CE4}"/>
          </ac:inkMkLst>
        </pc:inkChg>
        <pc:inkChg chg="add del">
          <ac:chgData name="Bhowmik, Sayan" userId="2b51cadb-156e-4c9a-99fc-6d2138739850" providerId="ADAL" clId="{F84FF9A7-A6D1-9F48-9981-D5AAC95CF743}" dt="2023-09-06T20:40:30.849" v="549"/>
          <ac:inkMkLst>
            <pc:docMk/>
            <pc:sldMk cId="1324301287" sldId="275"/>
            <ac:inkMk id="122" creationId="{6066CD76-73A4-B3AD-4087-A65874D72BA6}"/>
          </ac:inkMkLst>
        </pc:inkChg>
        <pc:inkChg chg="add del reco">
          <ac:chgData name="Bhowmik, Sayan" userId="2b51cadb-156e-4c9a-99fc-6d2138739850" providerId="ADAL" clId="{F84FF9A7-A6D1-9F48-9981-D5AAC95CF743}" dt="2023-09-06T20:40:30.849" v="549"/>
          <ac:inkMkLst>
            <pc:docMk/>
            <pc:sldMk cId="1324301287" sldId="275"/>
            <ac:inkMk id="123" creationId="{7C01BFE4-8B12-77C8-8203-F4E311E4B3AF}"/>
          </ac:inkMkLst>
        </pc:inkChg>
        <pc:inkChg chg="add del">
          <ac:chgData name="Bhowmik, Sayan" userId="2b51cadb-156e-4c9a-99fc-6d2138739850" providerId="ADAL" clId="{F84FF9A7-A6D1-9F48-9981-D5AAC95CF743}" dt="2023-09-06T20:40:29.511" v="548"/>
          <ac:inkMkLst>
            <pc:docMk/>
            <pc:sldMk cId="1324301287" sldId="275"/>
            <ac:inkMk id="124" creationId="{1B6795DD-6DE6-458C-ADCE-DA9AE1E5C662}"/>
          </ac:inkMkLst>
        </pc:inkChg>
        <pc:inkChg chg="add del">
          <ac:chgData name="Bhowmik, Sayan" userId="2b51cadb-156e-4c9a-99fc-6d2138739850" providerId="ADAL" clId="{F84FF9A7-A6D1-9F48-9981-D5AAC95CF743}" dt="2023-09-06T20:40:29.195" v="547"/>
          <ac:inkMkLst>
            <pc:docMk/>
            <pc:sldMk cId="1324301287" sldId="275"/>
            <ac:inkMk id="125" creationId="{BAE91A2D-8CBE-E9E0-BE83-5936B9D1DD85}"/>
          </ac:inkMkLst>
        </pc:inkChg>
        <pc:inkChg chg="add del reco">
          <ac:chgData name="Bhowmik, Sayan" userId="2b51cadb-156e-4c9a-99fc-6d2138739850" providerId="ADAL" clId="{F84FF9A7-A6D1-9F48-9981-D5AAC95CF743}" dt="2023-09-06T20:40:29.195" v="547"/>
          <ac:inkMkLst>
            <pc:docMk/>
            <pc:sldMk cId="1324301287" sldId="275"/>
            <ac:inkMk id="126" creationId="{E80188EF-1ED3-6215-F1F5-C2A92670DA1A}"/>
          </ac:inkMkLst>
        </pc:inkChg>
        <pc:inkChg chg="add del">
          <ac:chgData name="Bhowmik, Sayan" userId="2b51cadb-156e-4c9a-99fc-6d2138739850" providerId="ADAL" clId="{F84FF9A7-A6D1-9F48-9981-D5AAC95CF743}" dt="2023-09-06T20:41:04.921" v="563"/>
          <ac:inkMkLst>
            <pc:docMk/>
            <pc:sldMk cId="1324301287" sldId="275"/>
            <ac:inkMk id="127" creationId="{4B66519D-4765-8C7E-DD92-1476E63D3227}"/>
          </ac:inkMkLst>
        </pc:inkChg>
        <pc:inkChg chg="add del">
          <ac:chgData name="Bhowmik, Sayan" userId="2b51cadb-156e-4c9a-99fc-6d2138739850" providerId="ADAL" clId="{F84FF9A7-A6D1-9F48-9981-D5AAC95CF743}" dt="2023-09-06T20:41:04.455" v="562"/>
          <ac:inkMkLst>
            <pc:docMk/>
            <pc:sldMk cId="1324301287" sldId="275"/>
            <ac:inkMk id="128" creationId="{B2BA5568-6DCA-3BF5-7E14-47E8AD24D201}"/>
          </ac:inkMkLst>
        </pc:inkChg>
        <pc:inkChg chg="add del">
          <ac:chgData name="Bhowmik, Sayan" userId="2b51cadb-156e-4c9a-99fc-6d2138739850" providerId="ADAL" clId="{F84FF9A7-A6D1-9F48-9981-D5AAC95CF743}" dt="2023-09-06T20:41:04.188" v="561"/>
          <ac:inkMkLst>
            <pc:docMk/>
            <pc:sldMk cId="1324301287" sldId="275"/>
            <ac:inkMk id="129" creationId="{ECA0E771-2268-BE4A-ECFF-F39FE5BE70AB}"/>
          </ac:inkMkLst>
        </pc:inkChg>
        <pc:inkChg chg="add del">
          <ac:chgData name="Bhowmik, Sayan" userId="2b51cadb-156e-4c9a-99fc-6d2138739850" providerId="ADAL" clId="{F84FF9A7-A6D1-9F48-9981-D5AAC95CF743}" dt="2023-09-06T20:41:02.586" v="560"/>
          <ac:inkMkLst>
            <pc:docMk/>
            <pc:sldMk cId="1324301287" sldId="275"/>
            <ac:inkMk id="130" creationId="{91D8EFFE-B566-8897-4B96-370ED050AD8F}"/>
          </ac:inkMkLst>
        </pc:inkChg>
        <pc:inkChg chg="add del">
          <ac:chgData name="Bhowmik, Sayan" userId="2b51cadb-156e-4c9a-99fc-6d2138739850" providerId="ADAL" clId="{F84FF9A7-A6D1-9F48-9981-D5AAC95CF743}" dt="2023-09-06T20:41:02.421" v="559"/>
          <ac:inkMkLst>
            <pc:docMk/>
            <pc:sldMk cId="1324301287" sldId="275"/>
            <ac:inkMk id="131" creationId="{0B38CDF4-A78A-8F89-3711-0EA0FF00023F}"/>
          </ac:inkMkLst>
        </pc:inkChg>
        <pc:inkChg chg="add del">
          <ac:chgData name="Bhowmik, Sayan" userId="2b51cadb-156e-4c9a-99fc-6d2138739850" providerId="ADAL" clId="{F84FF9A7-A6D1-9F48-9981-D5AAC95CF743}" dt="2023-09-06T20:41:02.192" v="558"/>
          <ac:inkMkLst>
            <pc:docMk/>
            <pc:sldMk cId="1324301287" sldId="275"/>
            <ac:inkMk id="132" creationId="{764BD664-ADDD-B1BD-C593-031C696717CE}"/>
          </ac:inkMkLst>
        </pc:inkChg>
        <pc:inkChg chg="add del reco">
          <ac:chgData name="Bhowmik, Sayan" userId="2b51cadb-156e-4c9a-99fc-6d2138739850" providerId="ADAL" clId="{F84FF9A7-A6D1-9F48-9981-D5AAC95CF743}" dt="2023-09-06T20:41:02.192" v="558"/>
          <ac:inkMkLst>
            <pc:docMk/>
            <pc:sldMk cId="1324301287" sldId="275"/>
            <ac:inkMk id="133" creationId="{8B572CC6-AE9A-0C01-E7B8-D0745A745498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4" creationId="{F303FB43-AFAD-72F8-FAC5-59CC3CDF5AF0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5" creationId="{8352FEA7-530A-5402-2FA8-E289FC65D323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6" creationId="{4E11BF64-F082-544A-4A75-0F58823D7692}"/>
          </ac:inkMkLst>
        </pc:inkChg>
        <pc:inkChg chg="mod modStrokes">
          <ac:chgData name="Bhowmik, Sayan" userId="2b51cadb-156e-4c9a-99fc-6d2138739850" providerId="ADAL" clId="{F84FF9A7-A6D1-9F48-9981-D5AAC95CF743}" dt="2023-09-06T20:34:01.557" v="471"/>
          <ac:inkMkLst>
            <pc:docMk/>
            <pc:sldMk cId="1324301287" sldId="275"/>
            <ac:inkMk id="137" creationId="{8CF19BDD-FD74-9880-B138-F3261EB782D6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8" creationId="{6C079164-6894-0626-4174-7D6033870EE0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9" creationId="{C4D567CC-8B82-617A-6A70-342B76D3EAE7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0" creationId="{921BC094-73E9-146B-D8E3-F41E894FBDE5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1" creationId="{6089DCF0-A75E-9EC0-6BA0-ABCD19FDF46C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2" creationId="{D3AFC99C-87AA-FC7E-DEC7-10C61DB534D7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3" creationId="{0B5ACFA5-5FCF-C949-D6EB-2F4A0C3C63CA}"/>
          </ac:inkMkLst>
        </pc:inkChg>
        <pc:inkChg chg="add reco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4" creationId="{1F7CBC9B-5CB1-1B29-F51C-7734D1D8E045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5" creationId="{D2C27FA5-CFAD-7A3A-B2B8-EAC30950D843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6" creationId="{AAE585D1-C4F3-E310-4A08-ECE4805DFD74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7" creationId="{8295E5E9-C7B0-9191-081E-7F03037BA389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8" creationId="{B24F1552-F893-935F-3CA7-893A68C7BF57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9" creationId="{8BB7CFB8-47CA-23BF-99EF-0D554FBBA5BE}"/>
          </ac:inkMkLst>
        </pc:inkChg>
        <pc:inkChg chg="add reco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50" creationId="{B406D35A-2F62-32D7-A934-8F7A62CBFC3A}"/>
          </ac:inkMkLst>
        </pc:inkChg>
        <pc:inkChg chg="add">
          <ac:chgData name="Bhowmik, Sayan" userId="2b51cadb-156e-4c9a-99fc-6d2138739850" providerId="ADAL" clId="{F84FF9A7-A6D1-9F48-9981-D5AAC95CF743}" dt="2023-09-06T20:41:23.322" v="580"/>
          <ac:inkMkLst>
            <pc:docMk/>
            <pc:sldMk cId="1324301287" sldId="275"/>
            <ac:inkMk id="151" creationId="{A0C93655-6897-5F9A-0D3E-FBBF5175561E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2" creationId="{7095403A-F206-B456-C6B2-13C858300AA0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3" creationId="{29AA6E1D-27B6-C3AA-313A-5157722077FF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4" creationId="{DB747E4C-6DDB-9B9A-4F9C-D93AED590BDF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5" creationId="{90A0F8BF-68B7-7116-0E36-FBE3BEE5F4AF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6" creationId="{554EB432-B808-67EE-6E03-3E4FD7798527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7" creationId="{7E2AC9D2-2BA1-D0CA-5D15-F155232EECB0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8" creationId="{C58164EC-32C3-9187-71EF-D50F8AEFC956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9" creationId="{A0765641-FC6C-F61C-A600-BAAA4D81D53D}"/>
          </ac:inkMkLst>
        </pc:inkChg>
        <pc:inkChg chg="add reco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60" creationId="{25872653-5657-CD1E-DF56-C2E71201B61B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1" creationId="{D5886170-0AB1-B05F-CAFD-A37F0A80B0F5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2" creationId="{97EE2126-F0A5-06E1-E407-9EC8286F2DB9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3" creationId="{53CFC8E7-CE38-A5E5-946B-F0BF222F2788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4" creationId="{D0C00183-5FE4-E44B-3FD1-F2EBB95AFDD1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5" creationId="{A45AEEEB-D743-4572-42FC-3ACA6060CA31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6" creationId="{00A37D7B-184B-A435-7C9C-FA25E6F936EE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7" creationId="{39591AA7-64E9-A0E5-CC17-A5387553F23F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8" creationId="{B3C6A339-1691-1FC9-F2A1-586C5720232F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9" creationId="{6EFF8830-B03D-F33A-F350-7EF8107D8F80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70" creationId="{5C3CBF5D-EDF0-3DB7-8199-5443C544A071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71" creationId="{52BC237C-5AE5-DDF7-5A19-E345EB7352F2}"/>
          </ac:inkMkLst>
        </pc:inkChg>
        <pc:inkChg chg="add reco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72" creationId="{C4552F09-1216-E3A8-6AA5-CF8C15622DB5}"/>
          </ac:inkMkLst>
        </pc:inkChg>
        <pc:inkChg chg="add">
          <ac:chgData name="Bhowmik, Sayan" userId="2b51cadb-156e-4c9a-99fc-6d2138739850" providerId="ADAL" clId="{F84FF9A7-A6D1-9F48-9981-D5AAC95CF743}" dt="2023-09-06T20:41:34.839" v="602"/>
          <ac:inkMkLst>
            <pc:docMk/>
            <pc:sldMk cId="1324301287" sldId="275"/>
            <ac:inkMk id="173" creationId="{4F23535A-CFC0-993D-1DB1-801E0DCFC584}"/>
          </ac:inkMkLst>
        </pc:inkChg>
      </pc:sldChg>
      <pc:sldChg chg="addSp delSp">
        <pc:chgData name="Bhowmik, Sayan" userId="2b51cadb-156e-4c9a-99fc-6d2138739850" providerId="ADAL" clId="{F84FF9A7-A6D1-9F48-9981-D5AAC95CF743}" dt="2023-09-06T20:55:39.166" v="729"/>
        <pc:sldMkLst>
          <pc:docMk/>
          <pc:sldMk cId="700105385" sldId="276"/>
        </pc:sldMkLst>
        <pc:spChg chg="del">
          <ac:chgData name="Bhowmik, Sayan" userId="2b51cadb-156e-4c9a-99fc-6d2138739850" providerId="ADAL" clId="{F84FF9A7-A6D1-9F48-9981-D5AAC95CF743}" dt="2023-09-06T20:46:42.020" v="603" actId="478"/>
          <ac:spMkLst>
            <pc:docMk/>
            <pc:sldMk cId="700105385" sldId="276"/>
            <ac:spMk id="17" creationId="{1263353C-DF18-6879-7E63-A6CF3A5BD04D}"/>
          </ac:spMkLst>
        </pc:sp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2" creationId="{773B0348-4D57-CBAB-9371-F8E8111CDA50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3" creationId="{B43D140F-1A4E-C6DF-D364-7560930B98C9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6" creationId="{DB899920-0EB8-3173-39DC-C7F567DABCC7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7" creationId="{3EC8FD28-C2F2-FF90-4734-9A72764B549E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8" creationId="{8EDC71CE-1854-3692-CC98-15EB0D0D7BBB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9" creationId="{02F71130-2A66-3D8D-2522-98AE95313D3B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10" creationId="{A0197B10-8303-E9EE-4B77-4D6CD54EF3E3}"/>
          </ac:inkMkLst>
        </pc:inkChg>
        <pc:inkChg chg="add reco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11" creationId="{51CC5D32-B42B-AC0A-E9C9-8378FE08936E}"/>
          </ac:inkMkLst>
        </pc:inkChg>
        <pc:inkChg chg="add reco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12" creationId="{4C441D30-3DCF-22F0-258C-819C408E027B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3" creationId="{278F095A-A8E2-4006-79FC-C8728B35A10A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4" creationId="{5A66C7DE-0B20-1A12-C09C-3ACCE0E615E3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5" creationId="{4E8561DE-1D86-81DA-CACA-19B3ED010B49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6" creationId="{E0CAC91F-FC17-9106-A307-BF60EDC77122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8" creationId="{5FC1F8D4-9F3D-4713-421A-43A653AF4438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9" creationId="{135CDEFD-583D-3892-BC75-AFB3271FC5E1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0" creationId="{BC8EE065-5DE9-7721-22BA-C95853F7B9CC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1" creationId="{065C2947-6534-DC65-6D3D-29E1DF8EFA60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2" creationId="{91E40056-156A-3D47-0812-E799452112DA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3" creationId="{A827CDDA-F037-4DDF-8A2B-BBE5B79C2F95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4" creationId="{51788E43-8882-35D3-3BFC-1B0CCDC7693A}"/>
          </ac:inkMkLst>
        </pc:inkChg>
        <pc:inkChg chg="add reco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5" creationId="{C7AD0B73-76A5-5751-BE3D-D2B7DAC320E5}"/>
          </ac:inkMkLst>
        </pc:inkChg>
        <pc:inkChg chg="add reco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6" creationId="{87B79F5B-91BC-9644-F031-4DC36333FCA1}"/>
          </ac:inkMkLst>
        </pc:inkChg>
        <pc:inkChg chg="add">
          <ac:chgData name="Bhowmik, Sayan" userId="2b51cadb-156e-4c9a-99fc-6d2138739850" providerId="ADAL" clId="{F84FF9A7-A6D1-9F48-9981-D5AAC95CF743}" dt="2023-09-06T20:52:56.674" v="624"/>
          <ac:inkMkLst>
            <pc:docMk/>
            <pc:sldMk cId="700105385" sldId="276"/>
            <ac:inkMk id="27" creationId="{7D208406-2F47-EE89-C91A-BDC295389751}"/>
          </ac:inkMkLst>
        </pc:inkChg>
        <pc:inkChg chg="add">
          <ac:chgData name="Bhowmik, Sayan" userId="2b51cadb-156e-4c9a-99fc-6d2138739850" providerId="ADAL" clId="{F84FF9A7-A6D1-9F48-9981-D5AAC95CF743}" dt="2023-09-06T20:52:57.041" v="625"/>
          <ac:inkMkLst>
            <pc:docMk/>
            <pc:sldMk cId="700105385" sldId="276"/>
            <ac:inkMk id="28" creationId="{DB244E21-9A1E-46C6-BCDF-C2C8BC5936B8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29" creationId="{FA29EA25-A0AE-517B-82C3-6DE619F545DA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0" creationId="{7DEC00F1-CACA-009C-9814-A016372444F5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1" creationId="{C5F1671B-C3B6-E321-67B6-A874BF99A333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2" creationId="{8548EB33-6D6F-8855-B5C7-28643FE33886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3" creationId="{5034AE20-4C2B-9B7A-B813-E46D0E9DE2C1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4" creationId="{A121F5AC-7F9B-E9FA-BBAA-2E9117B2E995}"/>
          </ac:inkMkLst>
        </pc:inkChg>
        <pc:inkChg chg="add reco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5" creationId="{22BA177B-232F-8D84-F921-05AFF49C53A6}"/>
          </ac:inkMkLst>
        </pc:inkChg>
        <pc:inkChg chg="add reco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6" creationId="{9DC04AA2-D2CF-CCB5-3633-0224E63D1B2A}"/>
          </ac:inkMkLst>
        </pc:inkChg>
        <pc:inkChg chg="add del">
          <ac:chgData name="Bhowmik, Sayan" userId="2b51cadb-156e-4c9a-99fc-6d2138739850" providerId="ADAL" clId="{F84FF9A7-A6D1-9F48-9981-D5AAC95CF743}" dt="2023-09-06T20:54:13.201" v="636"/>
          <ac:inkMkLst>
            <pc:docMk/>
            <pc:sldMk cId="700105385" sldId="276"/>
            <ac:inkMk id="37" creationId="{CABDAB4B-D04F-A5BD-0B8A-5653D09FB789}"/>
          </ac:inkMkLst>
        </pc:inkChg>
        <pc:inkChg chg="add del">
          <ac:chgData name="Bhowmik, Sayan" userId="2b51cadb-156e-4c9a-99fc-6d2138739850" providerId="ADAL" clId="{F84FF9A7-A6D1-9F48-9981-D5AAC95CF743}" dt="2023-09-06T20:54:13.201" v="636"/>
          <ac:inkMkLst>
            <pc:docMk/>
            <pc:sldMk cId="700105385" sldId="276"/>
            <ac:inkMk id="38" creationId="{0D967B99-4692-A4FE-6D85-57B7134C5466}"/>
          </ac:inkMkLst>
        </pc:inkChg>
        <pc:inkChg chg="add del">
          <ac:chgData name="Bhowmik, Sayan" userId="2b51cadb-156e-4c9a-99fc-6d2138739850" providerId="ADAL" clId="{F84FF9A7-A6D1-9F48-9981-D5AAC95CF743}" dt="2023-09-06T20:54:13.201" v="636"/>
          <ac:inkMkLst>
            <pc:docMk/>
            <pc:sldMk cId="700105385" sldId="276"/>
            <ac:inkMk id="39" creationId="{9159CC85-CBA5-8E2D-38F0-3BB48572EEA4}"/>
          </ac:inkMkLst>
        </pc:inkChg>
        <pc:inkChg chg="add reco">
          <ac:chgData name="Bhowmik, Sayan" userId="2b51cadb-156e-4c9a-99fc-6d2138739850" providerId="ADAL" clId="{F84FF9A7-A6D1-9F48-9981-D5AAC95CF743}" dt="2023-09-06T20:54:13.201" v="636"/>
          <ac:inkMkLst>
            <pc:docMk/>
            <pc:sldMk cId="700105385" sldId="276"/>
            <ac:inkMk id="40" creationId="{6B3EF9D5-3037-7A01-9901-400494A0FC36}"/>
          </ac:inkMkLst>
        </pc:inkChg>
        <pc:inkChg chg="add">
          <ac:chgData name="Bhowmik, Sayan" userId="2b51cadb-156e-4c9a-99fc-6d2138739850" providerId="ADAL" clId="{F84FF9A7-A6D1-9F48-9981-D5AAC95CF743}" dt="2023-09-06T20:54:14.653" v="637"/>
          <ac:inkMkLst>
            <pc:docMk/>
            <pc:sldMk cId="700105385" sldId="276"/>
            <ac:inkMk id="41" creationId="{76213574-CED2-009F-5857-21F20DD37335}"/>
          </ac:inkMkLst>
        </pc:inkChg>
        <pc:inkChg chg="add">
          <ac:chgData name="Bhowmik, Sayan" userId="2b51cadb-156e-4c9a-99fc-6d2138739850" providerId="ADAL" clId="{F84FF9A7-A6D1-9F48-9981-D5AAC95CF743}" dt="2023-09-06T20:54:15.069" v="638"/>
          <ac:inkMkLst>
            <pc:docMk/>
            <pc:sldMk cId="700105385" sldId="276"/>
            <ac:inkMk id="42" creationId="{A8945E10-47FF-3063-2D9B-3897F8209F84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3" creationId="{7272CD22-5D1D-8C34-C33E-60FAE20131A1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4" creationId="{40260D6F-8254-74A4-58E9-7EFAC2B67B1C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5" creationId="{01663425-F3F5-44D2-80CA-4C74356A7B00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6" creationId="{E5DD1705-382D-2423-EBCA-07446E92FA23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7" creationId="{FC76634E-A6EF-C445-B908-92F83914538E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8" creationId="{3029AC12-FBB6-068C-0B2E-3C0A02F335FC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9" creationId="{C121C2A2-E25D-DE38-DD64-2E1DDADD5C5B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0" creationId="{8208B481-2B57-5863-4338-A242E9782E3E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1" creationId="{D709BCBE-B5B3-920D-C651-30C40A2251FA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2" creationId="{6583D312-3098-C7EA-9551-726FE61E69F8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3" creationId="{A609203C-DA24-A936-78C1-E97245937E9B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4" creationId="{F13EBFF0-7356-81D7-45DD-EFC0BDE59FD2}"/>
          </ac:inkMkLst>
        </pc:inkChg>
        <pc:inkChg chg="add reco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5" creationId="{1FC2A5DA-30D0-E816-4AF4-2272933DF1A9}"/>
          </ac:inkMkLst>
        </pc:inkChg>
        <pc:inkChg chg="add del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56" creationId="{0980BF05-92D7-2861-CB69-A26C47FFDAB9}"/>
          </ac:inkMkLst>
        </pc:inkChg>
        <pc:inkChg chg="add del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57" creationId="{034ED7D3-EBD2-E3B5-0966-CE2DEF3CF23D}"/>
          </ac:inkMkLst>
        </pc:inkChg>
        <pc:inkChg chg="add del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58" creationId="{B95592FD-2058-27EE-536B-D2CE97A02905}"/>
          </ac:inkMkLst>
        </pc:inkChg>
        <pc:inkChg chg="add del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59" creationId="{91979131-CA0B-E313-52A6-5FF15CED9496}"/>
          </ac:inkMkLst>
        </pc:inkChg>
        <pc:inkChg chg="add reco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60" creationId="{BC025D28-9B80-305F-7420-633A30DE9F4D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1" creationId="{66AFEE66-8F17-FB02-7244-61521EA35C04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2" creationId="{0E0E67BA-1B33-8304-DDCF-FEC823813058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3" creationId="{50DBD740-DE15-2567-7894-129D6281B815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4" creationId="{644DC778-ADF4-DCB4-5058-DB67FDE7403F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5" creationId="{BADA95DB-01AA-A59B-A8A1-866E4D27FB70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6" creationId="{B297268A-A944-988C-1097-FE137BCEC9AB}"/>
          </ac:inkMkLst>
        </pc:inkChg>
        <pc:inkChg chg="add reco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7" creationId="{1E11E467-B93D-7257-A4BB-6036E6741C04}"/>
          </ac:inkMkLst>
        </pc:inkChg>
        <pc:inkChg chg="add reco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8" creationId="{58BD8357-A91C-374D-A05B-B37117C32440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69" creationId="{03676FCF-993E-62CC-9481-F24A3F1B2AF8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0" creationId="{1AEB049C-E41C-B19B-1D02-6A5229FFB78F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1" creationId="{22F3496F-0495-2DCC-DC2C-D985602E2EEA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2" creationId="{1A671DA9-F498-6BF8-8C02-7713F77FAB51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3" creationId="{58C87D6E-FBF3-8381-4B2E-84CCDD10C54F}"/>
          </ac:inkMkLst>
        </pc:inkChg>
        <pc:inkChg chg="add reco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4" creationId="{F7D2FEA6-BC64-53DB-BF62-5A20D7A80F4C}"/>
          </ac:inkMkLst>
        </pc:inkChg>
        <pc:inkChg chg="add del">
          <ac:chgData name="Bhowmik, Sayan" userId="2b51cadb-156e-4c9a-99fc-6d2138739850" providerId="ADAL" clId="{F84FF9A7-A6D1-9F48-9981-D5AAC95CF743}" dt="2023-09-06T20:54:46.579" v="672"/>
          <ac:inkMkLst>
            <pc:docMk/>
            <pc:sldMk cId="700105385" sldId="276"/>
            <ac:inkMk id="75" creationId="{8A675029-902B-056B-17E1-24C3C575E447}"/>
          </ac:inkMkLst>
        </pc:inkChg>
        <pc:inkChg chg="add del">
          <ac:chgData name="Bhowmik, Sayan" userId="2b51cadb-156e-4c9a-99fc-6d2138739850" providerId="ADAL" clId="{F84FF9A7-A6D1-9F48-9981-D5AAC95CF743}" dt="2023-09-06T20:54:46.579" v="672"/>
          <ac:inkMkLst>
            <pc:docMk/>
            <pc:sldMk cId="700105385" sldId="276"/>
            <ac:inkMk id="76" creationId="{5742F999-4066-84EF-8A6D-011D904BFEDB}"/>
          </ac:inkMkLst>
        </pc:inkChg>
        <pc:inkChg chg="add del reco">
          <ac:chgData name="Bhowmik, Sayan" userId="2b51cadb-156e-4c9a-99fc-6d2138739850" providerId="ADAL" clId="{F84FF9A7-A6D1-9F48-9981-D5AAC95CF743}" dt="2023-09-06T20:55:06.733" v="688"/>
          <ac:inkMkLst>
            <pc:docMk/>
            <pc:sldMk cId="700105385" sldId="276"/>
            <ac:inkMk id="77" creationId="{1ECF95C7-F671-BA57-3BC7-6E89039CD836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78" creationId="{2778D820-AC52-B590-3910-F79818CBBFDF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79" creationId="{C3BD3EDA-064C-2665-B29A-F9AB2DEB0CD8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0" creationId="{920A6997-E023-44CE-5236-A8E7CB9EC34D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1" creationId="{43EAEFDF-1934-E51A-3795-5579F105394B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2" creationId="{3F12E44E-E4D1-349C-B0E4-FA3196D0F15D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3" creationId="{5BADD270-5C96-1508-A387-516C45E55057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4" creationId="{0A93466B-A403-CDE7-374F-D435B3A1F57F}"/>
          </ac:inkMkLst>
        </pc:inkChg>
        <pc:inkChg chg="add reco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5" creationId="{EA33DF4E-3C7B-E6E4-C9B8-1069C835ABE6}"/>
          </ac:inkMkLst>
        </pc:inkChg>
        <pc:inkChg chg="add del">
          <ac:chgData name="Bhowmik, Sayan" userId="2b51cadb-156e-4c9a-99fc-6d2138739850" providerId="ADAL" clId="{F84FF9A7-A6D1-9F48-9981-D5AAC95CF743}" dt="2023-09-06T20:54:56.099" v="685"/>
          <ac:inkMkLst>
            <pc:docMk/>
            <pc:sldMk cId="700105385" sldId="276"/>
            <ac:inkMk id="86" creationId="{8BEA0AE8-885F-C048-1E22-50F35F41A648}"/>
          </ac:inkMkLst>
        </pc:inkChg>
        <pc:inkChg chg="add del">
          <ac:chgData name="Bhowmik, Sayan" userId="2b51cadb-156e-4c9a-99fc-6d2138739850" providerId="ADAL" clId="{F84FF9A7-A6D1-9F48-9981-D5AAC95CF743}" dt="2023-09-06T20:54:56.099" v="685"/>
          <ac:inkMkLst>
            <pc:docMk/>
            <pc:sldMk cId="700105385" sldId="276"/>
            <ac:inkMk id="87" creationId="{546EB727-977E-751D-9274-92FD907DCADE}"/>
          </ac:inkMkLst>
        </pc:inkChg>
        <pc:inkChg chg="add">
          <ac:chgData name="Bhowmik, Sayan" userId="2b51cadb-156e-4c9a-99fc-6d2138739850" providerId="ADAL" clId="{F84FF9A7-A6D1-9F48-9981-D5AAC95CF743}" dt="2023-09-06T20:54:55.165" v="683"/>
          <ac:inkMkLst>
            <pc:docMk/>
            <pc:sldMk cId="700105385" sldId="276"/>
            <ac:inkMk id="88" creationId="{66992B6A-1E9A-4A90-041A-16806BA3A01B}"/>
          </ac:inkMkLst>
        </pc:inkChg>
        <pc:inkChg chg="add">
          <ac:chgData name="Bhowmik, Sayan" userId="2b51cadb-156e-4c9a-99fc-6d2138739850" providerId="ADAL" clId="{F84FF9A7-A6D1-9F48-9981-D5AAC95CF743}" dt="2023-09-06T20:54:55.348" v="684"/>
          <ac:inkMkLst>
            <pc:docMk/>
            <pc:sldMk cId="700105385" sldId="276"/>
            <ac:inkMk id="89" creationId="{75C5913A-25B4-E122-88FD-440B00FFE55A}"/>
          </ac:inkMkLst>
        </pc:inkChg>
        <pc:inkChg chg="add reco">
          <ac:chgData name="Bhowmik, Sayan" userId="2b51cadb-156e-4c9a-99fc-6d2138739850" providerId="ADAL" clId="{F84FF9A7-A6D1-9F48-9981-D5AAC95CF743}" dt="2023-09-06T20:54:56.099" v="685"/>
          <ac:inkMkLst>
            <pc:docMk/>
            <pc:sldMk cId="700105385" sldId="276"/>
            <ac:inkMk id="90" creationId="{88D17183-F1C2-B95B-9EF6-B1AA7DC70EBD}"/>
          </ac:inkMkLst>
        </pc:inkChg>
        <pc:inkChg chg="add del">
          <ac:chgData name="Bhowmik, Sayan" userId="2b51cadb-156e-4c9a-99fc-6d2138739850" providerId="ADAL" clId="{F84FF9A7-A6D1-9F48-9981-D5AAC95CF743}" dt="2023-09-06T20:55:04.930" v="687"/>
          <ac:inkMkLst>
            <pc:docMk/>
            <pc:sldMk cId="700105385" sldId="276"/>
            <ac:inkMk id="91" creationId="{274B60E3-7EA3-09EC-C4FC-10A5098CA045}"/>
          </ac:inkMkLst>
        </pc:inkChg>
        <pc:inkChg chg="add del">
          <ac:chgData name="Bhowmik, Sayan" userId="2b51cadb-156e-4c9a-99fc-6d2138739850" providerId="ADAL" clId="{F84FF9A7-A6D1-9F48-9981-D5AAC95CF743}" dt="2023-09-06T20:55:11.046" v="692"/>
          <ac:inkMkLst>
            <pc:docMk/>
            <pc:sldMk cId="700105385" sldId="276"/>
            <ac:inkMk id="92" creationId="{FF61B6F2-AA01-EDF6-8D6B-E4847C387E64}"/>
          </ac:inkMkLst>
        </pc:inkChg>
        <pc:inkChg chg="add del">
          <ac:chgData name="Bhowmik, Sayan" userId="2b51cadb-156e-4c9a-99fc-6d2138739850" providerId="ADAL" clId="{F84FF9A7-A6D1-9F48-9981-D5AAC95CF743}" dt="2023-09-06T20:55:11.046" v="692"/>
          <ac:inkMkLst>
            <pc:docMk/>
            <pc:sldMk cId="700105385" sldId="276"/>
            <ac:inkMk id="93" creationId="{7D07EF56-4E5C-E6DC-397D-51272FCD48F8}"/>
          </ac:inkMkLst>
        </pc:inkChg>
        <pc:inkChg chg="add del">
          <ac:chgData name="Bhowmik, Sayan" userId="2b51cadb-156e-4c9a-99fc-6d2138739850" providerId="ADAL" clId="{F84FF9A7-A6D1-9F48-9981-D5AAC95CF743}" dt="2023-09-06T20:55:11.046" v="692"/>
          <ac:inkMkLst>
            <pc:docMk/>
            <pc:sldMk cId="700105385" sldId="276"/>
            <ac:inkMk id="94" creationId="{C75B5BE1-74A5-B5A7-F72B-D06D7F21CD8C}"/>
          </ac:inkMkLst>
        </pc:inkChg>
        <pc:inkChg chg="add reco">
          <ac:chgData name="Bhowmik, Sayan" userId="2b51cadb-156e-4c9a-99fc-6d2138739850" providerId="ADAL" clId="{F84FF9A7-A6D1-9F48-9981-D5AAC95CF743}" dt="2023-09-06T20:55:11.046" v="692"/>
          <ac:inkMkLst>
            <pc:docMk/>
            <pc:sldMk cId="700105385" sldId="276"/>
            <ac:inkMk id="95" creationId="{8F7A7FF3-6C6D-5775-7E74-8F556188C30B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96" creationId="{376FD83D-C484-B8B6-8D99-679092DDA9A3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97" creationId="{24718A46-EBAB-7CB2-8B22-7ACF7F81883F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98" creationId="{7DCAB6B1-D527-F479-C9B7-65D2FD3B8AC7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99" creationId="{A7BBEA0A-A484-EA59-C4BE-D3A35649D575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0" creationId="{127CD23F-842F-CBBF-FF9C-E2D7FC9E3132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1" creationId="{536AB74B-4CA4-7CD2-C8C6-24FE9F898B35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2" creationId="{4AC981F1-199A-5EFA-C12E-967CB66441F1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3" creationId="{4D22D678-C479-A929-501D-D3187D22DA56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4" creationId="{11B92C9D-9796-8DE6-718D-8A4A839EBB16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5" creationId="{F8D8AE9C-18C6-6B36-30AD-CCB5A29A1C35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6" creationId="{C378CC71-C231-6313-8657-18EBD039464F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7" creationId="{559E7DF7-5B55-BC86-7F23-028CE3C26681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8" creationId="{78973AE2-5D0D-DEE0-263E-08140619F712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9" creationId="{CF13BAF8-284B-FAC3-03E7-CD8F42B0CD8E}"/>
          </ac:inkMkLst>
        </pc:inkChg>
        <pc:inkChg chg="add reco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10" creationId="{7BA52F78-C907-FF82-D8C4-FE0A3FF33643}"/>
          </ac:inkMkLst>
        </pc:inkChg>
        <pc:inkChg chg="add reco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11" creationId="{79B181DB-B340-A506-EE18-B5AABA6C6B5D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2" creationId="{EF1DA5B6-F8ED-5CB5-83FE-4205993A42C9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3" creationId="{C6DFE4EB-04A9-CB33-3796-4E01B318A1CE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4" creationId="{56627F97-CE00-4268-6028-FE2F500C283D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5" creationId="{DF7BF4E4-7567-4328-FF44-1DA3002417CC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6" creationId="{9E3DC18B-9B33-0DDF-50DF-53C32B41700B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7" creationId="{435F7DCA-8D98-F925-27A2-4D0BF98838F5}"/>
          </ac:inkMkLst>
        </pc:inkChg>
        <pc:inkChg chg="add reco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8" creationId="{7A79DB73-0C87-2EE0-AE2D-C18DCD4BE99A}"/>
          </ac:inkMkLst>
        </pc:inkChg>
        <pc:inkChg chg="add reco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9" creationId="{42FCA08F-B31B-8D87-66A9-54CB468F6605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0" creationId="{CE5BD291-C455-8651-8D16-81EBF10AD2FA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1" creationId="{1DC23CD6-F4E8-6EB3-D783-50C3D89B58F6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2" creationId="{41DBF4EC-EAEC-6359-6B87-5F619E91D536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3" creationId="{B3FB9DB3-8D10-0CFC-C4AB-8750E5039F39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4" creationId="{683D8AB0-B364-C757-A09E-C42A2788E673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5" creationId="{9E351F35-DB40-2E70-41A3-1BD225F1B620}"/>
          </ac:inkMkLst>
        </pc:inkChg>
        <pc:inkChg chg="add reco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6" creationId="{89F0475E-FA04-BE0B-64EA-7A9AE9B1AB5F}"/>
          </ac:inkMkLst>
        </pc:inkChg>
        <pc:inkChg chg="add reco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7" creationId="{8A7B704B-BBE7-C970-13BC-59D3D60DEB0C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28" creationId="{171ACFEB-E949-32D7-3A70-ABD275E1C4CF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29" creationId="{01A67443-476B-4BC9-CCF2-5CD6D4A4954D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0" creationId="{05D13949-3DFA-1C22-6CD5-70B7A8EACC94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1" creationId="{4C53A9C3-9E0C-709D-CF23-2415EA96CABF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2" creationId="{E88FA3EB-D920-4EB4-FA3E-C7AFFB739256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3" creationId="{8E269417-2D2E-0B5A-0849-8938953DCD54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4" creationId="{CC07316E-969C-361F-118E-31CABB8B17B0}"/>
          </ac:inkMkLst>
        </pc:inkChg>
        <pc:inkChg chg="add reco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5" creationId="{C19CF277-C2A3-3133-4483-5ACBE5535059}"/>
          </ac:inkMkLst>
        </pc:inkChg>
      </pc:sldChg>
      <pc:sldChg chg="addSp delSp">
        <pc:chgData name="Bhowmik, Sayan" userId="2b51cadb-156e-4c9a-99fc-6d2138739850" providerId="ADAL" clId="{F84FF9A7-A6D1-9F48-9981-D5AAC95CF743}" dt="2023-09-06T21:06:15.352" v="892"/>
        <pc:sldMkLst>
          <pc:docMk/>
          <pc:sldMk cId="1879257216" sldId="277"/>
        </pc:sldMkLst>
        <pc:inkChg chg="add del">
          <ac:chgData name="Bhowmik, Sayan" userId="2b51cadb-156e-4c9a-99fc-6d2138739850" providerId="ADAL" clId="{F84FF9A7-A6D1-9F48-9981-D5AAC95CF743}" dt="2023-09-06T20:59:04.699" v="733"/>
          <ac:inkMkLst>
            <pc:docMk/>
            <pc:sldMk cId="1879257216" sldId="277"/>
            <ac:inkMk id="2" creationId="{CEA41828-A89F-BEBB-6D17-99908708F49C}"/>
          </ac:inkMkLst>
        </pc:inkChg>
        <pc:inkChg chg="add del">
          <ac:chgData name="Bhowmik, Sayan" userId="2b51cadb-156e-4c9a-99fc-6d2138739850" providerId="ADAL" clId="{F84FF9A7-A6D1-9F48-9981-D5AAC95CF743}" dt="2023-09-06T20:59:04.699" v="733"/>
          <ac:inkMkLst>
            <pc:docMk/>
            <pc:sldMk cId="1879257216" sldId="277"/>
            <ac:inkMk id="3" creationId="{FA187D34-EB69-AE97-75FC-FA287FD1D63A}"/>
          </ac:inkMkLst>
        </pc:inkChg>
        <pc:inkChg chg="add del">
          <ac:chgData name="Bhowmik, Sayan" userId="2b51cadb-156e-4c9a-99fc-6d2138739850" providerId="ADAL" clId="{F84FF9A7-A6D1-9F48-9981-D5AAC95CF743}" dt="2023-09-06T20:59:04.699" v="733"/>
          <ac:inkMkLst>
            <pc:docMk/>
            <pc:sldMk cId="1879257216" sldId="277"/>
            <ac:inkMk id="6" creationId="{4C80C48E-844F-E83B-A194-4CFEBA7FA65E}"/>
          </ac:inkMkLst>
        </pc:inkChg>
        <pc:inkChg chg="add del reco">
          <ac:chgData name="Bhowmik, Sayan" userId="2b51cadb-156e-4c9a-99fc-6d2138739850" providerId="ADAL" clId="{F84FF9A7-A6D1-9F48-9981-D5AAC95CF743}" dt="2023-09-06T21:01:45.338" v="800"/>
          <ac:inkMkLst>
            <pc:docMk/>
            <pc:sldMk cId="1879257216" sldId="277"/>
            <ac:inkMk id="7" creationId="{CA7B24E6-5A78-6112-71C0-41A1F164E78B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8" creationId="{BF3BD9AE-F5FA-4053-18D0-102C3D8301C1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9" creationId="{3C78BC05-F1E8-6C2E-670E-8E1498F7757C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0" creationId="{1779EE77-D5D0-002D-02FF-A0C214B6947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3" creationId="{E2887F0C-7930-D2B3-83D9-D82AEFA5F946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4" creationId="{0DA47F6A-ED37-CA42-22E7-05DD0D5C8D6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5" creationId="{AD1F7998-65A9-8592-6086-03CBBCA3B41D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6" creationId="{FCD04856-068B-6540-3261-25FEC751D86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7" creationId="{9E5EA4A7-A632-FC16-7601-813EBAF1FBAB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8" creationId="{172F2DC5-A355-B493-08D7-7F599A6BB557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9" creationId="{CDECC466-6400-CB27-13EA-A01D07040498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0" creationId="{1E2B8088-C230-F933-5524-28521BD87F84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1" creationId="{4AF12FE4-7F89-D50C-3175-16CEF964ADF8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2" creationId="{1378251B-DB9D-4282-17EE-F690E2D3E05C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3" creationId="{1181BE45-F4FC-C1A2-5A2B-E8ED82003C75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4" creationId="{F75439EB-5E19-C4C8-99B2-664A085BE4A3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9" creationId="{BD36767A-5FA3-260B-4DEF-032DADBDD81C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0" creationId="{320BEF5F-321A-2A58-5E51-E5FAE0D40FDB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1" creationId="{0B197995-CC96-EFF2-67E5-10F81642192A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2" creationId="{170ACD56-AF2B-0DC9-431B-278B934DAAB4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3" creationId="{C5E66CEB-919C-607F-0C47-EB5FEB6CC2B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4" creationId="{5B30EA1F-A930-77AA-478F-EC531BC54B63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7" creationId="{26FAE507-9E0C-4215-8068-4980CD72DED6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8" creationId="{13E79731-DDEA-91C1-183B-5F80F4519E25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9" creationId="{580995E9-37E2-2F7E-22F2-1C2AC6CCEDDE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43" creationId="{8D29F244-F3DD-6723-FCC2-F10F29ADA3B9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44" creationId="{CD8FDA28-2EA1-EB84-F30C-11D946749D4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45" creationId="{2D7C4687-9B70-D9A1-AEE5-AD54D97F10A2}"/>
          </ac:inkMkLst>
        </pc:inkChg>
        <pc:inkChg chg="add reco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46" creationId="{AD48ADF4-E2A7-015A-83AF-0821E91E019F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47" creationId="{D176DAC3-515F-491D-CE29-870D94736D65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48" creationId="{401A1108-1103-89E0-3A3A-C49F6A322590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49" creationId="{2E0F2865-3D9A-749C-5C65-A4172F3182CB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50" creationId="{2A381AA5-AF39-1F76-C924-E3643FE6B27D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51" creationId="{20214A4F-DB0D-767C-D529-E2D867E0813E}"/>
          </ac:inkMkLst>
        </pc:inkChg>
        <pc:inkChg chg="add reco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52" creationId="{0E848833-5E5F-87A3-F772-587A43B4E205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3" creationId="{EF8D7FDE-3371-4E98-9614-D2BD2D9798B7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4" creationId="{D51A99DC-C738-9E16-5FE6-BDF0872E6871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6" creationId="{C165CDAB-0546-15E8-D96D-65E00F8F57B5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7" creationId="{990E75E4-D6D6-F945-6466-8089BD0BAA46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8" creationId="{3CC16E7D-B1FE-5730-F6EF-EB248C24CD1A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9" creationId="{8AD825E8-C087-ED77-6DD7-7486A86E2B5F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1" creationId="{FF117584-F536-4D10-AE79-633201BC9224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2" creationId="{734EFC6D-369B-56CD-006F-354E4C87D180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3" creationId="{67F75CEE-68A0-10B7-D1A8-021FA314C59C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4" creationId="{7EC8AB4B-6EEA-269C-1D01-7BDAA5AA7B8B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5" creationId="{309232AE-FE8B-A16A-3FAA-0C50DC3F803E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6" creationId="{3CF60234-6580-C421-6CFE-BC54EBF30010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9" creationId="{55732C34-C01B-A79F-D4F8-BB34D3B5B14A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0" creationId="{AEEFF637-E39C-000A-6764-367AC614A833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1" creationId="{A4253209-2ADB-E4AC-2883-C66D39AEED5A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2" creationId="{9D7941BF-1A6D-D6F4-9540-4AACA30FEA05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3" creationId="{45F48871-9F66-48A2-E230-E8F94930A505}"/>
          </ac:inkMkLst>
        </pc:inkChg>
        <pc:inkChg chg="add reco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5" creationId="{4AA60506-A98F-0842-BC17-3A9175DFF8DE}"/>
          </ac:inkMkLst>
        </pc:inkChg>
        <pc:inkChg chg="add reco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6" creationId="{52D38CD3-D3A9-9261-D678-AAB3F898AD89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77" creationId="{9130B5CB-AA27-71ED-6930-A08B4AB97E48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78" creationId="{8A7A5648-DE4D-58F1-BE36-E4D8EF84C43F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79" creationId="{B4D4B18D-3447-D319-EF0B-4DC6C2F45A35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0" creationId="{4E0D4B54-719D-5F1E-AE91-A7EA038A35ED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1" creationId="{8926BEB1-6E92-E4EA-B98D-940EFBA2D093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2" creationId="{D6D1A8B1-2B08-1C0F-5515-0DFE4B5EF234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3" creationId="{A48A090B-3A21-58A0-C90A-B8895FBEE37C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4" creationId="{B8C197CB-2120-0C91-4D71-E34DE8D6DDCD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6" creationId="{1FA3B355-B055-5D09-ADB7-3E30B02A118C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7" creationId="{A672C58E-56D9-F07F-A283-20A3EE76C717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91" creationId="{7C69528A-89C3-02C0-F49D-113DB8C42C43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92" creationId="{978B5131-08D8-359C-7C4C-642FF839939F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93" creationId="{0C8C96B1-CB53-0F6B-730A-E4AC33736B19}"/>
          </ac:inkMkLst>
        </pc:inkChg>
        <pc:inkChg chg="add reco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94" creationId="{00AD8E39-AA7E-821A-2342-964AECDC2495}"/>
          </ac:inkMkLst>
        </pc:inkChg>
        <pc:inkChg chg="add del">
          <ac:chgData name="Bhowmik, Sayan" userId="2b51cadb-156e-4c9a-99fc-6d2138739850" providerId="ADAL" clId="{F84FF9A7-A6D1-9F48-9981-D5AAC95CF743}" dt="2023-09-06T21:01:49.418" v="804"/>
          <ac:inkMkLst>
            <pc:docMk/>
            <pc:sldMk cId="1879257216" sldId="277"/>
            <ac:inkMk id="96" creationId="{DE53CF98-B0E5-025A-DE95-68436DAEED24}"/>
          </ac:inkMkLst>
        </pc:inkChg>
        <pc:inkChg chg="add del">
          <ac:chgData name="Bhowmik, Sayan" userId="2b51cadb-156e-4c9a-99fc-6d2138739850" providerId="ADAL" clId="{F84FF9A7-A6D1-9F48-9981-D5AAC95CF743}" dt="2023-09-06T21:01:49.418" v="804"/>
          <ac:inkMkLst>
            <pc:docMk/>
            <pc:sldMk cId="1879257216" sldId="277"/>
            <ac:inkMk id="98" creationId="{E3B395E1-5DFD-2339-4294-0563FD5698BF}"/>
          </ac:inkMkLst>
        </pc:inkChg>
        <pc:inkChg chg="add del">
          <ac:chgData name="Bhowmik, Sayan" userId="2b51cadb-156e-4c9a-99fc-6d2138739850" providerId="ADAL" clId="{F84FF9A7-A6D1-9F48-9981-D5AAC95CF743}" dt="2023-09-06T21:01:49.418" v="804"/>
          <ac:inkMkLst>
            <pc:docMk/>
            <pc:sldMk cId="1879257216" sldId="277"/>
            <ac:inkMk id="100" creationId="{C2794FF9-878F-63DF-CD78-ADFB9B85844E}"/>
          </ac:inkMkLst>
        </pc:inkChg>
        <pc:inkChg chg="add reco">
          <ac:chgData name="Bhowmik, Sayan" userId="2b51cadb-156e-4c9a-99fc-6d2138739850" providerId="ADAL" clId="{F84FF9A7-A6D1-9F48-9981-D5AAC95CF743}" dt="2023-09-06T21:01:49.418" v="804"/>
          <ac:inkMkLst>
            <pc:docMk/>
            <pc:sldMk cId="1879257216" sldId="277"/>
            <ac:inkMk id="102" creationId="{1953E16A-715A-E16C-FD73-6D3899A3DDA7}"/>
          </ac:inkMkLst>
        </pc:inkChg>
        <pc:inkChg chg="add del">
          <ac:chgData name="Bhowmik, Sayan" userId="2b51cadb-156e-4c9a-99fc-6d2138739850" providerId="ADAL" clId="{F84FF9A7-A6D1-9F48-9981-D5AAC95CF743}" dt="2023-09-06T21:04:23.738" v="807"/>
          <ac:inkMkLst>
            <pc:docMk/>
            <pc:sldMk cId="1879257216" sldId="277"/>
            <ac:inkMk id="104" creationId="{1629A2E2-C15A-81AB-82D8-D9AF8F8FC4FA}"/>
          </ac:inkMkLst>
        </pc:inkChg>
        <pc:inkChg chg="add del">
          <ac:chgData name="Bhowmik, Sayan" userId="2b51cadb-156e-4c9a-99fc-6d2138739850" providerId="ADAL" clId="{F84FF9A7-A6D1-9F48-9981-D5AAC95CF743}" dt="2023-09-06T21:04:23.738" v="807"/>
          <ac:inkMkLst>
            <pc:docMk/>
            <pc:sldMk cId="1879257216" sldId="277"/>
            <ac:inkMk id="106" creationId="{5189489C-3027-A1EE-A985-12E3C4C6EEA3}"/>
          </ac:inkMkLst>
        </pc:inkChg>
        <pc:inkChg chg="add reco">
          <ac:chgData name="Bhowmik, Sayan" userId="2b51cadb-156e-4c9a-99fc-6d2138739850" providerId="ADAL" clId="{F84FF9A7-A6D1-9F48-9981-D5AAC95CF743}" dt="2023-09-06T21:04:23.738" v="807"/>
          <ac:inkMkLst>
            <pc:docMk/>
            <pc:sldMk cId="1879257216" sldId="277"/>
            <ac:inkMk id="108" creationId="{05D34FA8-D76A-8A10-C3EB-9AB5DBE0DD53}"/>
          </ac:inkMkLst>
        </pc:inkChg>
        <pc:inkChg chg="add del">
          <ac:chgData name="Bhowmik, Sayan" userId="2b51cadb-156e-4c9a-99fc-6d2138739850" providerId="ADAL" clId="{F84FF9A7-A6D1-9F48-9981-D5AAC95CF743}" dt="2023-09-06T21:04:26.061" v="810"/>
          <ac:inkMkLst>
            <pc:docMk/>
            <pc:sldMk cId="1879257216" sldId="277"/>
            <ac:inkMk id="112" creationId="{E832E483-D095-21C3-6F8F-45D5B365BDED}"/>
          </ac:inkMkLst>
        </pc:inkChg>
        <pc:inkChg chg="add del">
          <ac:chgData name="Bhowmik, Sayan" userId="2b51cadb-156e-4c9a-99fc-6d2138739850" providerId="ADAL" clId="{F84FF9A7-A6D1-9F48-9981-D5AAC95CF743}" dt="2023-09-06T21:04:26.061" v="810"/>
          <ac:inkMkLst>
            <pc:docMk/>
            <pc:sldMk cId="1879257216" sldId="277"/>
            <ac:inkMk id="114" creationId="{ABF5CA8A-F747-6756-887F-CE0061EE625A}"/>
          </ac:inkMkLst>
        </pc:inkChg>
        <pc:inkChg chg="add reco">
          <ac:chgData name="Bhowmik, Sayan" userId="2b51cadb-156e-4c9a-99fc-6d2138739850" providerId="ADAL" clId="{F84FF9A7-A6D1-9F48-9981-D5AAC95CF743}" dt="2023-09-06T21:04:26.061" v="810"/>
          <ac:inkMkLst>
            <pc:docMk/>
            <pc:sldMk cId="1879257216" sldId="277"/>
            <ac:inkMk id="116" creationId="{0935FC52-AA34-C086-C929-D5FF703BAA7F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0" creationId="{781E38F1-3020-6314-7BDB-EB361623760A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2" creationId="{BC28C164-55D1-41F1-723B-5E1845480A73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4" creationId="{C4135F35-6AF3-7E68-69CA-0DDB49D3437D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8" creationId="{B5671206-064F-FC82-AB1A-498696E18F01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9" creationId="{174A32BC-3A41-F280-D4F5-48A98F236827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0" creationId="{22F68638-C080-1208-7040-63EE11AD388B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1" creationId="{CC2B2483-3234-819C-F990-AE6BC4F7C4FE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2" creationId="{7E278444-E36E-21E8-F44E-BFA66289C36F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3" creationId="{3FE8C53E-AB17-F7D6-7F92-851F47137D23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4" creationId="{3B022D1C-59B2-B532-7FB4-30AC6EE3D035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6" creationId="{0890DF1F-D343-74A4-2B0E-DCF11E410E54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7" creationId="{6F4C99A2-BBC6-9AC9-1E54-44611F845DA5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8" creationId="{98710CCD-A711-2703-F0C1-52DBBA9E388B}"/>
          </ac:inkMkLst>
        </pc:inkChg>
        <pc:inkChg chg="add reco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9" creationId="{B2C09501-CC93-31DA-58B9-6F3104495C98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0" creationId="{84D87E1E-8B46-A1CB-9B4C-6B0D23BBB2E0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1" creationId="{DEE6C6AB-24BB-668E-3AC4-965E7C967A39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2" creationId="{E678C09F-7E1D-BEF8-BDF4-A756991FE0F1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3" creationId="{A83A7237-B27E-4B2A-D1BA-A456A4E5BC56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4" creationId="{DA71D72C-F0B9-10F1-A818-30953C45F753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5" creationId="{240BCEA1-7BFD-FCDC-10D3-1BDA2DBB2736}"/>
          </ac:inkMkLst>
        </pc:inkChg>
        <pc:inkChg chg="add reco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6" creationId="{FF2EE605-BB81-9729-001B-CA5B916ACB6F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47" creationId="{C603D47E-F631-4E90-73AF-190BE9CAE089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48" creationId="{C724B60D-6349-FBF7-A085-A859F5163D55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49" creationId="{4F1A1469-0804-40D7-8595-C76C9C1551EE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0" creationId="{B5881747-398E-293E-2A6B-C9E50DC7DDFA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1" creationId="{EAECBE41-78B3-D8B5-82B8-9A5764914338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2" creationId="{6E0BB205-93DF-1B56-D91E-7850680C08F0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3" creationId="{82236DC1-904E-120A-5AC9-63911BE8253A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4" creationId="{B566A0B2-E0CB-684D-98C1-6320D8E05096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5" creationId="{0233451E-6F2D-B5A2-0A17-CC216B884BB4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6" creationId="{E0CB708D-1B8A-908C-87DF-021668DF9FC4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7" creationId="{1BA9AB82-F6C8-9131-C88E-CF2DFFDB94BB}"/>
          </ac:inkMkLst>
        </pc:inkChg>
        <pc:inkChg chg="add reco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8" creationId="{F740CB7D-6604-BADA-AA2F-0161486E2167}"/>
          </ac:inkMkLst>
        </pc:inkChg>
        <pc:inkChg chg="add">
          <ac:chgData name="Bhowmik, Sayan" userId="2b51cadb-156e-4c9a-99fc-6d2138739850" providerId="ADAL" clId="{F84FF9A7-A6D1-9F48-9981-D5AAC95CF743}" dt="2023-09-06T21:04:47.472" v="844"/>
          <ac:inkMkLst>
            <pc:docMk/>
            <pc:sldMk cId="1879257216" sldId="277"/>
            <ac:inkMk id="159" creationId="{D4C682E9-F4FC-0BB8-DA5D-891F4AC017C4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0" creationId="{FFA71803-6658-DEA7-6CF4-016561B3EBB5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1" creationId="{57509120-5187-044A-DA47-818C0B86D0B1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2" creationId="{D3F9B66E-4BA7-98E7-E7CD-8E9FF4A29A64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3" creationId="{09FF5492-1950-3C1F-C439-A63B51A1C6A7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4" creationId="{93E5330F-10CD-A869-A2CA-1689FE32F12D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5" creationId="{998E4A39-72FD-CBD7-3DDE-621D41881D29}"/>
          </ac:inkMkLst>
        </pc:inkChg>
        <pc:inkChg chg="add reco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6" creationId="{3BCB7DF7-F60A-9C58-99EE-AFD7C0A4D8C8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67" creationId="{658B767C-EEFF-44CC-F296-1405BB0C9555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68" creationId="{8BEFEF83-5B88-C3B6-6C50-AB6FC1BC5238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69" creationId="{8512CE58-327A-AC24-D387-BF44B2F1947D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0" creationId="{5B54B997-449A-BA01-910B-54916E38C688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1" creationId="{A7334427-BEB4-D9B1-9B24-25E9CF344093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2" creationId="{65F384E1-0847-EC9B-EA4A-E436744823F6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3" creationId="{C608C10A-1C5A-06FB-A137-0AA1F26B7A02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4" creationId="{598EFAA4-9EAD-5334-32AF-04F7A13319D3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5" creationId="{6B703CC4-8DAB-9B51-E999-09F6744CCA3E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6" creationId="{7590C94E-3D85-57F6-9EC1-8C6AC0172050}"/>
          </ac:inkMkLst>
        </pc:inkChg>
        <pc:inkChg chg="add reco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7" creationId="{E5DF860B-EE9F-863E-5E90-72ACBA83CAE5}"/>
          </ac:inkMkLst>
        </pc:inkChg>
        <pc:inkChg chg="add del">
          <ac:chgData name="Bhowmik, Sayan" userId="2b51cadb-156e-4c9a-99fc-6d2138739850" providerId="ADAL" clId="{F84FF9A7-A6D1-9F48-9981-D5AAC95CF743}" dt="2023-09-06T21:05:57.031" v="865"/>
          <ac:inkMkLst>
            <pc:docMk/>
            <pc:sldMk cId="1879257216" sldId="277"/>
            <ac:inkMk id="178" creationId="{A3387B93-CF4E-A192-429D-8D8875E5CFB0}"/>
          </ac:inkMkLst>
        </pc:inkChg>
        <pc:inkChg chg="add del">
          <ac:chgData name="Bhowmik, Sayan" userId="2b51cadb-156e-4c9a-99fc-6d2138739850" providerId="ADAL" clId="{F84FF9A7-A6D1-9F48-9981-D5AAC95CF743}" dt="2023-09-06T21:05:57.031" v="865"/>
          <ac:inkMkLst>
            <pc:docMk/>
            <pc:sldMk cId="1879257216" sldId="277"/>
            <ac:inkMk id="179" creationId="{CC8E5AE5-3F24-9979-FDB4-6CBA7A88F5C1}"/>
          </ac:inkMkLst>
        </pc:inkChg>
        <pc:inkChg chg="add reco">
          <ac:chgData name="Bhowmik, Sayan" userId="2b51cadb-156e-4c9a-99fc-6d2138739850" providerId="ADAL" clId="{F84FF9A7-A6D1-9F48-9981-D5AAC95CF743}" dt="2023-09-06T21:05:57.031" v="865"/>
          <ac:inkMkLst>
            <pc:docMk/>
            <pc:sldMk cId="1879257216" sldId="277"/>
            <ac:inkMk id="180" creationId="{965D6DCC-945A-7C63-A5C4-C305F8CDE30E}"/>
          </ac:inkMkLst>
        </pc:inkChg>
        <pc:inkChg chg="add del">
          <ac:chgData name="Bhowmik, Sayan" userId="2b51cadb-156e-4c9a-99fc-6d2138739850" providerId="ADAL" clId="{F84FF9A7-A6D1-9F48-9981-D5AAC95CF743}" dt="2023-09-06T21:06:03.783" v="872"/>
          <ac:inkMkLst>
            <pc:docMk/>
            <pc:sldMk cId="1879257216" sldId="277"/>
            <ac:inkMk id="181" creationId="{CE9D7F3F-A2F4-D05E-E178-66DD51903AF2}"/>
          </ac:inkMkLst>
        </pc:inkChg>
        <pc:inkChg chg="add del">
          <ac:chgData name="Bhowmik, Sayan" userId="2b51cadb-156e-4c9a-99fc-6d2138739850" providerId="ADAL" clId="{F84FF9A7-A6D1-9F48-9981-D5AAC95CF743}" dt="2023-09-06T21:06:00.648" v="871"/>
          <ac:inkMkLst>
            <pc:docMk/>
            <pc:sldMk cId="1879257216" sldId="277"/>
            <ac:inkMk id="182" creationId="{8006AC87-BAF4-D68A-99A7-AAF8761BCF50}"/>
          </ac:inkMkLst>
        </pc:inkChg>
        <pc:inkChg chg="add del">
          <ac:chgData name="Bhowmik, Sayan" userId="2b51cadb-156e-4c9a-99fc-6d2138739850" providerId="ADAL" clId="{F84FF9A7-A6D1-9F48-9981-D5AAC95CF743}" dt="2023-09-06T21:05:59.833" v="870"/>
          <ac:inkMkLst>
            <pc:docMk/>
            <pc:sldMk cId="1879257216" sldId="277"/>
            <ac:inkMk id="183" creationId="{83D4FAA9-BC61-C5D3-BC68-046B8134002A}"/>
          </ac:inkMkLst>
        </pc:inkChg>
        <pc:inkChg chg="add del reco">
          <ac:chgData name="Bhowmik, Sayan" userId="2b51cadb-156e-4c9a-99fc-6d2138739850" providerId="ADAL" clId="{F84FF9A7-A6D1-9F48-9981-D5AAC95CF743}" dt="2023-09-06T21:05:59.833" v="870"/>
          <ac:inkMkLst>
            <pc:docMk/>
            <pc:sldMk cId="1879257216" sldId="277"/>
            <ac:inkMk id="184" creationId="{0D02557C-CEDF-9916-C56F-FE172305C253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5" creationId="{81A9E640-9B9A-D5CE-76BD-856B70BF28FF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6" creationId="{F7B61C48-A587-53CB-EE5C-A36AF125B629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7" creationId="{2F914E1B-700A-C9A0-0A42-FF32B62E8897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8" creationId="{1AE11E51-F048-72C0-DE63-EC5AAB436047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9" creationId="{6A535B39-CCCF-5D84-0AD8-672E85504707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90" creationId="{A79A9958-9A62-4152-724B-3E004CEFE14A}"/>
          </ac:inkMkLst>
        </pc:inkChg>
        <pc:inkChg chg="add reco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91" creationId="{623C7DD9-969D-EC08-7B34-C9F2293D2E8A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2" creationId="{8099FA84-09F4-A8B9-B0A1-22775E2AB271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3" creationId="{6ACBA7DE-F4E0-7E74-8FEF-68B385E12836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4" creationId="{043F60C4-FEB8-C829-1E23-58AE7521F534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5" creationId="{8D066FE4-7579-5D96-0350-DC8E6283A7F5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6" creationId="{66B273B6-AE2F-40F5-4958-E1B8CD450CD7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7" creationId="{730715F4-7E02-47B4-4052-C14E3EEE762F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8" creationId="{702AD3ED-7DD5-58E3-1D99-991ED3D4DA1C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9" creationId="{44F1194A-1B71-4C6D-E7A3-80EA4DD3474A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0" creationId="{08F163DF-ADBE-8573-2B28-C6B6AFD5379F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1" creationId="{4FF702E6-ECD1-2BF0-B13C-5FA8C44DA611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2" creationId="{13FA4641-A38D-E4D8-E9E7-60283A66EF37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3" creationId="{88BEDF11-3D64-3BB5-6A5D-771C0C2A73B4}"/>
          </ac:inkMkLst>
        </pc:inkChg>
        <pc:inkChg chg="add reco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4" creationId="{5883151C-6BAA-4E0A-D4DC-0EF3FEB7B25B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1:34:55.290" v="1144"/>
        <pc:sldMkLst>
          <pc:docMk/>
          <pc:sldMk cId="3597247938" sldId="278"/>
        </pc:sldMkLst>
        <pc:inkChg chg="add del">
          <ac:chgData name="Bhowmik, Sayan" userId="2b51cadb-156e-4c9a-99fc-6d2138739850" providerId="ADAL" clId="{F84FF9A7-A6D1-9F48-9981-D5AAC95CF743}" dt="2023-09-06T21:09:32.070" v="903"/>
          <ac:inkMkLst>
            <pc:docMk/>
            <pc:sldMk cId="3597247938" sldId="278"/>
            <ac:inkMk id="2" creationId="{0E2B7489-5CD8-791E-1E95-4BA9F71F0374}"/>
          </ac:inkMkLst>
        </pc:inkChg>
        <pc:inkChg chg="add del">
          <ac:chgData name="Bhowmik, Sayan" userId="2b51cadb-156e-4c9a-99fc-6d2138739850" providerId="ADAL" clId="{F84FF9A7-A6D1-9F48-9981-D5AAC95CF743}" dt="2023-09-06T21:34:55.290" v="1144"/>
          <ac:inkMkLst>
            <pc:docMk/>
            <pc:sldMk cId="3597247938" sldId="278"/>
            <ac:inkMk id="2" creationId="{DA732F89-5B64-9E2D-FC24-B146947C7DCB}"/>
          </ac:inkMkLst>
        </pc:inkChg>
        <pc:inkChg chg="add del">
          <ac:chgData name="Bhowmik, Sayan" userId="2b51cadb-156e-4c9a-99fc-6d2138739850" providerId="ADAL" clId="{F84FF9A7-A6D1-9F48-9981-D5AAC95CF743}" dt="2023-09-06T21:34:55.290" v="1144"/>
          <ac:inkMkLst>
            <pc:docMk/>
            <pc:sldMk cId="3597247938" sldId="278"/>
            <ac:inkMk id="6" creationId="{02632AC6-44A1-AC9B-2F47-C0AC6869D8F3}"/>
          </ac:inkMkLst>
        </pc:inkChg>
        <pc:inkChg chg="add del">
          <ac:chgData name="Bhowmik, Sayan" userId="2b51cadb-156e-4c9a-99fc-6d2138739850" providerId="ADAL" clId="{F84FF9A7-A6D1-9F48-9981-D5AAC95CF743}" dt="2023-09-06T21:10:21.530" v="907"/>
          <ac:inkMkLst>
            <pc:docMk/>
            <pc:sldMk cId="3597247938" sldId="278"/>
            <ac:inkMk id="6" creationId="{04217FA5-EE15-A551-3520-F6E09962ACFD}"/>
          </ac:inkMkLst>
        </pc:inkChg>
        <pc:inkChg chg="add del">
          <ac:chgData name="Bhowmik, Sayan" userId="2b51cadb-156e-4c9a-99fc-6d2138739850" providerId="ADAL" clId="{F84FF9A7-A6D1-9F48-9981-D5AAC95CF743}" dt="2023-09-06T21:10:21.530" v="907"/>
          <ac:inkMkLst>
            <pc:docMk/>
            <pc:sldMk cId="3597247938" sldId="278"/>
            <ac:inkMk id="7" creationId="{6DD95D26-AF68-E9D0-471A-72E2CE8DFF87}"/>
          </ac:inkMkLst>
        </pc:inkChg>
        <pc:inkChg chg="add reco">
          <ac:chgData name="Bhowmik, Sayan" userId="2b51cadb-156e-4c9a-99fc-6d2138739850" providerId="ADAL" clId="{F84FF9A7-A6D1-9F48-9981-D5AAC95CF743}" dt="2023-09-06T21:34:55.290" v="1144"/>
          <ac:inkMkLst>
            <pc:docMk/>
            <pc:sldMk cId="3597247938" sldId="278"/>
            <ac:inkMk id="7" creationId="{865E0DC9-773B-6322-5931-6A3715F1A363}"/>
          </ac:inkMkLst>
        </pc:inkChg>
        <pc:inkChg chg="add del">
          <ac:chgData name="Bhowmik, Sayan" userId="2b51cadb-156e-4c9a-99fc-6d2138739850" providerId="ADAL" clId="{F84FF9A7-A6D1-9F48-9981-D5AAC95CF743}" dt="2023-09-06T21:10:21.530" v="907"/>
          <ac:inkMkLst>
            <pc:docMk/>
            <pc:sldMk cId="3597247938" sldId="278"/>
            <ac:inkMk id="8" creationId="{73D5EB20-DC43-69BF-7ABD-AA6359BC30A9}"/>
          </ac:inkMkLst>
        </pc:inkChg>
        <pc:inkChg chg="add reco">
          <ac:chgData name="Bhowmik, Sayan" userId="2b51cadb-156e-4c9a-99fc-6d2138739850" providerId="ADAL" clId="{F84FF9A7-A6D1-9F48-9981-D5AAC95CF743}" dt="2023-09-06T21:10:21.530" v="907"/>
          <ac:inkMkLst>
            <pc:docMk/>
            <pc:sldMk cId="3597247938" sldId="278"/>
            <ac:inkMk id="9" creationId="{F4121F13-7239-2D44-59AA-0FFAAE012019}"/>
          </ac:inkMkLst>
        </pc:inkChg>
        <pc:inkChg chg="add">
          <ac:chgData name="Bhowmik, Sayan" userId="2b51cadb-156e-4c9a-99fc-6d2138739850" providerId="ADAL" clId="{F84FF9A7-A6D1-9F48-9981-D5AAC95CF743}" dt="2023-09-06T21:10:22.296" v="908"/>
          <ac:inkMkLst>
            <pc:docMk/>
            <pc:sldMk cId="3597247938" sldId="278"/>
            <ac:inkMk id="10" creationId="{8A793790-259F-0C1D-EAFA-9A1338E6F1E0}"/>
          </ac:inkMkLst>
        </pc:inkChg>
        <pc:inkChg chg="add">
          <ac:chgData name="Bhowmik, Sayan" userId="2b51cadb-156e-4c9a-99fc-6d2138739850" providerId="ADAL" clId="{F84FF9A7-A6D1-9F48-9981-D5AAC95CF743}" dt="2023-09-06T21:10:23.869" v="909"/>
          <ac:inkMkLst>
            <pc:docMk/>
            <pc:sldMk cId="3597247938" sldId="278"/>
            <ac:inkMk id="13" creationId="{9244A8C1-A5BE-EE54-D57D-C941BFFA60DB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4" creationId="{30036590-CAA0-B1A3-2C26-C643341F71C3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5" creationId="{0D965160-DFB6-CB5B-3532-F97196E7E767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6" creationId="{EB61D343-2F05-9FB3-8DC8-8F96297F7AF0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7" creationId="{A0937457-B609-9DCC-6036-398A3A972BE5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8" creationId="{1339096D-F972-E19C-D315-BC243F570525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9" creationId="{32FA60CB-B106-1EB5-1479-FF46FEDC3648}"/>
          </ac:inkMkLst>
        </pc:inkChg>
        <pc:inkChg chg="add reco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20" creationId="{8945D1EA-D349-3A2F-C908-E4A82C7D6142}"/>
          </ac:inkMkLst>
        </pc:inkChg>
        <pc:inkChg chg="add reco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21" creationId="{62B60DE6-FB17-815C-949F-92F6672A9D02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22" creationId="{C56F3E58-A132-65F8-04E9-12594E708496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23" creationId="{9D6464E2-EF87-71B0-A44F-D13F86336F65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24" creationId="{58F7748E-1C0D-6593-EF8F-EB4F1EC00161}"/>
          </ac:inkMkLst>
        </pc:inkChg>
        <pc:inkChg chg="del">
          <ac:chgData name="Bhowmik, Sayan" userId="2b51cadb-156e-4c9a-99fc-6d2138739850" providerId="ADAL" clId="{F84FF9A7-A6D1-9F48-9981-D5AAC95CF743}" dt="2023-09-06T21:10:33.607" v="910"/>
          <ac:inkMkLst>
            <pc:docMk/>
            <pc:sldMk cId="3597247938" sldId="278"/>
            <ac:inkMk id="25" creationId="{C7AD0B73-76A5-5751-BE3D-D2B7DAC320E5}"/>
          </ac:inkMkLst>
        </pc:inkChg>
        <pc:inkChg chg="del">
          <ac:chgData name="Bhowmik, Sayan" userId="2b51cadb-156e-4c9a-99fc-6d2138739850" providerId="ADAL" clId="{F84FF9A7-A6D1-9F48-9981-D5AAC95CF743}" dt="2023-09-06T21:10:33.611" v="911"/>
          <ac:inkMkLst>
            <pc:docMk/>
            <pc:sldMk cId="3597247938" sldId="278"/>
            <ac:inkMk id="26" creationId="{87B79F5B-91BC-9644-F031-4DC36333FCA1}"/>
          </ac:inkMkLst>
        </pc:inkChg>
        <pc:inkChg chg="del">
          <ac:chgData name="Bhowmik, Sayan" userId="2b51cadb-156e-4c9a-99fc-6d2138739850" providerId="ADAL" clId="{F84FF9A7-A6D1-9F48-9981-D5AAC95CF743}" dt="2023-09-06T21:10:33.616" v="913"/>
          <ac:inkMkLst>
            <pc:docMk/>
            <pc:sldMk cId="3597247938" sldId="278"/>
            <ac:inkMk id="27" creationId="{7D208406-2F47-EE89-C91A-BDC295389751}"/>
          </ac:inkMkLst>
        </pc:inkChg>
        <pc:inkChg chg="del">
          <ac:chgData name="Bhowmik, Sayan" userId="2b51cadb-156e-4c9a-99fc-6d2138739850" providerId="ADAL" clId="{F84FF9A7-A6D1-9F48-9981-D5AAC95CF743}" dt="2023-09-06T21:10:33.618" v="914"/>
          <ac:inkMkLst>
            <pc:docMk/>
            <pc:sldMk cId="3597247938" sldId="278"/>
            <ac:inkMk id="28" creationId="{DB244E21-9A1E-46C6-BCDF-C2C8BC5936B8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29" creationId="{E03DCF6E-6916-8CDC-9279-428D9C069EFD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0" creationId="{A76406B0-0D9C-BDFD-BB12-E1028B5FE57C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1" creationId="{47337F6C-D8F3-4534-595D-59DC893FB21E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2" creationId="{1B6D91A2-20FB-4368-9243-B4473316F6E8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3" creationId="{77253D5D-8B60-3468-CA08-E53B431A7460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4" creationId="{C51A7169-C433-344E-3733-292B89D44C3E}"/>
          </ac:inkMkLst>
        </pc:inkChg>
        <pc:inkChg chg="del">
          <ac:chgData name="Bhowmik, Sayan" userId="2b51cadb-156e-4c9a-99fc-6d2138739850" providerId="ADAL" clId="{F84FF9A7-A6D1-9F48-9981-D5AAC95CF743}" dt="2023-09-06T21:10:33.613" v="912"/>
          <ac:inkMkLst>
            <pc:docMk/>
            <pc:sldMk cId="3597247938" sldId="278"/>
            <ac:inkMk id="35" creationId="{22BA177B-232F-8D84-F921-05AFF49C53A6}"/>
          </ac:inkMkLst>
        </pc:inkChg>
        <pc:inkChg chg="del">
          <ac:chgData name="Bhowmik, Sayan" userId="2b51cadb-156e-4c9a-99fc-6d2138739850" providerId="ADAL" clId="{F84FF9A7-A6D1-9F48-9981-D5AAC95CF743}" dt="2023-09-06T21:10:33.621" v="915"/>
          <ac:inkMkLst>
            <pc:docMk/>
            <pc:sldMk cId="3597247938" sldId="278"/>
            <ac:inkMk id="36" creationId="{9DC04AA2-D2CF-CCB5-3633-0224E63D1B2A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7" creationId="{CE936115-8A5B-5F73-EE54-0C0A4A34263C}"/>
          </ac:inkMkLst>
        </pc:inkChg>
        <pc:inkChg chg="add del reco">
          <ac:chgData name="Bhowmik, Sayan" userId="2b51cadb-156e-4c9a-99fc-6d2138739850" providerId="ADAL" clId="{F84FF9A7-A6D1-9F48-9981-D5AAC95CF743}" dt="2023-09-06T21:11:12.094" v="955"/>
          <ac:inkMkLst>
            <pc:docMk/>
            <pc:sldMk cId="3597247938" sldId="278"/>
            <ac:inkMk id="38" creationId="{53EC3C37-6F18-F868-2CE5-445250E37E0E}"/>
          </ac:inkMkLst>
        </pc:inkChg>
        <pc:inkChg chg="add del">
          <ac:chgData name="Bhowmik, Sayan" userId="2b51cadb-156e-4c9a-99fc-6d2138739850" providerId="ADAL" clId="{F84FF9A7-A6D1-9F48-9981-D5AAC95CF743}" dt="2023-09-06T21:11:12.101" v="958"/>
          <ac:inkMkLst>
            <pc:docMk/>
            <pc:sldMk cId="3597247938" sldId="278"/>
            <ac:inkMk id="39" creationId="{8A6A704D-2525-B15E-3BAB-C6218B4CAC27}"/>
          </ac:inkMkLst>
        </pc:inkChg>
        <pc:inkChg chg="add del">
          <ac:chgData name="Bhowmik, Sayan" userId="2b51cadb-156e-4c9a-99fc-6d2138739850" providerId="ADAL" clId="{F84FF9A7-A6D1-9F48-9981-D5AAC95CF743}" dt="2023-09-06T21:11:12.107" v="961"/>
          <ac:inkMkLst>
            <pc:docMk/>
            <pc:sldMk cId="3597247938" sldId="278"/>
            <ac:inkMk id="40" creationId="{4EFEE183-6584-DDA9-0BCA-A56DAE8A1337}"/>
          </ac:inkMkLst>
        </pc:inkChg>
        <pc:inkChg chg="add del">
          <ac:chgData name="Bhowmik, Sayan" userId="2b51cadb-156e-4c9a-99fc-6d2138739850" providerId="ADAL" clId="{F84FF9A7-A6D1-9F48-9981-D5AAC95CF743}" dt="2023-09-06T21:11:12.111" v="963"/>
          <ac:inkMkLst>
            <pc:docMk/>
            <pc:sldMk cId="3597247938" sldId="278"/>
            <ac:inkMk id="41" creationId="{1E4ADFED-8B0C-871D-9DC3-ED8E0FBEFAE2}"/>
          </ac:inkMkLst>
        </pc:inkChg>
        <pc:inkChg chg="add del">
          <ac:chgData name="Bhowmik, Sayan" userId="2b51cadb-156e-4c9a-99fc-6d2138739850" providerId="ADAL" clId="{F84FF9A7-A6D1-9F48-9981-D5AAC95CF743}" dt="2023-09-06T21:11:12.097" v="956"/>
          <ac:inkMkLst>
            <pc:docMk/>
            <pc:sldMk cId="3597247938" sldId="278"/>
            <ac:inkMk id="42" creationId="{C36D4329-212F-CBEF-B561-6268958A9D11}"/>
          </ac:inkMkLst>
        </pc:inkChg>
        <pc:inkChg chg="add del">
          <ac:chgData name="Bhowmik, Sayan" userId="2b51cadb-156e-4c9a-99fc-6d2138739850" providerId="ADAL" clId="{F84FF9A7-A6D1-9F48-9981-D5AAC95CF743}" dt="2023-09-06T21:11:12.116" v="967"/>
          <ac:inkMkLst>
            <pc:docMk/>
            <pc:sldMk cId="3597247938" sldId="278"/>
            <ac:inkMk id="43" creationId="{BBE9919A-1F12-516E-B41B-3FCBF235B597}"/>
          </ac:inkMkLst>
        </pc:inkChg>
        <pc:inkChg chg="add del">
          <ac:chgData name="Bhowmik, Sayan" userId="2b51cadb-156e-4c9a-99fc-6d2138739850" providerId="ADAL" clId="{F84FF9A7-A6D1-9F48-9981-D5AAC95CF743}" dt="2023-09-06T21:11:12.115" v="966"/>
          <ac:inkMkLst>
            <pc:docMk/>
            <pc:sldMk cId="3597247938" sldId="278"/>
            <ac:inkMk id="44" creationId="{94165B14-9A7B-9CE6-B774-CDD2E5219AC2}"/>
          </ac:inkMkLst>
        </pc:inkChg>
        <pc:inkChg chg="add del">
          <ac:chgData name="Bhowmik, Sayan" userId="2b51cadb-156e-4c9a-99fc-6d2138739850" providerId="ADAL" clId="{F84FF9A7-A6D1-9F48-9981-D5AAC95CF743}" dt="2023-09-06T21:11:12.099" v="957"/>
          <ac:inkMkLst>
            <pc:docMk/>
            <pc:sldMk cId="3597247938" sldId="278"/>
            <ac:inkMk id="45" creationId="{3C2446F9-70C6-1EC5-B878-8D9F3E8A2776}"/>
          </ac:inkMkLst>
        </pc:inkChg>
        <pc:inkChg chg="add del">
          <ac:chgData name="Bhowmik, Sayan" userId="2b51cadb-156e-4c9a-99fc-6d2138739850" providerId="ADAL" clId="{F84FF9A7-A6D1-9F48-9981-D5AAC95CF743}" dt="2023-09-06T21:11:12.109" v="962"/>
          <ac:inkMkLst>
            <pc:docMk/>
            <pc:sldMk cId="3597247938" sldId="278"/>
            <ac:inkMk id="46" creationId="{5D7F2D12-02FB-79E6-6FFE-999980A53102}"/>
          </ac:inkMkLst>
        </pc:inkChg>
        <pc:inkChg chg="add del">
          <ac:chgData name="Bhowmik, Sayan" userId="2b51cadb-156e-4c9a-99fc-6d2138739850" providerId="ADAL" clId="{F84FF9A7-A6D1-9F48-9981-D5AAC95CF743}" dt="2023-09-06T21:11:12.119" v="969"/>
          <ac:inkMkLst>
            <pc:docMk/>
            <pc:sldMk cId="3597247938" sldId="278"/>
            <ac:inkMk id="47" creationId="{6C2015E1-36A4-01D4-8304-00DC65B80BA0}"/>
          </ac:inkMkLst>
        </pc:inkChg>
        <pc:inkChg chg="add del">
          <ac:chgData name="Bhowmik, Sayan" userId="2b51cadb-156e-4c9a-99fc-6d2138739850" providerId="ADAL" clId="{F84FF9A7-A6D1-9F48-9981-D5AAC95CF743}" dt="2023-09-06T21:11:12.103" v="959"/>
          <ac:inkMkLst>
            <pc:docMk/>
            <pc:sldMk cId="3597247938" sldId="278"/>
            <ac:inkMk id="48" creationId="{621E3A72-6CEC-9D11-B852-C6906980107D}"/>
          </ac:inkMkLst>
        </pc:inkChg>
        <pc:inkChg chg="add del">
          <ac:chgData name="Bhowmik, Sayan" userId="2b51cadb-156e-4c9a-99fc-6d2138739850" providerId="ADAL" clId="{F84FF9A7-A6D1-9F48-9981-D5AAC95CF743}" dt="2023-09-06T21:11:12.113" v="965"/>
          <ac:inkMkLst>
            <pc:docMk/>
            <pc:sldMk cId="3597247938" sldId="278"/>
            <ac:inkMk id="49" creationId="{B4E408C5-B1C3-4299-0A71-71C51D31E27D}"/>
          </ac:inkMkLst>
        </pc:inkChg>
        <pc:inkChg chg="add del">
          <ac:chgData name="Bhowmik, Sayan" userId="2b51cadb-156e-4c9a-99fc-6d2138739850" providerId="ADAL" clId="{F84FF9A7-A6D1-9F48-9981-D5AAC95CF743}" dt="2023-09-06T21:11:12.090" v="954"/>
          <ac:inkMkLst>
            <pc:docMk/>
            <pc:sldMk cId="3597247938" sldId="278"/>
            <ac:inkMk id="50" creationId="{F2B0F20E-DC3F-1EF9-D4E6-9E83C2E4415F}"/>
          </ac:inkMkLst>
        </pc:inkChg>
        <pc:inkChg chg="add del">
          <ac:chgData name="Bhowmik, Sayan" userId="2b51cadb-156e-4c9a-99fc-6d2138739850" providerId="ADAL" clId="{F84FF9A7-A6D1-9F48-9981-D5AAC95CF743}" dt="2023-09-06T21:11:12.104" v="960"/>
          <ac:inkMkLst>
            <pc:docMk/>
            <pc:sldMk cId="3597247938" sldId="278"/>
            <ac:inkMk id="51" creationId="{40E9D2A9-3FE5-DD26-7662-4BD690545E21}"/>
          </ac:inkMkLst>
        </pc:inkChg>
        <pc:inkChg chg="add del">
          <ac:chgData name="Bhowmik, Sayan" userId="2b51cadb-156e-4c9a-99fc-6d2138739850" providerId="ADAL" clId="{F84FF9A7-A6D1-9F48-9981-D5AAC95CF743}" dt="2023-09-06T21:11:12.118" v="968"/>
          <ac:inkMkLst>
            <pc:docMk/>
            <pc:sldMk cId="3597247938" sldId="278"/>
            <ac:inkMk id="52" creationId="{B0A36623-FDAC-900B-6CC8-FF5AB194BCB0}"/>
          </ac:inkMkLst>
        </pc:inkChg>
        <pc:inkChg chg="add del">
          <ac:chgData name="Bhowmik, Sayan" userId="2b51cadb-156e-4c9a-99fc-6d2138739850" providerId="ADAL" clId="{F84FF9A7-A6D1-9F48-9981-D5AAC95CF743}" dt="2023-09-06T21:11:12.112" v="964"/>
          <ac:inkMkLst>
            <pc:docMk/>
            <pc:sldMk cId="3597247938" sldId="278"/>
            <ac:inkMk id="53" creationId="{364A84CD-370F-B869-0D2B-E7C5F332473B}"/>
          </ac:inkMkLst>
        </pc:inkChg>
        <pc:inkChg chg="add del">
          <ac:chgData name="Bhowmik, Sayan" userId="2b51cadb-156e-4c9a-99fc-6d2138739850" providerId="ADAL" clId="{F84FF9A7-A6D1-9F48-9981-D5AAC95CF743}" dt="2023-09-06T21:11:06.726" v="953"/>
          <ac:inkMkLst>
            <pc:docMk/>
            <pc:sldMk cId="3597247938" sldId="278"/>
            <ac:inkMk id="54" creationId="{EAEAEE07-5EA5-6AF7-C759-66FB7182E0CF}"/>
          </ac:inkMkLst>
        </pc:inkChg>
        <pc:inkChg chg="add del">
          <ac:chgData name="Bhowmik, Sayan" userId="2b51cadb-156e-4c9a-99fc-6d2138739850" providerId="ADAL" clId="{F84FF9A7-A6D1-9F48-9981-D5AAC95CF743}" dt="2023-09-06T21:11:06.003" v="952"/>
          <ac:inkMkLst>
            <pc:docMk/>
            <pc:sldMk cId="3597247938" sldId="278"/>
            <ac:inkMk id="55" creationId="{520DDBBE-66E1-9C6C-0D87-D4D3BE372E77}"/>
          </ac:inkMkLst>
        </pc:inkChg>
        <pc:inkChg chg="add del reco">
          <ac:chgData name="Bhowmik, Sayan" userId="2b51cadb-156e-4c9a-99fc-6d2138739850" providerId="ADAL" clId="{F84FF9A7-A6D1-9F48-9981-D5AAC95CF743}" dt="2023-09-06T21:11:06.003" v="952"/>
          <ac:inkMkLst>
            <pc:docMk/>
            <pc:sldMk cId="3597247938" sldId="278"/>
            <ac:inkMk id="56" creationId="{15180C0E-5C55-796A-2187-C96F98AAEAAC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57" creationId="{9E8B371D-1877-A2EF-FACD-2C6DED74B94E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58" creationId="{A60765D0-CE1C-F634-B4B1-E9955F6DAAFD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59" creationId="{A8CF9BBC-C4B9-EFB4-4867-FF68D11062CA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0" creationId="{7DF9A8A4-ADB4-6BA0-B233-80F4A2E5CA40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1" creationId="{8986B6D4-3558-D6D6-D25A-27B6CB728528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2" creationId="{A89B48A6-5BF3-4FBB-4F13-C0C3C3CE6732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3" creationId="{B267A11B-0F27-5480-CB7C-20424198A8D0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4" creationId="{46088B41-E591-E873-7E33-1300A5B933DE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5" creationId="{5EF9D547-E730-A1B5-FA94-14A9939DD507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6" creationId="{327790DD-64ED-733D-9A6A-98BA60FF8E31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7" creationId="{C35A9D5D-5F8A-2101-F87C-DC774DB8A7AE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8" creationId="{BCD12893-3585-DC50-B960-5BC628B44583}"/>
          </ac:inkMkLst>
        </pc:inkChg>
        <pc:inkChg chg="add mod reco modStrokes">
          <ac:chgData name="Bhowmik, Sayan" userId="2b51cadb-156e-4c9a-99fc-6d2138739850" providerId="ADAL" clId="{F84FF9A7-A6D1-9F48-9981-D5AAC95CF743}" dt="2023-09-06T21:11:25.502" v="985"/>
          <ac:inkMkLst>
            <pc:docMk/>
            <pc:sldMk cId="3597247938" sldId="278"/>
            <ac:inkMk id="69" creationId="{2CC23B25-1CCA-A066-AA8C-F21C18ED3772}"/>
          </ac:inkMkLst>
        </pc:inkChg>
        <pc:inkChg chg="add del">
          <ac:chgData name="Bhowmik, Sayan" userId="2b51cadb-156e-4c9a-99fc-6d2138739850" providerId="ADAL" clId="{F84FF9A7-A6D1-9F48-9981-D5AAC95CF743}" dt="2023-09-06T21:11:25.506" v="987"/>
          <ac:inkMkLst>
            <pc:docMk/>
            <pc:sldMk cId="3597247938" sldId="278"/>
            <ac:inkMk id="70" creationId="{3CFDA829-C683-3965-EE47-291127F5454E}"/>
          </ac:inkMkLst>
        </pc:inkChg>
        <pc:inkChg chg="add del">
          <ac:chgData name="Bhowmik, Sayan" userId="2b51cadb-156e-4c9a-99fc-6d2138739850" providerId="ADAL" clId="{F84FF9A7-A6D1-9F48-9981-D5AAC95CF743}" dt="2023-09-06T21:11:25.504" v="986"/>
          <ac:inkMkLst>
            <pc:docMk/>
            <pc:sldMk cId="3597247938" sldId="278"/>
            <ac:inkMk id="71" creationId="{18D55760-1A2D-EBC5-3C4A-C161E7734C30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2" creationId="{ECC824F7-839F-882E-D249-D4D45EB16245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3" creationId="{81BC8411-7545-42F5-AD3D-D114C0D6617D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4" creationId="{CB015882-944E-BBB7-D71F-18ED6FA3F06A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5" creationId="{F9604EF3-5971-605F-D881-C7EA03E2AB77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6" creationId="{33688C70-F6D2-8A94-52AA-0E260333855D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7" creationId="{F1C1F339-140D-3A69-0584-1B8BD64864EC}"/>
          </ac:inkMkLst>
        </pc:inkChg>
        <pc:inkChg chg="add">
          <ac:chgData name="Bhowmik, Sayan" userId="2b51cadb-156e-4c9a-99fc-6d2138739850" providerId="ADAL" clId="{F84FF9A7-A6D1-9F48-9981-D5AAC95CF743}" dt="2023-09-06T21:11:30.129" v="994"/>
          <ac:inkMkLst>
            <pc:docMk/>
            <pc:sldMk cId="3597247938" sldId="278"/>
            <ac:inkMk id="78" creationId="{5D6E4BD2-AF8E-8031-C57A-B410768751E3}"/>
          </ac:inkMkLst>
        </pc:inkChg>
        <pc:inkChg chg="add">
          <ac:chgData name="Bhowmik, Sayan" userId="2b51cadb-156e-4c9a-99fc-6d2138739850" providerId="ADAL" clId="{F84FF9A7-A6D1-9F48-9981-D5AAC95CF743}" dt="2023-09-06T21:11:30.346" v="995"/>
          <ac:inkMkLst>
            <pc:docMk/>
            <pc:sldMk cId="3597247938" sldId="278"/>
            <ac:inkMk id="79" creationId="{E88B0F7D-EE93-6AA6-2E37-B87A9415278E}"/>
          </ac:inkMkLst>
        </pc:inkChg>
        <pc:inkChg chg="add reco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80" creationId="{F4069430-BAFC-46F9-F2A2-A231C8913586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1" creationId="{30A9978D-108D-3351-195B-0674F8E2D4A3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2" creationId="{5E0A60C1-E49B-00D1-FA65-8B2559EAE3B6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3" creationId="{B619064D-1011-30F0-5CD2-9278800D7091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4" creationId="{CFCE43CC-8155-4467-E61B-5A2AB3CEC2F9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5" creationId="{54186460-B79E-7F3A-9155-E18B1D99678E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6" creationId="{A70D845B-2625-5F2E-B329-09C7AB302210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7" creationId="{12B61041-A9F1-A779-EFA7-DA6F509E7AF0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8" creationId="{0B1AC2E6-CCA6-B660-0D4F-C949132B9E63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9" creationId="{9C9A75EA-892C-0A21-5C2E-4FE91563D26C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0" creationId="{71DEE217-AF05-810A-C5FB-96EA6E51CC20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1" creationId="{2B2D7BC4-C296-16C7-A6C8-EAB8FADECBDB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2" creationId="{AF003337-AEC9-18B7-0076-0930D76F582A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3" creationId="{2F0BC500-1B9E-9F88-A836-B97913EA671E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4" creationId="{25BFCF25-72CE-3DD4-78CF-D408F4E516B5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5" creationId="{038AB296-5491-D0D6-E319-E2BD6711BF52}"/>
          </ac:inkMkLst>
        </pc:inkChg>
        <pc:inkChg chg="add reco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6" creationId="{E01F8505-5D27-E1EB-3E61-E1E7A4B1680F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98" creationId="{5D6355CC-350E-BD27-93C6-708B2DDF4F8D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0" creationId="{AE3EC53D-4617-8CA8-B9FE-156A3547C07C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2" creationId="{F5A6B3FD-8164-2D7D-9C56-1A097BA61996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4" creationId="{C1B94A0C-51EC-81B3-A692-B6564CAE7D72}"/>
          </ac:inkMkLst>
        </pc:inkChg>
        <pc:inkChg chg="del">
          <ac:chgData name="Bhowmik, Sayan" userId="2b51cadb-156e-4c9a-99fc-6d2138739850" providerId="ADAL" clId="{F84FF9A7-A6D1-9F48-9981-D5AAC95CF743}" dt="2023-09-06T21:09:22.803" v="894"/>
          <ac:inkMkLst>
            <pc:docMk/>
            <pc:sldMk cId="3597247938" sldId="278"/>
            <ac:inkMk id="105" creationId="{C3006EE5-B6D3-7A79-1C14-C38CB7742361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6" creationId="{C741CAA6-5F52-C821-5814-A8EEBEAD3E91}"/>
          </ac:inkMkLst>
        </pc:inkChg>
        <pc:inkChg chg="del">
          <ac:chgData name="Bhowmik, Sayan" userId="2b51cadb-156e-4c9a-99fc-6d2138739850" providerId="ADAL" clId="{F84FF9A7-A6D1-9F48-9981-D5AAC95CF743}" dt="2023-09-06T21:09:22.808" v="896"/>
          <ac:inkMkLst>
            <pc:docMk/>
            <pc:sldMk cId="3597247938" sldId="278"/>
            <ac:inkMk id="107" creationId="{12F47AD1-76D1-8516-6F86-9CD745B511FE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8" creationId="{DEF63897-8F53-5923-55AB-0A4DC5241124}"/>
          </ac:inkMkLst>
        </pc:inkChg>
        <pc:inkChg chg="del">
          <ac:chgData name="Bhowmik, Sayan" userId="2b51cadb-156e-4c9a-99fc-6d2138739850" providerId="ADAL" clId="{F84FF9A7-A6D1-9F48-9981-D5AAC95CF743}" dt="2023-09-06T21:09:22.812" v="898"/>
          <ac:inkMkLst>
            <pc:docMk/>
            <pc:sldMk cId="3597247938" sldId="278"/>
            <ac:inkMk id="109" creationId="{88F3E119-AB7F-E5EA-D66E-C5BFD7D2EEA3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0" creationId="{052A9AA2-595D-AB12-6EB8-2081573D14A1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1" creationId="{0296D861-2466-648A-F62D-1DFE8DED6FBF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2" creationId="{F30C735D-9C59-DE63-AA22-3487E0E15C8B}"/>
          </ac:inkMkLst>
        </pc:inkChg>
        <pc:inkChg chg="del">
          <ac:chgData name="Bhowmik, Sayan" userId="2b51cadb-156e-4c9a-99fc-6d2138739850" providerId="ADAL" clId="{F84FF9A7-A6D1-9F48-9981-D5AAC95CF743}" dt="2023-09-06T21:09:22.820" v="901"/>
          <ac:inkMkLst>
            <pc:docMk/>
            <pc:sldMk cId="3597247938" sldId="278"/>
            <ac:inkMk id="113" creationId="{2A912158-BD53-5235-69C7-A6CF3B66A92E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4" creationId="{DF2A7533-580F-BFB4-6EAD-0DFB1C46D8C4}"/>
          </ac:inkMkLst>
        </pc:inkChg>
        <pc:inkChg chg="del">
          <ac:chgData name="Bhowmik, Sayan" userId="2b51cadb-156e-4c9a-99fc-6d2138739850" providerId="ADAL" clId="{F84FF9A7-A6D1-9F48-9981-D5AAC95CF743}" dt="2023-09-06T21:09:22.805" v="895"/>
          <ac:inkMkLst>
            <pc:docMk/>
            <pc:sldMk cId="3597247938" sldId="278"/>
            <ac:inkMk id="115" creationId="{6D3CE652-69E8-E78D-1192-8F5AFD00CF02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6" creationId="{89AFFF03-0F99-1534-8D2D-D2731297F998}"/>
          </ac:inkMkLst>
        </pc:inkChg>
        <pc:inkChg chg="del">
          <ac:chgData name="Bhowmik, Sayan" userId="2b51cadb-156e-4c9a-99fc-6d2138739850" providerId="ADAL" clId="{F84FF9A7-A6D1-9F48-9981-D5AAC95CF743}" dt="2023-09-06T21:09:22.818" v="900"/>
          <ac:inkMkLst>
            <pc:docMk/>
            <pc:sldMk cId="3597247938" sldId="278"/>
            <ac:inkMk id="117" creationId="{E247074A-912F-D131-5EC3-0CA5FD8A44BB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8" creationId="{645121BD-679E-E7F2-B91D-C1FDEFC0BFA6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9" creationId="{4DB5E8B0-8776-2B01-CFE6-CD30116234BA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20" creationId="{C4B543AB-7E0F-FEB0-6BB6-C2C83F1D5C44}"/>
          </ac:inkMkLst>
        </pc:inkChg>
        <pc:inkChg chg="del">
          <ac:chgData name="Bhowmik, Sayan" userId="2b51cadb-156e-4c9a-99fc-6d2138739850" providerId="ADAL" clId="{F84FF9A7-A6D1-9F48-9981-D5AAC95CF743}" dt="2023-09-06T21:09:22.801" v="893"/>
          <ac:inkMkLst>
            <pc:docMk/>
            <pc:sldMk cId="3597247938" sldId="278"/>
            <ac:inkMk id="121" creationId="{5BA70039-31B8-2AFB-B18D-C9924BF4B528}"/>
          </ac:inkMkLst>
        </pc:inkChg>
        <pc:inkChg chg="add reco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22" creationId="{2B421E56-ADAF-95F0-6E2D-BCB1D978FF9E}"/>
          </ac:inkMkLst>
        </pc:inkChg>
        <pc:inkChg chg="del">
          <ac:chgData name="Bhowmik, Sayan" userId="2b51cadb-156e-4c9a-99fc-6d2138739850" providerId="ADAL" clId="{F84FF9A7-A6D1-9F48-9981-D5AAC95CF743}" dt="2023-09-06T21:09:22.816" v="899"/>
          <ac:inkMkLst>
            <pc:docMk/>
            <pc:sldMk cId="3597247938" sldId="278"/>
            <ac:inkMk id="123" creationId="{EA946CE3-5ED9-9170-B572-2EE3CE647B21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4" creationId="{77D670A0-67DA-1E76-32BA-5137A50CB7A5}"/>
          </ac:inkMkLst>
        </pc:inkChg>
        <pc:inkChg chg="del">
          <ac:chgData name="Bhowmik, Sayan" userId="2b51cadb-156e-4c9a-99fc-6d2138739850" providerId="ADAL" clId="{F84FF9A7-A6D1-9F48-9981-D5AAC95CF743}" dt="2023-09-06T21:09:22.810" v="897"/>
          <ac:inkMkLst>
            <pc:docMk/>
            <pc:sldMk cId="3597247938" sldId="278"/>
            <ac:inkMk id="125" creationId="{97BF00EE-709E-038A-0B8A-4DC87B62D058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6" creationId="{85D147DE-79A9-D821-84FC-4B261EA89982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7" creationId="{F4FB7C91-70F4-4B12-69A5-554E3D54040A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8" creationId="{6759510C-4DF3-A9FF-22D4-47075DCDB4CF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9" creationId="{44DC745F-AB26-BD0D-3707-63F4BD8A8306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0" creationId="{1BCF7F41-7A54-885F-3FEE-F598097190C4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1" creationId="{13609FB8-2877-E364-1EF2-3DF8ADA5C904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2" creationId="{0668DCEA-00F2-3582-90A3-6D8D098D5E61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3" creationId="{FA4738BF-B986-5B98-C57A-17A9AD45CB19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4" creationId="{04841D16-90BC-D622-215C-87534C56204B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5" creationId="{38C68D9F-6701-95C5-A700-0D7D4FA40CBF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6" creationId="{DA4B6307-34D2-7F08-810B-AB60191DC849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7" creationId="{296AFBDA-C9AF-41B4-11C3-A24C577A7AEC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8" creationId="{DD9C7AFA-D3F2-DA53-6AC5-D299D7CBADB3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9" creationId="{1969B541-47D7-C5DB-6502-D5E224BBF33E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0" creationId="{E74796F6-7E8E-9D7E-1E44-D8B0BCAC5190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1" creationId="{25DB416A-A084-D93C-6FE8-4A205861C954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2" creationId="{77FA5FBE-52C3-EEAE-8F1F-7291DBF2C7A5}"/>
          </ac:inkMkLst>
        </pc:inkChg>
        <pc:inkChg chg="add reco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3" creationId="{9C52FE18-A1C6-51B6-4EE5-17F9886EDD41}"/>
          </ac:inkMkLst>
        </pc:inkChg>
        <pc:inkChg chg="add reco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4" creationId="{9C765D22-3322-BBC1-BD0A-7F3A603D86B9}"/>
          </ac:inkMkLst>
        </pc:inkChg>
        <pc:inkChg chg="add del">
          <ac:chgData name="Bhowmik, Sayan" userId="2b51cadb-156e-4c9a-99fc-6d2138739850" providerId="ADAL" clId="{F84FF9A7-A6D1-9F48-9981-D5AAC95CF743}" dt="2023-09-06T21:11:53.642" v="1048"/>
          <ac:inkMkLst>
            <pc:docMk/>
            <pc:sldMk cId="3597247938" sldId="278"/>
            <ac:inkMk id="145" creationId="{72A2C6CB-63F7-DC69-4BEE-1D145B34C0F5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46" creationId="{7974541B-2B1F-3C76-F64A-03A2C7E74CC8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47" creationId="{96EF7F02-575C-546A-1B83-6504BAFA9C88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48" creationId="{6CD5F427-1BFE-F3AC-F520-068386BC63C0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49" creationId="{DB206B6D-518E-3312-8378-97372A1B7B4B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0" creationId="{211D5E41-D91D-0A63-791F-9095EF137F6C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1" creationId="{01321A6F-16B7-E8B5-B109-B0208B69BB09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2" creationId="{1F0836C9-C125-FC46-C16D-8B8BF7309496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3" creationId="{1B6668CA-A0FE-793F-DE10-816837F77CAC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4" creationId="{61175817-39CE-8CA6-2E14-81169B662C53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5" creationId="{CB41E61F-481E-8D41-69E8-EE7B2BCCA483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6" creationId="{2D3ABF94-B70F-94DD-10E7-94BCC840A140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7" creationId="{8F070362-1D27-E85D-8174-7EC8DD35630B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8" creationId="{D9565179-64C1-149A-FC0A-03723BA2484F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9" creationId="{3301BBA6-21F0-8DB6-67F0-CF1A2C3CB073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0" creationId="{C7ACF346-E40E-54FB-1CE5-252EF328CD14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1" creationId="{3FD2A80A-9C26-64A3-3D45-84812D0E4525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2" creationId="{85A58F79-27D1-F764-4688-D42BCDAEF4D0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3" creationId="{7A7CA0B6-F4DF-A7DF-4B3D-7941711F5E4A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4" creationId="{5136AF20-4E3F-4A2C-0A9C-9E462F86B1A5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5" creationId="{6C497375-A6DE-DCDE-9B30-A2D80E0B329D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6" creationId="{FD28055A-6EBB-3212-F038-364AB422472C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7" creationId="{C6D37D0C-D7C1-B59C-F2ED-DF2D2EC8CA5E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8" creationId="{7DAC28C9-DFD3-25DE-4520-DD916567850A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9" creationId="{267E87C7-A3F3-7BCF-4765-DF619AB3E251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70" creationId="{3437D767-97B9-CD42-A911-7261938A0929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71" creationId="{03D50921-AE37-67B5-129D-BCD2599B73DF}"/>
          </ac:inkMkLst>
        </pc:inkChg>
        <pc:inkChg chg="add reco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72" creationId="{74735B57-1EDB-0219-B90A-42E8B8590B9A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3" creationId="{4E197334-52BE-4D8B-7145-47CCB02DA988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4" creationId="{A5A973B9-216A-8041-ADB0-B238E71B5CE5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5" creationId="{FF739498-07D5-B729-C7C5-2D65A8178F69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6" creationId="{04C54B80-BFFB-DD12-71DA-63B3B62A4AD2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7" creationId="{C30D5588-42E7-4D4E-459E-AC14576CA0C9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8" creationId="{6070214C-ACC6-649C-D35C-7C75722E59F6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9" creationId="{4B93E7CE-FB1F-5386-684F-87224D59A5AA}"/>
          </ac:inkMkLst>
        </pc:inkChg>
        <pc:inkChg chg="add">
          <ac:chgData name="Bhowmik, Sayan" userId="2b51cadb-156e-4c9a-99fc-6d2138739850" providerId="ADAL" clId="{F84FF9A7-A6D1-9F48-9981-D5AAC95CF743}" dt="2023-09-06T21:12:09.407" v="1083"/>
          <ac:inkMkLst>
            <pc:docMk/>
            <pc:sldMk cId="3597247938" sldId="278"/>
            <ac:inkMk id="180" creationId="{BC6DDAB8-87DF-5733-BFB0-538B996C5BCE}"/>
          </ac:inkMkLst>
        </pc:inkChg>
        <pc:inkChg chg="add">
          <ac:chgData name="Bhowmik, Sayan" userId="2b51cadb-156e-4c9a-99fc-6d2138739850" providerId="ADAL" clId="{F84FF9A7-A6D1-9F48-9981-D5AAC95CF743}" dt="2023-09-06T21:12:09.623" v="1084"/>
          <ac:inkMkLst>
            <pc:docMk/>
            <pc:sldMk cId="3597247938" sldId="278"/>
            <ac:inkMk id="181" creationId="{6AFFA604-B1DE-5DE7-0DFB-07AE34D96E81}"/>
          </ac:inkMkLst>
        </pc:inkChg>
        <pc:inkChg chg="add">
          <ac:chgData name="Bhowmik, Sayan" userId="2b51cadb-156e-4c9a-99fc-6d2138739850" providerId="ADAL" clId="{F84FF9A7-A6D1-9F48-9981-D5AAC95CF743}" dt="2023-09-06T21:12:10.174" v="1085"/>
          <ac:inkMkLst>
            <pc:docMk/>
            <pc:sldMk cId="3597247938" sldId="278"/>
            <ac:inkMk id="182" creationId="{05182AA8-9BE4-7FA0-B992-B246EE43E9FA}"/>
          </ac:inkMkLst>
        </pc:inkChg>
        <pc:inkChg chg="add reco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83" creationId="{5F8EA2E2-E1BD-893B-C784-97D63FFA8ADE}"/>
          </ac:inkMkLst>
        </pc:inkChg>
        <pc:inkChg chg="add">
          <ac:chgData name="Bhowmik, Sayan" userId="2b51cadb-156e-4c9a-99fc-6d2138739850" providerId="ADAL" clId="{F84FF9A7-A6D1-9F48-9981-D5AAC95CF743}" dt="2023-09-06T21:12:15.177" v="1087"/>
          <ac:inkMkLst>
            <pc:docMk/>
            <pc:sldMk cId="3597247938" sldId="278"/>
            <ac:inkMk id="184" creationId="{A84E1DE9-EB03-4F69-B224-85F41C2B1A21}"/>
          </ac:inkMkLst>
        </pc:inkChg>
        <pc:inkChg chg="add">
          <ac:chgData name="Bhowmik, Sayan" userId="2b51cadb-156e-4c9a-99fc-6d2138739850" providerId="ADAL" clId="{F84FF9A7-A6D1-9F48-9981-D5AAC95CF743}" dt="2023-09-06T21:12:15.659" v="1088"/>
          <ac:inkMkLst>
            <pc:docMk/>
            <pc:sldMk cId="3597247938" sldId="278"/>
            <ac:inkMk id="185" creationId="{87F69D88-553A-0E5D-167E-DC9E8569D694}"/>
          </ac:inkMkLst>
        </pc:inkChg>
        <pc:inkChg chg="add">
          <ac:chgData name="Bhowmik, Sayan" userId="2b51cadb-156e-4c9a-99fc-6d2138739850" providerId="ADAL" clId="{F84FF9A7-A6D1-9F48-9981-D5AAC95CF743}" dt="2023-09-06T21:12:16.092" v="1089"/>
          <ac:inkMkLst>
            <pc:docMk/>
            <pc:sldMk cId="3597247938" sldId="278"/>
            <ac:inkMk id="186" creationId="{CC4DA75E-ADA7-FE1B-A60E-EB13908FD25A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87" creationId="{7CC1E48B-AD51-13EA-5EEF-C8DA5601A9B2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88" creationId="{4964E76F-787C-4F1A-F5DC-533468C9BFAE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89" creationId="{A88505E7-540D-F2DF-95DC-9F22ADF1434C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90" creationId="{8A35029F-BECD-8F4B-2285-5BFDFC7F5E85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91" creationId="{E91D8660-134A-D66C-22B8-7F94C7EA6BAD}"/>
          </ac:inkMkLst>
        </pc:inkChg>
        <pc:inkChg chg="add reco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92" creationId="{9C73590D-D41E-790F-BBF2-162C33E7EF59}"/>
          </ac:inkMkLst>
        </pc:inkChg>
        <pc:inkChg chg="add del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3" creationId="{F4543FFF-716C-9AC3-CF60-81481B4DE4F6}"/>
          </ac:inkMkLst>
        </pc:inkChg>
        <pc:inkChg chg="add del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4" creationId="{42F69D08-312F-0813-4DEE-7DD6CD28FF1F}"/>
          </ac:inkMkLst>
        </pc:inkChg>
        <pc:inkChg chg="add del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5" creationId="{4EF555A4-D22B-B397-723F-7F32B0DC6AEE}"/>
          </ac:inkMkLst>
        </pc:inkChg>
        <pc:inkChg chg="add del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6" creationId="{AA0799FB-2241-3351-65DB-9A12801DAC3C}"/>
          </ac:inkMkLst>
        </pc:inkChg>
        <pc:inkChg chg="add reco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7" creationId="{D2965AF2-EC47-C2E8-01CA-119A29D681F7}"/>
          </ac:inkMkLst>
        </pc:inkChg>
        <pc:inkChg chg="add reco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8" creationId="{2DB1F29D-4518-B6CF-C56F-05828EA4800C}"/>
          </ac:inkMkLst>
        </pc:inkChg>
        <pc:inkChg chg="add del mod">
          <ac:chgData name="Bhowmik, Sayan" userId="2b51cadb-156e-4c9a-99fc-6d2138739850" providerId="ADAL" clId="{F84FF9A7-A6D1-9F48-9981-D5AAC95CF743}" dt="2023-09-06T21:34:50.164" v="1141"/>
          <ac:inkMkLst>
            <pc:docMk/>
            <pc:sldMk cId="3597247938" sldId="278"/>
            <ac:inkMk id="199" creationId="{16C493C0-2272-D5C8-FCD0-5CE9016BD3C5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0" creationId="{BFB30977-3C91-D375-A433-72648B0A4CEE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1" creationId="{4A559CDE-BCBE-8CA3-B6F6-A7A8CB2B8E0B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2" creationId="{716426A9-24C2-4CC7-335E-1712CE7EA13A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3" creationId="{6CB7B322-1D36-CFC9-CC4D-488AC969D505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4" creationId="{015233FC-6690-4A91-1419-90608FD344FC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5" creationId="{BB1BC940-D5E6-BA0D-CC53-4A821359DD25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6" creationId="{647E63F0-BD89-0AF3-69C8-E3954C8E1A99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7" creationId="{7EF463B8-7C9C-454F-B1CA-FF6DC15CD4C6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8" creationId="{F656146F-462B-6F46-B05F-B7F42B254364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9" creationId="{45EA618F-1487-5F93-AA8A-F99EC2101C49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10" creationId="{60BD011F-9776-6C3E-9A78-941D2C95894A}"/>
          </ac:inkMkLst>
        </pc:inkChg>
        <pc:inkChg chg="add reco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11" creationId="{46C75407-B69A-6D15-4E7B-9A63CFAFDB5A}"/>
          </ac:inkMkLst>
        </pc:inkChg>
        <pc:inkChg chg="add mod reco modStrokes">
          <ac:chgData name="Bhowmik, Sayan" userId="2b51cadb-156e-4c9a-99fc-6d2138739850" providerId="ADAL" clId="{F84FF9A7-A6D1-9F48-9981-D5AAC95CF743}" dt="2023-09-06T21:34:50.162" v="1140"/>
          <ac:inkMkLst>
            <pc:docMk/>
            <pc:sldMk cId="3597247938" sldId="278"/>
            <ac:inkMk id="212" creationId="{44DDA466-C887-C312-CF1D-75C8CBDE9D17}"/>
          </ac:inkMkLst>
        </pc:inkChg>
        <pc:inkChg chg="add">
          <ac:chgData name="Bhowmik, Sayan" userId="2b51cadb-156e-4c9a-99fc-6d2138739850" providerId="ADAL" clId="{F84FF9A7-A6D1-9F48-9981-D5AAC95CF743}" dt="2023-09-06T21:12:36.953" v="1114"/>
          <ac:inkMkLst>
            <pc:docMk/>
            <pc:sldMk cId="3597247938" sldId="278"/>
            <ac:inkMk id="213" creationId="{9A7C2EEB-43CC-AEED-C416-DCE131FCE28F}"/>
          </ac:inkMkLst>
        </pc:inkChg>
        <pc:inkChg chg="add del">
          <ac:chgData name="Bhowmik, Sayan" userId="2b51cadb-156e-4c9a-99fc-6d2138739850" providerId="ADAL" clId="{F84FF9A7-A6D1-9F48-9981-D5AAC95CF743}" dt="2023-09-06T21:12:44.415" v="1118"/>
          <ac:inkMkLst>
            <pc:docMk/>
            <pc:sldMk cId="3597247938" sldId="278"/>
            <ac:inkMk id="214" creationId="{71950B26-9DF4-99D8-E87F-29A2E856F61D}"/>
          </ac:inkMkLst>
        </pc:inkChg>
        <pc:inkChg chg="add del">
          <ac:chgData name="Bhowmik, Sayan" userId="2b51cadb-156e-4c9a-99fc-6d2138739850" providerId="ADAL" clId="{F84FF9A7-A6D1-9F48-9981-D5AAC95CF743}" dt="2023-09-06T21:12:44.415" v="1118"/>
          <ac:inkMkLst>
            <pc:docMk/>
            <pc:sldMk cId="3597247938" sldId="278"/>
            <ac:inkMk id="215" creationId="{2B1E05F4-F29E-4F7A-30AF-D2ACD2995DED}"/>
          </ac:inkMkLst>
        </pc:inkChg>
        <pc:inkChg chg="add del">
          <ac:chgData name="Bhowmik, Sayan" userId="2b51cadb-156e-4c9a-99fc-6d2138739850" providerId="ADAL" clId="{F84FF9A7-A6D1-9F48-9981-D5AAC95CF743}" dt="2023-09-06T21:12:44.415" v="1118"/>
          <ac:inkMkLst>
            <pc:docMk/>
            <pc:sldMk cId="3597247938" sldId="278"/>
            <ac:inkMk id="216" creationId="{CFA42B57-0D0D-46B1-B8F4-03DE72D07275}"/>
          </ac:inkMkLst>
        </pc:inkChg>
        <pc:inkChg chg="add reco">
          <ac:chgData name="Bhowmik, Sayan" userId="2b51cadb-156e-4c9a-99fc-6d2138739850" providerId="ADAL" clId="{F84FF9A7-A6D1-9F48-9981-D5AAC95CF743}" dt="2023-09-06T21:12:44.415" v="1118"/>
          <ac:inkMkLst>
            <pc:docMk/>
            <pc:sldMk cId="3597247938" sldId="278"/>
            <ac:inkMk id="217" creationId="{C94AC648-09AD-EF50-7D3C-F631E79BEB8D}"/>
          </ac:inkMkLst>
        </pc:inkChg>
        <pc:inkChg chg="add del">
          <ac:chgData name="Bhowmik, Sayan" userId="2b51cadb-156e-4c9a-99fc-6d2138739850" providerId="ADAL" clId="{F84FF9A7-A6D1-9F48-9981-D5AAC95CF743}" dt="2023-09-06T21:12:52.354" v="1121"/>
          <ac:inkMkLst>
            <pc:docMk/>
            <pc:sldMk cId="3597247938" sldId="278"/>
            <ac:inkMk id="218" creationId="{B37779C3-B7F6-03A0-6F4F-F750D66B9335}"/>
          </ac:inkMkLst>
        </pc:inkChg>
        <pc:inkChg chg="add del">
          <ac:chgData name="Bhowmik, Sayan" userId="2b51cadb-156e-4c9a-99fc-6d2138739850" providerId="ADAL" clId="{F84FF9A7-A6D1-9F48-9981-D5AAC95CF743}" dt="2023-09-06T21:12:52.354" v="1121"/>
          <ac:inkMkLst>
            <pc:docMk/>
            <pc:sldMk cId="3597247938" sldId="278"/>
            <ac:inkMk id="219" creationId="{9ABAF23F-A5ED-CA63-DA1F-EC01DF495D07}"/>
          </ac:inkMkLst>
        </pc:inkChg>
        <pc:inkChg chg="add reco">
          <ac:chgData name="Bhowmik, Sayan" userId="2b51cadb-156e-4c9a-99fc-6d2138739850" providerId="ADAL" clId="{F84FF9A7-A6D1-9F48-9981-D5AAC95CF743}" dt="2023-09-06T21:12:52.354" v="1121"/>
          <ac:inkMkLst>
            <pc:docMk/>
            <pc:sldMk cId="3597247938" sldId="278"/>
            <ac:inkMk id="220" creationId="{24C4DD5C-2BE4-584C-BB98-1A47B29CA8B0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1" creationId="{CDC0FC96-BCCC-A9CF-1B0E-E3FD2C3F3012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2" creationId="{50D3AF0C-EBAC-3765-11C4-A080843DA017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3" creationId="{4DE7076C-4303-7E22-EB01-3C2434A703E1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4" creationId="{B38813D2-9135-323A-0BD2-6FB7CCFDC455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5" creationId="{24D3D2E3-9316-094C-D7EF-A67F24F38F3C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6" creationId="{F95F14EC-62F8-3CDE-64C7-FD27ED301821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7" creationId="{BDC63D78-E671-4CF3-6C97-1F6702039ED3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8" creationId="{118A6B57-F27D-BBCB-67BA-44128112AE78}"/>
          </ac:inkMkLst>
        </pc:inkChg>
        <pc:inkChg chg="add del reco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9" creationId="{A248B907-EE2E-7B2A-EC0B-B8A7C71A5E9A}"/>
          </ac:inkMkLst>
        </pc:inkChg>
        <pc:inkChg chg="add del reco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30" creationId="{9D7BAB74-B5AE-8A92-6504-61D2418752A1}"/>
          </ac:inkMkLst>
        </pc:inkChg>
        <pc:inkChg chg="add del reco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31" creationId="{B0D878C4-D96B-4105-466C-40D38DCA312F}"/>
          </ac:inkMkLst>
        </pc:inkChg>
        <pc:inkChg chg="add del">
          <ac:chgData name="Bhowmik, Sayan" userId="2b51cadb-156e-4c9a-99fc-6d2138739850" providerId="ADAL" clId="{F84FF9A7-A6D1-9F48-9981-D5AAC95CF743}" dt="2023-09-06T21:13:02.337" v="1134"/>
          <ac:inkMkLst>
            <pc:docMk/>
            <pc:sldMk cId="3597247938" sldId="278"/>
            <ac:inkMk id="232" creationId="{12503DEA-68ED-1171-1D67-A5B118E01998}"/>
          </ac:inkMkLst>
        </pc:inkChg>
        <pc:inkChg chg="add del">
          <ac:chgData name="Bhowmik, Sayan" userId="2b51cadb-156e-4c9a-99fc-6d2138739850" providerId="ADAL" clId="{F84FF9A7-A6D1-9F48-9981-D5AAC95CF743}" dt="2023-09-06T21:13:02.337" v="1134"/>
          <ac:inkMkLst>
            <pc:docMk/>
            <pc:sldMk cId="3597247938" sldId="278"/>
            <ac:inkMk id="233" creationId="{B725D3CF-3668-D7E8-A4DC-53459443359B}"/>
          </ac:inkMkLst>
        </pc:inkChg>
        <pc:inkChg chg="add reco">
          <ac:chgData name="Bhowmik, Sayan" userId="2b51cadb-156e-4c9a-99fc-6d2138739850" providerId="ADAL" clId="{F84FF9A7-A6D1-9F48-9981-D5AAC95CF743}" dt="2023-09-06T21:13:02.337" v="1134"/>
          <ac:inkMkLst>
            <pc:docMk/>
            <pc:sldMk cId="3597247938" sldId="278"/>
            <ac:inkMk id="234" creationId="{C6B38223-A4EA-CA1A-3B79-627657F30818}"/>
          </ac:inkMkLst>
        </pc:inkChg>
      </pc:sldChg>
      <pc:sldChg chg="addSp delSp modSp">
        <pc:chgData name="Bhowmik, Sayan" userId="2b51cadb-156e-4c9a-99fc-6d2138739850" providerId="ADAL" clId="{F84FF9A7-A6D1-9F48-9981-D5AAC95CF743}" dt="2023-09-07T01:59:04.039" v="1302"/>
        <pc:sldMkLst>
          <pc:docMk/>
          <pc:sldMk cId="4179341546" sldId="281"/>
        </pc:sldMkLst>
        <pc:inkChg chg="add">
          <ac:chgData name="Bhowmik, Sayan" userId="2b51cadb-156e-4c9a-99fc-6d2138739850" providerId="ADAL" clId="{F84FF9A7-A6D1-9F48-9981-D5AAC95CF743}" dt="2023-09-07T01:54:54.476" v="1145"/>
          <ac:inkMkLst>
            <pc:docMk/>
            <pc:sldMk cId="4179341546" sldId="281"/>
            <ac:inkMk id="2" creationId="{D375A341-5C98-ED8B-471F-84D8A6ABEA03}"/>
          </ac:inkMkLst>
        </pc:inkChg>
        <pc:inkChg chg="add">
          <ac:chgData name="Bhowmik, Sayan" userId="2b51cadb-156e-4c9a-99fc-6d2138739850" providerId="ADAL" clId="{F84FF9A7-A6D1-9F48-9981-D5AAC95CF743}" dt="2023-09-07T01:55:01.126" v="1146"/>
          <ac:inkMkLst>
            <pc:docMk/>
            <pc:sldMk cId="4179341546" sldId="281"/>
            <ac:inkMk id="5" creationId="{6060F8F3-C2C0-8F59-54FA-ACAFE030B4AD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6" creationId="{69D7F4E3-FB57-469B-B175-0F2457BFF627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7" creationId="{C4DA543E-16DE-FAE3-0236-65435F7BBFF0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8" creationId="{DDB0FDEC-3C7C-3EFA-3CC9-123FFE817215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9" creationId="{DC933D43-0B09-C818-2ED5-E092C3546188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0" creationId="{E0EEE868-7C56-D66F-5953-8F61A09F0FA4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1" creationId="{D2F9B645-5430-51FA-C677-6F84507C5F79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2" creationId="{9D23C684-DC10-A5CD-5A56-465A34D7C30F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3" creationId="{5D8E9192-5EB2-1117-646A-1B04265D3BD0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4" creationId="{172766FF-F1B2-37BB-2BCB-1E8598501B68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5" creationId="{1623FCA7-4A50-FF02-A63F-60A8FEB426A1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6" creationId="{86390125-91F7-01F5-CD04-A151D138BF03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7" creationId="{27C524E0-DBAB-F5E6-D5F8-4DD9E297F0B6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8" creationId="{15DC2DC2-0363-84BA-EB51-B2BD04E52937}"/>
          </ac:inkMkLst>
        </pc:inkChg>
        <pc:inkChg chg="add reco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9" creationId="{50E443A7-209B-ABF8-26E0-401E22D3286F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0" creationId="{E319DD13-B250-4351-D575-0DB186A38E65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1" creationId="{774397F8-AC26-50A3-71C3-D59B2A29BA4B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2" creationId="{3120E0CF-3985-2523-A363-727F78799E07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3" creationId="{A552F1C9-EA2E-E451-E18E-C4A3C5FC357E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4" creationId="{BE8D759C-619C-6BF7-FA72-7222A357696C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5" creationId="{CD45CE6B-A989-3045-15CE-0099DAAE5ADC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6" creationId="{6D79D69D-ED35-F29F-F7C7-65719045BDD3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7" creationId="{F3CA3D78-F3D7-79F2-410C-2C056A2A326D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8" creationId="{54FD4D3C-71F0-117E-C23A-F38CDEBD0AB1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9" creationId="{680298A2-6168-E931-816A-21E15A4A494C}"/>
          </ac:inkMkLst>
        </pc:inkChg>
        <pc:inkChg chg="add mod reco modStrokes">
          <ac:chgData name="Bhowmik, Sayan" userId="2b51cadb-156e-4c9a-99fc-6d2138739850" providerId="ADAL" clId="{F84FF9A7-A6D1-9F48-9981-D5AAC95CF743}" dt="2023-09-07T01:59:00.929" v="1300"/>
          <ac:inkMkLst>
            <pc:docMk/>
            <pc:sldMk cId="4179341546" sldId="281"/>
            <ac:inkMk id="30" creationId="{91F41819-B17D-5CA1-A1B7-D1A46F3C5AE7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1" creationId="{4ECE337C-1068-43F7-211C-39CD392D2448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2" creationId="{9558E4C3-32B0-419C-A235-11A81F7C1DB0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3" creationId="{C52377C8-F39F-E1F8-C2BB-061EC8F204AE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4" creationId="{68326F9C-611C-681D-2652-5923F7852486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5" creationId="{54085D02-C2A0-4D1A-1180-455411F43FE1}"/>
          </ac:inkMkLst>
        </pc:inkChg>
        <pc:inkChg chg="add del reco">
          <ac:chgData name="Bhowmik, Sayan" userId="2b51cadb-156e-4c9a-99fc-6d2138739850" providerId="ADAL" clId="{F84FF9A7-A6D1-9F48-9981-D5AAC95CF743}" dt="2023-09-07T01:59:00.932" v="1301"/>
          <ac:inkMkLst>
            <pc:docMk/>
            <pc:sldMk cId="4179341546" sldId="281"/>
            <ac:inkMk id="36" creationId="{22E8ABAD-0C10-C12A-F49D-1FC880D6EC22}"/>
          </ac:inkMkLst>
        </pc:inkChg>
        <pc:inkChg chg="add del">
          <ac:chgData name="Bhowmik, Sayan" userId="2b51cadb-156e-4c9a-99fc-6d2138739850" providerId="ADAL" clId="{F84FF9A7-A6D1-9F48-9981-D5AAC95CF743}" dt="2023-09-07T01:55:58.651" v="1179"/>
          <ac:inkMkLst>
            <pc:docMk/>
            <pc:sldMk cId="4179341546" sldId="281"/>
            <ac:inkMk id="37" creationId="{0A369B4C-C928-D29A-96A1-5D06252BFB6D}"/>
          </ac:inkMkLst>
        </pc:inkChg>
        <pc:inkChg chg="add del">
          <ac:chgData name="Bhowmik, Sayan" userId="2b51cadb-156e-4c9a-99fc-6d2138739850" providerId="ADAL" clId="{F84FF9A7-A6D1-9F48-9981-D5AAC95CF743}" dt="2023-09-07T01:56:01.648" v="1183"/>
          <ac:inkMkLst>
            <pc:docMk/>
            <pc:sldMk cId="4179341546" sldId="281"/>
            <ac:inkMk id="38" creationId="{B9301563-249D-DEF1-591F-154FBD297AED}"/>
          </ac:inkMkLst>
        </pc:inkChg>
        <pc:inkChg chg="add del">
          <ac:chgData name="Bhowmik, Sayan" userId="2b51cadb-156e-4c9a-99fc-6d2138739850" providerId="ADAL" clId="{F84FF9A7-A6D1-9F48-9981-D5AAC95CF743}" dt="2023-09-07T01:56:01.648" v="1183"/>
          <ac:inkMkLst>
            <pc:docMk/>
            <pc:sldMk cId="4179341546" sldId="281"/>
            <ac:inkMk id="39" creationId="{BC538308-35A3-330C-5BD2-D352A73BF14A}"/>
          </ac:inkMkLst>
        </pc:inkChg>
        <pc:inkChg chg="add del">
          <ac:chgData name="Bhowmik, Sayan" userId="2b51cadb-156e-4c9a-99fc-6d2138739850" providerId="ADAL" clId="{F84FF9A7-A6D1-9F48-9981-D5AAC95CF743}" dt="2023-09-07T01:56:01.648" v="1183"/>
          <ac:inkMkLst>
            <pc:docMk/>
            <pc:sldMk cId="4179341546" sldId="281"/>
            <ac:inkMk id="40" creationId="{8A4D5982-4036-320D-9BE1-4D951F1BD285}"/>
          </ac:inkMkLst>
        </pc:inkChg>
        <pc:inkChg chg="add reco">
          <ac:chgData name="Bhowmik, Sayan" userId="2b51cadb-156e-4c9a-99fc-6d2138739850" providerId="ADAL" clId="{F84FF9A7-A6D1-9F48-9981-D5AAC95CF743}" dt="2023-09-07T01:56:01.648" v="1183"/>
          <ac:inkMkLst>
            <pc:docMk/>
            <pc:sldMk cId="4179341546" sldId="281"/>
            <ac:inkMk id="41" creationId="{24981F04-B0B2-CC1A-8B81-814158F36C3D}"/>
          </ac:inkMkLst>
        </pc:inkChg>
        <pc:inkChg chg="add del">
          <ac:chgData name="Bhowmik, Sayan" userId="2b51cadb-156e-4c9a-99fc-6d2138739850" providerId="ADAL" clId="{F84FF9A7-A6D1-9F48-9981-D5AAC95CF743}" dt="2023-09-07T01:56:09.378" v="1187"/>
          <ac:inkMkLst>
            <pc:docMk/>
            <pc:sldMk cId="4179341546" sldId="281"/>
            <ac:inkMk id="42" creationId="{181CA53D-67BE-D188-2528-A12016B23A49}"/>
          </ac:inkMkLst>
        </pc:inkChg>
        <pc:inkChg chg="add del">
          <ac:chgData name="Bhowmik, Sayan" userId="2b51cadb-156e-4c9a-99fc-6d2138739850" providerId="ADAL" clId="{F84FF9A7-A6D1-9F48-9981-D5AAC95CF743}" dt="2023-09-07T01:56:09.378" v="1187"/>
          <ac:inkMkLst>
            <pc:docMk/>
            <pc:sldMk cId="4179341546" sldId="281"/>
            <ac:inkMk id="43" creationId="{125057E0-5A84-5CC1-06A7-B85643538DD6}"/>
          </ac:inkMkLst>
        </pc:inkChg>
        <pc:inkChg chg="add del">
          <ac:chgData name="Bhowmik, Sayan" userId="2b51cadb-156e-4c9a-99fc-6d2138739850" providerId="ADAL" clId="{F84FF9A7-A6D1-9F48-9981-D5AAC95CF743}" dt="2023-09-07T01:56:09.378" v="1187"/>
          <ac:inkMkLst>
            <pc:docMk/>
            <pc:sldMk cId="4179341546" sldId="281"/>
            <ac:inkMk id="44" creationId="{A80272C9-2478-0A76-ADA2-34319DB8BB69}"/>
          </ac:inkMkLst>
        </pc:inkChg>
        <pc:inkChg chg="add del reco">
          <ac:chgData name="Bhowmik, Sayan" userId="2b51cadb-156e-4c9a-99fc-6d2138739850" providerId="ADAL" clId="{F84FF9A7-A6D1-9F48-9981-D5AAC95CF743}" dt="2023-09-07T01:56:52.912" v="1220"/>
          <ac:inkMkLst>
            <pc:docMk/>
            <pc:sldMk cId="4179341546" sldId="281"/>
            <ac:inkMk id="45" creationId="{BA0BEE8D-363B-2C2B-1ACC-2329891AFBBC}"/>
          </ac:inkMkLst>
        </pc:inkChg>
        <pc:inkChg chg="add del">
          <ac:chgData name="Bhowmik, Sayan" userId="2b51cadb-156e-4c9a-99fc-6d2138739850" providerId="ADAL" clId="{F84FF9A7-A6D1-9F48-9981-D5AAC95CF743}" dt="2023-09-07T01:56:15.923" v="1191"/>
          <ac:inkMkLst>
            <pc:docMk/>
            <pc:sldMk cId="4179341546" sldId="281"/>
            <ac:inkMk id="46" creationId="{48303543-7B1B-0B27-789E-CFCCC4447171}"/>
          </ac:inkMkLst>
        </pc:inkChg>
        <pc:inkChg chg="add del">
          <ac:chgData name="Bhowmik, Sayan" userId="2b51cadb-156e-4c9a-99fc-6d2138739850" providerId="ADAL" clId="{F84FF9A7-A6D1-9F48-9981-D5AAC95CF743}" dt="2023-09-07T01:56:15.923" v="1191"/>
          <ac:inkMkLst>
            <pc:docMk/>
            <pc:sldMk cId="4179341546" sldId="281"/>
            <ac:inkMk id="47" creationId="{B83E97BA-AE5A-8439-6631-928C2FE9F000}"/>
          </ac:inkMkLst>
        </pc:inkChg>
        <pc:inkChg chg="add del">
          <ac:chgData name="Bhowmik, Sayan" userId="2b51cadb-156e-4c9a-99fc-6d2138739850" providerId="ADAL" clId="{F84FF9A7-A6D1-9F48-9981-D5AAC95CF743}" dt="2023-09-07T01:56:15.923" v="1191"/>
          <ac:inkMkLst>
            <pc:docMk/>
            <pc:sldMk cId="4179341546" sldId="281"/>
            <ac:inkMk id="48" creationId="{0B8F2E33-7B7E-7343-D5FD-F35EEBA59A07}"/>
          </ac:inkMkLst>
        </pc:inkChg>
        <pc:inkChg chg="add del reco">
          <ac:chgData name="Bhowmik, Sayan" userId="2b51cadb-156e-4c9a-99fc-6d2138739850" providerId="ADAL" clId="{F84FF9A7-A6D1-9F48-9981-D5AAC95CF743}" dt="2023-09-07T01:56:52.906" v="1218"/>
          <ac:inkMkLst>
            <pc:docMk/>
            <pc:sldMk cId="4179341546" sldId="281"/>
            <ac:inkMk id="49" creationId="{901BB9E9-0E92-674F-F420-3D5DA8170A99}"/>
          </ac:inkMkLst>
        </pc:inkChg>
        <pc:inkChg chg="add del">
          <ac:chgData name="Bhowmik, Sayan" userId="2b51cadb-156e-4c9a-99fc-6d2138739850" providerId="ADAL" clId="{F84FF9A7-A6D1-9F48-9981-D5AAC95CF743}" dt="2023-09-07T01:56:18.089" v="1194"/>
          <ac:inkMkLst>
            <pc:docMk/>
            <pc:sldMk cId="4179341546" sldId="281"/>
            <ac:inkMk id="50" creationId="{ACDEBB1B-D11A-1400-5EE8-D73FB52585B3}"/>
          </ac:inkMkLst>
        </pc:inkChg>
        <pc:inkChg chg="add del">
          <ac:chgData name="Bhowmik, Sayan" userId="2b51cadb-156e-4c9a-99fc-6d2138739850" providerId="ADAL" clId="{F84FF9A7-A6D1-9F48-9981-D5AAC95CF743}" dt="2023-09-07T01:56:18.089" v="1194"/>
          <ac:inkMkLst>
            <pc:docMk/>
            <pc:sldMk cId="4179341546" sldId="281"/>
            <ac:inkMk id="51" creationId="{9105E869-2887-2703-C1DE-4B2890EFB949}"/>
          </ac:inkMkLst>
        </pc:inkChg>
        <pc:inkChg chg="add del reco">
          <ac:chgData name="Bhowmik, Sayan" userId="2b51cadb-156e-4c9a-99fc-6d2138739850" providerId="ADAL" clId="{F84FF9A7-A6D1-9F48-9981-D5AAC95CF743}" dt="2023-09-07T01:56:52.913" v="1221"/>
          <ac:inkMkLst>
            <pc:docMk/>
            <pc:sldMk cId="4179341546" sldId="281"/>
            <ac:inkMk id="52" creationId="{B01ABB33-CCB7-25DA-41AD-1C3AFCF7F15A}"/>
          </ac:inkMkLst>
        </pc:inkChg>
        <pc:inkChg chg="add del">
          <ac:chgData name="Bhowmik, Sayan" userId="2b51cadb-156e-4c9a-99fc-6d2138739850" providerId="ADAL" clId="{F84FF9A7-A6D1-9F48-9981-D5AAC95CF743}" dt="2023-09-07T01:56:52.915" v="1222"/>
          <ac:inkMkLst>
            <pc:docMk/>
            <pc:sldMk cId="4179341546" sldId="281"/>
            <ac:inkMk id="53" creationId="{55C1E665-D0AD-BD85-41B9-2CD7AD370877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4" creationId="{E1A8FBFF-14F9-4371-4914-CBA37D7E9A53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5" creationId="{CB5BFEA5-7EF3-460A-3382-09F80ECFDE78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6" creationId="{DF800A8B-7CB4-EF90-657D-A76739431A3C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7" creationId="{21B91FAA-F14E-F1A2-8EEB-6258672A25F0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8" creationId="{F790BF3C-B0CB-4034-A9BC-BD66D894F24D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9" creationId="{6CA0BB82-5E77-2483-277F-0B6F7E2C31B0}"/>
          </ac:inkMkLst>
        </pc:inkChg>
        <pc:inkChg chg="add del reco">
          <ac:chgData name="Bhowmik, Sayan" userId="2b51cadb-156e-4c9a-99fc-6d2138739850" providerId="ADAL" clId="{F84FF9A7-A6D1-9F48-9981-D5AAC95CF743}" dt="2023-09-07T01:56:52.909" v="1219"/>
          <ac:inkMkLst>
            <pc:docMk/>
            <pc:sldMk cId="4179341546" sldId="281"/>
            <ac:inkMk id="60" creationId="{A3F0A96F-6471-7B01-8D76-44BE4731ADF4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1" creationId="{67E6A04F-2612-EC2F-F868-B3226E529391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2" creationId="{BB6BF6B4-642B-4C2A-2681-0B3B34A65A91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3" creationId="{9884A320-2755-1180-E3CF-D79554C5CD5A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4" creationId="{67FBC975-E1C4-A9EB-FD39-1FF1AE67BD83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5" creationId="{8D461B8A-C80D-55D6-52AE-79BE86916420}"/>
          </ac:inkMkLst>
        </pc:inkChg>
        <pc:inkChg chg="add del reco">
          <ac:chgData name="Bhowmik, Sayan" userId="2b51cadb-156e-4c9a-99fc-6d2138739850" providerId="ADAL" clId="{F84FF9A7-A6D1-9F48-9981-D5AAC95CF743}" dt="2023-09-07T01:56:52.900" v="1216"/>
          <ac:inkMkLst>
            <pc:docMk/>
            <pc:sldMk cId="4179341546" sldId="281"/>
            <ac:inkMk id="66" creationId="{AD1AC3B7-06CC-7FB9-8500-04D61D6AB1F0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67" creationId="{8AAAE367-1C52-F00F-7D29-7318982A7086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68" creationId="{79C32671-CF44-0FD9-C885-3163E5C61F77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69" creationId="{A42A89DA-EAE7-D579-D00C-0F88C34340DA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70" creationId="{86743D8B-4601-4CDB-D8BE-D5F0E4901BF7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71" creationId="{59692169-7588-92FA-8CF9-E3F6F1B2E364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72" creationId="{54200FBE-E459-5E71-72D0-1F80A61FF2FE}"/>
          </ac:inkMkLst>
        </pc:inkChg>
        <pc:inkChg chg="add del reco">
          <ac:chgData name="Bhowmik, Sayan" userId="2b51cadb-156e-4c9a-99fc-6d2138739850" providerId="ADAL" clId="{F84FF9A7-A6D1-9F48-9981-D5AAC95CF743}" dt="2023-09-07T01:56:52.904" v="1217"/>
          <ac:inkMkLst>
            <pc:docMk/>
            <pc:sldMk cId="4179341546" sldId="281"/>
            <ac:inkMk id="73" creationId="{FFBD37C2-7FA4-F0CA-6879-86D775468AC5}"/>
          </ac:inkMkLst>
        </pc:inkChg>
        <pc:inkChg chg="add del">
          <ac:chgData name="Bhowmik, Sayan" userId="2b51cadb-156e-4c9a-99fc-6d2138739850" providerId="ADAL" clId="{F84FF9A7-A6D1-9F48-9981-D5AAC95CF743}" dt="2023-09-07T01:56:58.979" v="1226"/>
          <ac:inkMkLst>
            <pc:docMk/>
            <pc:sldMk cId="4179341546" sldId="281"/>
            <ac:inkMk id="74" creationId="{8E8AFAA2-BD70-FBBE-A7F9-14128FE75C21}"/>
          </ac:inkMkLst>
        </pc:inkChg>
        <pc:inkChg chg="add del">
          <ac:chgData name="Bhowmik, Sayan" userId="2b51cadb-156e-4c9a-99fc-6d2138739850" providerId="ADAL" clId="{F84FF9A7-A6D1-9F48-9981-D5AAC95CF743}" dt="2023-09-07T01:56:58.979" v="1226"/>
          <ac:inkMkLst>
            <pc:docMk/>
            <pc:sldMk cId="4179341546" sldId="281"/>
            <ac:inkMk id="75" creationId="{4BAD0370-E028-BF24-3771-5C277D4DE9B3}"/>
          </ac:inkMkLst>
        </pc:inkChg>
        <pc:inkChg chg="add del">
          <ac:chgData name="Bhowmik, Sayan" userId="2b51cadb-156e-4c9a-99fc-6d2138739850" providerId="ADAL" clId="{F84FF9A7-A6D1-9F48-9981-D5AAC95CF743}" dt="2023-09-07T01:56:58.979" v="1226"/>
          <ac:inkMkLst>
            <pc:docMk/>
            <pc:sldMk cId="4179341546" sldId="281"/>
            <ac:inkMk id="76" creationId="{DC089681-B9FC-F66D-8C6C-241D6A1AE5BB}"/>
          </ac:inkMkLst>
        </pc:inkChg>
        <pc:inkChg chg="add reco">
          <ac:chgData name="Bhowmik, Sayan" userId="2b51cadb-156e-4c9a-99fc-6d2138739850" providerId="ADAL" clId="{F84FF9A7-A6D1-9F48-9981-D5AAC95CF743}" dt="2023-09-07T01:56:58.979" v="1226"/>
          <ac:inkMkLst>
            <pc:docMk/>
            <pc:sldMk cId="4179341546" sldId="281"/>
            <ac:inkMk id="77" creationId="{4C5D389B-D6AE-6E92-38F9-AB622D4E1ED2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78" creationId="{97DC38C5-0376-0EEA-34E3-CD1C964D6C4C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79" creationId="{D60A6204-7FEB-460A-E80E-FAA27DB1827E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0" creationId="{D25748CF-A610-C7B4-923C-4E09093585D5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1" creationId="{5E24FE22-2208-05C8-A755-AA6F1CE477C6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2" creationId="{71C083F8-A2BE-0779-360F-DF3AADF9FD41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3" creationId="{8512FA50-4716-55D8-2B03-EA71AB35C613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4" creationId="{00AA988B-5D99-DB30-CA4B-051255CFC9D9}"/>
          </ac:inkMkLst>
        </pc:inkChg>
        <pc:inkChg chg="add reco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5" creationId="{530190E3-9F39-5BAB-5EB8-329A2A163C4A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86" creationId="{4793546B-2FF1-A9D1-A392-7C4BE15F975F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87" creationId="{7415B637-81F8-1298-CC46-45F706F12134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88" creationId="{8EF9CB40-65A2-F155-D4BB-5C4D2D4E72A0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89" creationId="{75219D57-2126-8B42-F9EC-7A73252563AA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0" creationId="{D00CE9A6-6D4A-DAC4-1A11-ED1211E9A3CD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1" creationId="{524E21E9-2FD3-264B-4365-7ACB0349812A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2" creationId="{8558FA06-DF3B-9F46-0359-1EEC6E9B4995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3" creationId="{5E62C8B3-5156-8B3C-4FB4-1FADEDC82612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4" creationId="{E2DC88F7-1330-D67F-6646-28ABDD1FB1FA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5" creationId="{B3AFAB95-802D-BE7B-75D5-9A6B9B663CE8}"/>
          </ac:inkMkLst>
        </pc:inkChg>
        <pc:inkChg chg="add reco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6" creationId="{50DEB1B8-4CFC-0762-3105-59C6F7CF8291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97" creationId="{0F2B3D60-B78D-2339-215E-0BE5785C950B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98" creationId="{33ED4DC5-1131-0B16-4DA2-061941059077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99" creationId="{82573893-9F2B-1288-573F-AC5F79DE599A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100" creationId="{669F593A-5C9E-373D-0A14-D945119734B4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101" creationId="{DFFFCBFB-E5E6-10D0-034C-C15902016D7F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102" creationId="{B31D7477-0D03-1F03-25CC-E098769EA478}"/>
          </ac:inkMkLst>
        </pc:inkChg>
        <pc:inkChg chg="add reco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103" creationId="{380C7C22-57B1-D428-876D-B087601FF2B3}"/>
          </ac:inkMkLst>
        </pc:inkChg>
        <pc:inkChg chg="add del">
          <ac:chgData name="Bhowmik, Sayan" userId="2b51cadb-156e-4c9a-99fc-6d2138739850" providerId="ADAL" clId="{F84FF9A7-A6D1-9F48-9981-D5AAC95CF743}" dt="2023-09-07T01:57:35.002" v="1256"/>
          <ac:inkMkLst>
            <pc:docMk/>
            <pc:sldMk cId="4179341546" sldId="281"/>
            <ac:inkMk id="104" creationId="{F6D0CC26-03F6-CE56-C9DE-0AAED8CA561E}"/>
          </ac:inkMkLst>
        </pc:inkChg>
        <pc:inkChg chg="add del">
          <ac:chgData name="Bhowmik, Sayan" userId="2b51cadb-156e-4c9a-99fc-6d2138739850" providerId="ADAL" clId="{F84FF9A7-A6D1-9F48-9981-D5AAC95CF743}" dt="2023-09-07T01:57:35.002" v="1256"/>
          <ac:inkMkLst>
            <pc:docMk/>
            <pc:sldMk cId="4179341546" sldId="281"/>
            <ac:inkMk id="105" creationId="{0B55CBD6-1CCB-2633-1143-A64EBE8376AE}"/>
          </ac:inkMkLst>
        </pc:inkChg>
        <pc:inkChg chg="add del">
          <ac:chgData name="Bhowmik, Sayan" userId="2b51cadb-156e-4c9a-99fc-6d2138739850" providerId="ADAL" clId="{F84FF9A7-A6D1-9F48-9981-D5AAC95CF743}" dt="2023-09-07T01:57:35.002" v="1256"/>
          <ac:inkMkLst>
            <pc:docMk/>
            <pc:sldMk cId="4179341546" sldId="281"/>
            <ac:inkMk id="106" creationId="{1712BDEB-1CA2-DA77-A615-FC02D6560E97}"/>
          </ac:inkMkLst>
        </pc:inkChg>
        <pc:inkChg chg="add reco">
          <ac:chgData name="Bhowmik, Sayan" userId="2b51cadb-156e-4c9a-99fc-6d2138739850" providerId="ADAL" clId="{F84FF9A7-A6D1-9F48-9981-D5AAC95CF743}" dt="2023-09-07T01:57:35.002" v="1256"/>
          <ac:inkMkLst>
            <pc:docMk/>
            <pc:sldMk cId="4179341546" sldId="281"/>
            <ac:inkMk id="107" creationId="{8421508B-D863-BB17-04ED-5987BBB97FB2}"/>
          </ac:inkMkLst>
        </pc:inkChg>
        <pc:inkChg chg="add del">
          <ac:chgData name="Bhowmik, Sayan" userId="2b51cadb-156e-4c9a-99fc-6d2138739850" providerId="ADAL" clId="{F84FF9A7-A6D1-9F48-9981-D5AAC95CF743}" dt="2023-09-07T01:57:38.767" v="1260"/>
          <ac:inkMkLst>
            <pc:docMk/>
            <pc:sldMk cId="4179341546" sldId="281"/>
            <ac:inkMk id="108" creationId="{BB2195F9-9788-174D-03D8-DE44693813D3}"/>
          </ac:inkMkLst>
        </pc:inkChg>
        <pc:inkChg chg="add del">
          <ac:chgData name="Bhowmik, Sayan" userId="2b51cadb-156e-4c9a-99fc-6d2138739850" providerId="ADAL" clId="{F84FF9A7-A6D1-9F48-9981-D5AAC95CF743}" dt="2023-09-07T01:57:38.767" v="1260"/>
          <ac:inkMkLst>
            <pc:docMk/>
            <pc:sldMk cId="4179341546" sldId="281"/>
            <ac:inkMk id="109" creationId="{487B7EA6-C68D-A763-0333-CCAE5E3221D9}"/>
          </ac:inkMkLst>
        </pc:inkChg>
        <pc:inkChg chg="add del">
          <ac:chgData name="Bhowmik, Sayan" userId="2b51cadb-156e-4c9a-99fc-6d2138739850" providerId="ADAL" clId="{F84FF9A7-A6D1-9F48-9981-D5AAC95CF743}" dt="2023-09-07T01:57:38.767" v="1260"/>
          <ac:inkMkLst>
            <pc:docMk/>
            <pc:sldMk cId="4179341546" sldId="281"/>
            <ac:inkMk id="110" creationId="{B58BB656-738C-27C3-254E-D70BA89CD211}"/>
          </ac:inkMkLst>
        </pc:inkChg>
        <pc:inkChg chg="add reco">
          <ac:chgData name="Bhowmik, Sayan" userId="2b51cadb-156e-4c9a-99fc-6d2138739850" providerId="ADAL" clId="{F84FF9A7-A6D1-9F48-9981-D5AAC95CF743}" dt="2023-09-07T01:57:38.767" v="1260"/>
          <ac:inkMkLst>
            <pc:docMk/>
            <pc:sldMk cId="4179341546" sldId="281"/>
            <ac:inkMk id="111" creationId="{BDFB7B0A-08D0-E5C6-65DA-15293435CEC9}"/>
          </ac:inkMkLst>
        </pc:inkChg>
        <pc:inkChg chg="add del">
          <ac:chgData name="Bhowmik, Sayan" userId="2b51cadb-156e-4c9a-99fc-6d2138739850" providerId="ADAL" clId="{F84FF9A7-A6D1-9F48-9981-D5AAC95CF743}" dt="2023-09-07T01:57:49.925" v="1267"/>
          <ac:inkMkLst>
            <pc:docMk/>
            <pc:sldMk cId="4179341546" sldId="281"/>
            <ac:inkMk id="112" creationId="{DC4FE9E1-23E5-7B7C-DE65-0F80D2486869}"/>
          </ac:inkMkLst>
        </pc:inkChg>
        <pc:inkChg chg="add del">
          <ac:chgData name="Bhowmik, Sayan" userId="2b51cadb-156e-4c9a-99fc-6d2138739850" providerId="ADAL" clId="{F84FF9A7-A6D1-9F48-9981-D5AAC95CF743}" dt="2023-09-07T01:57:49.425" v="1266"/>
          <ac:inkMkLst>
            <pc:docMk/>
            <pc:sldMk cId="4179341546" sldId="281"/>
            <ac:inkMk id="113" creationId="{075716B7-BB49-5FFD-6BFB-ED38D037AA4C}"/>
          </ac:inkMkLst>
        </pc:inkChg>
        <pc:inkChg chg="add del">
          <ac:chgData name="Bhowmik, Sayan" userId="2b51cadb-156e-4c9a-99fc-6d2138739850" providerId="ADAL" clId="{F84FF9A7-A6D1-9F48-9981-D5AAC95CF743}" dt="2023-09-07T01:57:48.315" v="1265"/>
          <ac:inkMkLst>
            <pc:docMk/>
            <pc:sldMk cId="4179341546" sldId="281"/>
            <ac:inkMk id="114" creationId="{6B90C635-47AA-1931-3FA4-031D66CBA723}"/>
          </ac:inkMkLst>
        </pc:inkChg>
        <pc:inkChg chg="add del reco">
          <ac:chgData name="Bhowmik, Sayan" userId="2b51cadb-156e-4c9a-99fc-6d2138739850" providerId="ADAL" clId="{F84FF9A7-A6D1-9F48-9981-D5AAC95CF743}" dt="2023-09-07T01:57:48.315" v="1265"/>
          <ac:inkMkLst>
            <pc:docMk/>
            <pc:sldMk cId="4179341546" sldId="281"/>
            <ac:inkMk id="115" creationId="{E9552E56-4EC8-2259-E44B-F332AAA11833}"/>
          </ac:inkMkLst>
        </pc:inkChg>
        <pc:inkChg chg="add">
          <ac:chgData name="Bhowmik, Sayan" userId="2b51cadb-156e-4c9a-99fc-6d2138739850" providerId="ADAL" clId="{F84FF9A7-A6D1-9F48-9981-D5AAC95CF743}" dt="2023-09-07T01:57:58.812" v="1268"/>
          <ac:inkMkLst>
            <pc:docMk/>
            <pc:sldMk cId="4179341546" sldId="281"/>
            <ac:inkMk id="116" creationId="{85571B07-CD1D-20F1-5371-20BEB477AC27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17" creationId="{B5235B2D-A3E3-4011-F625-38356F3FE497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18" creationId="{D4C0236D-14C9-19E0-84FC-CB87857809D3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19" creationId="{D8839032-1C7C-1D99-CDA1-66B23D47970F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20" creationId="{1739EF01-6E27-3E83-7D7C-B168E01205FB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21" creationId="{029C03EE-E9ED-6076-0978-01170E2E68BB}"/>
          </ac:inkMkLst>
        </pc:inkChg>
        <pc:inkChg chg="add reco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22" creationId="{21EC54C7-E1AC-274A-3D34-58082E840D20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3" creationId="{26EAAD71-7304-33D0-EBA5-725955C14F8E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4" creationId="{D9C497EB-588C-703E-0179-754517291C79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5" creationId="{12E944CD-5B31-F83F-7307-0BD288F7D36B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6" creationId="{4F941016-D67B-2F34-7113-BC7E877C9E8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7" creationId="{029BA9E9-6409-0F4B-B9F9-C57F71D9D23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8" creationId="{58410B52-205B-BCC0-099A-224639BDA327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9" creationId="{C2AB6742-7DD6-C90B-3960-768B2DE4D68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0" creationId="{9E3A9249-F383-2DFE-10DE-B195B13AE0B7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1" creationId="{7D99108A-2CC4-F037-BCD4-C17220A71926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2" creationId="{B356BD09-627A-500E-A07C-F22FEC08441D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3" creationId="{2BC45404-A74F-2FAD-8C3C-C42BEA092798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4" creationId="{D41D9209-93C4-3177-B530-04BF705EC4C3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5" creationId="{56EF657D-6027-8E33-54C1-0602D6797A16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6" creationId="{389B3776-E6BD-B97F-32D5-27F444DA4A73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7" creationId="{CF5DFB3F-74A9-198F-8389-EA1824457395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8" creationId="{C54B3098-135B-E2B9-E678-61C376ABBD8A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9" creationId="{7C18F0F9-F0B7-AC4F-5429-756AD6B0EC08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40" creationId="{C7330E83-C7ED-6A93-0024-1205502DE1D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41" creationId="{D6C22BA9-2665-5775-70A2-DBABC41CEE7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42" creationId="{8ACE42AA-83D1-83C1-1A57-99539557626F}"/>
          </ac:inkMkLst>
        </pc:inkChg>
        <pc:inkChg chg="add mod reco modStrokes">
          <ac:chgData name="Bhowmik, Sayan" userId="2b51cadb-156e-4c9a-99fc-6d2138739850" providerId="ADAL" clId="{F84FF9A7-A6D1-9F48-9981-D5AAC95CF743}" dt="2023-09-07T01:58:43.552" v="1296"/>
          <ac:inkMkLst>
            <pc:docMk/>
            <pc:sldMk cId="4179341546" sldId="281"/>
            <ac:inkMk id="143" creationId="{C81C81BE-E5FA-6220-CBCF-2444C15BBE03}"/>
          </ac:inkMkLst>
        </pc:inkChg>
        <pc:inkChg chg="add del">
          <ac:chgData name="Bhowmik, Sayan" userId="2b51cadb-156e-4c9a-99fc-6d2138739850" providerId="ADAL" clId="{F84FF9A7-A6D1-9F48-9981-D5AAC95CF743}" dt="2023-09-07T01:58:47.771" v="1299"/>
          <ac:inkMkLst>
            <pc:docMk/>
            <pc:sldMk cId="4179341546" sldId="281"/>
            <ac:inkMk id="144" creationId="{517AB353-D23D-FE3D-82DB-2C32EF66C63F}"/>
          </ac:inkMkLst>
        </pc:inkChg>
        <pc:inkChg chg="add del">
          <ac:chgData name="Bhowmik, Sayan" userId="2b51cadb-156e-4c9a-99fc-6d2138739850" providerId="ADAL" clId="{F84FF9A7-A6D1-9F48-9981-D5AAC95CF743}" dt="2023-09-07T01:58:47.771" v="1299"/>
          <ac:inkMkLst>
            <pc:docMk/>
            <pc:sldMk cId="4179341546" sldId="281"/>
            <ac:inkMk id="145" creationId="{4F2698DD-D83F-C262-149F-B978366B3598}"/>
          </ac:inkMkLst>
        </pc:inkChg>
        <pc:inkChg chg="add reco">
          <ac:chgData name="Bhowmik, Sayan" userId="2b51cadb-156e-4c9a-99fc-6d2138739850" providerId="ADAL" clId="{F84FF9A7-A6D1-9F48-9981-D5AAC95CF743}" dt="2023-09-07T01:58:47.771" v="1299"/>
          <ac:inkMkLst>
            <pc:docMk/>
            <pc:sldMk cId="4179341546" sldId="281"/>
            <ac:inkMk id="146" creationId="{CF71327E-1AED-CC25-0B5D-D6FD1A49B7C4}"/>
          </ac:inkMkLst>
        </pc:inkChg>
        <pc:inkChg chg="add">
          <ac:chgData name="Bhowmik, Sayan" userId="2b51cadb-156e-4c9a-99fc-6d2138739850" providerId="ADAL" clId="{F84FF9A7-A6D1-9F48-9981-D5AAC95CF743}" dt="2023-09-07T01:59:04.039" v="1302"/>
          <ac:inkMkLst>
            <pc:docMk/>
            <pc:sldMk cId="4179341546" sldId="281"/>
            <ac:inkMk id="147" creationId="{63E163B6-407C-5724-5AC0-66E68A868C0A}"/>
          </ac:inkMkLst>
        </pc:inkChg>
      </pc:sldChg>
    </pc:docChg>
  </pc:docChgLst>
  <pc:docChgLst>
    <pc:chgData name="Bhowmik, Sayan" userId="2b51cadb-156e-4c9a-99fc-6d2138739850" providerId="ADAL" clId="{B48CEC18-FC47-1145-A962-E2D59C8BC636}"/>
    <pc:docChg chg="undo custSel modSld">
      <pc:chgData name="Bhowmik, Sayan" userId="2b51cadb-156e-4c9a-99fc-6d2138739850" providerId="ADAL" clId="{B48CEC18-FC47-1145-A962-E2D59C8BC636}" dt="2023-09-10T03:35:45.663" v="1014"/>
      <pc:docMkLst>
        <pc:docMk/>
      </pc:docMkLst>
      <pc:sldChg chg="addSp delSp modSp">
        <pc:chgData name="Bhowmik, Sayan" userId="2b51cadb-156e-4c9a-99fc-6d2138739850" providerId="ADAL" clId="{B48CEC18-FC47-1145-A962-E2D59C8BC636}" dt="2023-09-09T22:02:20.128" v="639"/>
        <pc:sldMkLst>
          <pc:docMk/>
          <pc:sldMk cId="2546788497" sldId="289"/>
        </pc:sldMkLst>
        <pc:inkChg chg="add del">
          <ac:chgData name="Bhowmik, Sayan" userId="2b51cadb-156e-4c9a-99fc-6d2138739850" providerId="ADAL" clId="{B48CEC18-FC47-1145-A962-E2D59C8BC636}" dt="2023-09-09T16:13:55.284" v="529"/>
          <ac:inkMkLst>
            <pc:docMk/>
            <pc:sldMk cId="2546788497" sldId="289"/>
            <ac:inkMk id="2" creationId="{477E9AEA-4DC0-FAAC-4D6C-74E736AD8BCE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2" creationId="{534A2D03-FD9B-E1CE-93FB-0698EB1B13B6}"/>
          </ac:inkMkLst>
        </pc:inkChg>
        <pc:inkChg chg="add del">
          <ac:chgData name="Bhowmik, Sayan" userId="2b51cadb-156e-4c9a-99fc-6d2138739850" providerId="ADAL" clId="{B48CEC18-FC47-1145-A962-E2D59C8BC636}" dt="2023-09-09T16:13:55.284" v="529"/>
          <ac:inkMkLst>
            <pc:docMk/>
            <pc:sldMk cId="2546788497" sldId="289"/>
            <ac:inkMk id="6" creationId="{B5D3718F-6544-34D7-7727-CF8B21332B9E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6" creationId="{BB97B175-9A99-C9FB-3028-0A7A8DFA2B79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8" creationId="{3784E335-30C6-1C74-9415-5034D2939BC4}"/>
          </ac:inkMkLst>
        </pc:inkChg>
        <pc:inkChg chg="add del">
          <ac:chgData name="Bhowmik, Sayan" userId="2b51cadb-156e-4c9a-99fc-6d2138739850" providerId="ADAL" clId="{B48CEC18-FC47-1145-A962-E2D59C8BC636}" dt="2023-09-09T16:13:55.284" v="529"/>
          <ac:inkMkLst>
            <pc:docMk/>
            <pc:sldMk cId="2546788497" sldId="289"/>
            <ac:inkMk id="8" creationId="{9DB0A2AC-BE6E-4430-946E-119F6AE08624}"/>
          </ac:inkMkLst>
        </pc:inkChg>
        <pc:inkChg chg="add del">
          <ac:chgData name="Bhowmik, Sayan" userId="2b51cadb-156e-4c9a-99fc-6d2138739850" providerId="ADAL" clId="{B48CEC18-FC47-1145-A962-E2D59C8BC636}" dt="2023-09-09T16:13:55.284" v="529"/>
          <ac:inkMkLst>
            <pc:docMk/>
            <pc:sldMk cId="2546788497" sldId="289"/>
            <ac:inkMk id="9" creationId="{4131C4A4-A89A-4CFE-9DB3-204A7DEE3731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9" creationId="{DBA1145B-A14D-45C8-D1A1-3D0BE0189A12}"/>
          </ac:inkMkLst>
        </pc:inkChg>
        <pc:inkChg chg="add del">
          <ac:chgData name="Bhowmik, Sayan" userId="2b51cadb-156e-4c9a-99fc-6d2138739850" providerId="ADAL" clId="{B48CEC18-FC47-1145-A962-E2D59C8BC636}" dt="2023-09-09T16:13:55.284" v="529"/>
          <ac:inkMkLst>
            <pc:docMk/>
            <pc:sldMk cId="2546788497" sldId="289"/>
            <ac:inkMk id="10" creationId="{138C4F17-36B8-9B57-D630-F823011E0436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10" creationId="{6B333B56-1732-3B83-5918-B14FE1F4EB88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11" creationId="{8208037A-7A28-1C51-CAD9-D7D7474C256D}"/>
          </ac:inkMkLst>
        </pc:inkChg>
        <pc:inkChg chg="add del">
          <ac:chgData name="Bhowmik, Sayan" userId="2b51cadb-156e-4c9a-99fc-6d2138739850" providerId="ADAL" clId="{B48CEC18-FC47-1145-A962-E2D59C8BC636}" dt="2023-09-09T16:13:55.284" v="529"/>
          <ac:inkMkLst>
            <pc:docMk/>
            <pc:sldMk cId="2546788497" sldId="289"/>
            <ac:inkMk id="11" creationId="{8603BB7C-1858-9CB5-9E5E-B4FE3D0660BE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12" creationId="{218F9E3F-6F36-5E06-979F-FB75B7EF1C7F}"/>
          </ac:inkMkLst>
        </pc:inkChg>
        <pc:inkChg chg="add del">
          <ac:chgData name="Bhowmik, Sayan" userId="2b51cadb-156e-4c9a-99fc-6d2138739850" providerId="ADAL" clId="{B48CEC18-FC47-1145-A962-E2D59C8BC636}" dt="2023-09-09T16:13:55.284" v="529"/>
          <ac:inkMkLst>
            <pc:docMk/>
            <pc:sldMk cId="2546788497" sldId="289"/>
            <ac:inkMk id="12" creationId="{D3AE3162-4D4A-0EAA-723E-D2BB0E5BB057}"/>
          </ac:inkMkLst>
        </pc:inkChg>
        <pc:inkChg chg="add reco">
          <ac:chgData name="Bhowmik, Sayan" userId="2b51cadb-156e-4c9a-99fc-6d2138739850" providerId="ADAL" clId="{B48CEC18-FC47-1145-A962-E2D59C8BC636}" dt="2023-09-09T16:13:55.284" v="529"/>
          <ac:inkMkLst>
            <pc:docMk/>
            <pc:sldMk cId="2546788497" sldId="289"/>
            <ac:inkMk id="13" creationId="{B0E3D145-C1FB-887F-75BF-1D7984C904D4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13" creationId="{BC51F018-3D6A-57AA-5E0B-EB4BFFFC9503}"/>
          </ac:inkMkLst>
        </pc:inkChg>
        <pc:inkChg chg="add del">
          <ac:chgData name="Bhowmik, Sayan" userId="2b51cadb-156e-4c9a-99fc-6d2138739850" providerId="ADAL" clId="{B48CEC18-FC47-1145-A962-E2D59C8BC636}" dt="2023-09-09T21:55:01.884" v="561"/>
          <ac:inkMkLst>
            <pc:docMk/>
            <pc:sldMk cId="2546788497" sldId="289"/>
            <ac:inkMk id="14" creationId="{6DF5DCEC-6749-97B6-693D-95DDA0CC1A21}"/>
          </ac:inkMkLst>
        </pc:inkChg>
        <pc:inkChg chg="add del">
          <ac:chgData name="Bhowmik, Sayan" userId="2b51cadb-156e-4c9a-99fc-6d2138739850" providerId="ADAL" clId="{B48CEC18-FC47-1145-A962-E2D59C8BC636}" dt="2023-09-09T15:40:56.189" v="9"/>
          <ac:inkMkLst>
            <pc:docMk/>
            <pc:sldMk cId="2546788497" sldId="289"/>
            <ac:inkMk id="14" creationId="{DFAB77AB-4233-E04F-0779-185E3AA1DEDC}"/>
          </ac:inkMkLst>
        </pc:inkChg>
        <pc:inkChg chg="add del">
          <ac:chgData name="Bhowmik, Sayan" userId="2b51cadb-156e-4c9a-99fc-6d2138739850" providerId="ADAL" clId="{B48CEC18-FC47-1145-A962-E2D59C8BC636}" dt="2023-09-09T21:55:01.701" v="560"/>
          <ac:inkMkLst>
            <pc:docMk/>
            <pc:sldMk cId="2546788497" sldId="289"/>
            <ac:inkMk id="15" creationId="{72374A84-B012-A275-287D-507309A6A2AA}"/>
          </ac:inkMkLst>
        </pc:inkChg>
        <pc:inkChg chg="add del mod reco modStrokes">
          <ac:chgData name="Bhowmik, Sayan" userId="2b51cadb-156e-4c9a-99fc-6d2138739850" providerId="ADAL" clId="{B48CEC18-FC47-1145-A962-E2D59C8BC636}" dt="2023-09-09T15:41:02.200" v="12"/>
          <ac:inkMkLst>
            <pc:docMk/>
            <pc:sldMk cId="2546788497" sldId="289"/>
            <ac:inkMk id="15" creationId="{A3D94900-E71A-8B3B-9709-02C2FBC737F9}"/>
          </ac:inkMkLst>
        </pc:inkChg>
        <pc:inkChg chg="add del reco">
          <ac:chgData name="Bhowmik, Sayan" userId="2b51cadb-156e-4c9a-99fc-6d2138739850" providerId="ADAL" clId="{B48CEC18-FC47-1145-A962-E2D59C8BC636}" dt="2023-09-09T21:55:01.701" v="560"/>
          <ac:inkMkLst>
            <pc:docMk/>
            <pc:sldMk cId="2546788497" sldId="289"/>
            <ac:inkMk id="16" creationId="{67160E63-3F57-AB3C-5DAE-33AC89A35C9C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16" creationId="{A7E075AF-DD57-A82C-247B-7468ACAB1E8D}"/>
          </ac:inkMkLst>
        </pc:inkChg>
        <pc:inkChg chg="add del">
          <ac:chgData name="Bhowmik, Sayan" userId="2b51cadb-156e-4c9a-99fc-6d2138739850" providerId="ADAL" clId="{B48CEC18-FC47-1145-A962-E2D59C8BC636}" dt="2023-09-09T21:55:05.452" v="564"/>
          <ac:inkMkLst>
            <pc:docMk/>
            <pc:sldMk cId="2546788497" sldId="289"/>
            <ac:inkMk id="17" creationId="{27D66B1E-0BB8-D0F7-27FB-DCB61CA57F60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17" creationId="{8708F590-2FF6-A8C5-11F6-ADA93EAA878E}"/>
          </ac:inkMkLst>
        </pc:inkChg>
        <pc:inkChg chg="add del">
          <ac:chgData name="Bhowmik, Sayan" userId="2b51cadb-156e-4c9a-99fc-6d2138739850" providerId="ADAL" clId="{B48CEC18-FC47-1145-A962-E2D59C8BC636}" dt="2023-09-09T21:55:05.452" v="564"/>
          <ac:inkMkLst>
            <pc:docMk/>
            <pc:sldMk cId="2546788497" sldId="289"/>
            <ac:inkMk id="18" creationId="{015FC41A-5B00-62AC-5491-F17CC3AD71B7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18" creationId="{C12E8BF9-D7CE-F26F-1DC3-8652460BB96F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19" creationId="{EC82E2E3-4F18-3B85-0476-C71E148DE20D}"/>
          </ac:inkMkLst>
        </pc:inkChg>
        <pc:inkChg chg="add reco">
          <ac:chgData name="Bhowmik, Sayan" userId="2b51cadb-156e-4c9a-99fc-6d2138739850" providerId="ADAL" clId="{B48CEC18-FC47-1145-A962-E2D59C8BC636}" dt="2023-09-09T21:55:05.452" v="564"/>
          <ac:inkMkLst>
            <pc:docMk/>
            <pc:sldMk cId="2546788497" sldId="289"/>
            <ac:inkMk id="19" creationId="{F3458E93-1C08-8BA8-9E73-7E2688085662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20" creationId="{BE80F04F-204D-D44E-8B68-98343BFFE4B5}"/>
          </ac:inkMkLst>
        </pc:inkChg>
        <pc:inkChg chg="add del">
          <ac:chgData name="Bhowmik, Sayan" userId="2b51cadb-156e-4c9a-99fc-6d2138739850" providerId="ADAL" clId="{B48CEC18-FC47-1145-A962-E2D59C8BC636}" dt="2023-09-09T21:55:47.056" v="567"/>
          <ac:inkMkLst>
            <pc:docMk/>
            <pc:sldMk cId="2546788497" sldId="289"/>
            <ac:inkMk id="20" creationId="{D5DDE704-925D-F682-6763-44068139D66E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21" creationId="{3398B142-6AC6-9AF5-F66A-1CB24C2D3E7F}"/>
          </ac:inkMkLst>
        </pc:inkChg>
        <pc:inkChg chg="add del">
          <ac:chgData name="Bhowmik, Sayan" userId="2b51cadb-156e-4c9a-99fc-6d2138739850" providerId="ADAL" clId="{B48CEC18-FC47-1145-A962-E2D59C8BC636}" dt="2023-09-09T21:55:47.056" v="567"/>
          <ac:inkMkLst>
            <pc:docMk/>
            <pc:sldMk cId="2546788497" sldId="289"/>
            <ac:inkMk id="21" creationId="{7D9F4040-1C84-4416-A24A-BF35F09659E3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22" creationId="{4BECEFEF-265B-CA4C-C0DF-6BD00DD83208}"/>
          </ac:inkMkLst>
        </pc:inkChg>
        <pc:inkChg chg="add reco">
          <ac:chgData name="Bhowmik, Sayan" userId="2b51cadb-156e-4c9a-99fc-6d2138739850" providerId="ADAL" clId="{B48CEC18-FC47-1145-A962-E2D59C8BC636}" dt="2023-09-09T21:55:47.056" v="567"/>
          <ac:inkMkLst>
            <pc:docMk/>
            <pc:sldMk cId="2546788497" sldId="289"/>
            <ac:inkMk id="22" creationId="{A8C03549-2599-7BAE-91E1-A2BA89CFFF4F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23" creationId="{00A33487-3DEE-5195-2A06-824C1EC2D9CE}"/>
          </ac:inkMkLst>
        </pc:inkChg>
        <pc:inkChg chg="add del">
          <ac:chgData name="Bhowmik, Sayan" userId="2b51cadb-156e-4c9a-99fc-6d2138739850" providerId="ADAL" clId="{B48CEC18-FC47-1145-A962-E2D59C8BC636}" dt="2023-09-09T21:55:49.715" v="571"/>
          <ac:inkMkLst>
            <pc:docMk/>
            <pc:sldMk cId="2546788497" sldId="289"/>
            <ac:inkMk id="23" creationId="{2CBC0C5D-6B35-39E2-5117-487FA97FFB61}"/>
          </ac:inkMkLst>
        </pc:inkChg>
        <pc:inkChg chg="add del">
          <ac:chgData name="Bhowmik, Sayan" userId="2b51cadb-156e-4c9a-99fc-6d2138739850" providerId="ADAL" clId="{B48CEC18-FC47-1145-A962-E2D59C8BC636}" dt="2023-09-09T21:55:49.715" v="571"/>
          <ac:inkMkLst>
            <pc:docMk/>
            <pc:sldMk cId="2546788497" sldId="289"/>
            <ac:inkMk id="24" creationId="{26F73244-76C8-AC32-3DD2-4B8723A9CDDC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24" creationId="{8A6B6624-BD2F-F64A-DBA9-AED4DF0B89D0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25" creationId="{498CA8CD-67AE-41F8-51EA-8EAE0713D977}"/>
          </ac:inkMkLst>
        </pc:inkChg>
        <pc:inkChg chg="add del">
          <ac:chgData name="Bhowmik, Sayan" userId="2b51cadb-156e-4c9a-99fc-6d2138739850" providerId="ADAL" clId="{B48CEC18-FC47-1145-A962-E2D59C8BC636}" dt="2023-09-09T21:55:49.715" v="571"/>
          <ac:inkMkLst>
            <pc:docMk/>
            <pc:sldMk cId="2546788497" sldId="289"/>
            <ac:inkMk id="25" creationId="{9B019766-6537-7B0C-94C4-072703821D8D}"/>
          </ac:inkMkLst>
        </pc:inkChg>
        <pc:inkChg chg="add del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26" creationId="{612D3E61-15ED-85D5-E1C9-58F01861D843}"/>
          </ac:inkMkLst>
        </pc:inkChg>
        <pc:inkChg chg="add reco">
          <ac:chgData name="Bhowmik, Sayan" userId="2b51cadb-156e-4c9a-99fc-6d2138739850" providerId="ADAL" clId="{B48CEC18-FC47-1145-A962-E2D59C8BC636}" dt="2023-09-09T21:55:49.715" v="571"/>
          <ac:inkMkLst>
            <pc:docMk/>
            <pc:sldMk cId="2546788497" sldId="289"/>
            <ac:inkMk id="26" creationId="{BA596B59-5A41-5C58-C3B0-B65530EF352E}"/>
          </ac:inkMkLst>
        </pc:inkChg>
        <pc:inkChg chg="add reco">
          <ac:chgData name="Bhowmik, Sayan" userId="2b51cadb-156e-4c9a-99fc-6d2138739850" providerId="ADAL" clId="{B48CEC18-FC47-1145-A962-E2D59C8BC636}" dt="2023-09-09T15:41:10.592" v="24"/>
          <ac:inkMkLst>
            <pc:docMk/>
            <pc:sldMk cId="2546788497" sldId="289"/>
            <ac:inkMk id="27" creationId="{F4E41A8C-FE82-DBD1-F05C-C83714636E3A}"/>
          </ac:inkMkLst>
        </pc:inkChg>
        <pc:inkChg chg="add del">
          <ac:chgData name="Bhowmik, Sayan" userId="2b51cadb-156e-4c9a-99fc-6d2138739850" providerId="ADAL" clId="{B48CEC18-FC47-1145-A962-E2D59C8BC636}" dt="2023-09-09T15:41:18.374" v="31"/>
          <ac:inkMkLst>
            <pc:docMk/>
            <pc:sldMk cId="2546788497" sldId="289"/>
            <ac:inkMk id="28" creationId="{0266890A-2A1C-5333-9FB7-DB242145048D}"/>
          </ac:inkMkLst>
        </pc:inkChg>
        <pc:inkChg chg="add del">
          <ac:chgData name="Bhowmik, Sayan" userId="2b51cadb-156e-4c9a-99fc-6d2138739850" providerId="ADAL" clId="{B48CEC18-FC47-1145-A962-E2D59C8BC636}" dt="2023-09-09T21:55:52.738" v="574"/>
          <ac:inkMkLst>
            <pc:docMk/>
            <pc:sldMk cId="2546788497" sldId="289"/>
            <ac:inkMk id="28" creationId="{7E784C54-2704-EE27-3356-B2CD1D39688F}"/>
          </ac:inkMkLst>
        </pc:inkChg>
        <pc:inkChg chg="add del">
          <ac:chgData name="Bhowmik, Sayan" userId="2b51cadb-156e-4c9a-99fc-6d2138739850" providerId="ADAL" clId="{B48CEC18-FC47-1145-A962-E2D59C8BC636}" dt="2023-09-09T21:55:52.738" v="574"/>
          <ac:inkMkLst>
            <pc:docMk/>
            <pc:sldMk cId="2546788497" sldId="289"/>
            <ac:inkMk id="29" creationId="{D919F7A6-63C9-6F07-1851-1239637BD75B}"/>
          </ac:inkMkLst>
        </pc:inkChg>
        <pc:inkChg chg="add del">
          <ac:chgData name="Bhowmik, Sayan" userId="2b51cadb-156e-4c9a-99fc-6d2138739850" providerId="ADAL" clId="{B48CEC18-FC47-1145-A962-E2D59C8BC636}" dt="2023-09-09T15:41:18.374" v="31"/>
          <ac:inkMkLst>
            <pc:docMk/>
            <pc:sldMk cId="2546788497" sldId="289"/>
            <ac:inkMk id="29" creationId="{FD161425-9B09-A833-3180-B91C93E60FA5}"/>
          </ac:inkMkLst>
        </pc:inkChg>
        <pc:inkChg chg="add del">
          <ac:chgData name="Bhowmik, Sayan" userId="2b51cadb-156e-4c9a-99fc-6d2138739850" providerId="ADAL" clId="{B48CEC18-FC47-1145-A962-E2D59C8BC636}" dt="2023-09-09T15:41:18.374" v="31"/>
          <ac:inkMkLst>
            <pc:docMk/>
            <pc:sldMk cId="2546788497" sldId="289"/>
            <ac:inkMk id="30" creationId="{9AB19C8D-BC2A-0808-E305-3D6606B099EA}"/>
          </ac:inkMkLst>
        </pc:inkChg>
        <pc:inkChg chg="add reco">
          <ac:chgData name="Bhowmik, Sayan" userId="2b51cadb-156e-4c9a-99fc-6d2138739850" providerId="ADAL" clId="{B48CEC18-FC47-1145-A962-E2D59C8BC636}" dt="2023-09-09T21:55:52.738" v="574"/>
          <ac:inkMkLst>
            <pc:docMk/>
            <pc:sldMk cId="2546788497" sldId="289"/>
            <ac:inkMk id="30" creationId="{DE674940-4210-BBF8-4B13-547D7534CD17}"/>
          </ac:inkMkLst>
        </pc:inkChg>
        <pc:inkChg chg="add">
          <ac:chgData name="Bhowmik, Sayan" userId="2b51cadb-156e-4c9a-99fc-6d2138739850" providerId="ADAL" clId="{B48CEC18-FC47-1145-A962-E2D59C8BC636}" dt="2023-09-09T15:41:15.583" v="28"/>
          <ac:inkMkLst>
            <pc:docMk/>
            <pc:sldMk cId="2546788497" sldId="289"/>
            <ac:inkMk id="31" creationId="{8CBA41B5-2973-5AB0-6C65-84E3815186B8}"/>
          </ac:inkMkLst>
        </pc:inkChg>
        <pc:inkChg chg="add del">
          <ac:chgData name="Bhowmik, Sayan" userId="2b51cadb-156e-4c9a-99fc-6d2138739850" providerId="ADAL" clId="{B48CEC18-FC47-1145-A962-E2D59C8BC636}" dt="2023-09-09T21:55:55.322" v="577"/>
          <ac:inkMkLst>
            <pc:docMk/>
            <pc:sldMk cId="2546788497" sldId="289"/>
            <ac:inkMk id="32" creationId="{27BAA446-3A76-C56D-FDE0-4019FDC980BC}"/>
          </ac:inkMkLst>
        </pc:inkChg>
        <pc:inkChg chg="add del">
          <ac:chgData name="Bhowmik, Sayan" userId="2b51cadb-156e-4c9a-99fc-6d2138739850" providerId="ADAL" clId="{B48CEC18-FC47-1145-A962-E2D59C8BC636}" dt="2023-09-09T15:41:18.374" v="31"/>
          <ac:inkMkLst>
            <pc:docMk/>
            <pc:sldMk cId="2546788497" sldId="289"/>
            <ac:inkMk id="32" creationId="{80C60473-DAAE-A66F-B998-DFD3469B6DC7}"/>
          </ac:inkMkLst>
        </pc:inkChg>
        <pc:inkChg chg="add del">
          <ac:chgData name="Bhowmik, Sayan" userId="2b51cadb-156e-4c9a-99fc-6d2138739850" providerId="ADAL" clId="{B48CEC18-FC47-1145-A962-E2D59C8BC636}" dt="2023-09-09T21:55:55.322" v="577"/>
          <ac:inkMkLst>
            <pc:docMk/>
            <pc:sldMk cId="2546788497" sldId="289"/>
            <ac:inkMk id="33" creationId="{25660B55-F488-9379-276A-8EDEB7AC1F6F}"/>
          </ac:inkMkLst>
        </pc:inkChg>
        <pc:inkChg chg="add del">
          <ac:chgData name="Bhowmik, Sayan" userId="2b51cadb-156e-4c9a-99fc-6d2138739850" providerId="ADAL" clId="{B48CEC18-FC47-1145-A962-E2D59C8BC636}" dt="2023-09-09T15:41:18.374" v="31"/>
          <ac:inkMkLst>
            <pc:docMk/>
            <pc:sldMk cId="2546788497" sldId="289"/>
            <ac:inkMk id="33" creationId="{DE3DA5B1-8EC0-7EF4-9147-DB0C50E74485}"/>
          </ac:inkMkLst>
        </pc:inkChg>
        <pc:inkChg chg="add reco">
          <ac:chgData name="Bhowmik, Sayan" userId="2b51cadb-156e-4c9a-99fc-6d2138739850" providerId="ADAL" clId="{B48CEC18-FC47-1145-A962-E2D59C8BC636}" dt="2023-09-09T15:41:18.374" v="31"/>
          <ac:inkMkLst>
            <pc:docMk/>
            <pc:sldMk cId="2546788497" sldId="289"/>
            <ac:inkMk id="34" creationId="{A56DE29E-33F1-12CC-0EE9-65FDFEC02223}"/>
          </ac:inkMkLst>
        </pc:inkChg>
        <pc:inkChg chg="add reco">
          <ac:chgData name="Bhowmik, Sayan" userId="2b51cadb-156e-4c9a-99fc-6d2138739850" providerId="ADAL" clId="{B48CEC18-FC47-1145-A962-E2D59C8BC636}" dt="2023-09-09T15:41:18.374" v="31"/>
          <ac:inkMkLst>
            <pc:docMk/>
            <pc:sldMk cId="2546788497" sldId="289"/>
            <ac:inkMk id="35" creationId="{3DBB8604-6A4D-84F6-88D5-2583DD5A22C0}"/>
          </ac:inkMkLst>
        </pc:inkChg>
        <pc:inkChg chg="add del">
          <ac:chgData name="Bhowmik, Sayan" userId="2b51cadb-156e-4c9a-99fc-6d2138739850" providerId="ADAL" clId="{B48CEC18-FC47-1145-A962-E2D59C8BC636}" dt="2023-09-09T15:41:33.837" v="34"/>
          <ac:inkMkLst>
            <pc:docMk/>
            <pc:sldMk cId="2546788497" sldId="289"/>
            <ac:inkMk id="36" creationId="{43B06CD2-216E-4173-D5C9-1E23808DE8B0}"/>
          </ac:inkMkLst>
        </pc:inkChg>
        <pc:inkChg chg="add reco">
          <ac:chgData name="Bhowmik, Sayan" userId="2b51cadb-156e-4c9a-99fc-6d2138739850" providerId="ADAL" clId="{B48CEC18-FC47-1145-A962-E2D59C8BC636}" dt="2023-09-09T21:55:55.322" v="577"/>
          <ac:inkMkLst>
            <pc:docMk/>
            <pc:sldMk cId="2546788497" sldId="289"/>
            <ac:inkMk id="36" creationId="{F1C9D4E6-0194-38B8-B8F5-A3BF11532568}"/>
          </ac:inkMkLst>
        </pc:inkChg>
        <pc:inkChg chg="add del">
          <ac:chgData name="Bhowmik, Sayan" userId="2b51cadb-156e-4c9a-99fc-6d2138739850" providerId="ADAL" clId="{B48CEC18-FC47-1145-A962-E2D59C8BC636}" dt="2023-09-09T15:41:33.837" v="34"/>
          <ac:inkMkLst>
            <pc:docMk/>
            <pc:sldMk cId="2546788497" sldId="289"/>
            <ac:inkMk id="37" creationId="{557333C6-F6BA-9085-4908-42978A0614B6}"/>
          </ac:inkMkLst>
        </pc:inkChg>
        <pc:inkChg chg="add del">
          <ac:chgData name="Bhowmik, Sayan" userId="2b51cadb-156e-4c9a-99fc-6d2138739850" providerId="ADAL" clId="{B48CEC18-FC47-1145-A962-E2D59C8BC636}" dt="2023-09-09T21:55:57.770" v="581"/>
          <ac:inkMkLst>
            <pc:docMk/>
            <pc:sldMk cId="2546788497" sldId="289"/>
            <ac:inkMk id="37" creationId="{8AC1EA62-24AF-3CC4-CCC9-83545C01B7CA}"/>
          </ac:inkMkLst>
        </pc:inkChg>
        <pc:inkChg chg="add reco">
          <ac:chgData name="Bhowmik, Sayan" userId="2b51cadb-156e-4c9a-99fc-6d2138739850" providerId="ADAL" clId="{B48CEC18-FC47-1145-A962-E2D59C8BC636}" dt="2023-09-09T15:41:33.837" v="34"/>
          <ac:inkMkLst>
            <pc:docMk/>
            <pc:sldMk cId="2546788497" sldId="289"/>
            <ac:inkMk id="38" creationId="{EEA56BE9-D5AC-B0BF-B9AA-169309C2A3B7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39" creationId="{975819F2-6A46-4AC3-F0BF-681459FD8525}"/>
          </ac:inkMkLst>
        </pc:inkChg>
        <pc:inkChg chg="add del">
          <ac:chgData name="Bhowmik, Sayan" userId="2b51cadb-156e-4c9a-99fc-6d2138739850" providerId="ADAL" clId="{B48CEC18-FC47-1145-A962-E2D59C8BC636}" dt="2023-09-09T21:55:57.770" v="581"/>
          <ac:inkMkLst>
            <pc:docMk/>
            <pc:sldMk cId="2546788497" sldId="289"/>
            <ac:inkMk id="39" creationId="{9EA1BF37-4A31-2BD1-494B-2831572DC4F0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0" creationId="{8AD3992A-08D2-2420-1408-88EE111BBAC8}"/>
          </ac:inkMkLst>
        </pc:inkChg>
        <pc:inkChg chg="add del">
          <ac:chgData name="Bhowmik, Sayan" userId="2b51cadb-156e-4c9a-99fc-6d2138739850" providerId="ADAL" clId="{B48CEC18-FC47-1145-A962-E2D59C8BC636}" dt="2023-09-09T21:55:57.770" v="581"/>
          <ac:inkMkLst>
            <pc:docMk/>
            <pc:sldMk cId="2546788497" sldId="289"/>
            <ac:inkMk id="40" creationId="{A2362124-CBAD-A3EC-C33B-8F1D03EDDFC8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1" creationId="{320815AE-65B2-4CC7-2EAC-84D07E823CB9}"/>
          </ac:inkMkLst>
        </pc:inkChg>
        <pc:inkChg chg="add reco">
          <ac:chgData name="Bhowmik, Sayan" userId="2b51cadb-156e-4c9a-99fc-6d2138739850" providerId="ADAL" clId="{B48CEC18-FC47-1145-A962-E2D59C8BC636}" dt="2023-09-09T21:55:57.770" v="581"/>
          <ac:inkMkLst>
            <pc:docMk/>
            <pc:sldMk cId="2546788497" sldId="289"/>
            <ac:inkMk id="41" creationId="{7DF2ACC4-7A3B-7582-487E-121F61223979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2" creationId="{95B6FF5A-72E8-3AC7-4C76-31A1684A2F17}"/>
          </ac:inkMkLst>
        </pc:inkChg>
        <pc:inkChg chg="add del">
          <ac:chgData name="Bhowmik, Sayan" userId="2b51cadb-156e-4c9a-99fc-6d2138739850" providerId="ADAL" clId="{B48CEC18-FC47-1145-A962-E2D59C8BC636}" dt="2023-09-09T21:56:00.042" v="584"/>
          <ac:inkMkLst>
            <pc:docMk/>
            <pc:sldMk cId="2546788497" sldId="289"/>
            <ac:inkMk id="42" creationId="{AE9273DD-75F7-9CAA-7E0C-D1F01FB87B53}"/>
          </ac:inkMkLst>
        </pc:inkChg>
        <pc:inkChg chg="add del">
          <ac:chgData name="Bhowmik, Sayan" userId="2b51cadb-156e-4c9a-99fc-6d2138739850" providerId="ADAL" clId="{B48CEC18-FC47-1145-A962-E2D59C8BC636}" dt="2023-09-09T21:56:00.042" v="584"/>
          <ac:inkMkLst>
            <pc:docMk/>
            <pc:sldMk cId="2546788497" sldId="289"/>
            <ac:inkMk id="43" creationId="{420D4A96-C0E0-4DC2-C10F-FEEFD4193B13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3" creationId="{8E9FC2B7-E9A4-B975-F6EE-C8D447A9F5C4}"/>
          </ac:inkMkLst>
        </pc:inkChg>
        <pc:inkChg chg="add reco">
          <ac:chgData name="Bhowmik, Sayan" userId="2b51cadb-156e-4c9a-99fc-6d2138739850" providerId="ADAL" clId="{B48CEC18-FC47-1145-A962-E2D59C8BC636}" dt="2023-09-09T21:56:00.042" v="584"/>
          <ac:inkMkLst>
            <pc:docMk/>
            <pc:sldMk cId="2546788497" sldId="289"/>
            <ac:inkMk id="44" creationId="{14282179-5F03-93DC-73C9-F3C4257326A2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4" creationId="{E86953D6-E616-18C8-86C0-8431D0844CBC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5" creationId="{09900EFB-59BD-4EFE-1E12-5E5857C64594}"/>
          </ac:inkMkLst>
        </pc:inkChg>
        <pc:inkChg chg="add del">
          <ac:chgData name="Bhowmik, Sayan" userId="2b51cadb-156e-4c9a-99fc-6d2138739850" providerId="ADAL" clId="{B48CEC18-FC47-1145-A962-E2D59C8BC636}" dt="2023-09-09T21:56:02.820" v="587"/>
          <ac:inkMkLst>
            <pc:docMk/>
            <pc:sldMk cId="2546788497" sldId="289"/>
            <ac:inkMk id="45" creationId="{B627CCD3-8A96-3E54-97BA-70ECC0A64AE1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6" creationId="{509B860A-5927-04C4-A696-F3A5CA379B51}"/>
          </ac:inkMkLst>
        </pc:inkChg>
        <pc:inkChg chg="add del">
          <ac:chgData name="Bhowmik, Sayan" userId="2b51cadb-156e-4c9a-99fc-6d2138739850" providerId="ADAL" clId="{B48CEC18-FC47-1145-A962-E2D59C8BC636}" dt="2023-09-09T21:56:02.820" v="587"/>
          <ac:inkMkLst>
            <pc:docMk/>
            <pc:sldMk cId="2546788497" sldId="289"/>
            <ac:inkMk id="46" creationId="{ADF805F0-C798-1529-C836-21DB6829A5A3}"/>
          </ac:inkMkLst>
        </pc:inkChg>
        <pc:inkChg chg="add del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7" creationId="{029057B6-6EE8-C4FF-C0F0-C76578F3F8EE}"/>
          </ac:inkMkLst>
        </pc:inkChg>
        <pc:inkChg chg="add reco">
          <ac:chgData name="Bhowmik, Sayan" userId="2b51cadb-156e-4c9a-99fc-6d2138739850" providerId="ADAL" clId="{B48CEC18-FC47-1145-A962-E2D59C8BC636}" dt="2023-09-09T21:56:02.820" v="587"/>
          <ac:inkMkLst>
            <pc:docMk/>
            <pc:sldMk cId="2546788497" sldId="289"/>
            <ac:inkMk id="47" creationId="{F55C1AA8-6F61-51CB-9770-54BBAFEE9ADB}"/>
          </ac:inkMkLst>
        </pc:inkChg>
        <pc:inkChg chg="add reco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8" creationId="{97101EB8-F1D2-0F29-5375-425FBC3445D8}"/>
          </ac:inkMkLst>
        </pc:inkChg>
        <pc:inkChg chg="add reco">
          <ac:chgData name="Bhowmik, Sayan" userId="2b51cadb-156e-4c9a-99fc-6d2138739850" providerId="ADAL" clId="{B48CEC18-FC47-1145-A962-E2D59C8BC636}" dt="2023-09-09T15:41:38.844" v="44"/>
          <ac:inkMkLst>
            <pc:docMk/>
            <pc:sldMk cId="2546788497" sldId="289"/>
            <ac:inkMk id="49" creationId="{4E846DB4-71B8-7A3E-161D-351F6F7728F7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0" creationId="{39A8604F-FE80-62E1-DEB5-0BB834E2E3DA}"/>
          </ac:inkMkLst>
        </pc:inkChg>
        <pc:inkChg chg="add del">
          <ac:chgData name="Bhowmik, Sayan" userId="2b51cadb-156e-4c9a-99fc-6d2138739850" providerId="ADAL" clId="{B48CEC18-FC47-1145-A962-E2D59C8BC636}" dt="2023-09-09T21:56:04.735" v="590"/>
          <ac:inkMkLst>
            <pc:docMk/>
            <pc:sldMk cId="2546788497" sldId="289"/>
            <ac:inkMk id="50" creationId="{C020AB76-C774-2D0D-3627-D5B6BBE3B225}"/>
          </ac:inkMkLst>
        </pc:inkChg>
        <pc:inkChg chg="add del">
          <ac:chgData name="Bhowmik, Sayan" userId="2b51cadb-156e-4c9a-99fc-6d2138739850" providerId="ADAL" clId="{B48CEC18-FC47-1145-A962-E2D59C8BC636}" dt="2023-09-09T21:56:04.735" v="590"/>
          <ac:inkMkLst>
            <pc:docMk/>
            <pc:sldMk cId="2546788497" sldId="289"/>
            <ac:inkMk id="51" creationId="{07CC8651-DA9C-3C9F-89CC-4445CAE4FE04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1" creationId="{0B226359-BE1F-63F8-FCFA-3037A183CFF5}"/>
          </ac:inkMkLst>
        </pc:inkChg>
        <pc:inkChg chg="add reco">
          <ac:chgData name="Bhowmik, Sayan" userId="2b51cadb-156e-4c9a-99fc-6d2138739850" providerId="ADAL" clId="{B48CEC18-FC47-1145-A962-E2D59C8BC636}" dt="2023-09-09T21:56:04.735" v="590"/>
          <ac:inkMkLst>
            <pc:docMk/>
            <pc:sldMk cId="2546788497" sldId="289"/>
            <ac:inkMk id="52" creationId="{ACB5E7E4-7CB5-94CC-CDBE-AE09FF710B24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2" creationId="{BD17F76B-A57A-061D-E80A-4AC85AF2465B}"/>
          </ac:inkMkLst>
        </pc:inkChg>
        <pc:inkChg chg="add del">
          <ac:chgData name="Bhowmik, Sayan" userId="2b51cadb-156e-4c9a-99fc-6d2138739850" providerId="ADAL" clId="{B48CEC18-FC47-1145-A962-E2D59C8BC636}" dt="2023-09-09T21:56:09.315" v="594"/>
          <ac:inkMkLst>
            <pc:docMk/>
            <pc:sldMk cId="2546788497" sldId="289"/>
            <ac:inkMk id="53" creationId="{34D2FC3A-0347-1931-F9D0-19620B8FA6F3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3" creationId="{50187D8A-4F7D-4F44-0BEE-D3F962215B59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4" creationId="{0EF087A3-459B-DAF8-266A-C6CC2EB824DB}"/>
          </ac:inkMkLst>
        </pc:inkChg>
        <pc:inkChg chg="add del">
          <ac:chgData name="Bhowmik, Sayan" userId="2b51cadb-156e-4c9a-99fc-6d2138739850" providerId="ADAL" clId="{B48CEC18-FC47-1145-A962-E2D59C8BC636}" dt="2023-09-09T21:56:09.013" v="593"/>
          <ac:inkMkLst>
            <pc:docMk/>
            <pc:sldMk cId="2546788497" sldId="289"/>
            <ac:inkMk id="54" creationId="{2C17B537-C8C4-6EC5-0DA2-13A9A4B4DE4D}"/>
          </ac:inkMkLst>
        </pc:inkChg>
        <pc:inkChg chg="add">
          <ac:chgData name="Bhowmik, Sayan" userId="2b51cadb-156e-4c9a-99fc-6d2138739850" providerId="ADAL" clId="{B48CEC18-FC47-1145-A962-E2D59C8BC636}" dt="2023-09-09T21:56:12.601" v="595"/>
          <ac:inkMkLst>
            <pc:docMk/>
            <pc:sldMk cId="2546788497" sldId="289"/>
            <ac:inkMk id="55" creationId="{74602830-4D4D-5525-F204-69B2451A0EF5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5" creationId="{ACAF9EF9-4493-4246-FB59-D9C2EC4CCA14}"/>
          </ac:inkMkLst>
        </pc:inkChg>
        <pc:inkChg chg="add">
          <ac:chgData name="Bhowmik, Sayan" userId="2b51cadb-156e-4c9a-99fc-6d2138739850" providerId="ADAL" clId="{B48CEC18-FC47-1145-A962-E2D59C8BC636}" dt="2023-09-09T21:56:14.334" v="596"/>
          <ac:inkMkLst>
            <pc:docMk/>
            <pc:sldMk cId="2546788497" sldId="289"/>
            <ac:inkMk id="56" creationId="{86F84055-0087-0E31-5458-1ABC9B5A0E42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6" creationId="{A5368E67-9D1B-B1D6-C2AD-9BD20C8D770E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7" creationId="{D8BC22D8-D692-512C-927D-3BC28C75EDC3}"/>
          </ac:inkMkLst>
        </pc:inkChg>
        <pc:inkChg chg="add">
          <ac:chgData name="Bhowmik, Sayan" userId="2b51cadb-156e-4c9a-99fc-6d2138739850" providerId="ADAL" clId="{B48CEC18-FC47-1145-A962-E2D59C8BC636}" dt="2023-09-09T21:56:15.554" v="597"/>
          <ac:inkMkLst>
            <pc:docMk/>
            <pc:sldMk cId="2546788497" sldId="289"/>
            <ac:inkMk id="57" creationId="{EE918E99-2AB6-5B2F-358C-E5CADB691A94}"/>
          </ac:inkMkLst>
        </pc:inkChg>
        <pc:inkChg chg="add">
          <ac:chgData name="Bhowmik, Sayan" userId="2b51cadb-156e-4c9a-99fc-6d2138739850" providerId="ADAL" clId="{B48CEC18-FC47-1145-A962-E2D59C8BC636}" dt="2023-09-09T21:56:21.131" v="598"/>
          <ac:inkMkLst>
            <pc:docMk/>
            <pc:sldMk cId="2546788497" sldId="289"/>
            <ac:inkMk id="58" creationId="{390ABA9C-431C-FE61-733C-25362B21BF63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8" creationId="{3FC48F3B-2844-D2BC-3F2E-399F2E49D044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59" creationId="{7FAE1865-A2B6-7DB1-FAA3-2D45CFA523B7}"/>
          </ac:inkMkLst>
        </pc:inkChg>
        <pc:inkChg chg="add">
          <ac:chgData name="Bhowmik, Sayan" userId="2b51cadb-156e-4c9a-99fc-6d2138739850" providerId="ADAL" clId="{B48CEC18-FC47-1145-A962-E2D59C8BC636}" dt="2023-09-09T21:56:24.617" v="599"/>
          <ac:inkMkLst>
            <pc:docMk/>
            <pc:sldMk cId="2546788497" sldId="289"/>
            <ac:inkMk id="59" creationId="{E01190BD-BD43-A76E-9A7E-92E91E6FEE87}"/>
          </ac:inkMkLst>
        </pc:inkChg>
        <pc:inkChg chg="add del">
          <ac:chgData name="Bhowmik, Sayan" userId="2b51cadb-156e-4c9a-99fc-6d2138739850" providerId="ADAL" clId="{B48CEC18-FC47-1145-A962-E2D59C8BC636}" dt="2023-09-09T21:56:29.497" v="602"/>
          <ac:inkMkLst>
            <pc:docMk/>
            <pc:sldMk cId="2546788497" sldId="289"/>
            <ac:inkMk id="60" creationId="{E032C402-E5A7-9DCC-62EB-D486424348E6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60" creationId="{EE401CBB-7F66-BA84-7035-7B3B9CE711AF}"/>
          </ac:inkMkLst>
        </pc:inkChg>
        <pc:inkChg chg="add del">
          <ac:chgData name="Bhowmik, Sayan" userId="2b51cadb-156e-4c9a-99fc-6d2138739850" providerId="ADAL" clId="{B48CEC18-FC47-1145-A962-E2D59C8BC636}" dt="2023-09-09T21:56:29.497" v="602"/>
          <ac:inkMkLst>
            <pc:docMk/>
            <pc:sldMk cId="2546788497" sldId="289"/>
            <ac:inkMk id="61" creationId="{06C7FC11-A555-65CC-2927-039CE3508709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61" creationId="{A02576B1-0152-71B6-BE4F-5B1F4F35EF2F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62" creationId="{257FBE6A-CEFA-A4AA-6468-01283EA4C034}"/>
          </ac:inkMkLst>
        </pc:inkChg>
        <pc:inkChg chg="add reco">
          <ac:chgData name="Bhowmik, Sayan" userId="2b51cadb-156e-4c9a-99fc-6d2138739850" providerId="ADAL" clId="{B48CEC18-FC47-1145-A962-E2D59C8BC636}" dt="2023-09-09T21:56:29.497" v="602"/>
          <ac:inkMkLst>
            <pc:docMk/>
            <pc:sldMk cId="2546788497" sldId="289"/>
            <ac:inkMk id="62" creationId="{61BA48AC-71EF-920F-04D1-010C95A0A338}"/>
          </ac:inkMkLst>
        </pc:inkChg>
        <pc:inkChg chg="add del">
          <ac:chgData name="Bhowmik, Sayan" userId="2b51cadb-156e-4c9a-99fc-6d2138739850" providerId="ADAL" clId="{B48CEC18-FC47-1145-A962-E2D59C8BC636}" dt="2023-09-09T21:56:32.481" v="605"/>
          <ac:inkMkLst>
            <pc:docMk/>
            <pc:sldMk cId="2546788497" sldId="289"/>
            <ac:inkMk id="63" creationId="{7A07D9B6-651C-ABFD-1336-E1E9568C6B7F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63" creationId="{9A8973EA-AD23-B21C-DDE0-3B5ADE5B3D42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64" creationId="{BD304436-64BA-0C37-5604-EF9E3780FD9E}"/>
          </ac:inkMkLst>
        </pc:inkChg>
        <pc:inkChg chg="add del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65" creationId="{D661BB26-20BC-B384-1C95-D79B022C0E39}"/>
          </ac:inkMkLst>
        </pc:inkChg>
        <pc:inkChg chg="add reco">
          <ac:chgData name="Bhowmik, Sayan" userId="2b51cadb-156e-4c9a-99fc-6d2138739850" providerId="ADAL" clId="{B48CEC18-FC47-1145-A962-E2D59C8BC636}" dt="2023-09-09T15:41:47.524" v="61"/>
          <ac:inkMkLst>
            <pc:docMk/>
            <pc:sldMk cId="2546788497" sldId="289"/>
            <ac:inkMk id="66" creationId="{8AFE3E43-F7E3-D981-B126-BD41F0AE3EEE}"/>
          </ac:inkMkLst>
        </pc:inkChg>
        <pc:inkChg chg="add del">
          <ac:chgData name="Bhowmik, Sayan" userId="2b51cadb-156e-4c9a-99fc-6d2138739850" providerId="ADAL" clId="{B48CEC18-FC47-1145-A962-E2D59C8BC636}" dt="2023-09-09T15:42:00.016" v="69"/>
          <ac:inkMkLst>
            <pc:docMk/>
            <pc:sldMk cId="2546788497" sldId="289"/>
            <ac:inkMk id="67" creationId="{5DE36225-E0BA-647B-442B-8B5C499CAA80}"/>
          </ac:inkMkLst>
        </pc:inkChg>
        <pc:inkChg chg="add del">
          <ac:chgData name="Bhowmik, Sayan" userId="2b51cadb-156e-4c9a-99fc-6d2138739850" providerId="ADAL" clId="{B48CEC18-FC47-1145-A962-E2D59C8BC636}" dt="2023-09-09T15:42:00.016" v="69"/>
          <ac:inkMkLst>
            <pc:docMk/>
            <pc:sldMk cId="2546788497" sldId="289"/>
            <ac:inkMk id="68" creationId="{1EB378AA-955A-88E8-15E6-C2D2E99FC34E}"/>
          </ac:inkMkLst>
        </pc:inkChg>
        <pc:inkChg chg="add del">
          <ac:chgData name="Bhowmik, Sayan" userId="2b51cadb-156e-4c9a-99fc-6d2138739850" providerId="ADAL" clId="{B48CEC18-FC47-1145-A962-E2D59C8BC636}" dt="2023-09-09T15:42:00.016" v="69"/>
          <ac:inkMkLst>
            <pc:docMk/>
            <pc:sldMk cId="2546788497" sldId="289"/>
            <ac:inkMk id="69" creationId="{6F62F07F-2BF8-2852-B5CE-39E8C8D199D0}"/>
          </ac:inkMkLst>
        </pc:inkChg>
        <pc:inkChg chg="add del">
          <ac:chgData name="Bhowmik, Sayan" userId="2b51cadb-156e-4c9a-99fc-6d2138739850" providerId="ADAL" clId="{B48CEC18-FC47-1145-A962-E2D59C8BC636}" dt="2023-09-09T15:42:00.016" v="69"/>
          <ac:inkMkLst>
            <pc:docMk/>
            <pc:sldMk cId="2546788497" sldId="289"/>
            <ac:inkMk id="70" creationId="{D442C900-484F-14AA-0472-83DF90200CC7}"/>
          </ac:inkMkLst>
        </pc:inkChg>
        <pc:inkChg chg="add del">
          <ac:chgData name="Bhowmik, Sayan" userId="2b51cadb-156e-4c9a-99fc-6d2138739850" providerId="ADAL" clId="{B48CEC18-FC47-1145-A962-E2D59C8BC636}" dt="2023-09-09T15:42:00.016" v="69"/>
          <ac:inkMkLst>
            <pc:docMk/>
            <pc:sldMk cId="2546788497" sldId="289"/>
            <ac:inkMk id="71" creationId="{17503EAF-1A08-14D7-698E-809C530E933C}"/>
          </ac:inkMkLst>
        </pc:inkChg>
        <pc:inkChg chg="add del">
          <ac:chgData name="Bhowmik, Sayan" userId="2b51cadb-156e-4c9a-99fc-6d2138739850" providerId="ADAL" clId="{B48CEC18-FC47-1145-A962-E2D59C8BC636}" dt="2023-09-09T15:42:00.016" v="69"/>
          <ac:inkMkLst>
            <pc:docMk/>
            <pc:sldMk cId="2546788497" sldId="289"/>
            <ac:inkMk id="72" creationId="{8DB6A219-35EA-A401-D0EB-F48CC6D99DF2}"/>
          </ac:inkMkLst>
        </pc:inkChg>
        <pc:inkChg chg="add del">
          <ac:chgData name="Bhowmik, Sayan" userId="2b51cadb-156e-4c9a-99fc-6d2138739850" providerId="ADAL" clId="{B48CEC18-FC47-1145-A962-E2D59C8BC636}" dt="2023-09-09T15:42:00.016" v="69"/>
          <ac:inkMkLst>
            <pc:docMk/>
            <pc:sldMk cId="2546788497" sldId="289"/>
            <ac:inkMk id="73" creationId="{40B72C91-CE3A-0C40-127D-511FF81FB4C0}"/>
          </ac:inkMkLst>
        </pc:inkChg>
        <pc:inkChg chg="add reco">
          <ac:chgData name="Bhowmik, Sayan" userId="2b51cadb-156e-4c9a-99fc-6d2138739850" providerId="ADAL" clId="{B48CEC18-FC47-1145-A962-E2D59C8BC636}" dt="2023-09-09T15:42:00.016" v="69"/>
          <ac:inkMkLst>
            <pc:docMk/>
            <pc:sldMk cId="2546788497" sldId="289"/>
            <ac:inkMk id="74" creationId="{1BEA93D2-FD11-E97A-7B4A-5277BA67DFFA}"/>
          </ac:inkMkLst>
        </pc:inkChg>
        <pc:inkChg chg="add del">
          <ac:chgData name="Bhowmik, Sayan" userId="2b51cadb-156e-4c9a-99fc-6d2138739850" providerId="ADAL" clId="{B48CEC18-FC47-1145-A962-E2D59C8BC636}" dt="2023-09-09T15:42:02.564" v="72"/>
          <ac:inkMkLst>
            <pc:docMk/>
            <pc:sldMk cId="2546788497" sldId="289"/>
            <ac:inkMk id="75" creationId="{1F37CC2C-A5CD-1F6C-00AC-C9C54D64305A}"/>
          </ac:inkMkLst>
        </pc:inkChg>
        <pc:inkChg chg="add del">
          <ac:chgData name="Bhowmik, Sayan" userId="2b51cadb-156e-4c9a-99fc-6d2138739850" providerId="ADAL" clId="{B48CEC18-FC47-1145-A962-E2D59C8BC636}" dt="2023-09-09T15:42:02.564" v="72"/>
          <ac:inkMkLst>
            <pc:docMk/>
            <pc:sldMk cId="2546788497" sldId="289"/>
            <ac:inkMk id="76" creationId="{42A241A5-2DF5-8F00-A22D-1F64F15FD694}"/>
          </ac:inkMkLst>
        </pc:inkChg>
        <pc:inkChg chg="add reco">
          <ac:chgData name="Bhowmik, Sayan" userId="2b51cadb-156e-4c9a-99fc-6d2138739850" providerId="ADAL" clId="{B48CEC18-FC47-1145-A962-E2D59C8BC636}" dt="2023-09-09T15:42:02.564" v="72"/>
          <ac:inkMkLst>
            <pc:docMk/>
            <pc:sldMk cId="2546788497" sldId="289"/>
            <ac:inkMk id="77" creationId="{919E5F47-F80A-1254-D230-6EE9E46BE6D6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78" creationId="{F3E3ED31-E898-219E-12A0-0160B826CB16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79" creationId="{5B1CEC93-7B7A-68E5-5745-D29B3CA14DFB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0" creationId="{36FCD4CC-28EF-2852-03F9-D30981A0C050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1" creationId="{AC4D63AD-038F-336C-008A-DB56F593E96E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2" creationId="{F2B59B5F-4954-81F5-418E-AF5937A4A440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3" creationId="{6D2C29ED-C14A-5EAB-91F9-F26E0DED07D0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4" creationId="{4930CBDC-8DDD-26F7-590E-BCB874B611E8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5" creationId="{0B6DDA08-8575-44D9-660F-1D0D8A52FE24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6" creationId="{A082887E-FA20-77BB-7D6E-7ECA007C2B52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7" creationId="{5B6FDCC5-F1B1-B0FE-6950-1E165DA296F0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8" creationId="{BFAA1375-50AB-2BE8-89E6-F113DCB98532}"/>
          </ac:inkMkLst>
        </pc:inkChg>
        <pc:inkChg chg="add del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89" creationId="{0A910B31-2DEA-B848-7D98-A5280E1A7AEA}"/>
          </ac:inkMkLst>
        </pc:inkChg>
        <pc:inkChg chg="add reco">
          <ac:chgData name="Bhowmik, Sayan" userId="2b51cadb-156e-4c9a-99fc-6d2138739850" providerId="ADAL" clId="{B48CEC18-FC47-1145-A962-E2D59C8BC636}" dt="2023-09-09T15:42:08.847" v="85"/>
          <ac:inkMkLst>
            <pc:docMk/>
            <pc:sldMk cId="2546788497" sldId="289"/>
            <ac:inkMk id="90" creationId="{AFC8EBCD-68BF-EA9A-4E74-29B9151B7CC0}"/>
          </ac:inkMkLst>
        </pc:inkChg>
        <pc:inkChg chg="add del">
          <ac:chgData name="Bhowmik, Sayan" userId="2b51cadb-156e-4c9a-99fc-6d2138739850" providerId="ADAL" clId="{B48CEC18-FC47-1145-A962-E2D59C8BC636}" dt="2023-09-09T15:42:34.724" v="92"/>
          <ac:inkMkLst>
            <pc:docMk/>
            <pc:sldMk cId="2546788497" sldId="289"/>
            <ac:inkMk id="91" creationId="{71A1123C-529C-FF13-3A50-A885A5B14CC4}"/>
          </ac:inkMkLst>
        </pc:inkChg>
        <pc:inkChg chg="add del">
          <ac:chgData name="Bhowmik, Sayan" userId="2b51cadb-156e-4c9a-99fc-6d2138739850" providerId="ADAL" clId="{B48CEC18-FC47-1145-A962-E2D59C8BC636}" dt="2023-09-09T15:42:34.724" v="92"/>
          <ac:inkMkLst>
            <pc:docMk/>
            <pc:sldMk cId="2546788497" sldId="289"/>
            <ac:inkMk id="92" creationId="{CAB77F95-8212-35BB-8F05-175EDD09DCA6}"/>
          </ac:inkMkLst>
        </pc:inkChg>
        <pc:inkChg chg="add del">
          <ac:chgData name="Bhowmik, Sayan" userId="2b51cadb-156e-4c9a-99fc-6d2138739850" providerId="ADAL" clId="{B48CEC18-FC47-1145-A962-E2D59C8BC636}" dt="2023-09-09T15:42:34.724" v="92"/>
          <ac:inkMkLst>
            <pc:docMk/>
            <pc:sldMk cId="2546788497" sldId="289"/>
            <ac:inkMk id="93" creationId="{81DFC687-C587-8FFB-F3E8-D6D020EF648A}"/>
          </ac:inkMkLst>
        </pc:inkChg>
        <pc:inkChg chg="add del">
          <ac:chgData name="Bhowmik, Sayan" userId="2b51cadb-156e-4c9a-99fc-6d2138739850" providerId="ADAL" clId="{B48CEC18-FC47-1145-A962-E2D59C8BC636}" dt="2023-09-09T15:42:34.724" v="92"/>
          <ac:inkMkLst>
            <pc:docMk/>
            <pc:sldMk cId="2546788497" sldId="289"/>
            <ac:inkMk id="94" creationId="{FB10A844-8128-5F25-8C72-70A2D205572E}"/>
          </ac:inkMkLst>
        </pc:inkChg>
        <pc:inkChg chg="add del">
          <ac:chgData name="Bhowmik, Sayan" userId="2b51cadb-156e-4c9a-99fc-6d2138739850" providerId="ADAL" clId="{B48CEC18-FC47-1145-A962-E2D59C8BC636}" dt="2023-09-09T15:42:34.724" v="92"/>
          <ac:inkMkLst>
            <pc:docMk/>
            <pc:sldMk cId="2546788497" sldId="289"/>
            <ac:inkMk id="95" creationId="{BE08C9C2-78EE-3078-B66B-79D91A995B2A}"/>
          </ac:inkMkLst>
        </pc:inkChg>
        <pc:inkChg chg="add del">
          <ac:chgData name="Bhowmik, Sayan" userId="2b51cadb-156e-4c9a-99fc-6d2138739850" providerId="ADAL" clId="{B48CEC18-FC47-1145-A962-E2D59C8BC636}" dt="2023-09-09T15:42:34.724" v="92"/>
          <ac:inkMkLst>
            <pc:docMk/>
            <pc:sldMk cId="2546788497" sldId="289"/>
            <ac:inkMk id="96" creationId="{3018C3C8-E540-1360-0926-62CBFEA4B654}"/>
          </ac:inkMkLst>
        </pc:inkChg>
        <pc:inkChg chg="add reco">
          <ac:chgData name="Bhowmik, Sayan" userId="2b51cadb-156e-4c9a-99fc-6d2138739850" providerId="ADAL" clId="{B48CEC18-FC47-1145-A962-E2D59C8BC636}" dt="2023-09-09T15:42:34.724" v="92"/>
          <ac:inkMkLst>
            <pc:docMk/>
            <pc:sldMk cId="2546788497" sldId="289"/>
            <ac:inkMk id="97" creationId="{A3E0FA02-25F4-27EC-C983-75527C0112AE}"/>
          </ac:inkMkLst>
        </pc:inkChg>
        <pc:inkChg chg="add del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98" creationId="{6DB116A3-6BE3-4ACD-548E-B708822B25E0}"/>
          </ac:inkMkLst>
        </pc:inkChg>
        <pc:inkChg chg="add del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99" creationId="{EE2FE5F6-DD75-6BD3-96BD-8ACD4C9E0D6C}"/>
          </ac:inkMkLst>
        </pc:inkChg>
        <pc:inkChg chg="add del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100" creationId="{06A9104F-9588-0FA1-14E1-EE0FD06522B7}"/>
          </ac:inkMkLst>
        </pc:inkChg>
        <pc:inkChg chg="add del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101" creationId="{57EBB5DB-2526-0425-8695-9247F56E247D}"/>
          </ac:inkMkLst>
        </pc:inkChg>
        <pc:inkChg chg="add del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102" creationId="{C8CD4397-7A46-C33D-2436-84867CF9066F}"/>
          </ac:inkMkLst>
        </pc:inkChg>
        <pc:inkChg chg="add del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103" creationId="{D440D6DC-BE80-DEAF-026A-BB8E9E512C11}"/>
          </ac:inkMkLst>
        </pc:inkChg>
        <pc:inkChg chg="add del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104" creationId="{C73CAB42-7BCF-35FD-028D-E8615BA2A6DE}"/>
          </ac:inkMkLst>
        </pc:inkChg>
        <pc:inkChg chg="add del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105" creationId="{0C98E9FD-0C10-6DBB-9A7B-DAAE5DFAF1ED}"/>
          </ac:inkMkLst>
        </pc:inkChg>
        <pc:inkChg chg="add reco">
          <ac:chgData name="Bhowmik, Sayan" userId="2b51cadb-156e-4c9a-99fc-6d2138739850" providerId="ADAL" clId="{B48CEC18-FC47-1145-A962-E2D59C8BC636}" dt="2023-09-09T15:42:40.068" v="101"/>
          <ac:inkMkLst>
            <pc:docMk/>
            <pc:sldMk cId="2546788497" sldId="289"/>
            <ac:inkMk id="106" creationId="{DEA19BB2-6559-A021-67A7-3F97AF7A0304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07" creationId="{B9DB74ED-2FEB-DF39-2051-9D0FB4943824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08" creationId="{B3753972-A1B8-63B0-1837-243F36060E15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09" creationId="{F4E79EAC-D652-FDF5-3ECE-69BCE24ECB52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0" creationId="{82817641-B265-0B51-9134-2FDD092C0EFD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1" creationId="{6DC67948-C9D3-D37A-B676-EC756248B79D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2" creationId="{B2917EC0-21F7-17AC-CAF2-A49079D146C8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3" creationId="{5D56B592-CC17-73A7-4D17-E2F0157AEBB9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4" creationId="{9531B79B-0A26-D99D-6E93-CE375A16D9BF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5" creationId="{FAEF56B4-2D55-3D0F-4771-A8B920D6907C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6" creationId="{4C55D26F-BC85-22F8-7ED2-277090D816BA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7" creationId="{69C88045-D2CB-D9C6-6E4A-A7ECC1597CEF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8" creationId="{F7D92C05-FA47-44EB-AF6C-E7C8E23C6EBC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19" creationId="{53C07F72-E5FE-23A7-041F-9226EA179C85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20" creationId="{8CFC84F8-F397-7BB1-F50E-4909AFE74E83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21" creationId="{7A98A210-616A-BB95-32F8-054BDECC068B}"/>
          </ac:inkMkLst>
        </pc:inkChg>
        <pc:inkChg chg="add del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22" creationId="{F6D0DFA1-2DDF-5E4D-FE4E-092F5512205C}"/>
          </ac:inkMkLst>
        </pc:inkChg>
        <pc:inkChg chg="add reco">
          <ac:chgData name="Bhowmik, Sayan" userId="2b51cadb-156e-4c9a-99fc-6d2138739850" providerId="ADAL" clId="{B48CEC18-FC47-1145-A962-E2D59C8BC636}" dt="2023-09-09T15:42:49.382" v="118"/>
          <ac:inkMkLst>
            <pc:docMk/>
            <pc:sldMk cId="2546788497" sldId="289"/>
            <ac:inkMk id="123" creationId="{9C1C47A8-99FB-E5A9-3723-C9DCE8B1CF5C}"/>
          </ac:inkMkLst>
        </pc:inkChg>
        <pc:inkChg chg="add del">
          <ac:chgData name="Bhowmik, Sayan" userId="2b51cadb-156e-4c9a-99fc-6d2138739850" providerId="ADAL" clId="{B48CEC18-FC47-1145-A962-E2D59C8BC636}" dt="2023-09-09T15:43:01.522" v="123"/>
          <ac:inkMkLst>
            <pc:docMk/>
            <pc:sldMk cId="2546788497" sldId="289"/>
            <ac:inkMk id="124" creationId="{7F8D4D21-5ABE-C8E9-72CA-BFCEDA1F016B}"/>
          </ac:inkMkLst>
        </pc:inkChg>
        <pc:inkChg chg="add">
          <ac:chgData name="Bhowmik, Sayan" userId="2b51cadb-156e-4c9a-99fc-6d2138739850" providerId="ADAL" clId="{B48CEC18-FC47-1145-A962-E2D59C8BC636}" dt="2023-09-09T15:43:00.391" v="120"/>
          <ac:inkMkLst>
            <pc:docMk/>
            <pc:sldMk cId="2546788497" sldId="289"/>
            <ac:inkMk id="125" creationId="{1FAFFC97-24F7-2C9C-3F61-EC351B545C49}"/>
          </ac:inkMkLst>
        </pc:inkChg>
        <pc:inkChg chg="add del">
          <ac:chgData name="Bhowmik, Sayan" userId="2b51cadb-156e-4c9a-99fc-6d2138739850" providerId="ADAL" clId="{B48CEC18-FC47-1145-A962-E2D59C8BC636}" dt="2023-09-09T15:43:01.522" v="123"/>
          <ac:inkMkLst>
            <pc:docMk/>
            <pc:sldMk cId="2546788497" sldId="289"/>
            <ac:inkMk id="126" creationId="{FFE002DF-8F0B-8244-A698-40012947811D}"/>
          </ac:inkMkLst>
        </pc:inkChg>
        <pc:inkChg chg="add del">
          <ac:chgData name="Bhowmik, Sayan" userId="2b51cadb-156e-4c9a-99fc-6d2138739850" providerId="ADAL" clId="{B48CEC18-FC47-1145-A962-E2D59C8BC636}" dt="2023-09-09T15:43:01.522" v="123"/>
          <ac:inkMkLst>
            <pc:docMk/>
            <pc:sldMk cId="2546788497" sldId="289"/>
            <ac:inkMk id="127" creationId="{72107C6A-A880-C66F-4916-1D698AC3E715}"/>
          </ac:inkMkLst>
        </pc:inkChg>
        <pc:inkChg chg="add reco">
          <ac:chgData name="Bhowmik, Sayan" userId="2b51cadb-156e-4c9a-99fc-6d2138739850" providerId="ADAL" clId="{B48CEC18-FC47-1145-A962-E2D59C8BC636}" dt="2023-09-09T15:43:01.522" v="123"/>
          <ac:inkMkLst>
            <pc:docMk/>
            <pc:sldMk cId="2546788497" sldId="289"/>
            <ac:inkMk id="128" creationId="{92D791FA-2CF8-178A-8CF3-19A214328C52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29" creationId="{F4941DC0-DC9E-6129-C0F3-974E8083CA1A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0" creationId="{7DF7A911-C291-56A1-2DB1-D59051C81FD8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1" creationId="{FF5895DB-B190-8D5E-7742-6017C44A7BD4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2" creationId="{2B5DE2B8-47DD-237C-828B-939781789DFF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3" creationId="{9E0F3865-711E-C608-84B1-AC7EA3FC21BF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4" creationId="{D5CF544D-C502-EBDF-D080-9965CBBA57D4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5" creationId="{CF67B249-8F0E-DF64-2531-64CECB6FD987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6" creationId="{52852CF3-AAB2-1860-85A2-03AE816713AD}"/>
          </ac:inkMkLst>
        </pc:inkChg>
        <pc:inkChg chg="add del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7" creationId="{0B078216-0B9C-82D3-D9C5-C0D0A0DFC958}"/>
          </ac:inkMkLst>
        </pc:inkChg>
        <pc:inkChg chg="add reco">
          <ac:chgData name="Bhowmik, Sayan" userId="2b51cadb-156e-4c9a-99fc-6d2138739850" providerId="ADAL" clId="{B48CEC18-FC47-1145-A962-E2D59C8BC636}" dt="2023-09-09T15:43:11.093" v="133"/>
          <ac:inkMkLst>
            <pc:docMk/>
            <pc:sldMk cId="2546788497" sldId="289"/>
            <ac:inkMk id="138" creationId="{6F378A52-C812-4135-CF2C-13E524FE2FDE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39" creationId="{C4F3F048-A426-FAB2-E55C-B2BFACB3D302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0" creationId="{B16A8209-4027-EC60-4038-1931C32B9682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1" creationId="{2BB3BF34-D412-72AD-ACCE-5831B914F657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2" creationId="{91CA46EE-F5D9-EC6B-68CB-04303DC21DAD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3" creationId="{568C9194-6D1F-7ED3-E5C5-F16331601DCA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4" creationId="{46C89B34-87FA-1C9A-7477-C4095D820E89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5" creationId="{01CE1733-E345-3305-DC6F-FBD81A071823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6" creationId="{EE53628E-ECE2-D763-2284-FA1154A4E61F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7" creationId="{129258F1-68EB-5FAE-B0C8-0292A05B5B54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8" creationId="{CA2943E4-900C-8FC0-E7A3-A74817F6F17A}"/>
          </ac:inkMkLst>
        </pc:inkChg>
        <pc:inkChg chg="add del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49" creationId="{4EC4AB53-001C-D6BE-31B4-3FF3BE425962}"/>
          </ac:inkMkLst>
        </pc:inkChg>
        <pc:inkChg chg="add reco">
          <ac:chgData name="Bhowmik, Sayan" userId="2b51cadb-156e-4c9a-99fc-6d2138739850" providerId="ADAL" clId="{B48CEC18-FC47-1145-A962-E2D59C8BC636}" dt="2023-09-09T15:44:28.250" v="145"/>
          <ac:inkMkLst>
            <pc:docMk/>
            <pc:sldMk cId="2546788497" sldId="289"/>
            <ac:inkMk id="150" creationId="{4088555E-5D06-3C78-646A-A226615DFB2C}"/>
          </ac:inkMkLst>
        </pc:inkChg>
        <pc:inkChg chg="add del">
          <ac:chgData name="Bhowmik, Sayan" userId="2b51cadb-156e-4c9a-99fc-6d2138739850" providerId="ADAL" clId="{B48CEC18-FC47-1145-A962-E2D59C8BC636}" dt="2023-09-09T15:44:34.848" v="149"/>
          <ac:inkMkLst>
            <pc:docMk/>
            <pc:sldMk cId="2546788497" sldId="289"/>
            <ac:inkMk id="151" creationId="{475FDB8C-7F77-A7BB-1E75-2BF023BB33C3}"/>
          </ac:inkMkLst>
        </pc:inkChg>
        <pc:inkChg chg="add del">
          <ac:chgData name="Bhowmik, Sayan" userId="2b51cadb-156e-4c9a-99fc-6d2138739850" providerId="ADAL" clId="{B48CEC18-FC47-1145-A962-E2D59C8BC636}" dt="2023-09-09T15:44:34.848" v="149"/>
          <ac:inkMkLst>
            <pc:docMk/>
            <pc:sldMk cId="2546788497" sldId="289"/>
            <ac:inkMk id="152" creationId="{33C05D21-8689-ECF3-FDCA-BFF250A26C58}"/>
          </ac:inkMkLst>
        </pc:inkChg>
        <pc:inkChg chg="add del">
          <ac:chgData name="Bhowmik, Sayan" userId="2b51cadb-156e-4c9a-99fc-6d2138739850" providerId="ADAL" clId="{B48CEC18-FC47-1145-A962-E2D59C8BC636}" dt="2023-09-09T15:44:34.848" v="149"/>
          <ac:inkMkLst>
            <pc:docMk/>
            <pc:sldMk cId="2546788497" sldId="289"/>
            <ac:inkMk id="153" creationId="{5D55675C-1F94-8AE4-273C-38696BDEC6D0}"/>
          </ac:inkMkLst>
        </pc:inkChg>
        <pc:inkChg chg="add del reco">
          <ac:chgData name="Bhowmik, Sayan" userId="2b51cadb-156e-4c9a-99fc-6d2138739850" providerId="ADAL" clId="{B48CEC18-FC47-1145-A962-E2D59C8BC636}" dt="2023-09-09T22:02:14.937" v="636"/>
          <ac:inkMkLst>
            <pc:docMk/>
            <pc:sldMk cId="2546788497" sldId="289"/>
            <ac:inkMk id="154" creationId="{0D77E3E4-1A67-A054-7C27-B6D755C2B57A}"/>
          </ac:inkMkLst>
        </pc:inkChg>
        <pc:inkChg chg="add del">
          <ac:chgData name="Bhowmik, Sayan" userId="2b51cadb-156e-4c9a-99fc-6d2138739850" providerId="ADAL" clId="{B48CEC18-FC47-1145-A962-E2D59C8BC636}" dt="2023-09-09T15:45:22.402" v="156"/>
          <ac:inkMkLst>
            <pc:docMk/>
            <pc:sldMk cId="2546788497" sldId="289"/>
            <ac:inkMk id="155" creationId="{9FDCA068-6F18-F9B3-6D62-8A07A61FA1B4}"/>
          </ac:inkMkLst>
        </pc:inkChg>
        <pc:inkChg chg="add del">
          <ac:chgData name="Bhowmik, Sayan" userId="2b51cadb-156e-4c9a-99fc-6d2138739850" providerId="ADAL" clId="{B48CEC18-FC47-1145-A962-E2D59C8BC636}" dt="2023-09-09T15:45:22.402" v="156"/>
          <ac:inkMkLst>
            <pc:docMk/>
            <pc:sldMk cId="2546788497" sldId="289"/>
            <ac:inkMk id="156" creationId="{A79D103C-D1A4-C2DB-F862-E1F94C3F7516}"/>
          </ac:inkMkLst>
        </pc:inkChg>
        <pc:inkChg chg="add del">
          <ac:chgData name="Bhowmik, Sayan" userId="2b51cadb-156e-4c9a-99fc-6d2138739850" providerId="ADAL" clId="{B48CEC18-FC47-1145-A962-E2D59C8BC636}" dt="2023-09-09T15:45:22.402" v="156"/>
          <ac:inkMkLst>
            <pc:docMk/>
            <pc:sldMk cId="2546788497" sldId="289"/>
            <ac:inkMk id="157" creationId="{6AFA0EEC-CC37-95E2-239B-525D3BD2A183}"/>
          </ac:inkMkLst>
        </pc:inkChg>
        <pc:inkChg chg="add del">
          <ac:chgData name="Bhowmik, Sayan" userId="2b51cadb-156e-4c9a-99fc-6d2138739850" providerId="ADAL" clId="{B48CEC18-FC47-1145-A962-E2D59C8BC636}" dt="2023-09-09T15:45:22.402" v="156"/>
          <ac:inkMkLst>
            <pc:docMk/>
            <pc:sldMk cId="2546788497" sldId="289"/>
            <ac:inkMk id="158" creationId="{39168919-2F20-60D6-E0D7-C7D77998F9D2}"/>
          </ac:inkMkLst>
        </pc:inkChg>
        <pc:inkChg chg="add del">
          <ac:chgData name="Bhowmik, Sayan" userId="2b51cadb-156e-4c9a-99fc-6d2138739850" providerId="ADAL" clId="{B48CEC18-FC47-1145-A962-E2D59C8BC636}" dt="2023-09-09T15:45:22.402" v="156"/>
          <ac:inkMkLst>
            <pc:docMk/>
            <pc:sldMk cId="2546788497" sldId="289"/>
            <ac:inkMk id="159" creationId="{BF8950F8-61DC-538A-92CD-F7C53F2AADD6}"/>
          </ac:inkMkLst>
        </pc:inkChg>
        <pc:inkChg chg="add del">
          <ac:chgData name="Bhowmik, Sayan" userId="2b51cadb-156e-4c9a-99fc-6d2138739850" providerId="ADAL" clId="{B48CEC18-FC47-1145-A962-E2D59C8BC636}" dt="2023-09-09T15:45:24.794" v="161"/>
          <ac:inkMkLst>
            <pc:docMk/>
            <pc:sldMk cId="2546788497" sldId="289"/>
            <ac:inkMk id="160" creationId="{351A3403-0872-EDDD-B345-A07D7ED5AA2E}"/>
          </ac:inkMkLst>
        </pc:inkChg>
        <pc:inkChg chg="add reco">
          <ac:chgData name="Bhowmik, Sayan" userId="2b51cadb-156e-4c9a-99fc-6d2138739850" providerId="ADAL" clId="{B48CEC18-FC47-1145-A962-E2D59C8BC636}" dt="2023-09-09T15:45:22.402" v="156"/>
          <ac:inkMkLst>
            <pc:docMk/>
            <pc:sldMk cId="2546788497" sldId="289"/>
            <ac:inkMk id="161" creationId="{ED250E84-81E4-4634-FFCB-78D1D6D753E2}"/>
          </ac:inkMkLst>
        </pc:inkChg>
        <pc:inkChg chg="add reco">
          <ac:chgData name="Bhowmik, Sayan" userId="2b51cadb-156e-4c9a-99fc-6d2138739850" providerId="ADAL" clId="{B48CEC18-FC47-1145-A962-E2D59C8BC636}" dt="2023-09-09T15:45:22.402" v="156"/>
          <ac:inkMkLst>
            <pc:docMk/>
            <pc:sldMk cId="2546788497" sldId="289"/>
            <ac:inkMk id="162" creationId="{10BFFF0D-579D-7637-3A86-B49961D6ADFC}"/>
          </ac:inkMkLst>
        </pc:inkChg>
        <pc:inkChg chg="add del">
          <ac:chgData name="Bhowmik, Sayan" userId="2b51cadb-156e-4c9a-99fc-6d2138739850" providerId="ADAL" clId="{B48CEC18-FC47-1145-A962-E2D59C8BC636}" dt="2023-09-09T15:45:24.794" v="161"/>
          <ac:inkMkLst>
            <pc:docMk/>
            <pc:sldMk cId="2546788497" sldId="289"/>
            <ac:inkMk id="163" creationId="{0D79BE73-A591-6125-2368-51CDC5C9ADDD}"/>
          </ac:inkMkLst>
        </pc:inkChg>
        <pc:inkChg chg="add del">
          <ac:chgData name="Bhowmik, Sayan" userId="2b51cadb-156e-4c9a-99fc-6d2138739850" providerId="ADAL" clId="{B48CEC18-FC47-1145-A962-E2D59C8BC636}" dt="2023-09-09T15:45:24.794" v="161"/>
          <ac:inkMkLst>
            <pc:docMk/>
            <pc:sldMk cId="2546788497" sldId="289"/>
            <ac:inkMk id="164" creationId="{14734CD6-6B0E-D553-E9ED-8280E86DB842}"/>
          </ac:inkMkLst>
        </pc:inkChg>
        <pc:inkChg chg="add del">
          <ac:chgData name="Bhowmik, Sayan" userId="2b51cadb-156e-4c9a-99fc-6d2138739850" providerId="ADAL" clId="{B48CEC18-FC47-1145-A962-E2D59C8BC636}" dt="2023-09-09T15:45:24.794" v="161"/>
          <ac:inkMkLst>
            <pc:docMk/>
            <pc:sldMk cId="2546788497" sldId="289"/>
            <ac:inkMk id="165" creationId="{D0B602ED-5E5A-189A-5DC0-7343746F7E31}"/>
          </ac:inkMkLst>
        </pc:inkChg>
        <pc:inkChg chg="add del">
          <ac:chgData name="Bhowmik, Sayan" userId="2b51cadb-156e-4c9a-99fc-6d2138739850" providerId="ADAL" clId="{B48CEC18-FC47-1145-A962-E2D59C8BC636}" dt="2023-09-09T15:45:24.794" v="161"/>
          <ac:inkMkLst>
            <pc:docMk/>
            <pc:sldMk cId="2546788497" sldId="289"/>
            <ac:inkMk id="166" creationId="{6E3A564E-95C2-A3B7-B24E-DBD51789DFA7}"/>
          </ac:inkMkLst>
        </pc:inkChg>
        <pc:inkChg chg="add reco">
          <ac:chgData name="Bhowmik, Sayan" userId="2b51cadb-156e-4c9a-99fc-6d2138739850" providerId="ADAL" clId="{B48CEC18-FC47-1145-A962-E2D59C8BC636}" dt="2023-09-09T15:45:24.794" v="161"/>
          <ac:inkMkLst>
            <pc:docMk/>
            <pc:sldMk cId="2546788497" sldId="289"/>
            <ac:inkMk id="167" creationId="{3209C602-348C-4C84-BC02-CB866981107B}"/>
          </ac:inkMkLst>
        </pc:inkChg>
        <pc:inkChg chg="add">
          <ac:chgData name="Bhowmik, Sayan" userId="2b51cadb-156e-4c9a-99fc-6d2138739850" providerId="ADAL" clId="{B48CEC18-FC47-1145-A962-E2D59C8BC636}" dt="2023-09-09T15:45:37.413" v="162"/>
          <ac:inkMkLst>
            <pc:docMk/>
            <pc:sldMk cId="2546788497" sldId="289"/>
            <ac:inkMk id="168" creationId="{9FB99AFF-97B3-BB03-BDC0-B9E3378F24AC}"/>
          </ac:inkMkLst>
        </pc:inkChg>
        <pc:inkChg chg="add">
          <ac:chgData name="Bhowmik, Sayan" userId="2b51cadb-156e-4c9a-99fc-6d2138739850" providerId="ADAL" clId="{B48CEC18-FC47-1145-A962-E2D59C8BC636}" dt="2023-09-09T15:45:37.729" v="163"/>
          <ac:inkMkLst>
            <pc:docMk/>
            <pc:sldMk cId="2546788497" sldId="289"/>
            <ac:inkMk id="169" creationId="{22BC1452-2C42-A25E-53D2-B5652EBAD8CB}"/>
          </ac:inkMkLst>
        </pc:inkChg>
        <pc:inkChg chg="add del">
          <ac:chgData name="Bhowmik, Sayan" userId="2b51cadb-156e-4c9a-99fc-6d2138739850" providerId="ADAL" clId="{B48CEC18-FC47-1145-A962-E2D59C8BC636}" dt="2023-09-09T15:45:40.048" v="167"/>
          <ac:inkMkLst>
            <pc:docMk/>
            <pc:sldMk cId="2546788497" sldId="289"/>
            <ac:inkMk id="170" creationId="{03F7C6D3-9077-F155-EA9D-71EC1101F763}"/>
          </ac:inkMkLst>
        </pc:inkChg>
        <pc:inkChg chg="add del">
          <ac:chgData name="Bhowmik, Sayan" userId="2b51cadb-156e-4c9a-99fc-6d2138739850" providerId="ADAL" clId="{B48CEC18-FC47-1145-A962-E2D59C8BC636}" dt="2023-09-09T15:45:40.048" v="167"/>
          <ac:inkMkLst>
            <pc:docMk/>
            <pc:sldMk cId="2546788497" sldId="289"/>
            <ac:inkMk id="171" creationId="{92A7F64A-00AE-C435-088A-CCABA3E02374}"/>
          </ac:inkMkLst>
        </pc:inkChg>
        <pc:inkChg chg="add del">
          <ac:chgData name="Bhowmik, Sayan" userId="2b51cadb-156e-4c9a-99fc-6d2138739850" providerId="ADAL" clId="{B48CEC18-FC47-1145-A962-E2D59C8BC636}" dt="2023-09-09T15:45:40.048" v="167"/>
          <ac:inkMkLst>
            <pc:docMk/>
            <pc:sldMk cId="2546788497" sldId="289"/>
            <ac:inkMk id="172" creationId="{705116EF-9B4F-6DDE-CFF2-70621A8C1385}"/>
          </ac:inkMkLst>
        </pc:inkChg>
        <pc:inkChg chg="add reco">
          <ac:chgData name="Bhowmik, Sayan" userId="2b51cadb-156e-4c9a-99fc-6d2138739850" providerId="ADAL" clId="{B48CEC18-FC47-1145-A962-E2D59C8BC636}" dt="2023-09-09T15:45:40.048" v="167"/>
          <ac:inkMkLst>
            <pc:docMk/>
            <pc:sldMk cId="2546788497" sldId="289"/>
            <ac:inkMk id="173" creationId="{1525E2CB-6CAA-0256-3518-D0A3940D6C0D}"/>
          </ac:inkMkLst>
        </pc:inkChg>
        <pc:inkChg chg="add del">
          <ac:chgData name="Bhowmik, Sayan" userId="2b51cadb-156e-4c9a-99fc-6d2138739850" providerId="ADAL" clId="{B48CEC18-FC47-1145-A962-E2D59C8BC636}" dt="2023-09-09T15:45:45.790" v="170"/>
          <ac:inkMkLst>
            <pc:docMk/>
            <pc:sldMk cId="2546788497" sldId="289"/>
            <ac:inkMk id="174" creationId="{24D233FC-A887-607F-C079-A7F4DB8053DD}"/>
          </ac:inkMkLst>
        </pc:inkChg>
        <pc:inkChg chg="add del">
          <ac:chgData name="Bhowmik, Sayan" userId="2b51cadb-156e-4c9a-99fc-6d2138739850" providerId="ADAL" clId="{B48CEC18-FC47-1145-A962-E2D59C8BC636}" dt="2023-09-09T15:45:45.790" v="170"/>
          <ac:inkMkLst>
            <pc:docMk/>
            <pc:sldMk cId="2546788497" sldId="289"/>
            <ac:inkMk id="175" creationId="{7D061046-6F46-6480-37FA-C1F37EA6F09E}"/>
          </ac:inkMkLst>
        </pc:inkChg>
        <pc:inkChg chg="add reco">
          <ac:chgData name="Bhowmik, Sayan" userId="2b51cadb-156e-4c9a-99fc-6d2138739850" providerId="ADAL" clId="{B48CEC18-FC47-1145-A962-E2D59C8BC636}" dt="2023-09-09T15:45:45.790" v="170"/>
          <ac:inkMkLst>
            <pc:docMk/>
            <pc:sldMk cId="2546788497" sldId="289"/>
            <ac:inkMk id="176" creationId="{E73A2C58-1A43-0805-93BC-5056C36E5BFA}"/>
          </ac:inkMkLst>
        </pc:inkChg>
        <pc:inkChg chg="add del">
          <ac:chgData name="Bhowmik, Sayan" userId="2b51cadb-156e-4c9a-99fc-6d2138739850" providerId="ADAL" clId="{B48CEC18-FC47-1145-A962-E2D59C8BC636}" dt="2023-09-09T15:45:49.989" v="175"/>
          <ac:inkMkLst>
            <pc:docMk/>
            <pc:sldMk cId="2546788497" sldId="289"/>
            <ac:inkMk id="177" creationId="{7143707B-46C5-E393-3DC8-DB9EFD11402C}"/>
          </ac:inkMkLst>
        </pc:inkChg>
        <pc:inkChg chg="add del">
          <ac:chgData name="Bhowmik, Sayan" userId="2b51cadb-156e-4c9a-99fc-6d2138739850" providerId="ADAL" clId="{B48CEC18-FC47-1145-A962-E2D59C8BC636}" dt="2023-09-09T15:45:49.989" v="175"/>
          <ac:inkMkLst>
            <pc:docMk/>
            <pc:sldMk cId="2546788497" sldId="289"/>
            <ac:inkMk id="178" creationId="{2A6D1E52-6C05-791E-6564-3670B5C47114}"/>
          </ac:inkMkLst>
        </pc:inkChg>
        <pc:inkChg chg="add del">
          <ac:chgData name="Bhowmik, Sayan" userId="2b51cadb-156e-4c9a-99fc-6d2138739850" providerId="ADAL" clId="{B48CEC18-FC47-1145-A962-E2D59C8BC636}" dt="2023-09-09T15:45:49.989" v="175"/>
          <ac:inkMkLst>
            <pc:docMk/>
            <pc:sldMk cId="2546788497" sldId="289"/>
            <ac:inkMk id="179" creationId="{25DAF4CC-1E1F-7042-53EE-12D6826F2E0E}"/>
          </ac:inkMkLst>
        </pc:inkChg>
        <pc:inkChg chg="add del">
          <ac:chgData name="Bhowmik, Sayan" userId="2b51cadb-156e-4c9a-99fc-6d2138739850" providerId="ADAL" clId="{B48CEC18-FC47-1145-A962-E2D59C8BC636}" dt="2023-09-09T15:45:49.989" v="175"/>
          <ac:inkMkLst>
            <pc:docMk/>
            <pc:sldMk cId="2546788497" sldId="289"/>
            <ac:inkMk id="180" creationId="{CEAEA6DA-7D0D-F032-31F2-E278E5A42FA8}"/>
          </ac:inkMkLst>
        </pc:inkChg>
        <pc:inkChg chg="add reco">
          <ac:chgData name="Bhowmik, Sayan" userId="2b51cadb-156e-4c9a-99fc-6d2138739850" providerId="ADAL" clId="{B48CEC18-FC47-1145-A962-E2D59C8BC636}" dt="2023-09-09T15:45:49.989" v="175"/>
          <ac:inkMkLst>
            <pc:docMk/>
            <pc:sldMk cId="2546788497" sldId="289"/>
            <ac:inkMk id="181" creationId="{0BC017E5-962A-65D6-1DA7-4955E3FFCFBE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82" creationId="{11F29BF7-39B2-1036-75B3-768E6267E6E0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83" creationId="{9C274CC4-5D17-BD71-3E75-ABBED656908C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84" creationId="{C1C83D17-193F-DE81-409E-12E32DDC9D78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85" creationId="{A2BB890E-E14C-2687-8DEB-D43C9C0FC4BA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86" creationId="{C07C259B-1638-621E-F148-6962CEF4F31C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87" creationId="{4B47BC2B-1550-2FC8-C0FC-330080FDE131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88" creationId="{0510B40E-9218-D26D-6D8D-218921E90EFB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89" creationId="{4BC9854B-DA8F-5E2A-8B7B-5A4B83280A7D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90" creationId="{BE661DCD-BE84-DF01-0ED0-B37DAFB3E4C3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91" creationId="{D0123F9D-8447-1E1A-8665-F5ECF4190A6C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92" creationId="{C24F05A1-CAC4-256D-60F6-ED8C7165F4BC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93" creationId="{BBB7FE6B-C981-5A90-213E-4EB54299CC12}"/>
          </ac:inkMkLst>
        </pc:inkChg>
        <pc:inkChg chg="add del">
          <ac:chgData name="Bhowmik, Sayan" userId="2b51cadb-156e-4c9a-99fc-6d2138739850" providerId="ADAL" clId="{B48CEC18-FC47-1145-A962-E2D59C8BC636}" dt="2023-09-09T15:46:07.898" v="189"/>
          <ac:inkMkLst>
            <pc:docMk/>
            <pc:sldMk cId="2546788497" sldId="289"/>
            <ac:inkMk id="194" creationId="{D8623DC4-AEE7-1576-0C2F-2208C4A38FAD}"/>
          </ac:inkMkLst>
        </pc:inkChg>
        <pc:inkChg chg="add mod reco">
          <ac:chgData name="Bhowmik, Sayan" userId="2b51cadb-156e-4c9a-99fc-6d2138739850" providerId="ADAL" clId="{B48CEC18-FC47-1145-A962-E2D59C8BC636}" dt="2023-09-09T21:58:31.475" v="622" actId="14100"/>
          <ac:inkMkLst>
            <pc:docMk/>
            <pc:sldMk cId="2546788497" sldId="289"/>
            <ac:inkMk id="195" creationId="{43990EDC-E342-1D14-C19F-DB9C8E38AB3C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196" creationId="{4A5C315F-98AB-1793-077B-FD1431346DA0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197" creationId="{F3D0C1AF-E3E5-C973-899C-2BE2673379FE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198" creationId="{F3D57506-4D0E-33CB-3514-953FF56297B4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199" creationId="{5595B400-7638-2E35-08CD-78D6F963AFEF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0" creationId="{5A1475DA-9369-71BA-F670-806365249F96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1" creationId="{575D005F-0D0D-1D09-F4AB-E3155296A337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2" creationId="{F2C8987D-68E1-49CF-A870-B22E2DE0DB6F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3" creationId="{0600B4FE-8E14-16A6-EDDF-CE0CF6DA41F0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4" creationId="{6CE6D213-5489-6833-C3BB-21C55CC5F10E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5" creationId="{EA53771D-F7F9-00F2-9073-18C92EEBC0E6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6" creationId="{E83A11A4-D5E2-0A7D-648E-75EE85546361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7" creationId="{679FCFC1-4691-A394-8220-3CAE42432A66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8" creationId="{4B59DB27-3915-1044-FB11-9F6F6DF28A0B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09" creationId="{5C7B2A22-9048-EE73-7777-1D1681CF7F74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10" creationId="{9BF2767A-DF85-DB05-58FE-DD1502F8D2E0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11" creationId="{8BCAEF33-631D-8DDF-A36D-467D9DD9B862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12" creationId="{C743260D-FE86-9061-094E-FFBD565D683C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13" creationId="{F58ECCBA-7583-8588-8BCA-69270BD2B6A7}"/>
          </ac:inkMkLst>
        </pc:inkChg>
        <pc:inkChg chg="add del">
          <ac:chgData name="Bhowmik, Sayan" userId="2b51cadb-156e-4c9a-99fc-6d2138739850" providerId="ADAL" clId="{B48CEC18-FC47-1145-A962-E2D59C8BC636}" dt="2023-09-09T15:46:19.584" v="209"/>
          <ac:inkMkLst>
            <pc:docMk/>
            <pc:sldMk cId="2546788497" sldId="289"/>
            <ac:inkMk id="214" creationId="{D5D9B9A0-30EB-EEB3-9F23-73CF36C28116}"/>
          </ac:inkMkLst>
        </pc:inkChg>
        <pc:inkChg chg="add mod reco modStrokes">
          <ac:chgData name="Bhowmik, Sayan" userId="2b51cadb-156e-4c9a-99fc-6d2138739850" providerId="ADAL" clId="{B48CEC18-FC47-1145-A962-E2D59C8BC636}" dt="2023-09-09T21:58:31.475" v="622" actId="14100"/>
          <ac:inkMkLst>
            <pc:docMk/>
            <pc:sldMk cId="2546788497" sldId="289"/>
            <ac:inkMk id="215" creationId="{62A4A36E-534F-3501-A8B9-D315FE134295}"/>
          </ac:inkMkLst>
        </pc:inkChg>
        <pc:inkChg chg="add mod reco">
          <ac:chgData name="Bhowmik, Sayan" userId="2b51cadb-156e-4c9a-99fc-6d2138739850" providerId="ADAL" clId="{B48CEC18-FC47-1145-A962-E2D59C8BC636}" dt="2023-09-09T21:58:31.475" v="622" actId="14100"/>
          <ac:inkMkLst>
            <pc:docMk/>
            <pc:sldMk cId="2546788497" sldId="289"/>
            <ac:inkMk id="216" creationId="{724E1421-357B-3FA9-A1BB-ED43C8138D5C}"/>
          </ac:inkMkLst>
        </pc:inkChg>
        <pc:inkChg chg="add del">
          <ac:chgData name="Bhowmik, Sayan" userId="2b51cadb-156e-4c9a-99fc-6d2138739850" providerId="ADAL" clId="{B48CEC18-FC47-1145-A962-E2D59C8BC636}" dt="2023-09-09T15:46:22.068" v="212"/>
          <ac:inkMkLst>
            <pc:docMk/>
            <pc:sldMk cId="2546788497" sldId="289"/>
            <ac:inkMk id="217" creationId="{F0991D5F-D361-38AB-6CAB-38D797B0B3D9}"/>
          </ac:inkMkLst>
        </pc:inkChg>
        <pc:inkChg chg="add del">
          <ac:chgData name="Bhowmik, Sayan" userId="2b51cadb-156e-4c9a-99fc-6d2138739850" providerId="ADAL" clId="{B48CEC18-FC47-1145-A962-E2D59C8BC636}" dt="2023-09-09T15:46:22.068" v="212"/>
          <ac:inkMkLst>
            <pc:docMk/>
            <pc:sldMk cId="2546788497" sldId="289"/>
            <ac:inkMk id="218" creationId="{CB2C58CE-C653-A593-8B1A-76CEA7D349A9}"/>
          </ac:inkMkLst>
        </pc:inkChg>
        <pc:inkChg chg="add reco">
          <ac:chgData name="Bhowmik, Sayan" userId="2b51cadb-156e-4c9a-99fc-6d2138739850" providerId="ADAL" clId="{B48CEC18-FC47-1145-A962-E2D59C8BC636}" dt="2023-09-09T15:46:22.068" v="212"/>
          <ac:inkMkLst>
            <pc:docMk/>
            <pc:sldMk cId="2546788497" sldId="289"/>
            <ac:inkMk id="219" creationId="{93BBB68B-3EEE-9359-42D9-9760C0A0031E}"/>
          </ac:inkMkLst>
        </pc:inkChg>
        <pc:inkChg chg="add del">
          <ac:chgData name="Bhowmik, Sayan" userId="2b51cadb-156e-4c9a-99fc-6d2138739850" providerId="ADAL" clId="{B48CEC18-FC47-1145-A962-E2D59C8BC636}" dt="2023-09-09T15:46:24.052" v="217"/>
          <ac:inkMkLst>
            <pc:docMk/>
            <pc:sldMk cId="2546788497" sldId="289"/>
            <ac:inkMk id="220" creationId="{7828C176-0C51-B670-054B-A9C083354E98}"/>
          </ac:inkMkLst>
        </pc:inkChg>
        <pc:inkChg chg="add del">
          <ac:chgData name="Bhowmik, Sayan" userId="2b51cadb-156e-4c9a-99fc-6d2138739850" providerId="ADAL" clId="{B48CEC18-FC47-1145-A962-E2D59C8BC636}" dt="2023-09-09T15:46:24.052" v="217"/>
          <ac:inkMkLst>
            <pc:docMk/>
            <pc:sldMk cId="2546788497" sldId="289"/>
            <ac:inkMk id="221" creationId="{088DFAB0-1100-4CCC-7B50-1531F449C80F}"/>
          </ac:inkMkLst>
        </pc:inkChg>
        <pc:inkChg chg="add del">
          <ac:chgData name="Bhowmik, Sayan" userId="2b51cadb-156e-4c9a-99fc-6d2138739850" providerId="ADAL" clId="{B48CEC18-FC47-1145-A962-E2D59C8BC636}" dt="2023-09-09T15:46:24.052" v="217"/>
          <ac:inkMkLst>
            <pc:docMk/>
            <pc:sldMk cId="2546788497" sldId="289"/>
            <ac:inkMk id="222" creationId="{6E430E31-C7ED-ED69-49C8-10AA8AD4647D}"/>
          </ac:inkMkLst>
        </pc:inkChg>
        <pc:inkChg chg="add del">
          <ac:chgData name="Bhowmik, Sayan" userId="2b51cadb-156e-4c9a-99fc-6d2138739850" providerId="ADAL" clId="{B48CEC18-FC47-1145-A962-E2D59C8BC636}" dt="2023-09-09T15:46:24.052" v="217"/>
          <ac:inkMkLst>
            <pc:docMk/>
            <pc:sldMk cId="2546788497" sldId="289"/>
            <ac:inkMk id="223" creationId="{F4EABB1F-EDDB-3ED7-5CC0-F645A6B5A760}"/>
          </ac:inkMkLst>
        </pc:inkChg>
        <pc:inkChg chg="add reco">
          <ac:chgData name="Bhowmik, Sayan" userId="2b51cadb-156e-4c9a-99fc-6d2138739850" providerId="ADAL" clId="{B48CEC18-FC47-1145-A962-E2D59C8BC636}" dt="2023-09-09T15:46:24.052" v="217"/>
          <ac:inkMkLst>
            <pc:docMk/>
            <pc:sldMk cId="2546788497" sldId="289"/>
            <ac:inkMk id="224" creationId="{CF7CCB4E-D6D9-FF02-9C8D-076DEF35A8D3}"/>
          </ac:inkMkLst>
        </pc:inkChg>
        <pc:inkChg chg="add del">
          <ac:chgData name="Bhowmik, Sayan" userId="2b51cadb-156e-4c9a-99fc-6d2138739850" providerId="ADAL" clId="{B48CEC18-FC47-1145-A962-E2D59C8BC636}" dt="2023-09-09T15:46:30.856" v="219"/>
          <ac:inkMkLst>
            <pc:docMk/>
            <pc:sldMk cId="2546788497" sldId="289"/>
            <ac:inkMk id="225" creationId="{648D7FD8-C817-2F0C-CBF9-267DE8D507A8}"/>
          </ac:inkMkLst>
        </pc:inkChg>
        <pc:inkChg chg="add del">
          <ac:chgData name="Bhowmik, Sayan" userId="2b51cadb-156e-4c9a-99fc-6d2138739850" providerId="ADAL" clId="{B48CEC18-FC47-1145-A962-E2D59C8BC636}" dt="2023-09-09T15:46:42.521" v="227"/>
          <ac:inkMkLst>
            <pc:docMk/>
            <pc:sldMk cId="2546788497" sldId="289"/>
            <ac:inkMk id="226" creationId="{886F0BB1-6E84-7AFF-7664-72DE53A2B262}"/>
          </ac:inkMkLst>
        </pc:inkChg>
        <pc:inkChg chg="add del">
          <ac:chgData name="Bhowmik, Sayan" userId="2b51cadb-156e-4c9a-99fc-6d2138739850" providerId="ADAL" clId="{B48CEC18-FC47-1145-A962-E2D59C8BC636}" dt="2023-09-09T15:46:42.521" v="227"/>
          <ac:inkMkLst>
            <pc:docMk/>
            <pc:sldMk cId="2546788497" sldId="289"/>
            <ac:inkMk id="227" creationId="{13D21302-BF21-491F-23AF-339D28504360}"/>
          </ac:inkMkLst>
        </pc:inkChg>
        <pc:inkChg chg="add del">
          <ac:chgData name="Bhowmik, Sayan" userId="2b51cadb-156e-4c9a-99fc-6d2138739850" providerId="ADAL" clId="{B48CEC18-FC47-1145-A962-E2D59C8BC636}" dt="2023-09-09T15:46:42.521" v="227"/>
          <ac:inkMkLst>
            <pc:docMk/>
            <pc:sldMk cId="2546788497" sldId="289"/>
            <ac:inkMk id="228" creationId="{9E0DBE1B-8ADE-1015-E9A2-A2C225DD886E}"/>
          </ac:inkMkLst>
        </pc:inkChg>
        <pc:inkChg chg="add del">
          <ac:chgData name="Bhowmik, Sayan" userId="2b51cadb-156e-4c9a-99fc-6d2138739850" providerId="ADAL" clId="{B48CEC18-FC47-1145-A962-E2D59C8BC636}" dt="2023-09-09T15:46:42.521" v="227"/>
          <ac:inkMkLst>
            <pc:docMk/>
            <pc:sldMk cId="2546788497" sldId="289"/>
            <ac:inkMk id="229" creationId="{3D87347D-1266-EC5F-9AD1-96057022F4D6}"/>
          </ac:inkMkLst>
        </pc:inkChg>
        <pc:inkChg chg="add del">
          <ac:chgData name="Bhowmik, Sayan" userId="2b51cadb-156e-4c9a-99fc-6d2138739850" providerId="ADAL" clId="{B48CEC18-FC47-1145-A962-E2D59C8BC636}" dt="2023-09-09T15:46:42.521" v="227"/>
          <ac:inkMkLst>
            <pc:docMk/>
            <pc:sldMk cId="2546788497" sldId="289"/>
            <ac:inkMk id="230" creationId="{2608C2B6-BFBA-447D-E346-270C9A98C9D3}"/>
          </ac:inkMkLst>
        </pc:inkChg>
        <pc:inkChg chg="add del">
          <ac:chgData name="Bhowmik, Sayan" userId="2b51cadb-156e-4c9a-99fc-6d2138739850" providerId="ADAL" clId="{B48CEC18-FC47-1145-A962-E2D59C8BC636}" dt="2023-09-09T15:46:42.521" v="227"/>
          <ac:inkMkLst>
            <pc:docMk/>
            <pc:sldMk cId="2546788497" sldId="289"/>
            <ac:inkMk id="231" creationId="{A223F16B-84F7-779F-5894-B5422AB4BC22}"/>
          </ac:inkMkLst>
        </pc:inkChg>
        <pc:inkChg chg="add mod reco">
          <ac:chgData name="Bhowmik, Sayan" userId="2b51cadb-156e-4c9a-99fc-6d2138739850" providerId="ADAL" clId="{B48CEC18-FC47-1145-A962-E2D59C8BC636}" dt="2023-09-09T21:58:31.475" v="622" actId="14100"/>
          <ac:inkMkLst>
            <pc:docMk/>
            <pc:sldMk cId="2546788497" sldId="289"/>
            <ac:inkMk id="232" creationId="{ECF91718-B21A-351E-4286-2A19B4260EE9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33" creationId="{DDA3E5F5-6A2C-D1C9-8C6D-EB78F93FFE56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34" creationId="{0F537899-86D8-5DDD-288D-D7072255C409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35" creationId="{0CC01271-EFF3-3F04-D0E5-0202A1A68FB3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36" creationId="{1A5421DA-BA5E-C9D5-808B-2CBD6F709F35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37" creationId="{B67D0D71-88F4-E2A7-5CE6-13B50D8C029C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38" creationId="{D7198ADE-A149-5BFF-2F05-01E96C705DC2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39" creationId="{EA1E4BCC-6962-7223-BC8A-A1E1446B13F6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40" creationId="{9E93C61A-57C4-220F-A13F-9D8B6D36B8C9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41" creationId="{058AA5E8-9FC0-A9E7-CC91-9DD1EC3C5265}"/>
          </ac:inkMkLst>
        </pc:inkChg>
        <pc:inkChg chg="add del">
          <ac:chgData name="Bhowmik, Sayan" userId="2b51cadb-156e-4c9a-99fc-6d2138739850" providerId="ADAL" clId="{B48CEC18-FC47-1145-A962-E2D59C8BC636}" dt="2023-09-09T15:47:09.158" v="238"/>
          <ac:inkMkLst>
            <pc:docMk/>
            <pc:sldMk cId="2546788497" sldId="289"/>
            <ac:inkMk id="242" creationId="{7F9E140A-3838-6DFB-7EF0-1DF8BA66F7F7}"/>
          </ac:inkMkLst>
        </pc:inkChg>
        <pc:inkChg chg="add mod reco">
          <ac:chgData name="Bhowmik, Sayan" userId="2b51cadb-156e-4c9a-99fc-6d2138739850" providerId="ADAL" clId="{B48CEC18-FC47-1145-A962-E2D59C8BC636}" dt="2023-09-09T21:57:56.363" v="617" actId="1076"/>
          <ac:inkMkLst>
            <pc:docMk/>
            <pc:sldMk cId="2546788497" sldId="289"/>
            <ac:inkMk id="243" creationId="{6CC43AD1-B5CE-47DE-0CC9-9F73A8EF7F88}"/>
          </ac:inkMkLst>
        </pc:inkChg>
        <pc:inkChg chg="add del">
          <ac:chgData name="Bhowmik, Sayan" userId="2b51cadb-156e-4c9a-99fc-6d2138739850" providerId="ADAL" clId="{B48CEC18-FC47-1145-A962-E2D59C8BC636}" dt="2023-09-09T15:47:13.677" v="241"/>
          <ac:inkMkLst>
            <pc:docMk/>
            <pc:sldMk cId="2546788497" sldId="289"/>
            <ac:inkMk id="244" creationId="{E02D3F62-19DB-283C-F1DB-D203FFED2001}"/>
          </ac:inkMkLst>
        </pc:inkChg>
        <pc:inkChg chg="add del">
          <ac:chgData name="Bhowmik, Sayan" userId="2b51cadb-156e-4c9a-99fc-6d2138739850" providerId="ADAL" clId="{B48CEC18-FC47-1145-A962-E2D59C8BC636}" dt="2023-09-09T15:47:13.677" v="241"/>
          <ac:inkMkLst>
            <pc:docMk/>
            <pc:sldMk cId="2546788497" sldId="289"/>
            <ac:inkMk id="245" creationId="{77D638D3-4C66-4301-D4F2-899C02E6F962}"/>
          </ac:inkMkLst>
        </pc:inkChg>
        <pc:inkChg chg="add mod reco">
          <ac:chgData name="Bhowmik, Sayan" userId="2b51cadb-156e-4c9a-99fc-6d2138739850" providerId="ADAL" clId="{B48CEC18-FC47-1145-A962-E2D59C8BC636}" dt="2023-09-09T21:57:56.363" v="617" actId="1076"/>
          <ac:inkMkLst>
            <pc:docMk/>
            <pc:sldMk cId="2546788497" sldId="289"/>
            <ac:inkMk id="246" creationId="{E5287F2F-B5A0-5E99-E92E-95EEFAF2B6B0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47" creationId="{CB543AF8-5F03-EA88-9C2A-88FB9392E57E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48" creationId="{665DE6C2-1FCE-744B-9566-F6733676584D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49" creationId="{CF14C59C-F9C6-FB1C-0B18-A9C13B594B50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50" creationId="{C94EDD89-DA0F-CF7B-565A-DE5C252BFE4F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51" creationId="{D3E1BCDE-11A5-74A9-3F88-10C1193671FE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52" creationId="{2BB333CA-8931-0993-D4DF-298C0BF7ABE7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53" creationId="{7B31C054-2ED7-D876-806F-B99FB7946FCC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54" creationId="{95819EA0-E07F-33C8-9371-6A0D6EFC129C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55" creationId="{FDD11AEA-7B19-8E25-DF25-C769ECA5F3EF}"/>
          </ac:inkMkLst>
        </pc:inkChg>
        <pc:inkChg chg="add del">
          <ac:chgData name="Bhowmik, Sayan" userId="2b51cadb-156e-4c9a-99fc-6d2138739850" providerId="ADAL" clId="{B48CEC18-FC47-1145-A962-E2D59C8BC636}" dt="2023-09-09T15:47:20.903" v="252"/>
          <ac:inkMkLst>
            <pc:docMk/>
            <pc:sldMk cId="2546788497" sldId="289"/>
            <ac:inkMk id="256" creationId="{6B5C08AF-B8F3-CBAF-225A-CC55DD1641A6}"/>
          </ac:inkMkLst>
        </pc:inkChg>
        <pc:inkChg chg="add mod reco">
          <ac:chgData name="Bhowmik, Sayan" userId="2b51cadb-156e-4c9a-99fc-6d2138739850" providerId="ADAL" clId="{B48CEC18-FC47-1145-A962-E2D59C8BC636}" dt="2023-09-09T21:57:56.363" v="617" actId="1076"/>
          <ac:inkMkLst>
            <pc:docMk/>
            <pc:sldMk cId="2546788497" sldId="289"/>
            <ac:inkMk id="257" creationId="{299799F5-4428-75FA-D0E1-B48AD47442CC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58" creationId="{7E698DAF-B632-9A9D-BCEA-CC76CA33CD6F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59" creationId="{14521EE9-80DB-B320-51D9-C6D6779F65A2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60" creationId="{CDB20E34-E5EE-A80F-83C4-3A45F2ADE41B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61" creationId="{9BF9D185-E954-D444-F450-560C09FC46AE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62" creationId="{A2F41C75-D269-A788-6B4B-C9D2013F8B8C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63" creationId="{F20B6BE0-5AC8-BF78-15E2-30B34DAF8B45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64" creationId="{B0811E3D-06D4-9714-07B5-0C30079261A9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65" creationId="{13B839FF-7008-3497-9BE7-3FE6CB12D948}"/>
          </ac:inkMkLst>
        </pc:inkChg>
        <pc:inkChg chg="add del">
          <ac:chgData name="Bhowmik, Sayan" userId="2b51cadb-156e-4c9a-99fc-6d2138739850" providerId="ADAL" clId="{B48CEC18-FC47-1145-A962-E2D59C8BC636}" dt="2023-09-09T15:47:26.602" v="262"/>
          <ac:inkMkLst>
            <pc:docMk/>
            <pc:sldMk cId="2546788497" sldId="289"/>
            <ac:inkMk id="266" creationId="{614DACE0-7C45-5534-2A32-9842E797B2BF}"/>
          </ac:inkMkLst>
        </pc:inkChg>
        <pc:inkChg chg="add mod reco">
          <ac:chgData name="Bhowmik, Sayan" userId="2b51cadb-156e-4c9a-99fc-6d2138739850" providerId="ADAL" clId="{B48CEC18-FC47-1145-A962-E2D59C8BC636}" dt="2023-09-09T21:57:56.363" v="617" actId="1076"/>
          <ac:inkMkLst>
            <pc:docMk/>
            <pc:sldMk cId="2546788497" sldId="289"/>
            <ac:inkMk id="267" creationId="{44726D64-1845-E7FA-B9ED-55B17130BDCD}"/>
          </ac:inkMkLst>
        </pc:inkChg>
        <pc:inkChg chg="add del">
          <ac:chgData name="Bhowmik, Sayan" userId="2b51cadb-156e-4c9a-99fc-6d2138739850" providerId="ADAL" clId="{B48CEC18-FC47-1145-A962-E2D59C8BC636}" dt="2023-09-09T15:47:32.204" v="266"/>
          <ac:inkMkLst>
            <pc:docMk/>
            <pc:sldMk cId="2546788497" sldId="289"/>
            <ac:inkMk id="268" creationId="{DE5D3636-738C-9EF8-0D72-AE018FD07BD7}"/>
          </ac:inkMkLst>
        </pc:inkChg>
        <pc:inkChg chg="add del">
          <ac:chgData name="Bhowmik, Sayan" userId="2b51cadb-156e-4c9a-99fc-6d2138739850" providerId="ADAL" clId="{B48CEC18-FC47-1145-A962-E2D59C8BC636}" dt="2023-09-09T15:47:32.204" v="266"/>
          <ac:inkMkLst>
            <pc:docMk/>
            <pc:sldMk cId="2546788497" sldId="289"/>
            <ac:inkMk id="269" creationId="{DC81D134-77B6-DD1A-2978-76B9832704F5}"/>
          </ac:inkMkLst>
        </pc:inkChg>
        <pc:inkChg chg="add del">
          <ac:chgData name="Bhowmik, Sayan" userId="2b51cadb-156e-4c9a-99fc-6d2138739850" providerId="ADAL" clId="{B48CEC18-FC47-1145-A962-E2D59C8BC636}" dt="2023-09-09T15:47:32.204" v="266"/>
          <ac:inkMkLst>
            <pc:docMk/>
            <pc:sldMk cId="2546788497" sldId="289"/>
            <ac:inkMk id="270" creationId="{97BD7CC3-649B-DD47-93E9-1C9EA53570CB}"/>
          </ac:inkMkLst>
        </pc:inkChg>
        <pc:inkChg chg="add mod reco">
          <ac:chgData name="Bhowmik, Sayan" userId="2b51cadb-156e-4c9a-99fc-6d2138739850" providerId="ADAL" clId="{B48CEC18-FC47-1145-A962-E2D59C8BC636}" dt="2023-09-09T21:57:56.363" v="617" actId="1076"/>
          <ac:inkMkLst>
            <pc:docMk/>
            <pc:sldMk cId="2546788497" sldId="289"/>
            <ac:inkMk id="271" creationId="{219992A8-F39D-D14B-6858-1CA4C419871B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72" creationId="{FE4125ED-F4E5-718A-420A-B37B1AC7E48E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73" creationId="{904B2537-07EB-65B8-E972-8DC5DBEA61C0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74" creationId="{C8B46F82-C694-BDFA-DFBE-BA495D195FA9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75" creationId="{631B628A-E0A1-7045-CD34-85F4D1FC8840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76" creationId="{A1B5884E-8F53-4676-1421-3CA73A69756B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77" creationId="{FABAC539-604A-274B-00F5-03889AEA6FF4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78" creationId="{0EF485E2-431F-DA54-27E1-A46572FDF0E9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79" creationId="{C0307ADA-E6C7-EEDE-A995-4334EBFA8B7A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0" creationId="{A71AA990-7A33-1105-6DFE-0A6D3A5106D9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1" creationId="{902D37D0-0077-DF5E-4196-6FD53BF65184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2" creationId="{FDECED48-1FC7-CBFF-DA1E-B47D30A11A88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3" creationId="{8D48D112-97F3-88C6-B79D-57ACE79FF15C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4" creationId="{4FEA3657-FB7C-2FEF-1689-4DFAD98BB81A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5" creationId="{84289C15-648B-C17A-E059-D6120514D2E7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6" creationId="{F061B2B5-BEF0-C03E-1B4B-971A0EF17CB7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7" creationId="{3F30C9F1-38F2-83D1-06E9-8A76249559C2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8" creationId="{6E821CE0-28D8-031D-C26F-74495BC87994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89" creationId="{D823BFAE-FEEF-10F9-07E8-02983B5AC96C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90" creationId="{5C75B808-DCE7-AA71-CF51-3488B327A9F4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91" creationId="{284C8E4C-D794-EC21-C9F3-10C76FBF98AB}"/>
          </ac:inkMkLst>
        </pc:inkChg>
        <pc:inkChg chg="add del">
          <ac:chgData name="Bhowmik, Sayan" userId="2b51cadb-156e-4c9a-99fc-6d2138739850" providerId="ADAL" clId="{B48CEC18-FC47-1145-A962-E2D59C8BC636}" dt="2023-09-09T15:47:42.183" v="288"/>
          <ac:inkMkLst>
            <pc:docMk/>
            <pc:sldMk cId="2546788497" sldId="289"/>
            <ac:inkMk id="292" creationId="{E266AC96-BD26-3861-4F6F-408D3ABE706E}"/>
          </ac:inkMkLst>
        </pc:inkChg>
        <pc:inkChg chg="add mod reco">
          <ac:chgData name="Bhowmik, Sayan" userId="2b51cadb-156e-4c9a-99fc-6d2138739850" providerId="ADAL" clId="{B48CEC18-FC47-1145-A962-E2D59C8BC636}" dt="2023-09-09T21:57:56.363" v="617" actId="1076"/>
          <ac:inkMkLst>
            <pc:docMk/>
            <pc:sldMk cId="2546788497" sldId="289"/>
            <ac:inkMk id="293" creationId="{17C9847C-BE24-9B50-8061-82AC53096012}"/>
          </ac:inkMkLst>
        </pc:inkChg>
        <pc:inkChg chg="add del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294" creationId="{1F183B15-032A-EDF1-9018-2ABE6940971B}"/>
          </ac:inkMkLst>
        </pc:inkChg>
        <pc:inkChg chg="add del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295" creationId="{659E1563-99D8-B5C3-F6D4-15B5ABAB8CD4}"/>
          </ac:inkMkLst>
        </pc:inkChg>
        <pc:inkChg chg="add del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296" creationId="{FD615772-639C-40FC-EF88-1E71270D0B0A}"/>
          </ac:inkMkLst>
        </pc:inkChg>
        <pc:inkChg chg="add del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297" creationId="{E9A0A268-6EE7-A8D3-A7BF-EB0A6B36FCD1}"/>
          </ac:inkMkLst>
        </pc:inkChg>
        <pc:inkChg chg="add del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298" creationId="{A8D0D839-5DC6-1025-ADA2-C55A172EC80C}"/>
          </ac:inkMkLst>
        </pc:inkChg>
        <pc:inkChg chg="add del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299" creationId="{9521C6A7-3E2E-06D6-0A32-CA41829E7794}"/>
          </ac:inkMkLst>
        </pc:inkChg>
        <pc:inkChg chg="add del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300" creationId="{590935AB-57FE-D697-CCCF-FECE5703F1C3}"/>
          </ac:inkMkLst>
        </pc:inkChg>
        <pc:inkChg chg="add del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301" creationId="{D9BA5372-3C7E-C512-D604-F2B4E3F5B497}"/>
          </ac:inkMkLst>
        </pc:inkChg>
        <pc:inkChg chg="add reco">
          <ac:chgData name="Bhowmik, Sayan" userId="2b51cadb-156e-4c9a-99fc-6d2138739850" providerId="ADAL" clId="{B48CEC18-FC47-1145-A962-E2D59C8BC636}" dt="2023-09-09T15:48:14.335" v="297"/>
          <ac:inkMkLst>
            <pc:docMk/>
            <pc:sldMk cId="2546788497" sldId="289"/>
            <ac:inkMk id="302" creationId="{037163F2-8F84-9D03-7FC5-AAF94102D397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03" creationId="{C1172972-3C04-7296-A48B-93E14B7165C4}"/>
          </ac:inkMkLst>
        </pc:inkChg>
        <pc:inkChg chg="add">
          <ac:chgData name="Bhowmik, Sayan" userId="2b51cadb-156e-4c9a-99fc-6d2138739850" providerId="ADAL" clId="{B48CEC18-FC47-1145-A962-E2D59C8BC636}" dt="2023-09-09T15:48:15.245" v="299"/>
          <ac:inkMkLst>
            <pc:docMk/>
            <pc:sldMk cId="2546788497" sldId="289"/>
            <ac:inkMk id="304" creationId="{7CC86C1C-2399-5A9D-F6C2-7E2BAF8C6175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05" creationId="{6CA6368E-743F-A885-E58F-2294FAA3C8FB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06" creationId="{AF6565AF-FD42-6CBA-63E5-80B0B01377D2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07" creationId="{C1731408-4DEC-62C0-B112-7BF0E1254806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08" creationId="{E28D5E68-EAF5-2642-3000-83E371F67190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09" creationId="{1C57EE32-8520-B4C1-D9EC-72A2B2309274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10" creationId="{676EA4F8-5D39-4CE7-E26C-4ABA08BC66F7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11" creationId="{FEB4CA1C-88B2-F1A0-FD51-5443380C2BCB}"/>
          </ac:inkMkLst>
        </pc:inkChg>
        <pc:inkChg chg="add del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12" creationId="{741D9543-3F46-38C6-1640-398A9CBF0D49}"/>
          </ac:inkMkLst>
        </pc:inkChg>
        <pc:inkChg chg="add reco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13" creationId="{63C67ED4-83A3-3145-1E3A-03145D67331D}"/>
          </ac:inkMkLst>
        </pc:inkChg>
        <pc:inkChg chg="add reco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14" creationId="{CDE8BCBA-D44E-872E-34C2-F217A551F0A0}"/>
          </ac:inkMkLst>
        </pc:inkChg>
        <pc:inkChg chg="add reco">
          <ac:chgData name="Bhowmik, Sayan" userId="2b51cadb-156e-4c9a-99fc-6d2138739850" providerId="ADAL" clId="{B48CEC18-FC47-1145-A962-E2D59C8BC636}" dt="2023-09-09T15:48:18.715" v="308"/>
          <ac:inkMkLst>
            <pc:docMk/>
            <pc:sldMk cId="2546788497" sldId="289"/>
            <ac:inkMk id="315" creationId="{ABBD15F1-6566-DABE-7045-B5359D6866B9}"/>
          </ac:inkMkLst>
        </pc:inkChg>
        <pc:inkChg chg="add del">
          <ac:chgData name="Bhowmik, Sayan" userId="2b51cadb-156e-4c9a-99fc-6d2138739850" providerId="ADAL" clId="{B48CEC18-FC47-1145-A962-E2D59C8BC636}" dt="2023-09-09T15:48:22.270" v="314"/>
          <ac:inkMkLst>
            <pc:docMk/>
            <pc:sldMk cId="2546788497" sldId="289"/>
            <ac:inkMk id="316" creationId="{73E7594B-D9A2-A416-4CF9-688AB51388B7}"/>
          </ac:inkMkLst>
        </pc:inkChg>
        <pc:inkChg chg="add del">
          <ac:chgData name="Bhowmik, Sayan" userId="2b51cadb-156e-4c9a-99fc-6d2138739850" providerId="ADAL" clId="{B48CEC18-FC47-1145-A962-E2D59C8BC636}" dt="2023-09-09T15:48:22.270" v="314"/>
          <ac:inkMkLst>
            <pc:docMk/>
            <pc:sldMk cId="2546788497" sldId="289"/>
            <ac:inkMk id="317" creationId="{F86240E3-448C-89B8-8F1C-EADC66A01CD6}"/>
          </ac:inkMkLst>
        </pc:inkChg>
        <pc:inkChg chg="add del">
          <ac:chgData name="Bhowmik, Sayan" userId="2b51cadb-156e-4c9a-99fc-6d2138739850" providerId="ADAL" clId="{B48CEC18-FC47-1145-A962-E2D59C8BC636}" dt="2023-09-09T15:48:22.270" v="314"/>
          <ac:inkMkLst>
            <pc:docMk/>
            <pc:sldMk cId="2546788497" sldId="289"/>
            <ac:inkMk id="318" creationId="{C7464A5A-BB2A-B5EF-4130-542AB182F851}"/>
          </ac:inkMkLst>
        </pc:inkChg>
        <pc:inkChg chg="add del">
          <ac:chgData name="Bhowmik, Sayan" userId="2b51cadb-156e-4c9a-99fc-6d2138739850" providerId="ADAL" clId="{B48CEC18-FC47-1145-A962-E2D59C8BC636}" dt="2023-09-09T15:48:22.270" v="314"/>
          <ac:inkMkLst>
            <pc:docMk/>
            <pc:sldMk cId="2546788497" sldId="289"/>
            <ac:inkMk id="319" creationId="{E5FD9417-0477-A610-D406-861CF88C1F7F}"/>
          </ac:inkMkLst>
        </pc:inkChg>
        <pc:inkChg chg="add del">
          <ac:chgData name="Bhowmik, Sayan" userId="2b51cadb-156e-4c9a-99fc-6d2138739850" providerId="ADAL" clId="{B48CEC18-FC47-1145-A962-E2D59C8BC636}" dt="2023-09-09T15:48:22.270" v="314"/>
          <ac:inkMkLst>
            <pc:docMk/>
            <pc:sldMk cId="2546788497" sldId="289"/>
            <ac:inkMk id="320" creationId="{A75F5F01-5FDF-8420-5820-88B09B895C98}"/>
          </ac:inkMkLst>
        </pc:inkChg>
        <pc:inkChg chg="add reco">
          <ac:chgData name="Bhowmik, Sayan" userId="2b51cadb-156e-4c9a-99fc-6d2138739850" providerId="ADAL" clId="{B48CEC18-FC47-1145-A962-E2D59C8BC636}" dt="2023-09-09T15:48:22.270" v="314"/>
          <ac:inkMkLst>
            <pc:docMk/>
            <pc:sldMk cId="2546788497" sldId="289"/>
            <ac:inkMk id="321" creationId="{19679559-C0BB-6085-841E-5170244040E0}"/>
          </ac:inkMkLst>
        </pc:inkChg>
        <pc:inkChg chg="add del">
          <ac:chgData name="Bhowmik, Sayan" userId="2b51cadb-156e-4c9a-99fc-6d2138739850" providerId="ADAL" clId="{B48CEC18-FC47-1145-A962-E2D59C8BC636}" dt="2023-09-09T15:48:24.864" v="316"/>
          <ac:inkMkLst>
            <pc:docMk/>
            <pc:sldMk cId="2546788497" sldId="289"/>
            <ac:inkMk id="322" creationId="{1266AB7F-E049-F7E0-CC09-254420C6EE02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23" creationId="{29ED40B0-00B1-EDF8-65A9-541CC993DFD6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24" creationId="{661DF27A-4398-7DF7-EEAC-6268450119F5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25" creationId="{C939EDF5-3277-5DC2-07E0-FD9868CA672A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26" creationId="{BD4A210C-DED3-F589-EFC6-667AAABEE275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27" creationId="{05DEA1D8-C683-F621-7EA4-60B0DE691499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28" creationId="{E4E72839-3895-6FAF-50C9-DE1BECBEF66D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29" creationId="{0A764C39-A737-E9E9-4B3C-678EBBC43C26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30" creationId="{686200C6-BF91-136A-AA0E-11104A6CD7EB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31" creationId="{7062445B-B99C-16D2-B108-21F38DEDE23C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32" creationId="{012AEC18-B301-C6C4-9E33-DCCF2AF2354F}"/>
          </ac:inkMkLst>
        </pc:inkChg>
        <pc:inkChg chg="add del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33" creationId="{189D010A-6A64-A4CA-EED7-1E3E679BFB53}"/>
          </ac:inkMkLst>
        </pc:inkChg>
        <pc:inkChg chg="add reco">
          <ac:chgData name="Bhowmik, Sayan" userId="2b51cadb-156e-4c9a-99fc-6d2138739850" providerId="ADAL" clId="{B48CEC18-FC47-1145-A962-E2D59C8BC636}" dt="2023-09-09T15:48:34.868" v="328"/>
          <ac:inkMkLst>
            <pc:docMk/>
            <pc:sldMk cId="2546788497" sldId="289"/>
            <ac:inkMk id="334" creationId="{FA7CA3E4-370C-301C-5984-17AF7E596329}"/>
          </ac:inkMkLst>
        </pc:inkChg>
        <pc:inkChg chg="add del">
          <ac:chgData name="Bhowmik, Sayan" userId="2b51cadb-156e-4c9a-99fc-6d2138739850" providerId="ADAL" clId="{B48CEC18-FC47-1145-A962-E2D59C8BC636}" dt="2023-09-09T15:48:39.432" v="335"/>
          <ac:inkMkLst>
            <pc:docMk/>
            <pc:sldMk cId="2546788497" sldId="289"/>
            <ac:inkMk id="335" creationId="{D505FBA9-3EB7-40CC-FE8E-7537FDB6D549}"/>
          </ac:inkMkLst>
        </pc:inkChg>
        <pc:inkChg chg="add del">
          <ac:chgData name="Bhowmik, Sayan" userId="2b51cadb-156e-4c9a-99fc-6d2138739850" providerId="ADAL" clId="{B48CEC18-FC47-1145-A962-E2D59C8BC636}" dt="2023-09-09T15:48:39.432" v="335"/>
          <ac:inkMkLst>
            <pc:docMk/>
            <pc:sldMk cId="2546788497" sldId="289"/>
            <ac:inkMk id="336" creationId="{59292AB0-7200-E0FC-404F-277B1260E2B4}"/>
          </ac:inkMkLst>
        </pc:inkChg>
        <pc:inkChg chg="add del">
          <ac:chgData name="Bhowmik, Sayan" userId="2b51cadb-156e-4c9a-99fc-6d2138739850" providerId="ADAL" clId="{B48CEC18-FC47-1145-A962-E2D59C8BC636}" dt="2023-09-09T15:48:39.432" v="335"/>
          <ac:inkMkLst>
            <pc:docMk/>
            <pc:sldMk cId="2546788497" sldId="289"/>
            <ac:inkMk id="337" creationId="{9E2DB87D-F188-5837-AF3D-BCD0EA0A82D3}"/>
          </ac:inkMkLst>
        </pc:inkChg>
        <pc:inkChg chg="add del">
          <ac:chgData name="Bhowmik, Sayan" userId="2b51cadb-156e-4c9a-99fc-6d2138739850" providerId="ADAL" clId="{B48CEC18-FC47-1145-A962-E2D59C8BC636}" dt="2023-09-09T15:48:39.432" v="335"/>
          <ac:inkMkLst>
            <pc:docMk/>
            <pc:sldMk cId="2546788497" sldId="289"/>
            <ac:inkMk id="338" creationId="{757DDD4D-29D7-7469-5E33-70F8476EA8F9}"/>
          </ac:inkMkLst>
        </pc:inkChg>
        <pc:inkChg chg="add del">
          <ac:chgData name="Bhowmik, Sayan" userId="2b51cadb-156e-4c9a-99fc-6d2138739850" providerId="ADAL" clId="{B48CEC18-FC47-1145-A962-E2D59C8BC636}" dt="2023-09-09T15:48:39.432" v="335"/>
          <ac:inkMkLst>
            <pc:docMk/>
            <pc:sldMk cId="2546788497" sldId="289"/>
            <ac:inkMk id="339" creationId="{7FB72D78-465E-4CCC-8A7B-326B8701DAA1}"/>
          </ac:inkMkLst>
        </pc:inkChg>
        <pc:inkChg chg="add del">
          <ac:chgData name="Bhowmik, Sayan" userId="2b51cadb-156e-4c9a-99fc-6d2138739850" providerId="ADAL" clId="{B48CEC18-FC47-1145-A962-E2D59C8BC636}" dt="2023-09-09T15:48:39.432" v="335"/>
          <ac:inkMkLst>
            <pc:docMk/>
            <pc:sldMk cId="2546788497" sldId="289"/>
            <ac:inkMk id="340" creationId="{83CFC936-634D-E806-94B1-BAA8AB966BFA}"/>
          </ac:inkMkLst>
        </pc:inkChg>
        <pc:inkChg chg="add reco">
          <ac:chgData name="Bhowmik, Sayan" userId="2b51cadb-156e-4c9a-99fc-6d2138739850" providerId="ADAL" clId="{B48CEC18-FC47-1145-A962-E2D59C8BC636}" dt="2023-09-09T15:48:39.432" v="335"/>
          <ac:inkMkLst>
            <pc:docMk/>
            <pc:sldMk cId="2546788497" sldId="289"/>
            <ac:inkMk id="341" creationId="{29D5370D-9C4C-C666-FAF2-20A0D94474E1}"/>
          </ac:inkMkLst>
        </pc:inkChg>
        <pc:inkChg chg="add del">
          <ac:chgData name="Bhowmik, Sayan" userId="2b51cadb-156e-4c9a-99fc-6d2138739850" providerId="ADAL" clId="{B48CEC18-FC47-1145-A962-E2D59C8BC636}" dt="2023-09-09T15:48:42.977" v="343"/>
          <ac:inkMkLst>
            <pc:docMk/>
            <pc:sldMk cId="2546788497" sldId="289"/>
            <ac:inkMk id="342" creationId="{FA7951C4-ADAC-C8C6-5F15-B3649F3D8AA7}"/>
          </ac:inkMkLst>
        </pc:inkChg>
        <pc:inkChg chg="add del">
          <ac:chgData name="Bhowmik, Sayan" userId="2b51cadb-156e-4c9a-99fc-6d2138739850" providerId="ADAL" clId="{B48CEC18-FC47-1145-A962-E2D59C8BC636}" dt="2023-09-09T15:48:42.977" v="343"/>
          <ac:inkMkLst>
            <pc:docMk/>
            <pc:sldMk cId="2546788497" sldId="289"/>
            <ac:inkMk id="343" creationId="{A68D75EC-3F8D-095A-2224-C1D95B88CE0E}"/>
          </ac:inkMkLst>
        </pc:inkChg>
        <pc:inkChg chg="add del">
          <ac:chgData name="Bhowmik, Sayan" userId="2b51cadb-156e-4c9a-99fc-6d2138739850" providerId="ADAL" clId="{B48CEC18-FC47-1145-A962-E2D59C8BC636}" dt="2023-09-09T15:48:42.977" v="343"/>
          <ac:inkMkLst>
            <pc:docMk/>
            <pc:sldMk cId="2546788497" sldId="289"/>
            <ac:inkMk id="344" creationId="{AABE5A85-3A04-4FD0-88A2-F446783DA9DE}"/>
          </ac:inkMkLst>
        </pc:inkChg>
        <pc:inkChg chg="add del">
          <ac:chgData name="Bhowmik, Sayan" userId="2b51cadb-156e-4c9a-99fc-6d2138739850" providerId="ADAL" clId="{B48CEC18-FC47-1145-A962-E2D59C8BC636}" dt="2023-09-09T15:48:42.977" v="343"/>
          <ac:inkMkLst>
            <pc:docMk/>
            <pc:sldMk cId="2546788497" sldId="289"/>
            <ac:inkMk id="345" creationId="{2668F81C-5C6D-6509-DE6C-51395556EF6D}"/>
          </ac:inkMkLst>
        </pc:inkChg>
        <pc:inkChg chg="add del">
          <ac:chgData name="Bhowmik, Sayan" userId="2b51cadb-156e-4c9a-99fc-6d2138739850" providerId="ADAL" clId="{B48CEC18-FC47-1145-A962-E2D59C8BC636}" dt="2023-09-09T15:48:42.977" v="343"/>
          <ac:inkMkLst>
            <pc:docMk/>
            <pc:sldMk cId="2546788497" sldId="289"/>
            <ac:inkMk id="346" creationId="{6EA8F960-86BF-5E71-04BD-93B5A0CEFA8F}"/>
          </ac:inkMkLst>
        </pc:inkChg>
        <pc:inkChg chg="add del">
          <ac:chgData name="Bhowmik, Sayan" userId="2b51cadb-156e-4c9a-99fc-6d2138739850" providerId="ADAL" clId="{B48CEC18-FC47-1145-A962-E2D59C8BC636}" dt="2023-09-09T15:48:42.977" v="343"/>
          <ac:inkMkLst>
            <pc:docMk/>
            <pc:sldMk cId="2546788497" sldId="289"/>
            <ac:inkMk id="347" creationId="{603AACB5-47DE-B9F8-3DF7-795E34E8D259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48" creationId="{C2B1747C-7F0C-9EAC-A4CE-30B20F96A0D2}"/>
          </ac:inkMkLst>
        </pc:inkChg>
        <pc:inkChg chg="add reco">
          <ac:chgData name="Bhowmik, Sayan" userId="2b51cadb-156e-4c9a-99fc-6d2138739850" providerId="ADAL" clId="{B48CEC18-FC47-1145-A962-E2D59C8BC636}" dt="2023-09-09T15:48:42.977" v="343"/>
          <ac:inkMkLst>
            <pc:docMk/>
            <pc:sldMk cId="2546788497" sldId="289"/>
            <ac:inkMk id="349" creationId="{48BEBBF3-C4FF-A88A-FA04-F5071200C7C1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0" creationId="{5D354BA0-599A-4BBF-74FA-C10CA1B3AABE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1" creationId="{D62E7EA8-F348-29DE-5E7A-01BFF89D4E1C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2" creationId="{0F2C282C-57A8-B848-46DE-AB9360E64751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3" creationId="{72876F42-386A-FB9F-8E71-ED58D20FC2E7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4" creationId="{9080905A-AD8E-942C-6CD5-2FD6349CA4CD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5" creationId="{FAF7A2E8-942D-2663-9572-50B09E704FD5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6" creationId="{496A8330-4F42-02B2-1176-7DB95BB7B397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7" creationId="{E2D6C2B6-A819-5F2D-6131-387612E5E5FA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8" creationId="{82ACB07B-2BAB-1826-0AA6-C673F316B1B1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59" creationId="{B0766961-E085-D9C3-F6F0-DFF66B872032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60" creationId="{6B0A3EDB-EC60-C920-D579-7B904FF4DAAF}"/>
          </ac:inkMkLst>
        </pc:inkChg>
        <pc:inkChg chg="add del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61" creationId="{AE0FCF3D-1C75-7A58-C089-9876168F2DEC}"/>
          </ac:inkMkLst>
        </pc:inkChg>
        <pc:inkChg chg="add reco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62" creationId="{C84B5E70-1655-EBF8-DD32-1324D449FDDF}"/>
          </ac:inkMkLst>
        </pc:inkChg>
        <pc:inkChg chg="add reco">
          <ac:chgData name="Bhowmik, Sayan" userId="2b51cadb-156e-4c9a-99fc-6d2138739850" providerId="ADAL" clId="{B48CEC18-FC47-1145-A962-E2D59C8BC636}" dt="2023-09-09T15:48:48.831" v="356"/>
          <ac:inkMkLst>
            <pc:docMk/>
            <pc:sldMk cId="2546788497" sldId="289"/>
            <ac:inkMk id="363" creationId="{D04FFDA0-8680-5546-688D-F58CE62CBC9F}"/>
          </ac:inkMkLst>
        </pc:inkChg>
        <pc:inkChg chg="add del">
          <ac:chgData name="Bhowmik, Sayan" userId="2b51cadb-156e-4c9a-99fc-6d2138739850" providerId="ADAL" clId="{B48CEC18-FC47-1145-A962-E2D59C8BC636}" dt="2023-09-09T15:48:57.244" v="361"/>
          <ac:inkMkLst>
            <pc:docMk/>
            <pc:sldMk cId="2546788497" sldId="289"/>
            <ac:inkMk id="364" creationId="{2B68BA3B-9F78-24EC-D151-87ED4D98227F}"/>
          </ac:inkMkLst>
        </pc:inkChg>
        <pc:inkChg chg="add del">
          <ac:chgData name="Bhowmik, Sayan" userId="2b51cadb-156e-4c9a-99fc-6d2138739850" providerId="ADAL" clId="{B48CEC18-FC47-1145-A962-E2D59C8BC636}" dt="2023-09-09T15:48:57.244" v="361"/>
          <ac:inkMkLst>
            <pc:docMk/>
            <pc:sldMk cId="2546788497" sldId="289"/>
            <ac:inkMk id="365" creationId="{FAC32CD8-EB6E-C1E5-9735-BE18225E35CB}"/>
          </ac:inkMkLst>
        </pc:inkChg>
        <pc:inkChg chg="add del">
          <ac:chgData name="Bhowmik, Sayan" userId="2b51cadb-156e-4c9a-99fc-6d2138739850" providerId="ADAL" clId="{B48CEC18-FC47-1145-A962-E2D59C8BC636}" dt="2023-09-09T15:48:57.244" v="361"/>
          <ac:inkMkLst>
            <pc:docMk/>
            <pc:sldMk cId="2546788497" sldId="289"/>
            <ac:inkMk id="366" creationId="{E73DADAB-070F-91B1-96D1-C4A32E8ABCD1}"/>
          </ac:inkMkLst>
        </pc:inkChg>
        <pc:inkChg chg="add del">
          <ac:chgData name="Bhowmik, Sayan" userId="2b51cadb-156e-4c9a-99fc-6d2138739850" providerId="ADAL" clId="{B48CEC18-FC47-1145-A962-E2D59C8BC636}" dt="2023-09-09T15:48:57.244" v="361"/>
          <ac:inkMkLst>
            <pc:docMk/>
            <pc:sldMk cId="2546788497" sldId="289"/>
            <ac:inkMk id="367" creationId="{BDD45603-6D44-906F-4504-13D5009BBA20}"/>
          </ac:inkMkLst>
        </pc:inkChg>
        <pc:inkChg chg="add reco">
          <ac:chgData name="Bhowmik, Sayan" userId="2b51cadb-156e-4c9a-99fc-6d2138739850" providerId="ADAL" clId="{B48CEC18-FC47-1145-A962-E2D59C8BC636}" dt="2023-09-09T15:48:57.244" v="361"/>
          <ac:inkMkLst>
            <pc:docMk/>
            <pc:sldMk cId="2546788497" sldId="289"/>
            <ac:inkMk id="368" creationId="{FEB6BE8F-CBC3-0C77-F149-51CB8A0CC1CB}"/>
          </ac:inkMkLst>
        </pc:inkChg>
        <pc:inkChg chg="add del">
          <ac:chgData name="Bhowmik, Sayan" userId="2b51cadb-156e-4c9a-99fc-6d2138739850" providerId="ADAL" clId="{B48CEC18-FC47-1145-A962-E2D59C8BC636}" dt="2023-09-09T15:49:16.941" v="367"/>
          <ac:inkMkLst>
            <pc:docMk/>
            <pc:sldMk cId="2546788497" sldId="289"/>
            <ac:inkMk id="369" creationId="{4FFDA0D7-FDC4-34D9-8F1F-4007926AC35E}"/>
          </ac:inkMkLst>
        </pc:inkChg>
        <pc:inkChg chg="add del">
          <ac:chgData name="Bhowmik, Sayan" userId="2b51cadb-156e-4c9a-99fc-6d2138739850" providerId="ADAL" clId="{B48CEC18-FC47-1145-A962-E2D59C8BC636}" dt="2023-09-09T15:49:16.941" v="367"/>
          <ac:inkMkLst>
            <pc:docMk/>
            <pc:sldMk cId="2546788497" sldId="289"/>
            <ac:inkMk id="370" creationId="{D2551514-8537-4A1B-239B-A8D8C2E29E53}"/>
          </ac:inkMkLst>
        </pc:inkChg>
        <pc:inkChg chg="add del">
          <ac:chgData name="Bhowmik, Sayan" userId="2b51cadb-156e-4c9a-99fc-6d2138739850" providerId="ADAL" clId="{B48CEC18-FC47-1145-A962-E2D59C8BC636}" dt="2023-09-09T15:49:16.941" v="367"/>
          <ac:inkMkLst>
            <pc:docMk/>
            <pc:sldMk cId="2546788497" sldId="289"/>
            <ac:inkMk id="371" creationId="{0A9CB126-3BEC-795A-A338-232B74F21885}"/>
          </ac:inkMkLst>
        </pc:inkChg>
        <pc:inkChg chg="add del">
          <ac:chgData name="Bhowmik, Sayan" userId="2b51cadb-156e-4c9a-99fc-6d2138739850" providerId="ADAL" clId="{B48CEC18-FC47-1145-A962-E2D59C8BC636}" dt="2023-09-09T15:49:16.941" v="367"/>
          <ac:inkMkLst>
            <pc:docMk/>
            <pc:sldMk cId="2546788497" sldId="289"/>
            <ac:inkMk id="372" creationId="{2F4CD7E6-2E36-EC85-F91D-ABEA0D19F415}"/>
          </ac:inkMkLst>
        </pc:inkChg>
        <pc:inkChg chg="add del">
          <ac:chgData name="Bhowmik, Sayan" userId="2b51cadb-156e-4c9a-99fc-6d2138739850" providerId="ADAL" clId="{B48CEC18-FC47-1145-A962-E2D59C8BC636}" dt="2023-09-09T15:49:16.941" v="367"/>
          <ac:inkMkLst>
            <pc:docMk/>
            <pc:sldMk cId="2546788497" sldId="289"/>
            <ac:inkMk id="373" creationId="{96743C3C-7260-6C4A-E3D4-6F9955A66E46}"/>
          </ac:inkMkLst>
        </pc:inkChg>
        <pc:inkChg chg="add reco">
          <ac:chgData name="Bhowmik, Sayan" userId="2b51cadb-156e-4c9a-99fc-6d2138739850" providerId="ADAL" clId="{B48CEC18-FC47-1145-A962-E2D59C8BC636}" dt="2023-09-09T15:49:16.941" v="367"/>
          <ac:inkMkLst>
            <pc:docMk/>
            <pc:sldMk cId="2546788497" sldId="289"/>
            <ac:inkMk id="374" creationId="{2E8BC9F0-A7B8-8814-4152-C54D29B35BDC}"/>
          </ac:inkMkLst>
        </pc:inkChg>
        <pc:inkChg chg="add mod reco modStrokes">
          <ac:chgData name="Bhowmik, Sayan" userId="2b51cadb-156e-4c9a-99fc-6d2138739850" providerId="ADAL" clId="{B48CEC18-FC47-1145-A962-E2D59C8BC636}" dt="2023-09-09T21:54:29.443" v="530"/>
          <ac:inkMkLst>
            <pc:docMk/>
            <pc:sldMk cId="2546788497" sldId="289"/>
            <ac:inkMk id="375" creationId="{926CD274-DB6C-CBE1-3124-982143379198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76" creationId="{95BAED5F-9C30-BCED-8EF1-A933264CB99D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77" creationId="{A540D17A-FBAC-5E25-05F8-01D2C62A4578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78" creationId="{35686743-0379-30E5-564D-5089CA5E84E4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79" creationId="{E6D1C221-7023-0E39-0604-2CB66CFC7DC4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0" creationId="{CE9818C0-DF33-DB30-29A8-F76B60D3F63C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1" creationId="{E297EC01-FC97-F57A-BEF5-FB691132AFA5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2" creationId="{8CB4558E-9006-1441-AA09-85EC74F33BCB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3" creationId="{C572FD7A-BC75-E563-C464-26D4D34B8702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4" creationId="{34EF1AD0-99C0-DB3B-0032-2FF400BCD024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5" creationId="{5B0484B8-ED57-CD53-1ABD-99B75993F7A5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6" creationId="{D0C77C05-4CFD-FF98-340C-49516F8C53DE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7" creationId="{7E9176A8-1C17-5602-626C-7F83C75761A5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8" creationId="{D7B97A1C-D619-00A2-96BE-AA1AFF7B4E9E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89" creationId="{8CEA3CC0-4EE3-9085-1462-1F1C2F9DA35E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90" creationId="{86883304-1154-9D56-59AA-872334EF34E4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91" creationId="{9BC52DDF-1235-E75E-012C-89E89E89ED74}"/>
          </ac:inkMkLst>
        </pc:inkChg>
        <pc:inkChg chg="add del">
          <ac:chgData name="Bhowmik, Sayan" userId="2b51cadb-156e-4c9a-99fc-6d2138739850" providerId="ADAL" clId="{B48CEC18-FC47-1145-A962-E2D59C8BC636}" dt="2023-09-09T15:49:49.597" v="385"/>
          <ac:inkMkLst>
            <pc:docMk/>
            <pc:sldMk cId="2546788497" sldId="289"/>
            <ac:inkMk id="392" creationId="{4CC79C03-A767-37E3-1211-462333E7AFFC}"/>
          </ac:inkMkLst>
        </pc:inkChg>
        <pc:inkChg chg="add mod reco modStrokes">
          <ac:chgData name="Bhowmik, Sayan" userId="2b51cadb-156e-4c9a-99fc-6d2138739850" providerId="ADAL" clId="{B48CEC18-FC47-1145-A962-E2D59C8BC636}" dt="2023-09-09T21:54:44.302" v="543"/>
          <ac:inkMkLst>
            <pc:docMk/>
            <pc:sldMk cId="2546788497" sldId="289"/>
            <ac:inkMk id="393" creationId="{8AC04C15-9410-28E8-ECED-48917AAD91B5}"/>
          </ac:inkMkLst>
        </pc:inkChg>
        <pc:inkChg chg="add mod reco modStrokes">
          <ac:chgData name="Bhowmik, Sayan" userId="2b51cadb-156e-4c9a-99fc-6d2138739850" providerId="ADAL" clId="{B48CEC18-FC47-1145-A962-E2D59C8BC636}" dt="2023-09-09T21:54:43.385" v="541"/>
          <ac:inkMkLst>
            <pc:docMk/>
            <pc:sldMk cId="2546788497" sldId="289"/>
            <ac:inkMk id="394" creationId="{B1CFDD50-060C-A5E5-CD25-D9EF26D7A093}"/>
          </ac:inkMkLst>
        </pc:inkChg>
        <pc:inkChg chg="add mod reco modStrokes">
          <ac:chgData name="Bhowmik, Sayan" userId="2b51cadb-156e-4c9a-99fc-6d2138739850" providerId="ADAL" clId="{B48CEC18-FC47-1145-A962-E2D59C8BC636}" dt="2023-09-09T21:54:42.286" v="539"/>
          <ac:inkMkLst>
            <pc:docMk/>
            <pc:sldMk cId="2546788497" sldId="289"/>
            <ac:inkMk id="395" creationId="{2752E7B4-02DC-26ED-291F-B13337FC3430}"/>
          </ac:inkMkLst>
        </pc:inkChg>
        <pc:inkChg chg="add mod reco modStrokes">
          <ac:chgData name="Bhowmik, Sayan" userId="2b51cadb-156e-4c9a-99fc-6d2138739850" providerId="ADAL" clId="{B48CEC18-FC47-1145-A962-E2D59C8BC636}" dt="2023-09-09T21:54:40.697" v="537"/>
          <ac:inkMkLst>
            <pc:docMk/>
            <pc:sldMk cId="2546788497" sldId="289"/>
            <ac:inkMk id="396" creationId="{2959E202-99E6-35CF-195D-E804D6A1F328}"/>
          </ac:inkMkLst>
        </pc:inkChg>
        <pc:inkChg chg="add del reco">
          <ac:chgData name="Bhowmik, Sayan" userId="2b51cadb-156e-4c9a-99fc-6d2138739850" providerId="ADAL" clId="{B48CEC18-FC47-1145-A962-E2D59C8BC636}" dt="2023-09-09T21:54:30.789" v="531"/>
          <ac:inkMkLst>
            <pc:docMk/>
            <pc:sldMk cId="2546788497" sldId="289"/>
            <ac:inkMk id="397" creationId="{F837D227-5CE0-3F22-28E7-323B5AEF1211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398" creationId="{5E485F8A-F417-FFD1-B0E6-5CC91355FA6C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399" creationId="{755F4591-0511-88BF-005D-C04B8F63A1A1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0" creationId="{5EA19F97-B844-AEFA-5060-08D05FAE2D95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1" creationId="{D0CA8D27-BC1A-AD86-FAC7-3545538C19C9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2" creationId="{518134C2-0C85-B45B-ADCF-A2794C047915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3" creationId="{6ED484C7-B726-2FD3-5FC0-24F2EF2D219C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4" creationId="{387052B1-ED83-BEB7-2F8F-F7965EFF84C5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5" creationId="{F8110E31-86F0-22F7-D87D-79D3648DE2F9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6" creationId="{7B880029-15F1-C989-2D03-3F9726352122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7" creationId="{C901EC4C-673A-1940-7183-39629A9FB566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8" creationId="{A1CF241D-5CB5-DD79-F633-3B375A9460E9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09" creationId="{1B244EBC-64E7-301B-247A-9CC696E79024}"/>
          </ac:inkMkLst>
        </pc:inkChg>
        <pc:inkChg chg="add del">
          <ac:chgData name="Bhowmik, Sayan" userId="2b51cadb-156e-4c9a-99fc-6d2138739850" providerId="ADAL" clId="{B48CEC18-FC47-1145-A962-E2D59C8BC636}" dt="2023-09-09T15:49:57.185" v="399"/>
          <ac:inkMkLst>
            <pc:docMk/>
            <pc:sldMk cId="2546788497" sldId="289"/>
            <ac:inkMk id="410" creationId="{05189E1A-BB8B-62A8-B20B-13CCE409A8C5}"/>
          </ac:inkMkLst>
        </pc:inkChg>
        <pc:inkChg chg="add mod reco modStrokes">
          <ac:chgData name="Bhowmik, Sayan" userId="2b51cadb-156e-4c9a-99fc-6d2138739850" providerId="ADAL" clId="{B48CEC18-FC47-1145-A962-E2D59C8BC636}" dt="2023-09-09T21:54:46.869" v="549"/>
          <ac:inkMkLst>
            <pc:docMk/>
            <pc:sldMk cId="2546788497" sldId="289"/>
            <ac:inkMk id="411" creationId="{E72B8713-BDCD-E1E0-A23E-29B70F3EA42E}"/>
          </ac:inkMkLst>
        </pc:inkChg>
        <pc:inkChg chg="add mod reco modStrokes">
          <ac:chgData name="Bhowmik, Sayan" userId="2b51cadb-156e-4c9a-99fc-6d2138739850" providerId="ADAL" clId="{B48CEC18-FC47-1145-A962-E2D59C8BC636}" dt="2023-09-09T21:54:45.235" v="545"/>
          <ac:inkMkLst>
            <pc:docMk/>
            <pc:sldMk cId="2546788497" sldId="289"/>
            <ac:inkMk id="412" creationId="{DE2DF65C-5D8B-9978-770F-82370ADC8AF1}"/>
          </ac:inkMkLst>
        </pc:inkChg>
        <pc:inkChg chg="add mod reco modStrokes">
          <ac:chgData name="Bhowmik, Sayan" userId="2b51cadb-156e-4c9a-99fc-6d2138739850" providerId="ADAL" clId="{B48CEC18-FC47-1145-A962-E2D59C8BC636}" dt="2023-09-09T21:54:46.069" v="547"/>
          <ac:inkMkLst>
            <pc:docMk/>
            <pc:sldMk cId="2546788497" sldId="289"/>
            <ac:inkMk id="413" creationId="{62D63F64-920F-48AD-F4FF-B51A04F6322F}"/>
          </ac:inkMkLst>
        </pc:inkChg>
        <pc:inkChg chg="add del mod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14" creationId="{F49E3B7A-C7EF-7714-339E-0A1317F3FABC}"/>
          </ac:inkMkLst>
        </pc:inkChg>
        <pc:inkChg chg="add del mod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15" creationId="{FBB4315B-39ED-668E-7AAC-02BB8B6E44FA}"/>
          </ac:inkMkLst>
        </pc:inkChg>
        <pc:inkChg chg="add del">
          <ac:chgData name="Bhowmik, Sayan" userId="2b51cadb-156e-4c9a-99fc-6d2138739850" providerId="ADAL" clId="{B48CEC18-FC47-1145-A962-E2D59C8BC636}" dt="2023-09-09T15:54:15.826" v="404"/>
          <ac:inkMkLst>
            <pc:docMk/>
            <pc:sldMk cId="2546788497" sldId="289"/>
            <ac:inkMk id="416" creationId="{7CD8EFE8-E215-D33A-F122-71B0B37927E8}"/>
          </ac:inkMkLst>
        </pc:inkChg>
        <pc:inkChg chg="add del reco">
          <ac:chgData name="Bhowmik, Sayan" userId="2b51cadb-156e-4c9a-99fc-6d2138739850" providerId="ADAL" clId="{B48CEC18-FC47-1145-A962-E2D59C8BC636}" dt="2023-09-09T15:54:15.826" v="404"/>
          <ac:inkMkLst>
            <pc:docMk/>
            <pc:sldMk cId="2546788497" sldId="289"/>
            <ac:inkMk id="417" creationId="{28F06CB6-99FE-A044-0EAF-05BAA89C6561}"/>
          </ac:inkMkLst>
        </pc:inkChg>
        <pc:inkChg chg="add del">
          <ac:chgData name="Bhowmik, Sayan" userId="2b51cadb-156e-4c9a-99fc-6d2138739850" providerId="ADAL" clId="{B48CEC18-FC47-1145-A962-E2D59C8BC636}" dt="2023-09-09T15:54:20.517" v="407"/>
          <ac:inkMkLst>
            <pc:docMk/>
            <pc:sldMk cId="2546788497" sldId="289"/>
            <ac:inkMk id="418" creationId="{906A88EB-1969-91AB-B69C-309A4D095D67}"/>
          </ac:inkMkLst>
        </pc:inkChg>
        <pc:inkChg chg="add del">
          <ac:chgData name="Bhowmik, Sayan" userId="2b51cadb-156e-4c9a-99fc-6d2138739850" providerId="ADAL" clId="{B48CEC18-FC47-1145-A962-E2D59C8BC636}" dt="2023-09-09T15:54:20.517" v="407"/>
          <ac:inkMkLst>
            <pc:docMk/>
            <pc:sldMk cId="2546788497" sldId="289"/>
            <ac:inkMk id="419" creationId="{0A129F1F-8E85-116F-AC14-E9A540BD7900}"/>
          </ac:inkMkLst>
        </pc:inkChg>
        <pc:inkChg chg="add mod reco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20" creationId="{1F7463BA-5C2D-146F-3910-3E2FE6FB70A2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1" creationId="{B86D04BF-F59E-8237-3BF2-1B184ACE782C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2" creationId="{60A0FF15-C9DB-1E3E-4B47-5623015A107B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3" creationId="{8997EE05-84ED-9DAD-7867-F06F0A4E8CF6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4" creationId="{10744FE5-B269-FD78-52FF-546B30C641E2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5" creationId="{73D4D51A-D30F-8015-99E0-C6DBCAE319B6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6" creationId="{6255FF9A-1979-9897-F758-A52C7CB59581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7" creationId="{BD8DA02F-A2C2-FE32-24A6-A0DD1175EB13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8" creationId="{2CC73F41-4189-1401-6979-BF576706A148}"/>
          </ac:inkMkLst>
        </pc:inkChg>
        <pc:inkChg chg="add del">
          <ac:chgData name="Bhowmik, Sayan" userId="2b51cadb-156e-4c9a-99fc-6d2138739850" providerId="ADAL" clId="{B48CEC18-FC47-1145-A962-E2D59C8BC636}" dt="2023-09-09T15:54:25.708" v="417"/>
          <ac:inkMkLst>
            <pc:docMk/>
            <pc:sldMk cId="2546788497" sldId="289"/>
            <ac:inkMk id="429" creationId="{88068544-26AA-3819-0D2F-F2FFB62BE007}"/>
          </ac:inkMkLst>
        </pc:inkChg>
        <pc:inkChg chg="add mod reco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30" creationId="{E9CBF426-A3E6-11C3-8B90-FD10494FD6F6}"/>
          </ac:inkMkLst>
        </pc:inkChg>
        <pc:inkChg chg="add mod reco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31" creationId="{E78331E4-D18D-B498-484D-7D33E557D81E}"/>
          </ac:inkMkLst>
        </pc:inkChg>
        <pc:inkChg chg="add mod reco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32" creationId="{5A061BA4-F713-8DAE-A23C-DB27042798B9}"/>
          </ac:inkMkLst>
        </pc:inkChg>
        <pc:inkChg chg="add del">
          <ac:chgData name="Bhowmik, Sayan" userId="2b51cadb-156e-4c9a-99fc-6d2138739850" providerId="ADAL" clId="{B48CEC18-FC47-1145-A962-E2D59C8BC636}" dt="2023-09-09T15:54:32.650" v="423"/>
          <ac:inkMkLst>
            <pc:docMk/>
            <pc:sldMk cId="2546788497" sldId="289"/>
            <ac:inkMk id="433" creationId="{3D3F65FB-D765-2D1F-DA02-04955D19CD0E}"/>
          </ac:inkMkLst>
        </pc:inkChg>
        <pc:inkChg chg="add del">
          <ac:chgData name="Bhowmik, Sayan" userId="2b51cadb-156e-4c9a-99fc-6d2138739850" providerId="ADAL" clId="{B48CEC18-FC47-1145-A962-E2D59C8BC636}" dt="2023-09-09T15:54:31.732" v="422"/>
          <ac:inkMkLst>
            <pc:docMk/>
            <pc:sldMk cId="2546788497" sldId="289"/>
            <ac:inkMk id="434" creationId="{9CC83C58-AFD6-E57D-9B8E-08A32DE860E8}"/>
          </ac:inkMkLst>
        </pc:inkChg>
        <pc:inkChg chg="add del">
          <ac:chgData name="Bhowmik, Sayan" userId="2b51cadb-156e-4c9a-99fc-6d2138739850" providerId="ADAL" clId="{B48CEC18-FC47-1145-A962-E2D59C8BC636}" dt="2023-09-09T15:54:30.834" v="421"/>
          <ac:inkMkLst>
            <pc:docMk/>
            <pc:sldMk cId="2546788497" sldId="289"/>
            <ac:inkMk id="435" creationId="{D2E95790-2B15-FCC3-5021-6158D56D8916}"/>
          </ac:inkMkLst>
        </pc:inkChg>
        <pc:inkChg chg="add mod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36" creationId="{17FCFFBD-DDA3-B25C-7DD2-94C32C7C57C0}"/>
          </ac:inkMkLst>
        </pc:inkChg>
        <pc:inkChg chg="add del">
          <ac:chgData name="Bhowmik, Sayan" userId="2b51cadb-156e-4c9a-99fc-6d2138739850" providerId="ADAL" clId="{B48CEC18-FC47-1145-A962-E2D59C8BC636}" dt="2023-09-09T15:54:35.932" v="428"/>
          <ac:inkMkLst>
            <pc:docMk/>
            <pc:sldMk cId="2546788497" sldId="289"/>
            <ac:inkMk id="437" creationId="{73D4A983-D99A-DE02-C87B-E5C69E4AF4A9}"/>
          </ac:inkMkLst>
        </pc:inkChg>
        <pc:inkChg chg="add del">
          <ac:chgData name="Bhowmik, Sayan" userId="2b51cadb-156e-4c9a-99fc-6d2138739850" providerId="ADAL" clId="{B48CEC18-FC47-1145-A962-E2D59C8BC636}" dt="2023-09-09T15:54:35.932" v="428"/>
          <ac:inkMkLst>
            <pc:docMk/>
            <pc:sldMk cId="2546788497" sldId="289"/>
            <ac:inkMk id="438" creationId="{E69DC35C-9F27-38FD-DF30-6AF4E105C13F}"/>
          </ac:inkMkLst>
        </pc:inkChg>
        <pc:inkChg chg="add del">
          <ac:chgData name="Bhowmik, Sayan" userId="2b51cadb-156e-4c9a-99fc-6d2138739850" providerId="ADAL" clId="{B48CEC18-FC47-1145-A962-E2D59C8BC636}" dt="2023-09-09T15:54:35.932" v="428"/>
          <ac:inkMkLst>
            <pc:docMk/>
            <pc:sldMk cId="2546788497" sldId="289"/>
            <ac:inkMk id="439" creationId="{3FBB14BA-C273-D11C-2BD4-1FFEEC4A2A45}"/>
          </ac:inkMkLst>
        </pc:inkChg>
        <pc:inkChg chg="add mod reco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40" creationId="{736209B0-B790-AF7C-B9E4-0AAFEC0EAA63}"/>
          </ac:inkMkLst>
        </pc:inkChg>
        <pc:inkChg chg="add mod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41" creationId="{AD6D08AC-9D51-C43C-8C60-1BBBD1E08E79}"/>
          </ac:inkMkLst>
        </pc:inkChg>
        <pc:inkChg chg="add del">
          <ac:chgData name="Bhowmik, Sayan" userId="2b51cadb-156e-4c9a-99fc-6d2138739850" providerId="ADAL" clId="{B48CEC18-FC47-1145-A962-E2D59C8BC636}" dt="2023-09-09T15:54:40.533" v="435"/>
          <ac:inkMkLst>
            <pc:docMk/>
            <pc:sldMk cId="2546788497" sldId="289"/>
            <ac:inkMk id="442" creationId="{6D97D0C7-749E-4F44-E84A-C31FED1A73D0}"/>
          </ac:inkMkLst>
        </pc:inkChg>
        <pc:inkChg chg="add del">
          <ac:chgData name="Bhowmik, Sayan" userId="2b51cadb-156e-4c9a-99fc-6d2138739850" providerId="ADAL" clId="{B48CEC18-FC47-1145-A962-E2D59C8BC636}" dt="2023-09-09T15:54:40.533" v="435"/>
          <ac:inkMkLst>
            <pc:docMk/>
            <pc:sldMk cId="2546788497" sldId="289"/>
            <ac:inkMk id="443" creationId="{24C47E1B-1449-2F43-F139-AF21BA1E94CE}"/>
          </ac:inkMkLst>
        </pc:inkChg>
        <pc:inkChg chg="add del">
          <ac:chgData name="Bhowmik, Sayan" userId="2b51cadb-156e-4c9a-99fc-6d2138739850" providerId="ADAL" clId="{B48CEC18-FC47-1145-A962-E2D59C8BC636}" dt="2023-09-09T15:54:40.533" v="435"/>
          <ac:inkMkLst>
            <pc:docMk/>
            <pc:sldMk cId="2546788497" sldId="289"/>
            <ac:inkMk id="444" creationId="{E43A0DFB-B162-3366-D0ED-5307CA0268CB}"/>
          </ac:inkMkLst>
        </pc:inkChg>
        <pc:inkChg chg="add del">
          <ac:chgData name="Bhowmik, Sayan" userId="2b51cadb-156e-4c9a-99fc-6d2138739850" providerId="ADAL" clId="{B48CEC18-FC47-1145-A962-E2D59C8BC636}" dt="2023-09-09T15:54:40.533" v="435"/>
          <ac:inkMkLst>
            <pc:docMk/>
            <pc:sldMk cId="2546788497" sldId="289"/>
            <ac:inkMk id="445" creationId="{18691658-C8E5-80B6-B1B0-F692C9842CAC}"/>
          </ac:inkMkLst>
        </pc:inkChg>
        <pc:inkChg chg="add del">
          <ac:chgData name="Bhowmik, Sayan" userId="2b51cadb-156e-4c9a-99fc-6d2138739850" providerId="ADAL" clId="{B48CEC18-FC47-1145-A962-E2D59C8BC636}" dt="2023-09-09T15:54:40.533" v="435"/>
          <ac:inkMkLst>
            <pc:docMk/>
            <pc:sldMk cId="2546788497" sldId="289"/>
            <ac:inkMk id="446" creationId="{ABDC024C-EAB6-CBF9-27C2-74702CF86CF5}"/>
          </ac:inkMkLst>
        </pc:inkChg>
        <pc:inkChg chg="add mod reco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47" creationId="{6446C088-F5F6-3F9E-9F72-ED82A15E820E}"/>
          </ac:inkMkLst>
        </pc:inkChg>
        <pc:inkChg chg="add del">
          <ac:chgData name="Bhowmik, Sayan" userId="2b51cadb-156e-4c9a-99fc-6d2138739850" providerId="ADAL" clId="{B48CEC18-FC47-1145-A962-E2D59C8BC636}" dt="2023-09-09T15:54:47.518" v="444"/>
          <ac:inkMkLst>
            <pc:docMk/>
            <pc:sldMk cId="2546788497" sldId="289"/>
            <ac:inkMk id="448" creationId="{CDC73EE6-74E5-356D-BB07-434AABE953BE}"/>
          </ac:inkMkLst>
        </pc:inkChg>
        <pc:inkChg chg="add del">
          <ac:chgData name="Bhowmik, Sayan" userId="2b51cadb-156e-4c9a-99fc-6d2138739850" providerId="ADAL" clId="{B48CEC18-FC47-1145-A962-E2D59C8BC636}" dt="2023-09-09T21:56:32.481" v="605"/>
          <ac:inkMkLst>
            <pc:docMk/>
            <pc:sldMk cId="2546788497" sldId="289"/>
            <ac:inkMk id="448" creationId="{EA3D9D5B-6035-C95F-A485-368160971F61}"/>
          </ac:inkMkLst>
        </pc:inkChg>
        <pc:inkChg chg="add reco">
          <ac:chgData name="Bhowmik, Sayan" userId="2b51cadb-156e-4c9a-99fc-6d2138739850" providerId="ADAL" clId="{B48CEC18-FC47-1145-A962-E2D59C8BC636}" dt="2023-09-09T21:56:32.481" v="605"/>
          <ac:inkMkLst>
            <pc:docMk/>
            <pc:sldMk cId="2546788497" sldId="289"/>
            <ac:inkMk id="449" creationId="{16C3C37A-7DAF-D23F-125E-B957FEC9AF03}"/>
          </ac:inkMkLst>
        </pc:inkChg>
        <pc:inkChg chg="add del">
          <ac:chgData name="Bhowmik, Sayan" userId="2b51cadb-156e-4c9a-99fc-6d2138739850" providerId="ADAL" clId="{B48CEC18-FC47-1145-A962-E2D59C8BC636}" dt="2023-09-09T15:54:47.518" v="444"/>
          <ac:inkMkLst>
            <pc:docMk/>
            <pc:sldMk cId="2546788497" sldId="289"/>
            <ac:inkMk id="449" creationId="{394D88FE-0500-46C2-F02E-C2E68D314B3B}"/>
          </ac:inkMkLst>
        </pc:inkChg>
        <pc:inkChg chg="add del">
          <ac:chgData name="Bhowmik, Sayan" userId="2b51cadb-156e-4c9a-99fc-6d2138739850" providerId="ADAL" clId="{B48CEC18-FC47-1145-A962-E2D59C8BC636}" dt="2023-09-09T15:54:47.518" v="444"/>
          <ac:inkMkLst>
            <pc:docMk/>
            <pc:sldMk cId="2546788497" sldId="289"/>
            <ac:inkMk id="450" creationId="{1143EAB5-37C9-A8CC-5218-8BEB25475A6F}"/>
          </ac:inkMkLst>
        </pc:inkChg>
        <pc:inkChg chg="add del">
          <ac:chgData name="Bhowmik, Sayan" userId="2b51cadb-156e-4c9a-99fc-6d2138739850" providerId="ADAL" clId="{B48CEC18-FC47-1145-A962-E2D59C8BC636}" dt="2023-09-09T21:59:04.001" v="624"/>
          <ac:inkMkLst>
            <pc:docMk/>
            <pc:sldMk cId="2546788497" sldId="289"/>
            <ac:inkMk id="450" creationId="{BF641998-7974-A008-D12D-D9F1D9D92243}"/>
          </ac:inkMkLst>
        </pc:inkChg>
        <pc:inkChg chg="add">
          <ac:chgData name="Bhowmik, Sayan" userId="2b51cadb-156e-4c9a-99fc-6d2138739850" providerId="ADAL" clId="{B48CEC18-FC47-1145-A962-E2D59C8BC636}" dt="2023-09-09T21:59:11.236" v="625"/>
          <ac:inkMkLst>
            <pc:docMk/>
            <pc:sldMk cId="2546788497" sldId="289"/>
            <ac:inkMk id="451" creationId="{48836892-8531-CB75-25D0-5AC59A3C1150}"/>
          </ac:inkMkLst>
        </pc:inkChg>
        <pc:inkChg chg="add del">
          <ac:chgData name="Bhowmik, Sayan" userId="2b51cadb-156e-4c9a-99fc-6d2138739850" providerId="ADAL" clId="{B48CEC18-FC47-1145-A962-E2D59C8BC636}" dt="2023-09-09T15:54:47.518" v="444"/>
          <ac:inkMkLst>
            <pc:docMk/>
            <pc:sldMk cId="2546788497" sldId="289"/>
            <ac:inkMk id="451" creationId="{C502AB1E-AEC5-8396-ABE7-B00FA642F743}"/>
          </ac:inkMkLst>
        </pc:inkChg>
        <pc:inkChg chg="add del">
          <ac:chgData name="Bhowmik, Sayan" userId="2b51cadb-156e-4c9a-99fc-6d2138739850" providerId="ADAL" clId="{B48CEC18-FC47-1145-A962-E2D59C8BC636}" dt="2023-09-09T21:59:17.184" v="628"/>
          <ac:inkMkLst>
            <pc:docMk/>
            <pc:sldMk cId="2546788497" sldId="289"/>
            <ac:inkMk id="452" creationId="{469E3F58-C825-DD66-F0F1-B714C30E2CAE}"/>
          </ac:inkMkLst>
        </pc:inkChg>
        <pc:inkChg chg="add del">
          <ac:chgData name="Bhowmik, Sayan" userId="2b51cadb-156e-4c9a-99fc-6d2138739850" providerId="ADAL" clId="{B48CEC18-FC47-1145-A962-E2D59C8BC636}" dt="2023-09-09T15:54:47.518" v="444"/>
          <ac:inkMkLst>
            <pc:docMk/>
            <pc:sldMk cId="2546788497" sldId="289"/>
            <ac:inkMk id="452" creationId="{9CD129F6-6DC9-5305-877D-93870B9FFC8B}"/>
          </ac:inkMkLst>
        </pc:inkChg>
        <pc:inkChg chg="add del">
          <ac:chgData name="Bhowmik, Sayan" userId="2b51cadb-156e-4c9a-99fc-6d2138739850" providerId="ADAL" clId="{B48CEC18-FC47-1145-A962-E2D59C8BC636}" dt="2023-09-09T21:59:17.184" v="628"/>
          <ac:inkMkLst>
            <pc:docMk/>
            <pc:sldMk cId="2546788497" sldId="289"/>
            <ac:inkMk id="453" creationId="{25029DEF-B70A-DBA0-7D34-888ABBDCFB4B}"/>
          </ac:inkMkLst>
        </pc:inkChg>
        <pc:inkChg chg="add del">
          <ac:chgData name="Bhowmik, Sayan" userId="2b51cadb-156e-4c9a-99fc-6d2138739850" providerId="ADAL" clId="{B48CEC18-FC47-1145-A962-E2D59C8BC636}" dt="2023-09-09T15:54:47.518" v="444"/>
          <ac:inkMkLst>
            <pc:docMk/>
            <pc:sldMk cId="2546788497" sldId="289"/>
            <ac:inkMk id="453" creationId="{690DE8A6-214B-0571-8C46-C8E9D351BCDF}"/>
          </ac:inkMkLst>
        </pc:inkChg>
        <pc:inkChg chg="add reco">
          <ac:chgData name="Bhowmik, Sayan" userId="2b51cadb-156e-4c9a-99fc-6d2138739850" providerId="ADAL" clId="{B48CEC18-FC47-1145-A962-E2D59C8BC636}" dt="2023-09-09T21:59:17.184" v="628"/>
          <ac:inkMkLst>
            <pc:docMk/>
            <pc:sldMk cId="2546788497" sldId="289"/>
            <ac:inkMk id="454" creationId="{517A98B2-DE10-164A-5042-A4E4510D4E16}"/>
          </ac:inkMkLst>
        </pc:inkChg>
        <pc:inkChg chg="add del">
          <ac:chgData name="Bhowmik, Sayan" userId="2b51cadb-156e-4c9a-99fc-6d2138739850" providerId="ADAL" clId="{B48CEC18-FC47-1145-A962-E2D59C8BC636}" dt="2023-09-09T15:54:47.518" v="444"/>
          <ac:inkMkLst>
            <pc:docMk/>
            <pc:sldMk cId="2546788497" sldId="289"/>
            <ac:inkMk id="454" creationId="{91AF7AAD-29E2-CF84-BF30-868EEE333E76}"/>
          </ac:inkMkLst>
        </pc:inkChg>
        <pc:inkChg chg="add">
          <ac:chgData name="Bhowmik, Sayan" userId="2b51cadb-156e-4c9a-99fc-6d2138739850" providerId="ADAL" clId="{B48CEC18-FC47-1145-A962-E2D59C8BC636}" dt="2023-09-09T21:59:17.718" v="629"/>
          <ac:inkMkLst>
            <pc:docMk/>
            <pc:sldMk cId="2546788497" sldId="289"/>
            <ac:inkMk id="455" creationId="{B4ABC322-0BCD-83CE-2194-CF70EF81B1E4}"/>
          </ac:inkMkLst>
        </pc:inkChg>
        <pc:inkChg chg="add del">
          <ac:chgData name="Bhowmik, Sayan" userId="2b51cadb-156e-4c9a-99fc-6d2138739850" providerId="ADAL" clId="{B48CEC18-FC47-1145-A962-E2D59C8BC636}" dt="2023-09-09T15:54:47.518" v="444"/>
          <ac:inkMkLst>
            <pc:docMk/>
            <pc:sldMk cId="2546788497" sldId="289"/>
            <ac:inkMk id="455" creationId="{DFDDB4AB-7F19-BBF4-FF9D-B834AD4948B1}"/>
          </ac:inkMkLst>
        </pc:inkChg>
        <pc:inkChg chg="add mod reco modStrokes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56" creationId="{C0453BFD-1240-ECCB-DCFE-D7D0320428D0}"/>
          </ac:inkMkLst>
        </pc:inkChg>
        <pc:inkChg chg="add mod reco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57" creationId="{C858E8D2-A19A-A9C8-B5B9-845CC92D6B81}"/>
          </ac:inkMkLst>
        </pc:inkChg>
        <pc:inkChg chg="add del">
          <ac:chgData name="Bhowmik, Sayan" userId="2b51cadb-156e-4c9a-99fc-6d2138739850" providerId="ADAL" clId="{B48CEC18-FC47-1145-A962-E2D59C8BC636}" dt="2023-09-09T15:54:50.969" v="449"/>
          <ac:inkMkLst>
            <pc:docMk/>
            <pc:sldMk cId="2546788497" sldId="289"/>
            <ac:inkMk id="458" creationId="{6E4658F9-A8D4-40F2-3879-426217703492}"/>
          </ac:inkMkLst>
        </pc:inkChg>
        <pc:inkChg chg="add">
          <ac:chgData name="Bhowmik, Sayan" userId="2b51cadb-156e-4c9a-99fc-6d2138739850" providerId="ADAL" clId="{B48CEC18-FC47-1145-A962-E2D59C8BC636}" dt="2023-09-09T21:59:18.934" v="630"/>
          <ac:inkMkLst>
            <pc:docMk/>
            <pc:sldMk cId="2546788497" sldId="289"/>
            <ac:inkMk id="458" creationId="{AA9D6162-F08C-4650-4C22-8B235DC64BF1}"/>
          </ac:inkMkLst>
        </pc:inkChg>
        <pc:inkChg chg="add del">
          <ac:chgData name="Bhowmik, Sayan" userId="2b51cadb-156e-4c9a-99fc-6d2138739850" providerId="ADAL" clId="{B48CEC18-FC47-1145-A962-E2D59C8BC636}" dt="2023-09-09T15:54:50.969" v="449"/>
          <ac:inkMkLst>
            <pc:docMk/>
            <pc:sldMk cId="2546788497" sldId="289"/>
            <ac:inkMk id="459" creationId="{87809E1E-3016-9CEB-F232-B17B24004C3F}"/>
          </ac:inkMkLst>
        </pc:inkChg>
        <pc:inkChg chg="add">
          <ac:chgData name="Bhowmik, Sayan" userId="2b51cadb-156e-4c9a-99fc-6d2138739850" providerId="ADAL" clId="{B48CEC18-FC47-1145-A962-E2D59C8BC636}" dt="2023-09-09T21:59:26.851" v="631"/>
          <ac:inkMkLst>
            <pc:docMk/>
            <pc:sldMk cId="2546788497" sldId="289"/>
            <ac:inkMk id="459" creationId="{FD1A05A0-B98E-4AD2-DE85-F8775FA30E2E}"/>
          </ac:inkMkLst>
        </pc:inkChg>
        <pc:inkChg chg="add">
          <ac:chgData name="Bhowmik, Sayan" userId="2b51cadb-156e-4c9a-99fc-6d2138739850" providerId="ADAL" clId="{B48CEC18-FC47-1145-A962-E2D59C8BC636}" dt="2023-09-09T21:59:28.006" v="632"/>
          <ac:inkMkLst>
            <pc:docMk/>
            <pc:sldMk cId="2546788497" sldId="289"/>
            <ac:inkMk id="460" creationId="{4AB865F8-40AA-8F9A-EA10-B40930C311A3}"/>
          </ac:inkMkLst>
        </pc:inkChg>
        <pc:inkChg chg="add del">
          <ac:chgData name="Bhowmik, Sayan" userId="2b51cadb-156e-4c9a-99fc-6d2138739850" providerId="ADAL" clId="{B48CEC18-FC47-1145-A962-E2D59C8BC636}" dt="2023-09-09T15:54:50.969" v="449"/>
          <ac:inkMkLst>
            <pc:docMk/>
            <pc:sldMk cId="2546788497" sldId="289"/>
            <ac:inkMk id="460" creationId="{C4832E67-CA83-AF9A-631D-2D3DF572B509}"/>
          </ac:inkMkLst>
        </pc:inkChg>
        <pc:inkChg chg="add del">
          <ac:chgData name="Bhowmik, Sayan" userId="2b51cadb-156e-4c9a-99fc-6d2138739850" providerId="ADAL" clId="{B48CEC18-FC47-1145-A962-E2D59C8BC636}" dt="2023-09-09T15:54:50.969" v="449"/>
          <ac:inkMkLst>
            <pc:docMk/>
            <pc:sldMk cId="2546788497" sldId="289"/>
            <ac:inkMk id="461" creationId="{445178B3-6627-E5B5-211D-CB58D85DC967}"/>
          </ac:inkMkLst>
        </pc:inkChg>
        <pc:inkChg chg="add del">
          <ac:chgData name="Bhowmik, Sayan" userId="2b51cadb-156e-4c9a-99fc-6d2138739850" providerId="ADAL" clId="{B48CEC18-FC47-1145-A962-E2D59C8BC636}" dt="2023-09-09T21:59:30.531" v="635"/>
          <ac:inkMkLst>
            <pc:docMk/>
            <pc:sldMk cId="2546788497" sldId="289"/>
            <ac:inkMk id="461" creationId="{F9DF9FE0-04F9-8573-581F-B17E3BA0FDA6}"/>
          </ac:inkMkLst>
        </pc:inkChg>
        <pc:inkChg chg="add mod reco modStrokes">
          <ac:chgData name="Bhowmik, Sayan" userId="2b51cadb-156e-4c9a-99fc-6d2138739850" providerId="ADAL" clId="{B48CEC18-FC47-1145-A962-E2D59C8BC636}" dt="2023-09-09T15:55:20.275" v="461" actId="1076"/>
          <ac:inkMkLst>
            <pc:docMk/>
            <pc:sldMk cId="2546788497" sldId="289"/>
            <ac:inkMk id="462" creationId="{A37CD8AD-F69B-1349-1B3E-93554C3BED59}"/>
          </ac:inkMkLst>
        </pc:inkChg>
        <pc:inkChg chg="add del">
          <ac:chgData name="Bhowmik, Sayan" userId="2b51cadb-156e-4c9a-99fc-6d2138739850" providerId="ADAL" clId="{B48CEC18-FC47-1145-A962-E2D59C8BC636}" dt="2023-09-09T21:59:30.531" v="635"/>
          <ac:inkMkLst>
            <pc:docMk/>
            <pc:sldMk cId="2546788497" sldId="289"/>
            <ac:inkMk id="463" creationId="{1396544C-871F-702C-0AB5-44CA05CF6859}"/>
          </ac:inkMkLst>
        </pc:inkChg>
        <pc:inkChg chg="add del">
          <ac:chgData name="Bhowmik, Sayan" userId="2b51cadb-156e-4c9a-99fc-6d2138739850" providerId="ADAL" clId="{B48CEC18-FC47-1145-A962-E2D59C8BC636}" dt="2023-09-09T15:54:53.800" v="452"/>
          <ac:inkMkLst>
            <pc:docMk/>
            <pc:sldMk cId="2546788497" sldId="289"/>
            <ac:inkMk id="463" creationId="{61BADB65-C6AD-0632-A756-C483F9C6066E}"/>
          </ac:inkMkLst>
        </pc:inkChg>
        <pc:inkChg chg="add reco">
          <ac:chgData name="Bhowmik, Sayan" userId="2b51cadb-156e-4c9a-99fc-6d2138739850" providerId="ADAL" clId="{B48CEC18-FC47-1145-A962-E2D59C8BC636}" dt="2023-09-09T21:59:30.531" v="635"/>
          <ac:inkMkLst>
            <pc:docMk/>
            <pc:sldMk cId="2546788497" sldId="289"/>
            <ac:inkMk id="464" creationId="{04368B85-8F3B-79BB-408E-ACB0561B8F67}"/>
          </ac:inkMkLst>
        </pc:inkChg>
        <pc:inkChg chg="add del">
          <ac:chgData name="Bhowmik, Sayan" userId="2b51cadb-156e-4c9a-99fc-6d2138739850" providerId="ADAL" clId="{B48CEC18-FC47-1145-A962-E2D59C8BC636}" dt="2023-09-09T15:54:53.800" v="452"/>
          <ac:inkMkLst>
            <pc:docMk/>
            <pc:sldMk cId="2546788497" sldId="289"/>
            <ac:inkMk id="464" creationId="{77D3948E-22C8-C81D-0053-EEF775E337AC}"/>
          </ac:inkMkLst>
        </pc:inkChg>
        <pc:inkChg chg="add">
          <ac:chgData name="Bhowmik, Sayan" userId="2b51cadb-156e-4c9a-99fc-6d2138739850" providerId="ADAL" clId="{B48CEC18-FC47-1145-A962-E2D59C8BC636}" dt="2023-09-09T22:02:18.917" v="637"/>
          <ac:inkMkLst>
            <pc:docMk/>
            <pc:sldMk cId="2546788497" sldId="289"/>
            <ac:inkMk id="465" creationId="{040FA966-F619-2C4B-F4F0-4FF7D0F72525}"/>
          </ac:inkMkLst>
        </pc:inkChg>
        <pc:inkChg chg="add del reco">
          <ac:chgData name="Bhowmik, Sayan" userId="2b51cadb-156e-4c9a-99fc-6d2138739850" providerId="ADAL" clId="{B48CEC18-FC47-1145-A962-E2D59C8BC636}" dt="2023-09-09T15:55:03" v="454"/>
          <ac:inkMkLst>
            <pc:docMk/>
            <pc:sldMk cId="2546788497" sldId="289"/>
            <ac:inkMk id="465" creationId="{3BE1B904-8741-8AB3-DE0A-23F1E0096C0F}"/>
          </ac:inkMkLst>
        </pc:inkChg>
        <pc:inkChg chg="add">
          <ac:chgData name="Bhowmik, Sayan" userId="2b51cadb-156e-4c9a-99fc-6d2138739850" providerId="ADAL" clId="{B48CEC18-FC47-1145-A962-E2D59C8BC636}" dt="2023-09-09T22:02:19.565" v="638"/>
          <ac:inkMkLst>
            <pc:docMk/>
            <pc:sldMk cId="2546788497" sldId="289"/>
            <ac:inkMk id="466" creationId="{BF3F5359-1CC9-F6B5-DF49-C14D3C9FBA39}"/>
          </ac:inkMkLst>
        </pc:inkChg>
        <pc:inkChg chg="add del">
          <ac:chgData name="Bhowmik, Sayan" userId="2b51cadb-156e-4c9a-99fc-6d2138739850" providerId="ADAL" clId="{B48CEC18-FC47-1145-A962-E2D59C8BC636}" dt="2023-09-09T15:55:11.562" v="460"/>
          <ac:inkMkLst>
            <pc:docMk/>
            <pc:sldMk cId="2546788497" sldId="289"/>
            <ac:inkMk id="466" creationId="{D79D541E-2B32-6DD7-08CC-3AA61F36D885}"/>
          </ac:inkMkLst>
        </pc:inkChg>
        <pc:inkChg chg="add">
          <ac:chgData name="Bhowmik, Sayan" userId="2b51cadb-156e-4c9a-99fc-6d2138739850" providerId="ADAL" clId="{B48CEC18-FC47-1145-A962-E2D59C8BC636}" dt="2023-09-09T22:02:20.128" v="639"/>
          <ac:inkMkLst>
            <pc:docMk/>
            <pc:sldMk cId="2546788497" sldId="289"/>
            <ac:inkMk id="467" creationId="{133D7172-31AA-2C90-82C8-A14E327AB62F}"/>
          </ac:inkMkLst>
        </pc:inkChg>
        <pc:inkChg chg="add del">
          <ac:chgData name="Bhowmik, Sayan" userId="2b51cadb-156e-4c9a-99fc-6d2138739850" providerId="ADAL" clId="{B48CEC18-FC47-1145-A962-E2D59C8BC636}" dt="2023-09-09T15:55:10.752" v="459"/>
          <ac:inkMkLst>
            <pc:docMk/>
            <pc:sldMk cId="2546788497" sldId="289"/>
            <ac:inkMk id="467" creationId="{AAEB819F-DEEF-A0D1-07EF-53B11B9355CC}"/>
          </ac:inkMkLst>
        </pc:inkChg>
        <pc:inkChg chg="add del reco">
          <ac:chgData name="Bhowmik, Sayan" userId="2b51cadb-156e-4c9a-99fc-6d2138739850" providerId="ADAL" clId="{B48CEC18-FC47-1145-A962-E2D59C8BC636}" dt="2023-09-09T15:55:10.752" v="459"/>
          <ac:inkMkLst>
            <pc:docMk/>
            <pc:sldMk cId="2546788497" sldId="289"/>
            <ac:inkMk id="468" creationId="{9FA35EDC-F4B9-0FCA-E376-750EDABEE91D}"/>
          </ac:inkMkLst>
        </pc:inkChg>
        <pc:inkChg chg="add del">
          <ac:chgData name="Bhowmik, Sayan" userId="2b51cadb-156e-4c9a-99fc-6d2138739850" providerId="ADAL" clId="{B48CEC18-FC47-1145-A962-E2D59C8BC636}" dt="2023-09-09T15:55:25.378" v="464"/>
          <ac:inkMkLst>
            <pc:docMk/>
            <pc:sldMk cId="2546788497" sldId="289"/>
            <ac:inkMk id="469" creationId="{EB8CAB74-37E8-C240-1084-8713F0B5EB7F}"/>
          </ac:inkMkLst>
        </pc:inkChg>
        <pc:inkChg chg="add del">
          <ac:chgData name="Bhowmik, Sayan" userId="2b51cadb-156e-4c9a-99fc-6d2138739850" providerId="ADAL" clId="{B48CEC18-FC47-1145-A962-E2D59C8BC636}" dt="2023-09-09T15:55:25.378" v="464"/>
          <ac:inkMkLst>
            <pc:docMk/>
            <pc:sldMk cId="2546788497" sldId="289"/>
            <ac:inkMk id="470" creationId="{6CF55694-AC39-93F4-ACDA-59E12B12008A}"/>
          </ac:inkMkLst>
        </pc:inkChg>
        <pc:inkChg chg="add mod reco modStrokes">
          <ac:chgData name="Bhowmik, Sayan" userId="2b51cadb-156e-4c9a-99fc-6d2138739850" providerId="ADAL" clId="{B48CEC18-FC47-1145-A962-E2D59C8BC636}" dt="2023-09-09T21:54:53.249" v="554"/>
          <ac:inkMkLst>
            <pc:docMk/>
            <pc:sldMk cId="2546788497" sldId="289"/>
            <ac:inkMk id="471" creationId="{FDA46C5E-47FD-D8C3-7082-823AFD57F6FC}"/>
          </ac:inkMkLst>
        </pc:inkChg>
        <pc:inkChg chg="add del">
          <ac:chgData name="Bhowmik, Sayan" userId="2b51cadb-156e-4c9a-99fc-6d2138739850" providerId="ADAL" clId="{B48CEC18-FC47-1145-A962-E2D59C8BC636}" dt="2023-09-09T15:55:28.444" v="469"/>
          <ac:inkMkLst>
            <pc:docMk/>
            <pc:sldMk cId="2546788497" sldId="289"/>
            <ac:inkMk id="472" creationId="{8621141D-315F-B7BD-4B7D-762707AA74D6}"/>
          </ac:inkMkLst>
        </pc:inkChg>
        <pc:inkChg chg="add del">
          <ac:chgData name="Bhowmik, Sayan" userId="2b51cadb-156e-4c9a-99fc-6d2138739850" providerId="ADAL" clId="{B48CEC18-FC47-1145-A962-E2D59C8BC636}" dt="2023-09-09T15:55:28.444" v="469"/>
          <ac:inkMkLst>
            <pc:docMk/>
            <pc:sldMk cId="2546788497" sldId="289"/>
            <ac:inkMk id="473" creationId="{4449E664-8230-C998-BD3B-E3E86C8449FD}"/>
          </ac:inkMkLst>
        </pc:inkChg>
        <pc:inkChg chg="add del">
          <ac:chgData name="Bhowmik, Sayan" userId="2b51cadb-156e-4c9a-99fc-6d2138739850" providerId="ADAL" clId="{B48CEC18-FC47-1145-A962-E2D59C8BC636}" dt="2023-09-09T15:55:28.444" v="469"/>
          <ac:inkMkLst>
            <pc:docMk/>
            <pc:sldMk cId="2546788497" sldId="289"/>
            <ac:inkMk id="474" creationId="{B8015537-E545-D7FC-95AF-2280F2CDC11A}"/>
          </ac:inkMkLst>
        </pc:inkChg>
        <pc:inkChg chg="add del">
          <ac:chgData name="Bhowmik, Sayan" userId="2b51cadb-156e-4c9a-99fc-6d2138739850" providerId="ADAL" clId="{B48CEC18-FC47-1145-A962-E2D59C8BC636}" dt="2023-09-09T15:55:28.444" v="469"/>
          <ac:inkMkLst>
            <pc:docMk/>
            <pc:sldMk cId="2546788497" sldId="289"/>
            <ac:inkMk id="475" creationId="{FA0371A9-D7A4-E4D0-551B-02091DD1DD1D}"/>
          </ac:inkMkLst>
        </pc:inkChg>
        <pc:inkChg chg="add mod reco modStrokes">
          <ac:chgData name="Bhowmik, Sayan" userId="2b51cadb-156e-4c9a-99fc-6d2138739850" providerId="ADAL" clId="{B48CEC18-FC47-1145-A962-E2D59C8BC636}" dt="2023-09-09T21:54:49.785" v="551"/>
          <ac:inkMkLst>
            <pc:docMk/>
            <pc:sldMk cId="2546788497" sldId="289"/>
            <ac:inkMk id="476" creationId="{64B74805-DBE8-B0D4-FD40-3C4CDB348A25}"/>
          </ac:inkMkLst>
        </pc:inkChg>
        <pc:inkChg chg="add mod reco modStrokes">
          <ac:chgData name="Bhowmik, Sayan" userId="2b51cadb-156e-4c9a-99fc-6d2138739850" providerId="ADAL" clId="{B48CEC18-FC47-1145-A962-E2D59C8BC636}" dt="2023-09-09T21:54:50.954" v="552"/>
          <ac:inkMkLst>
            <pc:docMk/>
            <pc:sldMk cId="2546788497" sldId="289"/>
            <ac:inkMk id="477" creationId="{B97EBDE5-2776-2252-965C-E016954DB92D}"/>
          </ac:inkMkLst>
        </pc:inkChg>
        <pc:inkChg chg="add del">
          <ac:chgData name="Bhowmik, Sayan" userId="2b51cadb-156e-4c9a-99fc-6d2138739850" providerId="ADAL" clId="{B48CEC18-FC47-1145-A962-E2D59C8BC636}" dt="2023-09-09T15:55:56.013" v="484"/>
          <ac:inkMkLst>
            <pc:docMk/>
            <pc:sldMk cId="2546788497" sldId="289"/>
            <ac:inkMk id="478" creationId="{5AF32536-AA70-66A5-32CC-7A3B066D29D7}"/>
          </ac:inkMkLst>
        </pc:inkChg>
        <pc:inkChg chg="add del">
          <ac:chgData name="Bhowmik, Sayan" userId="2b51cadb-156e-4c9a-99fc-6d2138739850" providerId="ADAL" clId="{B48CEC18-FC47-1145-A962-E2D59C8BC636}" dt="2023-09-09T15:55:55.477" v="483"/>
          <ac:inkMkLst>
            <pc:docMk/>
            <pc:sldMk cId="2546788497" sldId="289"/>
            <ac:inkMk id="479" creationId="{052C0994-E47B-1982-7260-9837021F0102}"/>
          </ac:inkMkLst>
        </pc:inkChg>
        <pc:inkChg chg="add del">
          <ac:chgData name="Bhowmik, Sayan" userId="2b51cadb-156e-4c9a-99fc-6d2138739850" providerId="ADAL" clId="{B48CEC18-FC47-1145-A962-E2D59C8BC636}" dt="2023-09-09T15:55:55.059" v="482"/>
          <ac:inkMkLst>
            <pc:docMk/>
            <pc:sldMk cId="2546788497" sldId="289"/>
            <ac:inkMk id="480" creationId="{A1660F1C-CD9F-982F-0915-113F63EB8C16}"/>
          </ac:inkMkLst>
        </pc:inkChg>
        <pc:inkChg chg="add del">
          <ac:chgData name="Bhowmik, Sayan" userId="2b51cadb-156e-4c9a-99fc-6d2138739850" providerId="ADAL" clId="{B48CEC18-FC47-1145-A962-E2D59C8BC636}" dt="2023-09-09T15:55:54.795" v="481"/>
          <ac:inkMkLst>
            <pc:docMk/>
            <pc:sldMk cId="2546788497" sldId="289"/>
            <ac:inkMk id="481" creationId="{544D5F13-264E-B9BE-DD86-66DCCAC076BF}"/>
          </ac:inkMkLst>
        </pc:inkChg>
        <pc:inkChg chg="add del">
          <ac:chgData name="Bhowmik, Sayan" userId="2b51cadb-156e-4c9a-99fc-6d2138739850" providerId="ADAL" clId="{B48CEC18-FC47-1145-A962-E2D59C8BC636}" dt="2023-09-09T15:55:54.162" v="480"/>
          <ac:inkMkLst>
            <pc:docMk/>
            <pc:sldMk cId="2546788497" sldId="289"/>
            <ac:inkMk id="482" creationId="{EEE0ED67-49C0-20E7-37BE-459F654D3FA8}"/>
          </ac:inkMkLst>
        </pc:inkChg>
        <pc:inkChg chg="add del">
          <ac:chgData name="Bhowmik, Sayan" userId="2b51cadb-156e-4c9a-99fc-6d2138739850" providerId="ADAL" clId="{B48CEC18-FC47-1145-A962-E2D59C8BC636}" dt="2023-09-09T15:55:53.742" v="479"/>
          <ac:inkMkLst>
            <pc:docMk/>
            <pc:sldMk cId="2546788497" sldId="289"/>
            <ac:inkMk id="483" creationId="{A7CE5A88-C5CE-17BE-4C4E-9653444E5226}"/>
          </ac:inkMkLst>
        </pc:inkChg>
        <pc:inkChg chg="add del">
          <ac:chgData name="Bhowmik, Sayan" userId="2b51cadb-156e-4c9a-99fc-6d2138739850" providerId="ADAL" clId="{B48CEC18-FC47-1145-A962-E2D59C8BC636}" dt="2023-09-09T15:55:53.507" v="478"/>
          <ac:inkMkLst>
            <pc:docMk/>
            <pc:sldMk cId="2546788497" sldId="289"/>
            <ac:inkMk id="484" creationId="{5897225C-31F5-3E9C-5781-197BBEA26254}"/>
          </ac:inkMkLst>
        </pc:inkChg>
        <pc:inkChg chg="add del reco">
          <ac:chgData name="Bhowmik, Sayan" userId="2b51cadb-156e-4c9a-99fc-6d2138739850" providerId="ADAL" clId="{B48CEC18-FC47-1145-A962-E2D59C8BC636}" dt="2023-09-09T15:55:53.507" v="478"/>
          <ac:inkMkLst>
            <pc:docMk/>
            <pc:sldMk cId="2546788497" sldId="289"/>
            <ac:inkMk id="485" creationId="{08A6603C-DD9F-74DD-6F3B-E0E5216A9019}"/>
          </ac:inkMkLst>
        </pc:inkChg>
        <pc:inkChg chg="add">
          <ac:chgData name="Bhowmik, Sayan" userId="2b51cadb-156e-4c9a-99fc-6d2138739850" providerId="ADAL" clId="{B48CEC18-FC47-1145-A962-E2D59C8BC636}" dt="2023-09-09T15:56:11.180" v="485"/>
          <ac:inkMkLst>
            <pc:docMk/>
            <pc:sldMk cId="2546788497" sldId="289"/>
            <ac:inkMk id="486" creationId="{0887BE3E-CD55-23A0-74BA-2D8BA540DC72}"/>
          </ac:inkMkLst>
        </pc:inkChg>
        <pc:inkChg chg="add del">
          <ac:chgData name="Bhowmik, Sayan" userId="2b51cadb-156e-4c9a-99fc-6d2138739850" providerId="ADAL" clId="{B48CEC18-FC47-1145-A962-E2D59C8BC636}" dt="2023-09-09T15:56:28.107" v="488"/>
          <ac:inkMkLst>
            <pc:docMk/>
            <pc:sldMk cId="2546788497" sldId="289"/>
            <ac:inkMk id="487" creationId="{D00E3296-874B-5102-95E3-9E389FC1AD4D}"/>
          </ac:inkMkLst>
        </pc:inkChg>
        <pc:inkChg chg="add del">
          <ac:chgData name="Bhowmik, Sayan" userId="2b51cadb-156e-4c9a-99fc-6d2138739850" providerId="ADAL" clId="{B48CEC18-FC47-1145-A962-E2D59C8BC636}" dt="2023-09-09T15:56:28.107" v="488"/>
          <ac:inkMkLst>
            <pc:docMk/>
            <pc:sldMk cId="2546788497" sldId="289"/>
            <ac:inkMk id="488" creationId="{78133EDA-C9E1-14C0-756C-79BF72C0C496}"/>
          </ac:inkMkLst>
        </pc:inkChg>
        <pc:inkChg chg="add reco">
          <ac:chgData name="Bhowmik, Sayan" userId="2b51cadb-156e-4c9a-99fc-6d2138739850" providerId="ADAL" clId="{B48CEC18-FC47-1145-A962-E2D59C8BC636}" dt="2023-09-09T15:56:28.107" v="488"/>
          <ac:inkMkLst>
            <pc:docMk/>
            <pc:sldMk cId="2546788497" sldId="289"/>
            <ac:inkMk id="489" creationId="{9B85103A-2BC4-7C9A-272B-A35BDCC7BAAA}"/>
          </ac:inkMkLst>
        </pc:inkChg>
        <pc:inkChg chg="add del">
          <ac:chgData name="Bhowmik, Sayan" userId="2b51cadb-156e-4c9a-99fc-6d2138739850" providerId="ADAL" clId="{B48CEC18-FC47-1145-A962-E2D59C8BC636}" dt="2023-09-09T15:56:31.009" v="492"/>
          <ac:inkMkLst>
            <pc:docMk/>
            <pc:sldMk cId="2546788497" sldId="289"/>
            <ac:inkMk id="490" creationId="{D07CCDC5-07B7-D7AE-CBFD-F22731796A26}"/>
          </ac:inkMkLst>
        </pc:inkChg>
        <pc:inkChg chg="add del">
          <ac:chgData name="Bhowmik, Sayan" userId="2b51cadb-156e-4c9a-99fc-6d2138739850" providerId="ADAL" clId="{B48CEC18-FC47-1145-A962-E2D59C8BC636}" dt="2023-09-09T15:56:31.009" v="492"/>
          <ac:inkMkLst>
            <pc:docMk/>
            <pc:sldMk cId="2546788497" sldId="289"/>
            <ac:inkMk id="491" creationId="{7D26B025-13A0-9BE4-AB37-FCDF55DFEB91}"/>
          </ac:inkMkLst>
        </pc:inkChg>
        <pc:inkChg chg="add del">
          <ac:chgData name="Bhowmik, Sayan" userId="2b51cadb-156e-4c9a-99fc-6d2138739850" providerId="ADAL" clId="{B48CEC18-FC47-1145-A962-E2D59C8BC636}" dt="2023-09-09T15:56:31.009" v="492"/>
          <ac:inkMkLst>
            <pc:docMk/>
            <pc:sldMk cId="2546788497" sldId="289"/>
            <ac:inkMk id="492" creationId="{C3FB755C-6647-FFF3-29C9-F2F2F95047BF}"/>
          </ac:inkMkLst>
        </pc:inkChg>
        <pc:inkChg chg="add mod reco modStrokes">
          <ac:chgData name="Bhowmik, Sayan" userId="2b51cadb-156e-4c9a-99fc-6d2138739850" providerId="ADAL" clId="{B48CEC18-FC47-1145-A962-E2D59C8BC636}" dt="2023-09-09T21:54:48.756" v="550"/>
          <ac:inkMkLst>
            <pc:docMk/>
            <pc:sldMk cId="2546788497" sldId="289"/>
            <ac:inkMk id="493" creationId="{9B86E8EA-7136-05B2-5493-9C8377CB01DD}"/>
          </ac:inkMkLst>
        </pc:inkChg>
        <pc:inkChg chg="add">
          <ac:chgData name="Bhowmik, Sayan" userId="2b51cadb-156e-4c9a-99fc-6d2138739850" providerId="ADAL" clId="{B48CEC18-FC47-1145-A962-E2D59C8BC636}" dt="2023-09-09T15:56:40.209" v="493"/>
          <ac:inkMkLst>
            <pc:docMk/>
            <pc:sldMk cId="2546788497" sldId="289"/>
            <ac:inkMk id="494" creationId="{28743E2B-B419-C34C-81B0-57F454BDF715}"/>
          </ac:inkMkLst>
        </pc:inkChg>
        <pc:inkChg chg="add del">
          <ac:chgData name="Bhowmik, Sayan" userId="2b51cadb-156e-4c9a-99fc-6d2138739850" providerId="ADAL" clId="{B48CEC18-FC47-1145-A962-E2D59C8BC636}" dt="2023-09-09T15:56:47.745" v="497"/>
          <ac:inkMkLst>
            <pc:docMk/>
            <pc:sldMk cId="2546788497" sldId="289"/>
            <ac:inkMk id="495" creationId="{0F3726ED-03D4-8697-1196-6BFB88032547}"/>
          </ac:inkMkLst>
        </pc:inkChg>
        <pc:inkChg chg="add del">
          <ac:chgData name="Bhowmik, Sayan" userId="2b51cadb-156e-4c9a-99fc-6d2138739850" providerId="ADAL" clId="{B48CEC18-FC47-1145-A962-E2D59C8BC636}" dt="2023-09-09T15:56:47.745" v="497"/>
          <ac:inkMkLst>
            <pc:docMk/>
            <pc:sldMk cId="2546788497" sldId="289"/>
            <ac:inkMk id="496" creationId="{C2B96229-DF22-7551-2D1E-EAE97DB6BF68}"/>
          </ac:inkMkLst>
        </pc:inkChg>
        <pc:inkChg chg="add del reco">
          <ac:chgData name="Bhowmik, Sayan" userId="2b51cadb-156e-4c9a-99fc-6d2138739850" providerId="ADAL" clId="{B48CEC18-FC47-1145-A962-E2D59C8BC636}" dt="2023-09-09T15:56:47.745" v="497"/>
          <ac:inkMkLst>
            <pc:docMk/>
            <pc:sldMk cId="2546788497" sldId="289"/>
            <ac:inkMk id="497" creationId="{BC468D07-F9AF-85E1-AAA9-857CB6B68C0C}"/>
          </ac:inkMkLst>
        </pc:inkChg>
        <pc:inkChg chg="add del">
          <ac:chgData name="Bhowmik, Sayan" userId="2b51cadb-156e-4c9a-99fc-6d2138739850" providerId="ADAL" clId="{B48CEC18-FC47-1145-A962-E2D59C8BC636}" dt="2023-09-09T15:57:17.989" v="513"/>
          <ac:inkMkLst>
            <pc:docMk/>
            <pc:sldMk cId="2546788497" sldId="289"/>
            <ac:inkMk id="498" creationId="{52252D2F-BB25-D3F3-5799-8C5D469E1891}"/>
          </ac:inkMkLst>
        </pc:inkChg>
        <pc:inkChg chg="add del">
          <ac:chgData name="Bhowmik, Sayan" userId="2b51cadb-156e-4c9a-99fc-6d2138739850" providerId="ADAL" clId="{B48CEC18-FC47-1145-A962-E2D59C8BC636}" dt="2023-09-09T21:54:54.968" v="556"/>
          <ac:inkMkLst>
            <pc:docMk/>
            <pc:sldMk cId="2546788497" sldId="289"/>
            <ac:inkMk id="499" creationId="{5FFAC84B-423E-4B20-7CE6-0D75A157F0C9}"/>
          </ac:inkMkLst>
        </pc:inkChg>
        <pc:inkChg chg="add del">
          <ac:chgData name="Bhowmik, Sayan" userId="2b51cadb-156e-4c9a-99fc-6d2138739850" providerId="ADAL" clId="{B48CEC18-FC47-1145-A962-E2D59C8BC636}" dt="2023-09-09T15:57:17.989" v="513"/>
          <ac:inkMkLst>
            <pc:docMk/>
            <pc:sldMk cId="2546788497" sldId="289"/>
            <ac:inkMk id="500" creationId="{B6F85798-9EA2-FB42-3D2E-B8734B678242}"/>
          </ac:inkMkLst>
        </pc:inkChg>
        <pc:inkChg chg="add del reco">
          <ac:chgData name="Bhowmik, Sayan" userId="2b51cadb-156e-4c9a-99fc-6d2138739850" providerId="ADAL" clId="{B48CEC18-FC47-1145-A962-E2D59C8BC636}" dt="2023-09-09T15:57:17.989" v="513"/>
          <ac:inkMkLst>
            <pc:docMk/>
            <pc:sldMk cId="2546788497" sldId="289"/>
            <ac:inkMk id="501" creationId="{04C770BB-19DC-2C5A-A4D3-DEFEC3C76754}"/>
          </ac:inkMkLst>
        </pc:inkChg>
        <pc:inkChg chg="add del">
          <ac:chgData name="Bhowmik, Sayan" userId="2b51cadb-156e-4c9a-99fc-6d2138739850" providerId="ADAL" clId="{B48CEC18-FC47-1145-A962-E2D59C8BC636}" dt="2023-09-09T15:57:16.752" v="512"/>
          <ac:inkMkLst>
            <pc:docMk/>
            <pc:sldMk cId="2546788497" sldId="289"/>
            <ac:inkMk id="502" creationId="{6F19B5C8-724C-EF24-81AF-67BE04928AEA}"/>
          </ac:inkMkLst>
        </pc:inkChg>
        <pc:inkChg chg="add del">
          <ac:chgData name="Bhowmik, Sayan" userId="2b51cadb-156e-4c9a-99fc-6d2138739850" providerId="ADAL" clId="{B48CEC18-FC47-1145-A962-E2D59C8BC636}" dt="2023-09-09T15:57:16.188" v="511"/>
          <ac:inkMkLst>
            <pc:docMk/>
            <pc:sldMk cId="2546788497" sldId="289"/>
            <ac:inkMk id="503" creationId="{3B51DBF1-FEEC-33BD-CFE6-3D48396A5CC4}"/>
          </ac:inkMkLst>
        </pc:inkChg>
        <pc:inkChg chg="add del">
          <ac:chgData name="Bhowmik, Sayan" userId="2b51cadb-156e-4c9a-99fc-6d2138739850" providerId="ADAL" clId="{B48CEC18-FC47-1145-A962-E2D59C8BC636}" dt="2023-09-09T15:57:15.819" v="510"/>
          <ac:inkMkLst>
            <pc:docMk/>
            <pc:sldMk cId="2546788497" sldId="289"/>
            <ac:inkMk id="504" creationId="{745A45E0-1D64-1644-1313-A55A38D09526}"/>
          </ac:inkMkLst>
        </pc:inkChg>
        <pc:inkChg chg="add del">
          <ac:chgData name="Bhowmik, Sayan" userId="2b51cadb-156e-4c9a-99fc-6d2138739850" providerId="ADAL" clId="{B48CEC18-FC47-1145-A962-E2D59C8BC636}" dt="2023-09-09T15:57:14.919" v="509"/>
          <ac:inkMkLst>
            <pc:docMk/>
            <pc:sldMk cId="2546788497" sldId="289"/>
            <ac:inkMk id="505" creationId="{6540CFCA-B8B4-4678-C54B-1C955AF6E9BC}"/>
          </ac:inkMkLst>
        </pc:inkChg>
        <pc:inkChg chg="add del">
          <ac:chgData name="Bhowmik, Sayan" userId="2b51cadb-156e-4c9a-99fc-6d2138739850" providerId="ADAL" clId="{B48CEC18-FC47-1145-A962-E2D59C8BC636}" dt="2023-09-09T15:57:14.645" v="508"/>
          <ac:inkMkLst>
            <pc:docMk/>
            <pc:sldMk cId="2546788497" sldId="289"/>
            <ac:inkMk id="506" creationId="{86DE8C3E-02FF-8493-5E35-25177E508E6D}"/>
          </ac:inkMkLst>
        </pc:inkChg>
        <pc:inkChg chg="add del reco">
          <ac:chgData name="Bhowmik, Sayan" userId="2b51cadb-156e-4c9a-99fc-6d2138739850" providerId="ADAL" clId="{B48CEC18-FC47-1145-A962-E2D59C8BC636}" dt="2023-09-09T15:57:14.645" v="508"/>
          <ac:inkMkLst>
            <pc:docMk/>
            <pc:sldMk cId="2546788497" sldId="289"/>
            <ac:inkMk id="507" creationId="{5BD16E91-5DB8-0356-DD4D-27B164A8DDE1}"/>
          </ac:inkMkLst>
        </pc:inkChg>
        <pc:inkChg chg="add del">
          <ac:chgData name="Bhowmik, Sayan" userId="2b51cadb-156e-4c9a-99fc-6d2138739850" providerId="ADAL" clId="{B48CEC18-FC47-1145-A962-E2D59C8BC636}" dt="2023-09-09T21:54:54.002" v="555"/>
          <ac:inkMkLst>
            <pc:docMk/>
            <pc:sldMk cId="2546788497" sldId="289"/>
            <ac:inkMk id="508" creationId="{DBC74254-CCEC-80CD-716C-72CAC4F1D029}"/>
          </ac:inkMkLst>
        </pc:inkChg>
        <pc:inkChg chg="add del">
          <ac:chgData name="Bhowmik, Sayan" userId="2b51cadb-156e-4c9a-99fc-6d2138739850" providerId="ADAL" clId="{B48CEC18-FC47-1145-A962-E2D59C8BC636}" dt="2023-09-09T15:57:26.130" v="518"/>
          <ac:inkMkLst>
            <pc:docMk/>
            <pc:sldMk cId="2546788497" sldId="289"/>
            <ac:inkMk id="509" creationId="{F0377A74-3BA2-D574-B983-5A1E4720E33D}"/>
          </ac:inkMkLst>
        </pc:inkChg>
        <pc:inkChg chg="add del">
          <ac:chgData name="Bhowmik, Sayan" userId="2b51cadb-156e-4c9a-99fc-6d2138739850" providerId="ADAL" clId="{B48CEC18-FC47-1145-A962-E2D59C8BC636}" dt="2023-09-09T15:57:26.130" v="518"/>
          <ac:inkMkLst>
            <pc:docMk/>
            <pc:sldMk cId="2546788497" sldId="289"/>
            <ac:inkMk id="510" creationId="{389FB4D3-8272-F0EB-C321-8AC5E6E61057}"/>
          </ac:inkMkLst>
        </pc:inkChg>
        <pc:inkChg chg="add del">
          <ac:chgData name="Bhowmik, Sayan" userId="2b51cadb-156e-4c9a-99fc-6d2138739850" providerId="ADAL" clId="{B48CEC18-FC47-1145-A962-E2D59C8BC636}" dt="2023-09-09T15:57:26.130" v="518"/>
          <ac:inkMkLst>
            <pc:docMk/>
            <pc:sldMk cId="2546788497" sldId="289"/>
            <ac:inkMk id="511" creationId="{12F4CB9B-AFC5-9958-F97E-E4EADF94447D}"/>
          </ac:inkMkLst>
        </pc:inkChg>
        <pc:inkChg chg="add reco">
          <ac:chgData name="Bhowmik, Sayan" userId="2b51cadb-156e-4c9a-99fc-6d2138739850" providerId="ADAL" clId="{B48CEC18-FC47-1145-A962-E2D59C8BC636}" dt="2023-09-09T15:57:26.130" v="518"/>
          <ac:inkMkLst>
            <pc:docMk/>
            <pc:sldMk cId="2546788497" sldId="289"/>
            <ac:inkMk id="512" creationId="{30184299-C770-8CBF-8F01-150E6DD2682C}"/>
          </ac:inkMkLst>
        </pc:inkChg>
        <pc:inkChg chg="add del">
          <ac:chgData name="Bhowmik, Sayan" userId="2b51cadb-156e-4c9a-99fc-6d2138739850" providerId="ADAL" clId="{B48CEC18-FC47-1145-A962-E2D59C8BC636}" dt="2023-09-09T15:57:28.169" v="521"/>
          <ac:inkMkLst>
            <pc:docMk/>
            <pc:sldMk cId="2546788497" sldId="289"/>
            <ac:inkMk id="513" creationId="{05628CE9-8AD9-9E56-1035-1B91EC41D47C}"/>
          </ac:inkMkLst>
        </pc:inkChg>
        <pc:inkChg chg="add del">
          <ac:chgData name="Bhowmik, Sayan" userId="2b51cadb-156e-4c9a-99fc-6d2138739850" providerId="ADAL" clId="{B48CEC18-FC47-1145-A962-E2D59C8BC636}" dt="2023-09-09T15:57:28.169" v="521"/>
          <ac:inkMkLst>
            <pc:docMk/>
            <pc:sldMk cId="2546788497" sldId="289"/>
            <ac:inkMk id="514" creationId="{5924C8C6-8735-B63C-7308-C46DD53ACFC3}"/>
          </ac:inkMkLst>
        </pc:inkChg>
        <pc:inkChg chg="add del reco">
          <ac:chgData name="Bhowmik, Sayan" userId="2b51cadb-156e-4c9a-99fc-6d2138739850" providerId="ADAL" clId="{B48CEC18-FC47-1145-A962-E2D59C8BC636}" dt="2023-09-09T21:54:51.368" v="553"/>
          <ac:inkMkLst>
            <pc:docMk/>
            <pc:sldMk cId="2546788497" sldId="289"/>
            <ac:inkMk id="515" creationId="{DC76896C-49EA-1278-3291-EDBF5AEB6582}"/>
          </ac:inkMkLst>
        </pc:inkChg>
      </pc:sldChg>
      <pc:sldChg chg="addSp delSp modSp">
        <pc:chgData name="Bhowmik, Sayan" userId="2b51cadb-156e-4c9a-99fc-6d2138739850" providerId="ADAL" clId="{B48CEC18-FC47-1145-A962-E2D59C8BC636}" dt="2023-09-09T22:40:33.363" v="856"/>
        <pc:sldMkLst>
          <pc:docMk/>
          <pc:sldMk cId="3619516557" sldId="290"/>
        </pc:sldMkLst>
        <pc:inkChg chg="add del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2" creationId="{9143010D-796C-30DE-22D0-AA6DB17D3D25}"/>
          </ac:inkMkLst>
        </pc:inkChg>
        <pc:inkChg chg="add del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3" creationId="{D29BFADA-9379-3BCB-6041-E82A6009DD6D}"/>
          </ac:inkMkLst>
        </pc:inkChg>
        <pc:inkChg chg="add del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9" creationId="{EEAB25BF-6279-9745-22D0-4AFF02943B11}"/>
          </ac:inkMkLst>
        </pc:inkChg>
        <pc:inkChg chg="add del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10" creationId="{AEE32ACB-26E9-56AC-FF9E-DCA1DB5379F8}"/>
          </ac:inkMkLst>
        </pc:inkChg>
        <pc:inkChg chg="add del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11" creationId="{893F9588-AD95-AB68-023A-2BA01DEDA938}"/>
          </ac:inkMkLst>
        </pc:inkChg>
        <pc:inkChg chg="add del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12" creationId="{F17EF5E9-54B6-3C1C-C201-AA1B2758C32E}"/>
          </ac:inkMkLst>
        </pc:inkChg>
        <pc:inkChg chg="add del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13" creationId="{C5317589-455C-8705-4890-72973E616BFE}"/>
          </ac:inkMkLst>
        </pc:inkChg>
        <pc:inkChg chg="add del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14" creationId="{43B6D4D5-B4B3-6B6C-165C-04BC8B6081E1}"/>
          </ac:inkMkLst>
        </pc:inkChg>
        <pc:inkChg chg="add reco">
          <ac:chgData name="Bhowmik, Sayan" userId="2b51cadb-156e-4c9a-99fc-6d2138739850" providerId="ADAL" clId="{B48CEC18-FC47-1145-A962-E2D59C8BC636}" dt="2023-09-09T22:34:26.931" v="648"/>
          <ac:inkMkLst>
            <pc:docMk/>
            <pc:sldMk cId="3619516557" sldId="290"/>
            <ac:inkMk id="15" creationId="{C05F6DDA-CCAF-EF81-53C9-6AC8D6A35DDD}"/>
          </ac:inkMkLst>
        </pc:inkChg>
        <pc:inkChg chg="add del">
          <ac:chgData name="Bhowmik, Sayan" userId="2b51cadb-156e-4c9a-99fc-6d2138739850" providerId="ADAL" clId="{B48CEC18-FC47-1145-A962-E2D59C8BC636}" dt="2023-09-09T22:34:29.672" v="652"/>
          <ac:inkMkLst>
            <pc:docMk/>
            <pc:sldMk cId="3619516557" sldId="290"/>
            <ac:inkMk id="16" creationId="{E2C47744-8A5D-59F3-3105-992A87141816}"/>
          </ac:inkMkLst>
        </pc:inkChg>
        <pc:inkChg chg="add del">
          <ac:chgData name="Bhowmik, Sayan" userId="2b51cadb-156e-4c9a-99fc-6d2138739850" providerId="ADAL" clId="{B48CEC18-FC47-1145-A962-E2D59C8BC636}" dt="2023-09-09T22:34:29.672" v="652"/>
          <ac:inkMkLst>
            <pc:docMk/>
            <pc:sldMk cId="3619516557" sldId="290"/>
            <ac:inkMk id="17" creationId="{00D6CA25-2CD5-768D-446E-0D84D9713B9A}"/>
          </ac:inkMkLst>
        </pc:inkChg>
        <pc:inkChg chg="add del">
          <ac:chgData name="Bhowmik, Sayan" userId="2b51cadb-156e-4c9a-99fc-6d2138739850" providerId="ADAL" clId="{B48CEC18-FC47-1145-A962-E2D59C8BC636}" dt="2023-09-09T22:34:41.497" v="658"/>
          <ac:inkMkLst>
            <pc:docMk/>
            <pc:sldMk cId="3619516557" sldId="290"/>
            <ac:inkMk id="18" creationId="{B13FA8D5-B9AE-63E7-F3E6-2CDA59024A0E}"/>
          </ac:inkMkLst>
        </pc:inkChg>
        <pc:inkChg chg="add del reco">
          <ac:chgData name="Bhowmik, Sayan" userId="2b51cadb-156e-4c9a-99fc-6d2138739850" providerId="ADAL" clId="{B48CEC18-FC47-1145-A962-E2D59C8BC636}" dt="2023-09-09T22:34:41.500" v="659"/>
          <ac:inkMkLst>
            <pc:docMk/>
            <pc:sldMk cId="3619516557" sldId="290"/>
            <ac:inkMk id="19" creationId="{0BF0FF86-77FC-0329-8D44-14A79F3E3276}"/>
          </ac:inkMkLst>
        </pc:inkChg>
        <pc:inkChg chg="add del">
          <ac:chgData name="Bhowmik, Sayan" userId="2b51cadb-156e-4c9a-99fc-6d2138739850" providerId="ADAL" clId="{B48CEC18-FC47-1145-A962-E2D59C8BC636}" dt="2023-09-09T22:34:33.848" v="656"/>
          <ac:inkMkLst>
            <pc:docMk/>
            <pc:sldMk cId="3619516557" sldId="290"/>
            <ac:inkMk id="20" creationId="{9A834221-A41E-D49C-CD8F-D97311830987}"/>
          </ac:inkMkLst>
        </pc:inkChg>
        <pc:inkChg chg="add del">
          <ac:chgData name="Bhowmik, Sayan" userId="2b51cadb-156e-4c9a-99fc-6d2138739850" providerId="ADAL" clId="{B48CEC18-FC47-1145-A962-E2D59C8BC636}" dt="2023-09-09T22:34:33.848" v="656"/>
          <ac:inkMkLst>
            <pc:docMk/>
            <pc:sldMk cId="3619516557" sldId="290"/>
            <ac:inkMk id="21" creationId="{3B537F4C-D2F5-6543-B728-9FE125CDE7D2}"/>
          </ac:inkMkLst>
        </pc:inkChg>
        <pc:inkChg chg="add del">
          <ac:chgData name="Bhowmik, Sayan" userId="2b51cadb-156e-4c9a-99fc-6d2138739850" providerId="ADAL" clId="{B48CEC18-FC47-1145-A962-E2D59C8BC636}" dt="2023-09-09T22:34:33.848" v="656"/>
          <ac:inkMkLst>
            <pc:docMk/>
            <pc:sldMk cId="3619516557" sldId="290"/>
            <ac:inkMk id="22" creationId="{774CA9DA-86E3-A130-87AE-C71C46F013FE}"/>
          </ac:inkMkLst>
        </pc:inkChg>
        <pc:inkChg chg="add del reco">
          <ac:chgData name="Bhowmik, Sayan" userId="2b51cadb-156e-4c9a-99fc-6d2138739850" providerId="ADAL" clId="{B48CEC18-FC47-1145-A962-E2D59C8BC636}" dt="2023-09-09T22:34:41.495" v="657"/>
          <ac:inkMkLst>
            <pc:docMk/>
            <pc:sldMk cId="3619516557" sldId="290"/>
            <ac:inkMk id="23" creationId="{4412B69E-5522-28DD-22F0-1CD1F40DB68F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24" creationId="{C46E7889-96C6-7ABD-FD62-17609379D52E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25" creationId="{6A065E06-E336-450E-79D2-39FA6B6F9B8A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26" creationId="{73E38660-1038-D6C0-664D-926676E3FD85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27" creationId="{AFB887B2-D75E-4763-6256-2E7B92EEF33D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28" creationId="{33A31E86-5F64-E9D5-9F91-F5ECA7BF3714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29" creationId="{FF98DBA0-D45B-D5CE-9A4C-CB61B3B94D2B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30" creationId="{D429A77E-74C8-2DC6-A3DA-E5446B71CBA2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31" creationId="{CCD293C1-FA2C-9D42-FB4B-CA210ADC3285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32" creationId="{3951DEE7-935E-3AEF-18E0-6B21858B79D5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33" creationId="{F732E6EE-62C2-22DA-B785-11BFAF774E9C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34" creationId="{80220D3F-F232-E9EA-E586-293A28B4BC84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35" creationId="{6D91E501-A8C9-743B-F43D-E07A4DE0A3F1}"/>
          </ac:inkMkLst>
        </pc:inkChg>
        <pc:inkChg chg="add del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36" creationId="{8FCCD428-13A8-938D-0BEE-6C7B5B6598DF}"/>
          </ac:inkMkLst>
        </pc:inkChg>
        <pc:inkChg chg="add reco">
          <ac:chgData name="Bhowmik, Sayan" userId="2b51cadb-156e-4c9a-99fc-6d2138739850" providerId="ADAL" clId="{B48CEC18-FC47-1145-A962-E2D59C8BC636}" dt="2023-09-09T22:34:50.920" v="673"/>
          <ac:inkMkLst>
            <pc:docMk/>
            <pc:sldMk cId="3619516557" sldId="290"/>
            <ac:inkMk id="37" creationId="{6FFEF7A4-57AA-7F9B-E004-ED6847A4DF44}"/>
          </ac:inkMkLst>
        </pc:inkChg>
        <pc:inkChg chg="add">
          <ac:chgData name="Bhowmik, Sayan" userId="2b51cadb-156e-4c9a-99fc-6d2138739850" providerId="ADAL" clId="{B48CEC18-FC47-1145-A962-E2D59C8BC636}" dt="2023-09-09T22:34:52.993" v="674"/>
          <ac:inkMkLst>
            <pc:docMk/>
            <pc:sldMk cId="3619516557" sldId="290"/>
            <ac:inkMk id="38" creationId="{0FF96E1E-267F-24D1-5351-1EB74883D375}"/>
          </ac:inkMkLst>
        </pc:inkChg>
        <pc:inkChg chg="add">
          <ac:chgData name="Bhowmik, Sayan" userId="2b51cadb-156e-4c9a-99fc-6d2138739850" providerId="ADAL" clId="{B48CEC18-FC47-1145-A962-E2D59C8BC636}" dt="2023-09-09T22:34:53.307" v="675"/>
          <ac:inkMkLst>
            <pc:docMk/>
            <pc:sldMk cId="3619516557" sldId="290"/>
            <ac:inkMk id="39" creationId="{118BE358-017D-1D28-F677-2D43124B90FE}"/>
          </ac:inkMkLst>
        </pc:inkChg>
        <pc:inkChg chg="add del">
          <ac:chgData name="Bhowmik, Sayan" userId="2b51cadb-156e-4c9a-99fc-6d2138739850" providerId="ADAL" clId="{B48CEC18-FC47-1145-A962-E2D59C8BC636}" dt="2023-09-09T22:34:57.943" v="682"/>
          <ac:inkMkLst>
            <pc:docMk/>
            <pc:sldMk cId="3619516557" sldId="290"/>
            <ac:inkMk id="40" creationId="{81B46776-E591-09E6-93FA-37E902A694D2}"/>
          </ac:inkMkLst>
        </pc:inkChg>
        <pc:inkChg chg="add del">
          <ac:chgData name="Bhowmik, Sayan" userId="2b51cadb-156e-4c9a-99fc-6d2138739850" providerId="ADAL" clId="{B48CEC18-FC47-1145-A962-E2D59C8BC636}" dt="2023-09-09T22:34:57.943" v="682"/>
          <ac:inkMkLst>
            <pc:docMk/>
            <pc:sldMk cId="3619516557" sldId="290"/>
            <ac:inkMk id="41" creationId="{EA462F67-41B0-2E24-D006-53995ACBBB48}"/>
          </ac:inkMkLst>
        </pc:inkChg>
        <pc:inkChg chg="add del">
          <ac:chgData name="Bhowmik, Sayan" userId="2b51cadb-156e-4c9a-99fc-6d2138739850" providerId="ADAL" clId="{B48CEC18-FC47-1145-A962-E2D59C8BC636}" dt="2023-09-09T22:34:57.943" v="682"/>
          <ac:inkMkLst>
            <pc:docMk/>
            <pc:sldMk cId="3619516557" sldId="290"/>
            <ac:inkMk id="42" creationId="{94C208CE-3AE0-C604-B657-951286594980}"/>
          </ac:inkMkLst>
        </pc:inkChg>
        <pc:inkChg chg="add del">
          <ac:chgData name="Bhowmik, Sayan" userId="2b51cadb-156e-4c9a-99fc-6d2138739850" providerId="ADAL" clId="{B48CEC18-FC47-1145-A962-E2D59C8BC636}" dt="2023-09-09T22:34:57.943" v="682"/>
          <ac:inkMkLst>
            <pc:docMk/>
            <pc:sldMk cId="3619516557" sldId="290"/>
            <ac:inkMk id="43" creationId="{5F4B0C83-1F48-5ED1-4632-BA8D5FD11049}"/>
          </ac:inkMkLst>
        </pc:inkChg>
        <pc:inkChg chg="add del">
          <ac:chgData name="Bhowmik, Sayan" userId="2b51cadb-156e-4c9a-99fc-6d2138739850" providerId="ADAL" clId="{B48CEC18-FC47-1145-A962-E2D59C8BC636}" dt="2023-09-09T22:34:57.943" v="682"/>
          <ac:inkMkLst>
            <pc:docMk/>
            <pc:sldMk cId="3619516557" sldId="290"/>
            <ac:inkMk id="44" creationId="{530E9CB8-21D8-8A1B-23FE-B784CFD21842}"/>
          </ac:inkMkLst>
        </pc:inkChg>
        <pc:inkChg chg="add del">
          <ac:chgData name="Bhowmik, Sayan" userId="2b51cadb-156e-4c9a-99fc-6d2138739850" providerId="ADAL" clId="{B48CEC18-FC47-1145-A962-E2D59C8BC636}" dt="2023-09-09T22:34:57.943" v="682"/>
          <ac:inkMkLst>
            <pc:docMk/>
            <pc:sldMk cId="3619516557" sldId="290"/>
            <ac:inkMk id="45" creationId="{0EF235CB-74D1-F59D-85F2-F149388CC124}"/>
          </ac:inkMkLst>
        </pc:inkChg>
        <pc:inkChg chg="add reco">
          <ac:chgData name="Bhowmik, Sayan" userId="2b51cadb-156e-4c9a-99fc-6d2138739850" providerId="ADAL" clId="{B48CEC18-FC47-1145-A962-E2D59C8BC636}" dt="2023-09-09T22:34:57.943" v="682"/>
          <ac:inkMkLst>
            <pc:docMk/>
            <pc:sldMk cId="3619516557" sldId="290"/>
            <ac:inkMk id="46" creationId="{25A03148-6179-D55C-2E47-6C6C517A6B0F}"/>
          </ac:inkMkLst>
        </pc:inkChg>
        <pc:inkChg chg="add del">
          <ac:chgData name="Bhowmik, Sayan" userId="2b51cadb-156e-4c9a-99fc-6d2138739850" providerId="ADAL" clId="{B48CEC18-FC47-1145-A962-E2D59C8BC636}" dt="2023-09-09T22:35:08.776" v="689"/>
          <ac:inkMkLst>
            <pc:docMk/>
            <pc:sldMk cId="3619516557" sldId="290"/>
            <ac:inkMk id="47" creationId="{D77B9BB4-AAF4-1D94-4E3A-45C183DA2A64}"/>
          </ac:inkMkLst>
        </pc:inkChg>
        <pc:inkChg chg="add del">
          <ac:chgData name="Bhowmik, Sayan" userId="2b51cadb-156e-4c9a-99fc-6d2138739850" providerId="ADAL" clId="{B48CEC18-FC47-1145-A962-E2D59C8BC636}" dt="2023-09-09T22:35:08.776" v="689"/>
          <ac:inkMkLst>
            <pc:docMk/>
            <pc:sldMk cId="3619516557" sldId="290"/>
            <ac:inkMk id="48" creationId="{946B18FA-B743-6B6F-B005-993108D91E43}"/>
          </ac:inkMkLst>
        </pc:inkChg>
        <pc:inkChg chg="add del">
          <ac:chgData name="Bhowmik, Sayan" userId="2b51cadb-156e-4c9a-99fc-6d2138739850" providerId="ADAL" clId="{B48CEC18-FC47-1145-A962-E2D59C8BC636}" dt="2023-09-09T22:35:08.776" v="689"/>
          <ac:inkMkLst>
            <pc:docMk/>
            <pc:sldMk cId="3619516557" sldId="290"/>
            <ac:inkMk id="49" creationId="{0D4DA848-44B2-E206-0957-BBF6DECE46EC}"/>
          </ac:inkMkLst>
        </pc:inkChg>
        <pc:inkChg chg="add del">
          <ac:chgData name="Bhowmik, Sayan" userId="2b51cadb-156e-4c9a-99fc-6d2138739850" providerId="ADAL" clId="{B48CEC18-FC47-1145-A962-E2D59C8BC636}" dt="2023-09-09T22:35:08.776" v="689"/>
          <ac:inkMkLst>
            <pc:docMk/>
            <pc:sldMk cId="3619516557" sldId="290"/>
            <ac:inkMk id="50" creationId="{C954030D-3019-37D3-927E-9C5B25025C54}"/>
          </ac:inkMkLst>
        </pc:inkChg>
        <pc:inkChg chg="add del">
          <ac:chgData name="Bhowmik, Sayan" userId="2b51cadb-156e-4c9a-99fc-6d2138739850" providerId="ADAL" clId="{B48CEC18-FC47-1145-A962-E2D59C8BC636}" dt="2023-09-09T22:35:08.776" v="689"/>
          <ac:inkMkLst>
            <pc:docMk/>
            <pc:sldMk cId="3619516557" sldId="290"/>
            <ac:inkMk id="51" creationId="{334EA4FA-3DFD-BA3C-6D24-810044DB2245}"/>
          </ac:inkMkLst>
        </pc:inkChg>
        <pc:inkChg chg="add del">
          <ac:chgData name="Bhowmik, Sayan" userId="2b51cadb-156e-4c9a-99fc-6d2138739850" providerId="ADAL" clId="{B48CEC18-FC47-1145-A962-E2D59C8BC636}" dt="2023-09-09T22:35:08.776" v="689"/>
          <ac:inkMkLst>
            <pc:docMk/>
            <pc:sldMk cId="3619516557" sldId="290"/>
            <ac:inkMk id="52" creationId="{727EC83B-6928-97F9-C207-42D1292FB41E}"/>
          </ac:inkMkLst>
        </pc:inkChg>
        <pc:inkChg chg="add reco">
          <ac:chgData name="Bhowmik, Sayan" userId="2b51cadb-156e-4c9a-99fc-6d2138739850" providerId="ADAL" clId="{B48CEC18-FC47-1145-A962-E2D59C8BC636}" dt="2023-09-09T22:35:08.776" v="689"/>
          <ac:inkMkLst>
            <pc:docMk/>
            <pc:sldMk cId="3619516557" sldId="290"/>
            <ac:inkMk id="53" creationId="{09AEB905-7354-FED6-3953-3A60E0DD8F8D}"/>
          </ac:inkMkLst>
        </pc:inkChg>
        <pc:inkChg chg="add del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54" creationId="{FD9A774E-4A69-BB97-0A2B-524F9C1A8193}"/>
          </ac:inkMkLst>
        </pc:inkChg>
        <pc:inkChg chg="add del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55" creationId="{7275EEA9-222C-1667-187D-8039FE8AD3E1}"/>
          </ac:inkMkLst>
        </pc:inkChg>
        <pc:inkChg chg="add del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56" creationId="{FD147AA1-5740-E4FC-4155-CD7365CA27FD}"/>
          </ac:inkMkLst>
        </pc:inkChg>
        <pc:inkChg chg="add del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57" creationId="{85C52E5C-33F0-4253-8426-ABC2E4796594}"/>
          </ac:inkMkLst>
        </pc:inkChg>
        <pc:inkChg chg="add del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58" creationId="{E2EBA681-F1A7-BA78-8B0E-0C378BDEF42F}"/>
          </ac:inkMkLst>
        </pc:inkChg>
        <pc:inkChg chg="add del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59" creationId="{326A80FA-CA50-26DB-E468-1D5CD4EDFFF4}"/>
          </ac:inkMkLst>
        </pc:inkChg>
        <pc:inkChg chg="add del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60" creationId="{9EB91AFD-E870-EF70-174D-85923B688871}"/>
          </ac:inkMkLst>
        </pc:inkChg>
        <pc:inkChg chg="add del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61" creationId="{58BD60CA-40D1-6EE0-6D93-81C5524D9827}"/>
          </ac:inkMkLst>
        </pc:inkChg>
        <pc:inkChg chg="add reco">
          <ac:chgData name="Bhowmik, Sayan" userId="2b51cadb-156e-4c9a-99fc-6d2138739850" providerId="ADAL" clId="{B48CEC18-FC47-1145-A962-E2D59C8BC636}" dt="2023-09-09T22:35:38.791" v="698"/>
          <ac:inkMkLst>
            <pc:docMk/>
            <pc:sldMk cId="3619516557" sldId="290"/>
            <ac:inkMk id="62" creationId="{F683930F-F61C-5B8F-7E11-7D623579970B}"/>
          </ac:inkMkLst>
        </pc:inkChg>
        <pc:inkChg chg="add del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63" creationId="{5B7FEAD7-FC71-4F46-592C-93D41F6527E2}"/>
          </ac:inkMkLst>
        </pc:inkChg>
        <pc:inkChg chg="add del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64" creationId="{C981C370-1CD1-251D-21C1-C37E241B036B}"/>
          </ac:inkMkLst>
        </pc:inkChg>
        <pc:inkChg chg="add del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65" creationId="{A426A0B2-440A-12E2-C241-EAC7E88881C7}"/>
          </ac:inkMkLst>
        </pc:inkChg>
        <pc:inkChg chg="add del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66" creationId="{95B9C5A6-856A-EB81-DAAE-A14ACB6EAFC1}"/>
          </ac:inkMkLst>
        </pc:inkChg>
        <pc:inkChg chg="add del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67" creationId="{49DFD8C9-F388-04B2-2922-27E5D29B7B14}"/>
          </ac:inkMkLst>
        </pc:inkChg>
        <pc:inkChg chg="add del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68" creationId="{EFDF1CCE-D987-4033-64E4-6BA006276F7F}"/>
          </ac:inkMkLst>
        </pc:inkChg>
        <pc:inkChg chg="add del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69" creationId="{0C7E2DC1-FF70-4B80-3661-05B1A94964E6}"/>
          </ac:inkMkLst>
        </pc:inkChg>
        <pc:inkChg chg="add del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70" creationId="{0D2DC838-E34D-DE11-43D9-181EF8EC2298}"/>
          </ac:inkMkLst>
        </pc:inkChg>
        <pc:inkChg chg="add reco">
          <ac:chgData name="Bhowmik, Sayan" userId="2b51cadb-156e-4c9a-99fc-6d2138739850" providerId="ADAL" clId="{B48CEC18-FC47-1145-A962-E2D59C8BC636}" dt="2023-09-09T22:35:43.624" v="707"/>
          <ac:inkMkLst>
            <pc:docMk/>
            <pc:sldMk cId="3619516557" sldId="290"/>
            <ac:inkMk id="71" creationId="{4836CC01-C895-C2CB-D878-76DCA35D0594}"/>
          </ac:inkMkLst>
        </pc:inkChg>
        <pc:inkChg chg="add">
          <ac:chgData name="Bhowmik, Sayan" userId="2b51cadb-156e-4c9a-99fc-6d2138739850" providerId="ADAL" clId="{B48CEC18-FC47-1145-A962-E2D59C8BC636}" dt="2023-09-09T22:35:45.487" v="708"/>
          <ac:inkMkLst>
            <pc:docMk/>
            <pc:sldMk cId="3619516557" sldId="290"/>
            <ac:inkMk id="72" creationId="{A47906D0-A938-4BF6-5452-411042C84BFD}"/>
          </ac:inkMkLst>
        </pc:inkChg>
        <pc:inkChg chg="add">
          <ac:chgData name="Bhowmik, Sayan" userId="2b51cadb-156e-4c9a-99fc-6d2138739850" providerId="ADAL" clId="{B48CEC18-FC47-1145-A962-E2D59C8BC636}" dt="2023-09-09T22:35:45.820" v="709"/>
          <ac:inkMkLst>
            <pc:docMk/>
            <pc:sldMk cId="3619516557" sldId="290"/>
            <ac:inkMk id="73" creationId="{2B2F8677-DE1B-0960-CFB3-590BC02CED61}"/>
          </ac:inkMkLst>
        </pc:inkChg>
        <pc:inkChg chg="add">
          <ac:chgData name="Bhowmik, Sayan" userId="2b51cadb-156e-4c9a-99fc-6d2138739850" providerId="ADAL" clId="{B48CEC18-FC47-1145-A962-E2D59C8BC636}" dt="2023-09-09T22:36:11.535" v="710"/>
          <ac:inkMkLst>
            <pc:docMk/>
            <pc:sldMk cId="3619516557" sldId="290"/>
            <ac:inkMk id="74" creationId="{453B0997-736E-4531-250E-ECA37FAA659F}"/>
          </ac:inkMkLst>
        </pc:inkChg>
        <pc:inkChg chg="add del">
          <ac:chgData name="Bhowmik, Sayan" userId="2b51cadb-156e-4c9a-99fc-6d2138739850" providerId="ADAL" clId="{B48CEC18-FC47-1145-A962-E2D59C8BC636}" dt="2023-09-09T22:36:13.101" v="713"/>
          <ac:inkMkLst>
            <pc:docMk/>
            <pc:sldMk cId="3619516557" sldId="290"/>
            <ac:inkMk id="75" creationId="{E7677314-94D6-6E71-B482-8BAB12E8B7DE}"/>
          </ac:inkMkLst>
        </pc:inkChg>
        <pc:inkChg chg="add del">
          <ac:chgData name="Bhowmik, Sayan" userId="2b51cadb-156e-4c9a-99fc-6d2138739850" providerId="ADAL" clId="{B48CEC18-FC47-1145-A962-E2D59C8BC636}" dt="2023-09-09T22:36:13.101" v="713"/>
          <ac:inkMkLst>
            <pc:docMk/>
            <pc:sldMk cId="3619516557" sldId="290"/>
            <ac:inkMk id="76" creationId="{F61A9067-4998-E604-0B5B-7B7A61264E93}"/>
          </ac:inkMkLst>
        </pc:inkChg>
        <pc:inkChg chg="add reco">
          <ac:chgData name="Bhowmik, Sayan" userId="2b51cadb-156e-4c9a-99fc-6d2138739850" providerId="ADAL" clId="{B48CEC18-FC47-1145-A962-E2D59C8BC636}" dt="2023-09-09T22:36:13.101" v="713"/>
          <ac:inkMkLst>
            <pc:docMk/>
            <pc:sldMk cId="3619516557" sldId="290"/>
            <ac:inkMk id="77" creationId="{AA982235-FD37-5312-7925-7275BE83D272}"/>
          </ac:inkMkLst>
        </pc:inkChg>
        <pc:inkChg chg="add del">
          <ac:chgData name="Bhowmik, Sayan" userId="2b51cadb-156e-4c9a-99fc-6d2138739850" providerId="ADAL" clId="{B48CEC18-FC47-1145-A962-E2D59C8BC636}" dt="2023-09-09T22:36:19.088" v="719"/>
          <ac:inkMkLst>
            <pc:docMk/>
            <pc:sldMk cId="3619516557" sldId="290"/>
            <ac:inkMk id="78" creationId="{D598429B-4713-0750-0F3B-8D830B1C3388}"/>
          </ac:inkMkLst>
        </pc:inkChg>
        <pc:inkChg chg="add del">
          <ac:chgData name="Bhowmik, Sayan" userId="2b51cadb-156e-4c9a-99fc-6d2138739850" providerId="ADAL" clId="{B48CEC18-FC47-1145-A962-E2D59C8BC636}" dt="2023-09-09T22:36:19.088" v="719"/>
          <ac:inkMkLst>
            <pc:docMk/>
            <pc:sldMk cId="3619516557" sldId="290"/>
            <ac:inkMk id="79" creationId="{650D6499-C306-D43E-D508-BF39FB8AD535}"/>
          </ac:inkMkLst>
        </pc:inkChg>
        <pc:inkChg chg="add del">
          <ac:chgData name="Bhowmik, Sayan" userId="2b51cadb-156e-4c9a-99fc-6d2138739850" providerId="ADAL" clId="{B48CEC18-FC47-1145-A962-E2D59C8BC636}" dt="2023-09-09T22:36:19.088" v="719"/>
          <ac:inkMkLst>
            <pc:docMk/>
            <pc:sldMk cId="3619516557" sldId="290"/>
            <ac:inkMk id="80" creationId="{0872D0C7-0ACA-0806-D047-54CE4406A82E}"/>
          </ac:inkMkLst>
        </pc:inkChg>
        <pc:inkChg chg="add del">
          <ac:chgData name="Bhowmik, Sayan" userId="2b51cadb-156e-4c9a-99fc-6d2138739850" providerId="ADAL" clId="{B48CEC18-FC47-1145-A962-E2D59C8BC636}" dt="2023-09-09T22:36:19.088" v="719"/>
          <ac:inkMkLst>
            <pc:docMk/>
            <pc:sldMk cId="3619516557" sldId="290"/>
            <ac:inkMk id="81" creationId="{88A78B13-2B1F-8BC4-D117-01E0264626EC}"/>
          </ac:inkMkLst>
        </pc:inkChg>
        <pc:inkChg chg="add del">
          <ac:chgData name="Bhowmik, Sayan" userId="2b51cadb-156e-4c9a-99fc-6d2138739850" providerId="ADAL" clId="{B48CEC18-FC47-1145-A962-E2D59C8BC636}" dt="2023-09-09T22:36:19.088" v="719"/>
          <ac:inkMkLst>
            <pc:docMk/>
            <pc:sldMk cId="3619516557" sldId="290"/>
            <ac:inkMk id="82" creationId="{C2442F56-4401-28BE-71A2-505A42A7A2A9}"/>
          </ac:inkMkLst>
        </pc:inkChg>
        <pc:inkChg chg="add reco">
          <ac:chgData name="Bhowmik, Sayan" userId="2b51cadb-156e-4c9a-99fc-6d2138739850" providerId="ADAL" clId="{B48CEC18-FC47-1145-A962-E2D59C8BC636}" dt="2023-09-09T22:36:19.088" v="719"/>
          <ac:inkMkLst>
            <pc:docMk/>
            <pc:sldMk cId="3619516557" sldId="290"/>
            <ac:inkMk id="83" creationId="{E05A63A9-8A10-5898-43CF-35806FA6EAC5}"/>
          </ac:inkMkLst>
        </pc:inkChg>
        <pc:inkChg chg="add del">
          <ac:chgData name="Bhowmik, Sayan" userId="2b51cadb-156e-4c9a-99fc-6d2138739850" providerId="ADAL" clId="{B48CEC18-FC47-1145-A962-E2D59C8BC636}" dt="2023-09-09T22:36:23.379" v="724"/>
          <ac:inkMkLst>
            <pc:docMk/>
            <pc:sldMk cId="3619516557" sldId="290"/>
            <ac:inkMk id="84" creationId="{538795AA-585D-63D9-2718-ECA5DDDBD031}"/>
          </ac:inkMkLst>
        </pc:inkChg>
        <pc:inkChg chg="add del">
          <ac:chgData name="Bhowmik, Sayan" userId="2b51cadb-156e-4c9a-99fc-6d2138739850" providerId="ADAL" clId="{B48CEC18-FC47-1145-A962-E2D59C8BC636}" dt="2023-09-09T22:36:23.379" v="724"/>
          <ac:inkMkLst>
            <pc:docMk/>
            <pc:sldMk cId="3619516557" sldId="290"/>
            <ac:inkMk id="85" creationId="{4B484D1F-6BB8-4D40-9ED9-BA5BD758CF81}"/>
          </ac:inkMkLst>
        </pc:inkChg>
        <pc:inkChg chg="add del">
          <ac:chgData name="Bhowmik, Sayan" userId="2b51cadb-156e-4c9a-99fc-6d2138739850" providerId="ADAL" clId="{B48CEC18-FC47-1145-A962-E2D59C8BC636}" dt="2023-09-09T22:36:23.379" v="724"/>
          <ac:inkMkLst>
            <pc:docMk/>
            <pc:sldMk cId="3619516557" sldId="290"/>
            <ac:inkMk id="86" creationId="{09B05ACF-40F4-014B-2FF2-62E68607E75F}"/>
          </ac:inkMkLst>
        </pc:inkChg>
        <pc:inkChg chg="add del">
          <ac:chgData name="Bhowmik, Sayan" userId="2b51cadb-156e-4c9a-99fc-6d2138739850" providerId="ADAL" clId="{B48CEC18-FC47-1145-A962-E2D59C8BC636}" dt="2023-09-09T22:36:23.379" v="724"/>
          <ac:inkMkLst>
            <pc:docMk/>
            <pc:sldMk cId="3619516557" sldId="290"/>
            <ac:inkMk id="87" creationId="{911C9D2B-5121-BECA-34A5-C2B29F5F7980}"/>
          </ac:inkMkLst>
        </pc:inkChg>
        <pc:inkChg chg="add reco">
          <ac:chgData name="Bhowmik, Sayan" userId="2b51cadb-156e-4c9a-99fc-6d2138739850" providerId="ADAL" clId="{B48CEC18-FC47-1145-A962-E2D59C8BC636}" dt="2023-09-09T22:36:23.379" v="724"/>
          <ac:inkMkLst>
            <pc:docMk/>
            <pc:sldMk cId="3619516557" sldId="290"/>
            <ac:inkMk id="88" creationId="{C7F4528F-A0B8-996E-5640-B86721177477}"/>
          </ac:inkMkLst>
        </pc:inkChg>
        <pc:inkChg chg="add del">
          <ac:chgData name="Bhowmik, Sayan" userId="2b51cadb-156e-4c9a-99fc-6d2138739850" providerId="ADAL" clId="{B48CEC18-FC47-1145-A962-E2D59C8BC636}" dt="2023-09-09T22:36:28.047" v="730"/>
          <ac:inkMkLst>
            <pc:docMk/>
            <pc:sldMk cId="3619516557" sldId="290"/>
            <ac:inkMk id="89" creationId="{7C05E85B-0E3D-9AAD-5EE3-4E27FFC4146A}"/>
          </ac:inkMkLst>
        </pc:inkChg>
        <pc:inkChg chg="add del">
          <ac:chgData name="Bhowmik, Sayan" userId="2b51cadb-156e-4c9a-99fc-6d2138739850" providerId="ADAL" clId="{B48CEC18-FC47-1145-A962-E2D59C8BC636}" dt="2023-09-09T22:36:28.047" v="730"/>
          <ac:inkMkLst>
            <pc:docMk/>
            <pc:sldMk cId="3619516557" sldId="290"/>
            <ac:inkMk id="90" creationId="{CB5CB285-B95D-6A3E-923F-CD757414F358}"/>
          </ac:inkMkLst>
        </pc:inkChg>
        <pc:inkChg chg="add del">
          <ac:chgData name="Bhowmik, Sayan" userId="2b51cadb-156e-4c9a-99fc-6d2138739850" providerId="ADAL" clId="{B48CEC18-FC47-1145-A962-E2D59C8BC636}" dt="2023-09-09T22:36:28.047" v="730"/>
          <ac:inkMkLst>
            <pc:docMk/>
            <pc:sldMk cId="3619516557" sldId="290"/>
            <ac:inkMk id="91" creationId="{107FB55C-1800-1F10-4F65-65600A4DEE63}"/>
          </ac:inkMkLst>
        </pc:inkChg>
        <pc:inkChg chg="add del">
          <ac:chgData name="Bhowmik, Sayan" userId="2b51cadb-156e-4c9a-99fc-6d2138739850" providerId="ADAL" clId="{B48CEC18-FC47-1145-A962-E2D59C8BC636}" dt="2023-09-09T22:36:28.047" v="730"/>
          <ac:inkMkLst>
            <pc:docMk/>
            <pc:sldMk cId="3619516557" sldId="290"/>
            <ac:inkMk id="92" creationId="{A22950B8-4BA2-8673-AA05-F00D60D52411}"/>
          </ac:inkMkLst>
        </pc:inkChg>
        <pc:inkChg chg="add del">
          <ac:chgData name="Bhowmik, Sayan" userId="2b51cadb-156e-4c9a-99fc-6d2138739850" providerId="ADAL" clId="{B48CEC18-FC47-1145-A962-E2D59C8BC636}" dt="2023-09-09T22:36:28.047" v="730"/>
          <ac:inkMkLst>
            <pc:docMk/>
            <pc:sldMk cId="3619516557" sldId="290"/>
            <ac:inkMk id="93" creationId="{AC21F2E0-CE5B-0131-449D-04B44C608DCC}"/>
          </ac:inkMkLst>
        </pc:inkChg>
        <pc:inkChg chg="add reco">
          <ac:chgData name="Bhowmik, Sayan" userId="2b51cadb-156e-4c9a-99fc-6d2138739850" providerId="ADAL" clId="{B48CEC18-FC47-1145-A962-E2D59C8BC636}" dt="2023-09-09T22:36:28.047" v="730"/>
          <ac:inkMkLst>
            <pc:docMk/>
            <pc:sldMk cId="3619516557" sldId="290"/>
            <ac:inkMk id="94" creationId="{242688D9-1167-31EF-2452-1CECB6C891B0}"/>
          </ac:inkMkLst>
        </pc:inkChg>
        <pc:inkChg chg="add">
          <ac:chgData name="Bhowmik, Sayan" userId="2b51cadb-156e-4c9a-99fc-6d2138739850" providerId="ADAL" clId="{B48CEC18-FC47-1145-A962-E2D59C8BC636}" dt="2023-09-09T22:36:28.678" v="731"/>
          <ac:inkMkLst>
            <pc:docMk/>
            <pc:sldMk cId="3619516557" sldId="290"/>
            <ac:inkMk id="95" creationId="{FEB8D54C-7C95-8EFE-7D74-473025E3B7B3}"/>
          </ac:inkMkLst>
        </pc:inkChg>
        <pc:inkChg chg="add">
          <ac:chgData name="Bhowmik, Sayan" userId="2b51cadb-156e-4c9a-99fc-6d2138739850" providerId="ADAL" clId="{B48CEC18-FC47-1145-A962-E2D59C8BC636}" dt="2023-09-09T22:36:28.862" v="732"/>
          <ac:inkMkLst>
            <pc:docMk/>
            <pc:sldMk cId="3619516557" sldId="290"/>
            <ac:inkMk id="96" creationId="{BDDC5E46-742B-55C6-C6AA-7BA15301BD22}"/>
          </ac:inkMkLst>
        </pc:inkChg>
        <pc:inkChg chg="add">
          <ac:chgData name="Bhowmik, Sayan" userId="2b51cadb-156e-4c9a-99fc-6d2138739850" providerId="ADAL" clId="{B48CEC18-FC47-1145-A962-E2D59C8BC636}" dt="2023-09-09T22:36:30.314" v="733"/>
          <ac:inkMkLst>
            <pc:docMk/>
            <pc:sldMk cId="3619516557" sldId="290"/>
            <ac:inkMk id="97" creationId="{F1E17463-3BFC-5D53-26D0-41B1B4E91F89}"/>
          </ac:inkMkLst>
        </pc:inkChg>
        <pc:inkChg chg="add del">
          <ac:chgData name="Bhowmik, Sayan" userId="2b51cadb-156e-4c9a-99fc-6d2138739850" providerId="ADAL" clId="{B48CEC18-FC47-1145-A962-E2D59C8BC636}" dt="2023-09-09T22:36:33.480" v="739"/>
          <ac:inkMkLst>
            <pc:docMk/>
            <pc:sldMk cId="3619516557" sldId="290"/>
            <ac:inkMk id="98" creationId="{93BEE8C1-082D-A6BD-1FF0-F69EC1D0DCDE}"/>
          </ac:inkMkLst>
        </pc:inkChg>
        <pc:inkChg chg="add del">
          <ac:chgData name="Bhowmik, Sayan" userId="2b51cadb-156e-4c9a-99fc-6d2138739850" providerId="ADAL" clId="{B48CEC18-FC47-1145-A962-E2D59C8BC636}" dt="2023-09-09T22:36:33.480" v="739"/>
          <ac:inkMkLst>
            <pc:docMk/>
            <pc:sldMk cId="3619516557" sldId="290"/>
            <ac:inkMk id="99" creationId="{740636B0-24BD-B42B-7AC3-8DA36DB372C7}"/>
          </ac:inkMkLst>
        </pc:inkChg>
        <pc:inkChg chg="add del">
          <ac:chgData name="Bhowmik, Sayan" userId="2b51cadb-156e-4c9a-99fc-6d2138739850" providerId="ADAL" clId="{B48CEC18-FC47-1145-A962-E2D59C8BC636}" dt="2023-09-09T22:36:33.480" v="739"/>
          <ac:inkMkLst>
            <pc:docMk/>
            <pc:sldMk cId="3619516557" sldId="290"/>
            <ac:inkMk id="100" creationId="{504C0FA3-280A-0DD1-A12A-B337BB58AFF7}"/>
          </ac:inkMkLst>
        </pc:inkChg>
        <pc:inkChg chg="add del">
          <ac:chgData name="Bhowmik, Sayan" userId="2b51cadb-156e-4c9a-99fc-6d2138739850" providerId="ADAL" clId="{B48CEC18-FC47-1145-A962-E2D59C8BC636}" dt="2023-09-09T22:36:33.480" v="739"/>
          <ac:inkMkLst>
            <pc:docMk/>
            <pc:sldMk cId="3619516557" sldId="290"/>
            <ac:inkMk id="101" creationId="{B521696E-CD30-C761-1098-18D3CFC656F9}"/>
          </ac:inkMkLst>
        </pc:inkChg>
        <pc:inkChg chg="add del">
          <ac:chgData name="Bhowmik, Sayan" userId="2b51cadb-156e-4c9a-99fc-6d2138739850" providerId="ADAL" clId="{B48CEC18-FC47-1145-A962-E2D59C8BC636}" dt="2023-09-09T22:36:33.480" v="739"/>
          <ac:inkMkLst>
            <pc:docMk/>
            <pc:sldMk cId="3619516557" sldId="290"/>
            <ac:inkMk id="102" creationId="{FFBC5FCC-4277-5DD2-7679-98D88348A000}"/>
          </ac:inkMkLst>
        </pc:inkChg>
        <pc:inkChg chg="add reco">
          <ac:chgData name="Bhowmik, Sayan" userId="2b51cadb-156e-4c9a-99fc-6d2138739850" providerId="ADAL" clId="{B48CEC18-FC47-1145-A962-E2D59C8BC636}" dt="2023-09-09T22:36:33.480" v="739"/>
          <ac:inkMkLst>
            <pc:docMk/>
            <pc:sldMk cId="3619516557" sldId="290"/>
            <ac:inkMk id="103" creationId="{CF7E0B89-0D12-6106-F958-D5C12F6F4231}"/>
          </ac:inkMkLst>
        </pc:inkChg>
        <pc:inkChg chg="add reco">
          <ac:chgData name="Bhowmik, Sayan" userId="2b51cadb-156e-4c9a-99fc-6d2138739850" providerId="ADAL" clId="{B48CEC18-FC47-1145-A962-E2D59C8BC636}" dt="2023-09-09T22:36:33.480" v="739"/>
          <ac:inkMkLst>
            <pc:docMk/>
            <pc:sldMk cId="3619516557" sldId="290"/>
            <ac:inkMk id="104" creationId="{5F345921-EFD9-5FE8-428E-8390CE445064}"/>
          </ac:inkMkLst>
        </pc:inkChg>
        <pc:inkChg chg="add del">
          <ac:chgData name="Bhowmik, Sayan" userId="2b51cadb-156e-4c9a-99fc-6d2138739850" providerId="ADAL" clId="{B48CEC18-FC47-1145-A962-E2D59C8BC636}" dt="2023-09-09T22:36:39.693" v="745"/>
          <ac:inkMkLst>
            <pc:docMk/>
            <pc:sldMk cId="3619516557" sldId="290"/>
            <ac:inkMk id="105" creationId="{A2C1CA7B-30EB-74C0-42E2-3A137E81766B}"/>
          </ac:inkMkLst>
        </pc:inkChg>
        <pc:inkChg chg="add del">
          <ac:chgData name="Bhowmik, Sayan" userId="2b51cadb-156e-4c9a-99fc-6d2138739850" providerId="ADAL" clId="{B48CEC18-FC47-1145-A962-E2D59C8BC636}" dt="2023-09-09T22:36:39.693" v="745"/>
          <ac:inkMkLst>
            <pc:docMk/>
            <pc:sldMk cId="3619516557" sldId="290"/>
            <ac:inkMk id="106" creationId="{349B27EB-1618-7E2C-9D53-C9DF9A878B34}"/>
          </ac:inkMkLst>
        </pc:inkChg>
        <pc:inkChg chg="add del">
          <ac:chgData name="Bhowmik, Sayan" userId="2b51cadb-156e-4c9a-99fc-6d2138739850" providerId="ADAL" clId="{B48CEC18-FC47-1145-A962-E2D59C8BC636}" dt="2023-09-09T22:36:39.693" v="745"/>
          <ac:inkMkLst>
            <pc:docMk/>
            <pc:sldMk cId="3619516557" sldId="290"/>
            <ac:inkMk id="107" creationId="{E5C5E071-8EE8-5C95-4854-C6144367E40D}"/>
          </ac:inkMkLst>
        </pc:inkChg>
        <pc:inkChg chg="add del">
          <ac:chgData name="Bhowmik, Sayan" userId="2b51cadb-156e-4c9a-99fc-6d2138739850" providerId="ADAL" clId="{B48CEC18-FC47-1145-A962-E2D59C8BC636}" dt="2023-09-09T22:36:39.693" v="745"/>
          <ac:inkMkLst>
            <pc:docMk/>
            <pc:sldMk cId="3619516557" sldId="290"/>
            <ac:inkMk id="108" creationId="{60CABDC4-0A98-9D56-B96D-14A9DC991B45}"/>
          </ac:inkMkLst>
        </pc:inkChg>
        <pc:inkChg chg="add del">
          <ac:chgData name="Bhowmik, Sayan" userId="2b51cadb-156e-4c9a-99fc-6d2138739850" providerId="ADAL" clId="{B48CEC18-FC47-1145-A962-E2D59C8BC636}" dt="2023-09-09T22:36:39.693" v="745"/>
          <ac:inkMkLst>
            <pc:docMk/>
            <pc:sldMk cId="3619516557" sldId="290"/>
            <ac:inkMk id="109" creationId="{AECA340E-874B-23F2-079E-6806BE4369E5}"/>
          </ac:inkMkLst>
        </pc:inkChg>
        <pc:inkChg chg="add reco">
          <ac:chgData name="Bhowmik, Sayan" userId="2b51cadb-156e-4c9a-99fc-6d2138739850" providerId="ADAL" clId="{B48CEC18-FC47-1145-A962-E2D59C8BC636}" dt="2023-09-09T22:36:39.693" v="745"/>
          <ac:inkMkLst>
            <pc:docMk/>
            <pc:sldMk cId="3619516557" sldId="290"/>
            <ac:inkMk id="110" creationId="{71E55869-2FD9-9783-C3C1-C937CD18F9A6}"/>
          </ac:inkMkLst>
        </pc:inkChg>
        <pc:inkChg chg="add">
          <ac:chgData name="Bhowmik, Sayan" userId="2b51cadb-156e-4c9a-99fc-6d2138739850" providerId="ADAL" clId="{B48CEC18-FC47-1145-A962-E2D59C8BC636}" dt="2023-09-09T22:37:05.679" v="746"/>
          <ac:inkMkLst>
            <pc:docMk/>
            <pc:sldMk cId="3619516557" sldId="290"/>
            <ac:inkMk id="111" creationId="{9537F8CD-21A5-781F-B103-28181949BC00}"/>
          </ac:inkMkLst>
        </pc:inkChg>
        <pc:inkChg chg="add">
          <ac:chgData name="Bhowmik, Sayan" userId="2b51cadb-156e-4c9a-99fc-6d2138739850" providerId="ADAL" clId="{B48CEC18-FC47-1145-A962-E2D59C8BC636}" dt="2023-09-09T22:37:05.962" v="747"/>
          <ac:inkMkLst>
            <pc:docMk/>
            <pc:sldMk cId="3619516557" sldId="290"/>
            <ac:inkMk id="112" creationId="{0F6AF1D4-8F5A-0516-64FE-1241C23055C7}"/>
          </ac:inkMkLst>
        </pc:inkChg>
        <pc:inkChg chg="add del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13" creationId="{48E1B805-98CF-0FE8-454F-55E88A0B8766}"/>
          </ac:inkMkLst>
        </pc:inkChg>
        <pc:inkChg chg="add del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14" creationId="{A8A35BC0-5DDA-DB14-0A54-3CD1AEEEBF72}"/>
          </ac:inkMkLst>
        </pc:inkChg>
        <pc:inkChg chg="add del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15" creationId="{8A9D7349-3CC4-1D20-5B1D-0B9EB0B15FD1}"/>
          </ac:inkMkLst>
        </pc:inkChg>
        <pc:inkChg chg="add del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16" creationId="{9A03597F-4449-0FDD-3F1C-13DE505D558E}"/>
          </ac:inkMkLst>
        </pc:inkChg>
        <pc:inkChg chg="add del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17" creationId="{F297E4FF-D259-2154-062F-02949DDA3757}"/>
          </ac:inkMkLst>
        </pc:inkChg>
        <pc:inkChg chg="add del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18" creationId="{807447BC-82D2-CD63-5042-727B1F41FECE}"/>
          </ac:inkMkLst>
        </pc:inkChg>
        <pc:inkChg chg="add del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19" creationId="{E357B465-256C-DBF6-686E-743B7D7931AD}"/>
          </ac:inkMkLst>
        </pc:inkChg>
        <pc:inkChg chg="add reco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20" creationId="{AB9D895E-8074-43D2-B82C-4A45E6230E25}"/>
          </ac:inkMkLst>
        </pc:inkChg>
        <pc:inkChg chg="add reco">
          <ac:chgData name="Bhowmik, Sayan" userId="2b51cadb-156e-4c9a-99fc-6d2138739850" providerId="ADAL" clId="{B48CEC18-FC47-1145-A962-E2D59C8BC636}" dt="2023-09-09T22:37:10.894" v="755"/>
          <ac:inkMkLst>
            <pc:docMk/>
            <pc:sldMk cId="3619516557" sldId="290"/>
            <ac:inkMk id="121" creationId="{73FDB7FA-9111-180A-C0E3-D7AE1D49911A}"/>
          </ac:inkMkLst>
        </pc:inkChg>
        <pc:inkChg chg="add">
          <ac:chgData name="Bhowmik, Sayan" userId="2b51cadb-156e-4c9a-99fc-6d2138739850" providerId="ADAL" clId="{B48CEC18-FC47-1145-A962-E2D59C8BC636}" dt="2023-09-09T22:37:13.214" v="756"/>
          <ac:inkMkLst>
            <pc:docMk/>
            <pc:sldMk cId="3619516557" sldId="290"/>
            <ac:inkMk id="122" creationId="{7A44AF37-2E11-C356-9222-3CE1420E72C4}"/>
          </ac:inkMkLst>
        </pc:inkChg>
        <pc:inkChg chg="add">
          <ac:chgData name="Bhowmik, Sayan" userId="2b51cadb-156e-4c9a-99fc-6d2138739850" providerId="ADAL" clId="{B48CEC18-FC47-1145-A962-E2D59C8BC636}" dt="2023-09-09T22:37:13.991" v="757"/>
          <ac:inkMkLst>
            <pc:docMk/>
            <pc:sldMk cId="3619516557" sldId="290"/>
            <ac:inkMk id="123" creationId="{7BABE5F4-7DB1-3618-9558-116F46135165}"/>
          </ac:inkMkLst>
        </pc:inkChg>
        <pc:inkChg chg="add">
          <ac:chgData name="Bhowmik, Sayan" userId="2b51cadb-156e-4c9a-99fc-6d2138739850" providerId="ADAL" clId="{B48CEC18-FC47-1145-A962-E2D59C8BC636}" dt="2023-09-09T22:37:47.860" v="758"/>
          <ac:inkMkLst>
            <pc:docMk/>
            <pc:sldMk cId="3619516557" sldId="290"/>
            <ac:inkMk id="124" creationId="{018D6946-97BB-D885-941A-E05B3CE68E39}"/>
          </ac:inkMkLst>
        </pc:inkChg>
        <pc:inkChg chg="add">
          <ac:chgData name="Bhowmik, Sayan" userId="2b51cadb-156e-4c9a-99fc-6d2138739850" providerId="ADAL" clId="{B48CEC18-FC47-1145-A962-E2D59C8BC636}" dt="2023-09-09T22:37:48.310" v="759"/>
          <ac:inkMkLst>
            <pc:docMk/>
            <pc:sldMk cId="3619516557" sldId="290"/>
            <ac:inkMk id="125" creationId="{F37403F5-A6C5-085C-C0FC-6AF6552D7CD9}"/>
          </ac:inkMkLst>
        </pc:inkChg>
        <pc:inkChg chg="add">
          <ac:chgData name="Bhowmik, Sayan" userId="2b51cadb-156e-4c9a-99fc-6d2138739850" providerId="ADAL" clId="{B48CEC18-FC47-1145-A962-E2D59C8BC636}" dt="2023-09-09T22:37:49.122" v="760"/>
          <ac:inkMkLst>
            <pc:docMk/>
            <pc:sldMk cId="3619516557" sldId="290"/>
            <ac:inkMk id="126" creationId="{74D46677-1D7D-D005-CEB8-4DCB1EDC31E2}"/>
          </ac:inkMkLst>
        </pc:inkChg>
        <pc:inkChg chg="add">
          <ac:chgData name="Bhowmik, Sayan" userId="2b51cadb-156e-4c9a-99fc-6d2138739850" providerId="ADAL" clId="{B48CEC18-FC47-1145-A962-E2D59C8BC636}" dt="2023-09-09T22:37:49.973" v="761"/>
          <ac:inkMkLst>
            <pc:docMk/>
            <pc:sldMk cId="3619516557" sldId="290"/>
            <ac:inkMk id="127" creationId="{A5F8B214-7A26-152E-63C2-906E1CA968EE}"/>
          </ac:inkMkLst>
        </pc:inkChg>
        <pc:inkChg chg="add">
          <ac:chgData name="Bhowmik, Sayan" userId="2b51cadb-156e-4c9a-99fc-6d2138739850" providerId="ADAL" clId="{B48CEC18-FC47-1145-A962-E2D59C8BC636}" dt="2023-09-09T22:37:50.376" v="762"/>
          <ac:inkMkLst>
            <pc:docMk/>
            <pc:sldMk cId="3619516557" sldId="290"/>
            <ac:inkMk id="128" creationId="{05804855-1D69-E73C-27E1-BD63D1D0FD64}"/>
          </ac:inkMkLst>
        </pc:inkChg>
        <pc:inkChg chg="add">
          <ac:chgData name="Bhowmik, Sayan" userId="2b51cadb-156e-4c9a-99fc-6d2138739850" providerId="ADAL" clId="{B48CEC18-FC47-1145-A962-E2D59C8BC636}" dt="2023-09-09T22:37:50.742" v="763"/>
          <ac:inkMkLst>
            <pc:docMk/>
            <pc:sldMk cId="3619516557" sldId="290"/>
            <ac:inkMk id="129" creationId="{704764E4-C0BB-A077-3423-C84BA35E2643}"/>
          </ac:inkMkLst>
        </pc:inkChg>
        <pc:inkChg chg="add">
          <ac:chgData name="Bhowmik, Sayan" userId="2b51cadb-156e-4c9a-99fc-6d2138739850" providerId="ADAL" clId="{B48CEC18-FC47-1145-A962-E2D59C8BC636}" dt="2023-09-09T22:37:52.144" v="764"/>
          <ac:inkMkLst>
            <pc:docMk/>
            <pc:sldMk cId="3619516557" sldId="290"/>
            <ac:inkMk id="132" creationId="{DA4265A8-A615-D29F-108A-8ADF59FADA90}"/>
          </ac:inkMkLst>
        </pc:inkChg>
        <pc:inkChg chg="add">
          <ac:chgData name="Bhowmik, Sayan" userId="2b51cadb-156e-4c9a-99fc-6d2138739850" providerId="ADAL" clId="{B48CEC18-FC47-1145-A962-E2D59C8BC636}" dt="2023-09-09T22:37:52.576" v="765"/>
          <ac:inkMkLst>
            <pc:docMk/>
            <pc:sldMk cId="3619516557" sldId="290"/>
            <ac:inkMk id="133" creationId="{994A5365-9180-E308-4881-97C675F1CCF1}"/>
          </ac:inkMkLst>
        </pc:inkChg>
        <pc:inkChg chg="add">
          <ac:chgData name="Bhowmik, Sayan" userId="2b51cadb-156e-4c9a-99fc-6d2138739850" providerId="ADAL" clId="{B48CEC18-FC47-1145-A962-E2D59C8BC636}" dt="2023-09-09T22:37:53.112" v="766"/>
          <ac:inkMkLst>
            <pc:docMk/>
            <pc:sldMk cId="3619516557" sldId="290"/>
            <ac:inkMk id="134" creationId="{BDD34494-DC3E-A474-0363-D533BE81123D}"/>
          </ac:inkMkLst>
        </pc:inkChg>
        <pc:inkChg chg="add">
          <ac:chgData name="Bhowmik, Sayan" userId="2b51cadb-156e-4c9a-99fc-6d2138739850" providerId="ADAL" clId="{B48CEC18-FC47-1145-A962-E2D59C8BC636}" dt="2023-09-09T22:37:53.507" v="767"/>
          <ac:inkMkLst>
            <pc:docMk/>
            <pc:sldMk cId="3619516557" sldId="290"/>
            <ac:inkMk id="135" creationId="{8E91F1D0-0E48-D00B-3A2C-E2A63C4E202D}"/>
          </ac:inkMkLst>
        </pc:inkChg>
        <pc:inkChg chg="add">
          <ac:chgData name="Bhowmik, Sayan" userId="2b51cadb-156e-4c9a-99fc-6d2138739850" providerId="ADAL" clId="{B48CEC18-FC47-1145-A962-E2D59C8BC636}" dt="2023-09-09T22:37:54.575" v="768"/>
          <ac:inkMkLst>
            <pc:docMk/>
            <pc:sldMk cId="3619516557" sldId="290"/>
            <ac:inkMk id="136" creationId="{2091625A-AB9E-4CBD-6ACD-6B91615A8D71}"/>
          </ac:inkMkLst>
        </pc:inkChg>
        <pc:inkChg chg="add">
          <ac:chgData name="Bhowmik, Sayan" userId="2b51cadb-156e-4c9a-99fc-6d2138739850" providerId="ADAL" clId="{B48CEC18-FC47-1145-A962-E2D59C8BC636}" dt="2023-09-09T22:37:55.187" v="769"/>
          <ac:inkMkLst>
            <pc:docMk/>
            <pc:sldMk cId="3619516557" sldId="290"/>
            <ac:inkMk id="137" creationId="{ECF6EC4C-C625-2F8C-565E-966D0D912975}"/>
          </ac:inkMkLst>
        </pc:inkChg>
        <pc:inkChg chg="add">
          <ac:chgData name="Bhowmik, Sayan" userId="2b51cadb-156e-4c9a-99fc-6d2138739850" providerId="ADAL" clId="{B48CEC18-FC47-1145-A962-E2D59C8BC636}" dt="2023-09-09T22:37:55.839" v="770"/>
          <ac:inkMkLst>
            <pc:docMk/>
            <pc:sldMk cId="3619516557" sldId="290"/>
            <ac:inkMk id="138" creationId="{99EDF99C-CE3E-C73F-CD2F-DA92D0CD04AB}"/>
          </ac:inkMkLst>
        </pc:inkChg>
        <pc:inkChg chg="add">
          <ac:chgData name="Bhowmik, Sayan" userId="2b51cadb-156e-4c9a-99fc-6d2138739850" providerId="ADAL" clId="{B48CEC18-FC47-1145-A962-E2D59C8BC636}" dt="2023-09-09T22:37:56.054" v="771"/>
          <ac:inkMkLst>
            <pc:docMk/>
            <pc:sldMk cId="3619516557" sldId="290"/>
            <ac:inkMk id="139" creationId="{16663B28-B737-E490-79D4-07E11EA538DD}"/>
          </ac:inkMkLst>
        </pc:inkChg>
        <pc:inkChg chg="add">
          <ac:chgData name="Bhowmik, Sayan" userId="2b51cadb-156e-4c9a-99fc-6d2138739850" providerId="ADAL" clId="{B48CEC18-FC47-1145-A962-E2D59C8BC636}" dt="2023-09-09T22:37:56.990" v="772"/>
          <ac:inkMkLst>
            <pc:docMk/>
            <pc:sldMk cId="3619516557" sldId="290"/>
            <ac:inkMk id="140" creationId="{A98092F0-DB68-A8DB-01CE-19C2DAA21D3C}"/>
          </ac:inkMkLst>
        </pc:inkChg>
        <pc:inkChg chg="add">
          <ac:chgData name="Bhowmik, Sayan" userId="2b51cadb-156e-4c9a-99fc-6d2138739850" providerId="ADAL" clId="{B48CEC18-FC47-1145-A962-E2D59C8BC636}" dt="2023-09-09T22:37:57.171" v="773"/>
          <ac:inkMkLst>
            <pc:docMk/>
            <pc:sldMk cId="3619516557" sldId="290"/>
            <ac:inkMk id="141" creationId="{316DEA21-5923-F000-DB06-ACFF64883462}"/>
          </ac:inkMkLst>
        </pc:inkChg>
        <pc:inkChg chg="add">
          <ac:chgData name="Bhowmik, Sayan" userId="2b51cadb-156e-4c9a-99fc-6d2138739850" providerId="ADAL" clId="{B48CEC18-FC47-1145-A962-E2D59C8BC636}" dt="2023-09-09T22:37:57.771" v="774"/>
          <ac:inkMkLst>
            <pc:docMk/>
            <pc:sldMk cId="3619516557" sldId="290"/>
            <ac:inkMk id="142" creationId="{0157B12F-9F0F-0DB3-34BD-05518DFAFA10}"/>
          </ac:inkMkLst>
        </pc:inkChg>
        <pc:inkChg chg="add del">
          <ac:chgData name="Bhowmik, Sayan" userId="2b51cadb-156e-4c9a-99fc-6d2138739850" providerId="ADAL" clId="{B48CEC18-FC47-1145-A962-E2D59C8BC636}" dt="2023-09-09T22:38:25.660" v="782"/>
          <ac:inkMkLst>
            <pc:docMk/>
            <pc:sldMk cId="3619516557" sldId="290"/>
            <ac:inkMk id="146" creationId="{8F329EC3-4DA9-5760-16E6-2033C34DBDC4}"/>
          </ac:inkMkLst>
        </pc:inkChg>
        <pc:inkChg chg="add del">
          <ac:chgData name="Bhowmik, Sayan" userId="2b51cadb-156e-4c9a-99fc-6d2138739850" providerId="ADAL" clId="{B48CEC18-FC47-1145-A962-E2D59C8BC636}" dt="2023-09-09T22:38:25.660" v="782"/>
          <ac:inkMkLst>
            <pc:docMk/>
            <pc:sldMk cId="3619516557" sldId="290"/>
            <ac:inkMk id="147" creationId="{B6F5B8FE-1E59-8EC5-43F1-80D0128E4B05}"/>
          </ac:inkMkLst>
        </pc:inkChg>
        <pc:inkChg chg="add del">
          <ac:chgData name="Bhowmik, Sayan" userId="2b51cadb-156e-4c9a-99fc-6d2138739850" providerId="ADAL" clId="{B48CEC18-FC47-1145-A962-E2D59C8BC636}" dt="2023-09-09T22:38:25.660" v="782"/>
          <ac:inkMkLst>
            <pc:docMk/>
            <pc:sldMk cId="3619516557" sldId="290"/>
            <ac:inkMk id="148" creationId="{C0A1F7BE-A6F6-8F6A-8266-AB52E3942915}"/>
          </ac:inkMkLst>
        </pc:inkChg>
        <pc:inkChg chg="add del">
          <ac:chgData name="Bhowmik, Sayan" userId="2b51cadb-156e-4c9a-99fc-6d2138739850" providerId="ADAL" clId="{B48CEC18-FC47-1145-A962-E2D59C8BC636}" dt="2023-09-09T22:38:25.660" v="782"/>
          <ac:inkMkLst>
            <pc:docMk/>
            <pc:sldMk cId="3619516557" sldId="290"/>
            <ac:inkMk id="149" creationId="{B295DF48-9C63-CF3E-4D41-80C496726F3F}"/>
          </ac:inkMkLst>
        </pc:inkChg>
        <pc:inkChg chg="add del">
          <ac:chgData name="Bhowmik, Sayan" userId="2b51cadb-156e-4c9a-99fc-6d2138739850" providerId="ADAL" clId="{B48CEC18-FC47-1145-A962-E2D59C8BC636}" dt="2023-09-09T22:38:25.660" v="782"/>
          <ac:inkMkLst>
            <pc:docMk/>
            <pc:sldMk cId="3619516557" sldId="290"/>
            <ac:inkMk id="150" creationId="{8779CCBA-6AFB-7BE8-4A4B-546C0AC8F94A}"/>
          </ac:inkMkLst>
        </pc:inkChg>
        <pc:inkChg chg="add del">
          <ac:chgData name="Bhowmik, Sayan" userId="2b51cadb-156e-4c9a-99fc-6d2138739850" providerId="ADAL" clId="{B48CEC18-FC47-1145-A962-E2D59C8BC636}" dt="2023-09-09T22:38:25.660" v="782"/>
          <ac:inkMkLst>
            <pc:docMk/>
            <pc:sldMk cId="3619516557" sldId="290"/>
            <ac:inkMk id="151" creationId="{58C58B6F-A11F-77DF-1183-FBC291DD0D92}"/>
          </ac:inkMkLst>
        </pc:inkChg>
        <pc:inkChg chg="add del">
          <ac:chgData name="Bhowmik, Sayan" userId="2b51cadb-156e-4c9a-99fc-6d2138739850" providerId="ADAL" clId="{B48CEC18-FC47-1145-A962-E2D59C8BC636}" dt="2023-09-09T22:38:25.660" v="782"/>
          <ac:inkMkLst>
            <pc:docMk/>
            <pc:sldMk cId="3619516557" sldId="290"/>
            <ac:inkMk id="152" creationId="{2C6B670A-CDC6-4D18-DBE0-A1CB9AE819D4}"/>
          </ac:inkMkLst>
        </pc:inkChg>
        <pc:inkChg chg="add reco">
          <ac:chgData name="Bhowmik, Sayan" userId="2b51cadb-156e-4c9a-99fc-6d2138739850" providerId="ADAL" clId="{B48CEC18-FC47-1145-A962-E2D59C8BC636}" dt="2023-09-09T22:38:25.660" v="782"/>
          <ac:inkMkLst>
            <pc:docMk/>
            <pc:sldMk cId="3619516557" sldId="290"/>
            <ac:inkMk id="153" creationId="{BF830E75-B102-DC4B-30BA-187093EA5A42}"/>
          </ac:inkMkLst>
        </pc:inkChg>
        <pc:inkChg chg="add del">
          <ac:chgData name="Bhowmik, Sayan" userId="2b51cadb-156e-4c9a-99fc-6d2138739850" providerId="ADAL" clId="{B48CEC18-FC47-1145-A962-E2D59C8BC636}" dt="2023-09-09T22:38:30.373" v="789"/>
          <ac:inkMkLst>
            <pc:docMk/>
            <pc:sldMk cId="3619516557" sldId="290"/>
            <ac:inkMk id="154" creationId="{0EE0B191-702F-08C9-CB07-FAEF05358D46}"/>
          </ac:inkMkLst>
        </pc:inkChg>
        <pc:inkChg chg="add del">
          <ac:chgData name="Bhowmik, Sayan" userId="2b51cadb-156e-4c9a-99fc-6d2138739850" providerId="ADAL" clId="{B48CEC18-FC47-1145-A962-E2D59C8BC636}" dt="2023-09-09T22:38:30.373" v="789"/>
          <ac:inkMkLst>
            <pc:docMk/>
            <pc:sldMk cId="3619516557" sldId="290"/>
            <ac:inkMk id="155" creationId="{AA4099FF-E181-D5E0-61FC-C609817A9439}"/>
          </ac:inkMkLst>
        </pc:inkChg>
        <pc:inkChg chg="add del">
          <ac:chgData name="Bhowmik, Sayan" userId="2b51cadb-156e-4c9a-99fc-6d2138739850" providerId="ADAL" clId="{B48CEC18-FC47-1145-A962-E2D59C8BC636}" dt="2023-09-09T22:38:30.373" v="789"/>
          <ac:inkMkLst>
            <pc:docMk/>
            <pc:sldMk cId="3619516557" sldId="290"/>
            <ac:inkMk id="156" creationId="{E775E867-A6D5-3CD1-5ED2-0581890AE91E}"/>
          </ac:inkMkLst>
        </pc:inkChg>
        <pc:inkChg chg="add del">
          <ac:chgData name="Bhowmik, Sayan" userId="2b51cadb-156e-4c9a-99fc-6d2138739850" providerId="ADAL" clId="{B48CEC18-FC47-1145-A962-E2D59C8BC636}" dt="2023-09-09T22:38:30.373" v="789"/>
          <ac:inkMkLst>
            <pc:docMk/>
            <pc:sldMk cId="3619516557" sldId="290"/>
            <ac:inkMk id="157" creationId="{F5A0C9CD-CC72-29F1-0ADE-3B87F210F143}"/>
          </ac:inkMkLst>
        </pc:inkChg>
        <pc:inkChg chg="add del">
          <ac:chgData name="Bhowmik, Sayan" userId="2b51cadb-156e-4c9a-99fc-6d2138739850" providerId="ADAL" clId="{B48CEC18-FC47-1145-A962-E2D59C8BC636}" dt="2023-09-09T22:38:30.373" v="789"/>
          <ac:inkMkLst>
            <pc:docMk/>
            <pc:sldMk cId="3619516557" sldId="290"/>
            <ac:inkMk id="158" creationId="{C6655DAF-8E96-A4FA-E7D0-89D366E7BC89}"/>
          </ac:inkMkLst>
        </pc:inkChg>
        <pc:inkChg chg="add del">
          <ac:chgData name="Bhowmik, Sayan" userId="2b51cadb-156e-4c9a-99fc-6d2138739850" providerId="ADAL" clId="{B48CEC18-FC47-1145-A962-E2D59C8BC636}" dt="2023-09-09T22:38:30.373" v="789"/>
          <ac:inkMkLst>
            <pc:docMk/>
            <pc:sldMk cId="3619516557" sldId="290"/>
            <ac:inkMk id="159" creationId="{B4CD8232-1DB0-1590-E96D-D7C439B16BD3}"/>
          </ac:inkMkLst>
        </pc:inkChg>
        <pc:inkChg chg="add reco">
          <ac:chgData name="Bhowmik, Sayan" userId="2b51cadb-156e-4c9a-99fc-6d2138739850" providerId="ADAL" clId="{B48CEC18-FC47-1145-A962-E2D59C8BC636}" dt="2023-09-09T22:38:30.373" v="789"/>
          <ac:inkMkLst>
            <pc:docMk/>
            <pc:sldMk cId="3619516557" sldId="290"/>
            <ac:inkMk id="160" creationId="{B928E2DE-79B5-ACFC-609F-AB2E57938FCA}"/>
          </ac:inkMkLst>
        </pc:inkChg>
        <pc:inkChg chg="add del">
          <ac:chgData name="Bhowmik, Sayan" userId="2b51cadb-156e-4c9a-99fc-6d2138739850" providerId="ADAL" clId="{B48CEC18-FC47-1145-A962-E2D59C8BC636}" dt="2023-09-09T22:38:33.972" v="793"/>
          <ac:inkMkLst>
            <pc:docMk/>
            <pc:sldMk cId="3619516557" sldId="290"/>
            <ac:inkMk id="161" creationId="{53025741-C0C1-37BE-EC08-92F510D553C3}"/>
          </ac:inkMkLst>
        </pc:inkChg>
        <pc:inkChg chg="add del">
          <ac:chgData name="Bhowmik, Sayan" userId="2b51cadb-156e-4c9a-99fc-6d2138739850" providerId="ADAL" clId="{B48CEC18-FC47-1145-A962-E2D59C8BC636}" dt="2023-09-09T22:38:33.972" v="793"/>
          <ac:inkMkLst>
            <pc:docMk/>
            <pc:sldMk cId="3619516557" sldId="290"/>
            <ac:inkMk id="162" creationId="{5229D8C8-E489-DFCE-B5BE-EF1B6CD11FE8}"/>
          </ac:inkMkLst>
        </pc:inkChg>
        <pc:inkChg chg="add del">
          <ac:chgData name="Bhowmik, Sayan" userId="2b51cadb-156e-4c9a-99fc-6d2138739850" providerId="ADAL" clId="{B48CEC18-FC47-1145-A962-E2D59C8BC636}" dt="2023-09-09T22:38:33.972" v="793"/>
          <ac:inkMkLst>
            <pc:docMk/>
            <pc:sldMk cId="3619516557" sldId="290"/>
            <ac:inkMk id="163" creationId="{F2578468-47A1-C487-7176-12D5D94FD30C}"/>
          </ac:inkMkLst>
        </pc:inkChg>
        <pc:inkChg chg="add reco">
          <ac:chgData name="Bhowmik, Sayan" userId="2b51cadb-156e-4c9a-99fc-6d2138739850" providerId="ADAL" clId="{B48CEC18-FC47-1145-A962-E2D59C8BC636}" dt="2023-09-09T22:38:33.972" v="793"/>
          <ac:inkMkLst>
            <pc:docMk/>
            <pc:sldMk cId="3619516557" sldId="290"/>
            <ac:inkMk id="164" creationId="{5C20ADE1-C2CD-0582-AF9B-66C133DF0D5D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65" creationId="{76D6E9DD-74BC-D3AB-DCB9-2207A10CAF43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66" creationId="{3CA01998-A900-E716-CB8B-4581E5FE6CAF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67" creationId="{BC419B2F-7FFF-A5E6-C7E4-FF56C7B16E28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68" creationId="{ED3B551D-B17E-8028-A32A-79839C6168A9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69" creationId="{C1447CE6-EDC7-F9EC-13F0-DC855BFBCB6B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70" creationId="{15BA2939-E184-548B-4DB0-2F5AB84E38D7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71" creationId="{1C12F5C3-9851-0590-B59A-C93D2EAF185A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72" creationId="{7AC3DB7C-D935-F7F4-4A94-CF5159119F09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73" creationId="{E4787960-6E83-99B4-A322-930DFE1E595D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74" creationId="{B072CCC7-CE4D-6F41-815F-B3B72CBD7985}"/>
          </ac:inkMkLst>
        </pc:inkChg>
        <pc:inkChg chg="add mod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75" creationId="{E162B6C8-363F-3E6D-7099-D07BABE9E246}"/>
          </ac:inkMkLst>
        </pc:inkChg>
        <pc:inkChg chg="add del">
          <ac:chgData name="Bhowmik, Sayan" userId="2b51cadb-156e-4c9a-99fc-6d2138739850" providerId="ADAL" clId="{B48CEC18-FC47-1145-A962-E2D59C8BC636}" dt="2023-09-09T22:38:51.822" v="811"/>
          <ac:inkMkLst>
            <pc:docMk/>
            <pc:sldMk cId="3619516557" sldId="290"/>
            <ac:inkMk id="178" creationId="{5306DBB0-4293-C3B4-6333-CF4256362E0E}"/>
          </ac:inkMkLst>
        </pc:inkChg>
        <pc:inkChg chg="add del">
          <ac:chgData name="Bhowmik, Sayan" userId="2b51cadb-156e-4c9a-99fc-6d2138739850" providerId="ADAL" clId="{B48CEC18-FC47-1145-A962-E2D59C8BC636}" dt="2023-09-09T22:38:51.822" v="811"/>
          <ac:inkMkLst>
            <pc:docMk/>
            <pc:sldMk cId="3619516557" sldId="290"/>
            <ac:inkMk id="179" creationId="{0F70D4F0-3030-0BE3-8A16-9FD40C303DC5}"/>
          </ac:inkMkLst>
        </pc:inkChg>
        <pc:inkChg chg="add del">
          <ac:chgData name="Bhowmik, Sayan" userId="2b51cadb-156e-4c9a-99fc-6d2138739850" providerId="ADAL" clId="{B48CEC18-FC47-1145-A962-E2D59C8BC636}" dt="2023-09-09T22:38:51.822" v="811"/>
          <ac:inkMkLst>
            <pc:docMk/>
            <pc:sldMk cId="3619516557" sldId="290"/>
            <ac:inkMk id="180" creationId="{0E6F2ECF-E292-D1EF-9DCB-0BFCEC307F16}"/>
          </ac:inkMkLst>
        </pc:inkChg>
        <pc:inkChg chg="add del">
          <ac:chgData name="Bhowmik, Sayan" userId="2b51cadb-156e-4c9a-99fc-6d2138739850" providerId="ADAL" clId="{B48CEC18-FC47-1145-A962-E2D59C8BC636}" dt="2023-09-09T22:38:51.822" v="811"/>
          <ac:inkMkLst>
            <pc:docMk/>
            <pc:sldMk cId="3619516557" sldId="290"/>
            <ac:inkMk id="181" creationId="{FBE52E63-0A13-C4D9-118D-C56F7F84BFCE}"/>
          </ac:inkMkLst>
        </pc:inkChg>
        <pc:inkChg chg="add del">
          <ac:chgData name="Bhowmik, Sayan" userId="2b51cadb-156e-4c9a-99fc-6d2138739850" providerId="ADAL" clId="{B48CEC18-FC47-1145-A962-E2D59C8BC636}" dt="2023-09-09T22:38:51.822" v="811"/>
          <ac:inkMkLst>
            <pc:docMk/>
            <pc:sldMk cId="3619516557" sldId="290"/>
            <ac:inkMk id="182" creationId="{661DA506-A3B8-FD24-D91F-CD45C8C3B4F2}"/>
          </ac:inkMkLst>
        </pc:inkChg>
        <pc:inkChg chg="add del">
          <ac:chgData name="Bhowmik, Sayan" userId="2b51cadb-156e-4c9a-99fc-6d2138739850" providerId="ADAL" clId="{B48CEC18-FC47-1145-A962-E2D59C8BC636}" dt="2023-09-09T22:38:51.822" v="811"/>
          <ac:inkMkLst>
            <pc:docMk/>
            <pc:sldMk cId="3619516557" sldId="290"/>
            <ac:inkMk id="183" creationId="{AE7FD979-134D-8FAD-C0A8-279ED553D02C}"/>
          </ac:inkMkLst>
        </pc:inkChg>
        <pc:inkChg chg="add mod reco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84" creationId="{A5BF2A3B-5E0B-35EE-7A4B-F4B02C63D49D}"/>
          </ac:inkMkLst>
        </pc:inkChg>
        <pc:inkChg chg="add mod reco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85" creationId="{0B423F3E-7494-F0B8-F513-81115F76ADA8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86" creationId="{282C6037-2260-09CD-B361-F6C8DC3830FD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87" creationId="{86A9088F-9835-E8E1-8DC3-3296246368DF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88" creationId="{2AE64D0A-8D3D-3417-CD77-D7F8C98D13BD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89" creationId="{C744931D-DEF4-F768-DADB-80DADF690463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90" creationId="{BE298D83-52AA-C229-06FF-83C98F357EFE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91" creationId="{F27AFBC2-64D6-C0DA-C814-9BBD91E60899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92" creationId="{517930AF-8D9D-DCD0-9CE1-5067E4852D5D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93" creationId="{2A4158DB-3512-BA88-0E9E-C7B7AA9B4527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94" creationId="{367F1D49-73A0-6C93-E002-C679E64C29E3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95" creationId="{9B938BF1-8B8E-7C5A-10F0-343DF1314B6A}"/>
          </ac:inkMkLst>
        </pc:inkChg>
        <pc:inkChg chg="add del">
          <ac:chgData name="Bhowmik, Sayan" userId="2b51cadb-156e-4c9a-99fc-6d2138739850" providerId="ADAL" clId="{B48CEC18-FC47-1145-A962-E2D59C8BC636}" dt="2023-09-09T22:39:12.901" v="823"/>
          <ac:inkMkLst>
            <pc:docMk/>
            <pc:sldMk cId="3619516557" sldId="290"/>
            <ac:inkMk id="196" creationId="{95B2DD3B-211F-13B0-9E92-888610408BA7}"/>
          </ac:inkMkLst>
        </pc:inkChg>
        <pc:inkChg chg="add mod reco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97" creationId="{E9076A06-0F7F-6A6D-E856-171F2E50FBB3}"/>
          </ac:inkMkLst>
        </pc:inkChg>
        <pc:inkChg chg="add mod reco">
          <ac:chgData name="Bhowmik, Sayan" userId="2b51cadb-156e-4c9a-99fc-6d2138739850" providerId="ADAL" clId="{B48CEC18-FC47-1145-A962-E2D59C8BC636}" dt="2023-09-09T22:39:26.143" v="824" actId="1076"/>
          <ac:inkMkLst>
            <pc:docMk/>
            <pc:sldMk cId="3619516557" sldId="290"/>
            <ac:inkMk id="198" creationId="{F85838E3-394A-C894-ECB9-C243E5AA389E}"/>
          </ac:inkMkLst>
        </pc:inkChg>
        <pc:inkChg chg="add">
          <ac:chgData name="Bhowmik, Sayan" userId="2b51cadb-156e-4c9a-99fc-6d2138739850" providerId="ADAL" clId="{B48CEC18-FC47-1145-A962-E2D59C8BC636}" dt="2023-09-09T22:39:37.784" v="825"/>
          <ac:inkMkLst>
            <pc:docMk/>
            <pc:sldMk cId="3619516557" sldId="290"/>
            <ac:inkMk id="199" creationId="{61810986-B961-F29A-2DB8-73F45D0C0A0C}"/>
          </ac:inkMkLst>
        </pc:inkChg>
        <pc:inkChg chg="add del">
          <ac:chgData name="Bhowmik, Sayan" userId="2b51cadb-156e-4c9a-99fc-6d2138739850" providerId="ADAL" clId="{B48CEC18-FC47-1145-A962-E2D59C8BC636}" dt="2023-09-09T22:39:59.614" v="828"/>
          <ac:inkMkLst>
            <pc:docMk/>
            <pc:sldMk cId="3619516557" sldId="290"/>
            <ac:inkMk id="200" creationId="{E6D02504-8231-9F6E-548A-978B9C064231}"/>
          </ac:inkMkLst>
        </pc:inkChg>
        <pc:inkChg chg="add del">
          <ac:chgData name="Bhowmik, Sayan" userId="2b51cadb-156e-4c9a-99fc-6d2138739850" providerId="ADAL" clId="{B48CEC18-FC47-1145-A962-E2D59C8BC636}" dt="2023-09-09T22:39:59.614" v="828"/>
          <ac:inkMkLst>
            <pc:docMk/>
            <pc:sldMk cId="3619516557" sldId="290"/>
            <ac:inkMk id="201" creationId="{40B75E7F-FADA-E014-6553-9D4320F2D547}"/>
          </ac:inkMkLst>
        </pc:inkChg>
        <pc:inkChg chg="add reco">
          <ac:chgData name="Bhowmik, Sayan" userId="2b51cadb-156e-4c9a-99fc-6d2138739850" providerId="ADAL" clId="{B48CEC18-FC47-1145-A962-E2D59C8BC636}" dt="2023-09-09T22:39:59.614" v="828"/>
          <ac:inkMkLst>
            <pc:docMk/>
            <pc:sldMk cId="3619516557" sldId="290"/>
            <ac:inkMk id="202" creationId="{14A92625-5474-C4A6-E0E1-EC270B337C56}"/>
          </ac:inkMkLst>
        </pc:inkChg>
        <pc:inkChg chg="add del">
          <ac:chgData name="Bhowmik, Sayan" userId="2b51cadb-156e-4c9a-99fc-6d2138739850" providerId="ADAL" clId="{B48CEC18-FC47-1145-A962-E2D59C8BC636}" dt="2023-09-09T22:40:05.779" v="836"/>
          <ac:inkMkLst>
            <pc:docMk/>
            <pc:sldMk cId="3619516557" sldId="290"/>
            <ac:inkMk id="203" creationId="{7985E698-EEE1-C6C4-5AB4-13370E14866A}"/>
          </ac:inkMkLst>
        </pc:inkChg>
        <pc:inkChg chg="add del">
          <ac:chgData name="Bhowmik, Sayan" userId="2b51cadb-156e-4c9a-99fc-6d2138739850" providerId="ADAL" clId="{B48CEC18-FC47-1145-A962-E2D59C8BC636}" dt="2023-09-09T22:40:05.779" v="836"/>
          <ac:inkMkLst>
            <pc:docMk/>
            <pc:sldMk cId="3619516557" sldId="290"/>
            <ac:inkMk id="204" creationId="{66FDA3D1-CAC3-CAB4-84C0-F7FF9DA0C171}"/>
          </ac:inkMkLst>
        </pc:inkChg>
        <pc:inkChg chg="add del">
          <ac:chgData name="Bhowmik, Sayan" userId="2b51cadb-156e-4c9a-99fc-6d2138739850" providerId="ADAL" clId="{B48CEC18-FC47-1145-A962-E2D59C8BC636}" dt="2023-09-09T22:40:05.779" v="836"/>
          <ac:inkMkLst>
            <pc:docMk/>
            <pc:sldMk cId="3619516557" sldId="290"/>
            <ac:inkMk id="205" creationId="{71FD0042-07C0-EE70-C842-1E0E6CE40B37}"/>
          </ac:inkMkLst>
        </pc:inkChg>
        <pc:inkChg chg="add del">
          <ac:chgData name="Bhowmik, Sayan" userId="2b51cadb-156e-4c9a-99fc-6d2138739850" providerId="ADAL" clId="{B48CEC18-FC47-1145-A962-E2D59C8BC636}" dt="2023-09-09T22:40:05.779" v="836"/>
          <ac:inkMkLst>
            <pc:docMk/>
            <pc:sldMk cId="3619516557" sldId="290"/>
            <ac:inkMk id="206" creationId="{CE06F2ED-ACC3-E981-A828-1A3982FC9514}"/>
          </ac:inkMkLst>
        </pc:inkChg>
        <pc:inkChg chg="add del">
          <ac:chgData name="Bhowmik, Sayan" userId="2b51cadb-156e-4c9a-99fc-6d2138739850" providerId="ADAL" clId="{B48CEC18-FC47-1145-A962-E2D59C8BC636}" dt="2023-09-09T22:40:05.779" v="836"/>
          <ac:inkMkLst>
            <pc:docMk/>
            <pc:sldMk cId="3619516557" sldId="290"/>
            <ac:inkMk id="207" creationId="{E1D7C845-5E23-026D-1AAA-78F385F59A49}"/>
          </ac:inkMkLst>
        </pc:inkChg>
        <pc:inkChg chg="add del">
          <ac:chgData name="Bhowmik, Sayan" userId="2b51cadb-156e-4c9a-99fc-6d2138739850" providerId="ADAL" clId="{B48CEC18-FC47-1145-A962-E2D59C8BC636}" dt="2023-09-09T22:40:05.779" v="836"/>
          <ac:inkMkLst>
            <pc:docMk/>
            <pc:sldMk cId="3619516557" sldId="290"/>
            <ac:inkMk id="208" creationId="{14D8D86A-49BA-35DA-F96B-E6BEAA9F667D}"/>
          </ac:inkMkLst>
        </pc:inkChg>
        <pc:inkChg chg="add del">
          <ac:chgData name="Bhowmik, Sayan" userId="2b51cadb-156e-4c9a-99fc-6d2138739850" providerId="ADAL" clId="{B48CEC18-FC47-1145-A962-E2D59C8BC636}" dt="2023-09-09T22:40:05.779" v="836"/>
          <ac:inkMkLst>
            <pc:docMk/>
            <pc:sldMk cId="3619516557" sldId="290"/>
            <ac:inkMk id="209" creationId="{CF12DFD8-B5D8-36EA-455A-978C30851288}"/>
          </ac:inkMkLst>
        </pc:inkChg>
        <pc:inkChg chg="add mod reco modStrokes">
          <ac:chgData name="Bhowmik, Sayan" userId="2b51cadb-156e-4c9a-99fc-6d2138739850" providerId="ADAL" clId="{B48CEC18-FC47-1145-A962-E2D59C8BC636}" dt="2023-09-09T22:40:14.544" v="839"/>
          <ac:inkMkLst>
            <pc:docMk/>
            <pc:sldMk cId="3619516557" sldId="290"/>
            <ac:inkMk id="210" creationId="{0EF8ABF1-4C85-FC3C-DE78-AA8032EC731B}"/>
          </ac:inkMkLst>
        </pc:inkChg>
        <pc:inkChg chg="add del">
          <ac:chgData name="Bhowmik, Sayan" userId="2b51cadb-156e-4c9a-99fc-6d2138739850" providerId="ADAL" clId="{B48CEC18-FC47-1145-A962-E2D59C8BC636}" dt="2023-09-09T22:40:19.026" v="844"/>
          <ac:inkMkLst>
            <pc:docMk/>
            <pc:sldMk cId="3619516557" sldId="290"/>
            <ac:inkMk id="211" creationId="{7E0FF121-12B9-09BD-B6F3-CC15EBC03A67}"/>
          </ac:inkMkLst>
        </pc:inkChg>
        <pc:inkChg chg="add del">
          <ac:chgData name="Bhowmik, Sayan" userId="2b51cadb-156e-4c9a-99fc-6d2138739850" providerId="ADAL" clId="{B48CEC18-FC47-1145-A962-E2D59C8BC636}" dt="2023-09-09T22:40:19.026" v="844"/>
          <ac:inkMkLst>
            <pc:docMk/>
            <pc:sldMk cId="3619516557" sldId="290"/>
            <ac:inkMk id="212" creationId="{C5785F6D-8A3F-E1CD-7F46-138848EBDF1A}"/>
          </ac:inkMkLst>
        </pc:inkChg>
        <pc:inkChg chg="add del">
          <ac:chgData name="Bhowmik, Sayan" userId="2b51cadb-156e-4c9a-99fc-6d2138739850" providerId="ADAL" clId="{B48CEC18-FC47-1145-A962-E2D59C8BC636}" dt="2023-09-09T22:40:19.026" v="844"/>
          <ac:inkMkLst>
            <pc:docMk/>
            <pc:sldMk cId="3619516557" sldId="290"/>
            <ac:inkMk id="213" creationId="{A2B7885C-CBD3-4622-F0D8-275104501685}"/>
          </ac:inkMkLst>
        </pc:inkChg>
        <pc:inkChg chg="add del">
          <ac:chgData name="Bhowmik, Sayan" userId="2b51cadb-156e-4c9a-99fc-6d2138739850" providerId="ADAL" clId="{B48CEC18-FC47-1145-A962-E2D59C8BC636}" dt="2023-09-09T22:40:19.026" v="844"/>
          <ac:inkMkLst>
            <pc:docMk/>
            <pc:sldMk cId="3619516557" sldId="290"/>
            <ac:inkMk id="214" creationId="{DA4215EC-7E4D-619D-75BC-087B11EC4679}"/>
          </ac:inkMkLst>
        </pc:inkChg>
        <pc:inkChg chg="add reco">
          <ac:chgData name="Bhowmik, Sayan" userId="2b51cadb-156e-4c9a-99fc-6d2138739850" providerId="ADAL" clId="{B48CEC18-FC47-1145-A962-E2D59C8BC636}" dt="2023-09-09T22:40:19.026" v="844"/>
          <ac:inkMkLst>
            <pc:docMk/>
            <pc:sldMk cId="3619516557" sldId="290"/>
            <ac:inkMk id="215" creationId="{AABCE170-0649-FD80-A87B-A920CF220AE9}"/>
          </ac:inkMkLst>
        </pc:inkChg>
        <pc:inkChg chg="add del">
          <ac:chgData name="Bhowmik, Sayan" userId="2b51cadb-156e-4c9a-99fc-6d2138739850" providerId="ADAL" clId="{B48CEC18-FC47-1145-A962-E2D59C8BC636}" dt="2023-09-09T22:40:24.262" v="848"/>
          <ac:inkMkLst>
            <pc:docMk/>
            <pc:sldMk cId="3619516557" sldId="290"/>
            <ac:inkMk id="216" creationId="{93D5E333-40B4-0B5E-669F-4B63ECFC4AD3}"/>
          </ac:inkMkLst>
        </pc:inkChg>
        <pc:inkChg chg="add">
          <ac:chgData name="Bhowmik, Sayan" userId="2b51cadb-156e-4c9a-99fc-6d2138739850" providerId="ADAL" clId="{B48CEC18-FC47-1145-A962-E2D59C8BC636}" dt="2023-09-09T22:40:22.529" v="846"/>
          <ac:inkMkLst>
            <pc:docMk/>
            <pc:sldMk cId="3619516557" sldId="290"/>
            <ac:inkMk id="217" creationId="{3D29FFCF-D0D2-D873-F50E-22635999D7EC}"/>
          </ac:inkMkLst>
        </pc:inkChg>
        <pc:inkChg chg="add del">
          <ac:chgData name="Bhowmik, Sayan" userId="2b51cadb-156e-4c9a-99fc-6d2138739850" providerId="ADAL" clId="{B48CEC18-FC47-1145-A962-E2D59C8BC636}" dt="2023-09-09T22:40:24.262" v="848"/>
          <ac:inkMkLst>
            <pc:docMk/>
            <pc:sldMk cId="3619516557" sldId="290"/>
            <ac:inkMk id="218" creationId="{3FB96C4E-DC8C-F525-6123-09FF6693078B}"/>
          </ac:inkMkLst>
        </pc:inkChg>
        <pc:inkChg chg="add reco">
          <ac:chgData name="Bhowmik, Sayan" userId="2b51cadb-156e-4c9a-99fc-6d2138739850" providerId="ADAL" clId="{B48CEC18-FC47-1145-A962-E2D59C8BC636}" dt="2023-09-09T22:40:24.262" v="848"/>
          <ac:inkMkLst>
            <pc:docMk/>
            <pc:sldMk cId="3619516557" sldId="290"/>
            <ac:inkMk id="219" creationId="{FB122D5A-853D-058A-FA81-153B9D4C531D}"/>
          </ac:inkMkLst>
        </pc:inkChg>
        <pc:inkChg chg="add del">
          <ac:chgData name="Bhowmik, Sayan" userId="2b51cadb-156e-4c9a-99fc-6d2138739850" providerId="ADAL" clId="{B48CEC18-FC47-1145-A962-E2D59C8BC636}" dt="2023-09-09T22:40:26.683" v="852"/>
          <ac:inkMkLst>
            <pc:docMk/>
            <pc:sldMk cId="3619516557" sldId="290"/>
            <ac:inkMk id="220" creationId="{B64F70BF-3DEA-F88F-3E23-5B65F1613609}"/>
          </ac:inkMkLst>
        </pc:inkChg>
        <pc:inkChg chg="add del">
          <ac:chgData name="Bhowmik, Sayan" userId="2b51cadb-156e-4c9a-99fc-6d2138739850" providerId="ADAL" clId="{B48CEC18-FC47-1145-A962-E2D59C8BC636}" dt="2023-09-09T22:40:26.683" v="852"/>
          <ac:inkMkLst>
            <pc:docMk/>
            <pc:sldMk cId="3619516557" sldId="290"/>
            <ac:inkMk id="221" creationId="{3C0A49CE-C1EC-9BFD-EA22-6360361EC036}"/>
          </ac:inkMkLst>
        </pc:inkChg>
        <pc:inkChg chg="add del">
          <ac:chgData name="Bhowmik, Sayan" userId="2b51cadb-156e-4c9a-99fc-6d2138739850" providerId="ADAL" clId="{B48CEC18-FC47-1145-A962-E2D59C8BC636}" dt="2023-09-09T22:40:26.683" v="852"/>
          <ac:inkMkLst>
            <pc:docMk/>
            <pc:sldMk cId="3619516557" sldId="290"/>
            <ac:inkMk id="222" creationId="{8EEDAA75-41B3-C88F-2F9F-EAC71558CEC5}"/>
          </ac:inkMkLst>
        </pc:inkChg>
        <pc:inkChg chg="add reco">
          <ac:chgData name="Bhowmik, Sayan" userId="2b51cadb-156e-4c9a-99fc-6d2138739850" providerId="ADAL" clId="{B48CEC18-FC47-1145-A962-E2D59C8BC636}" dt="2023-09-09T22:40:26.683" v="852"/>
          <ac:inkMkLst>
            <pc:docMk/>
            <pc:sldMk cId="3619516557" sldId="290"/>
            <ac:inkMk id="223" creationId="{4AF8052F-2CAE-F9BD-09A8-61973421D6A9}"/>
          </ac:inkMkLst>
        </pc:inkChg>
        <pc:inkChg chg="add del">
          <ac:chgData name="Bhowmik, Sayan" userId="2b51cadb-156e-4c9a-99fc-6d2138739850" providerId="ADAL" clId="{B48CEC18-FC47-1145-A962-E2D59C8BC636}" dt="2023-09-09T22:40:33.363" v="856"/>
          <ac:inkMkLst>
            <pc:docMk/>
            <pc:sldMk cId="3619516557" sldId="290"/>
            <ac:inkMk id="224" creationId="{D4F0A611-4CD2-5501-2AAC-F90635D73713}"/>
          </ac:inkMkLst>
        </pc:inkChg>
        <pc:inkChg chg="add del">
          <ac:chgData name="Bhowmik, Sayan" userId="2b51cadb-156e-4c9a-99fc-6d2138739850" providerId="ADAL" clId="{B48CEC18-FC47-1145-A962-E2D59C8BC636}" dt="2023-09-09T22:40:33.363" v="856"/>
          <ac:inkMkLst>
            <pc:docMk/>
            <pc:sldMk cId="3619516557" sldId="290"/>
            <ac:inkMk id="225" creationId="{A10049C1-36DB-7594-064D-AC3A1B6AD2E8}"/>
          </ac:inkMkLst>
        </pc:inkChg>
        <pc:inkChg chg="add del">
          <ac:chgData name="Bhowmik, Sayan" userId="2b51cadb-156e-4c9a-99fc-6d2138739850" providerId="ADAL" clId="{B48CEC18-FC47-1145-A962-E2D59C8BC636}" dt="2023-09-09T22:40:33.363" v="856"/>
          <ac:inkMkLst>
            <pc:docMk/>
            <pc:sldMk cId="3619516557" sldId="290"/>
            <ac:inkMk id="226" creationId="{EFF4540A-F559-D793-9093-E965ACD6E5AF}"/>
          </ac:inkMkLst>
        </pc:inkChg>
        <pc:inkChg chg="add reco">
          <ac:chgData name="Bhowmik, Sayan" userId="2b51cadb-156e-4c9a-99fc-6d2138739850" providerId="ADAL" clId="{B48CEC18-FC47-1145-A962-E2D59C8BC636}" dt="2023-09-09T22:40:33.363" v="856"/>
          <ac:inkMkLst>
            <pc:docMk/>
            <pc:sldMk cId="3619516557" sldId="290"/>
            <ac:inkMk id="227" creationId="{39FEECAF-FBDD-D38D-62C1-5FB7A927188C}"/>
          </ac:inkMkLst>
        </pc:inkChg>
      </pc:sldChg>
      <pc:sldChg chg="addSp delSp">
        <pc:chgData name="Bhowmik, Sayan" userId="2b51cadb-156e-4c9a-99fc-6d2138739850" providerId="ADAL" clId="{B48CEC18-FC47-1145-A962-E2D59C8BC636}" dt="2023-09-10T03:35:45.663" v="1014"/>
        <pc:sldMkLst>
          <pc:docMk/>
          <pc:sldMk cId="2422390120" sldId="293"/>
        </pc:sldMkLst>
        <pc:inkChg chg="add del">
          <ac:chgData name="Bhowmik, Sayan" userId="2b51cadb-156e-4c9a-99fc-6d2138739850" providerId="ADAL" clId="{B48CEC18-FC47-1145-A962-E2D59C8BC636}" dt="2023-09-10T02:11:40.402" v="865"/>
          <ac:inkMkLst>
            <pc:docMk/>
            <pc:sldMk cId="2422390120" sldId="293"/>
            <ac:inkMk id="2" creationId="{3AE30004-32B9-2B80-33EE-4761EFCF2B51}"/>
          </ac:inkMkLst>
        </pc:inkChg>
        <pc:inkChg chg="add">
          <ac:chgData name="Bhowmik, Sayan" userId="2b51cadb-156e-4c9a-99fc-6d2138739850" providerId="ADAL" clId="{B48CEC18-FC47-1145-A962-E2D59C8BC636}" dt="2023-09-10T02:11:06.540" v="858"/>
          <ac:inkMkLst>
            <pc:docMk/>
            <pc:sldMk cId="2422390120" sldId="293"/>
            <ac:inkMk id="5" creationId="{666E7F65-A038-CCE4-9286-BC12DBC883AA}"/>
          </ac:inkMkLst>
        </pc:inkChg>
        <pc:inkChg chg="add">
          <ac:chgData name="Bhowmik, Sayan" userId="2b51cadb-156e-4c9a-99fc-6d2138739850" providerId="ADAL" clId="{B48CEC18-FC47-1145-A962-E2D59C8BC636}" dt="2023-09-10T02:11:10.738" v="859"/>
          <ac:inkMkLst>
            <pc:docMk/>
            <pc:sldMk cId="2422390120" sldId="293"/>
            <ac:inkMk id="6" creationId="{699A64DA-7C40-53BE-820A-4E56E25E0999}"/>
          </ac:inkMkLst>
        </pc:inkChg>
        <pc:inkChg chg="add">
          <ac:chgData name="Bhowmik, Sayan" userId="2b51cadb-156e-4c9a-99fc-6d2138739850" providerId="ADAL" clId="{B48CEC18-FC47-1145-A962-E2D59C8BC636}" dt="2023-09-10T02:11:25.852" v="860"/>
          <ac:inkMkLst>
            <pc:docMk/>
            <pc:sldMk cId="2422390120" sldId="293"/>
            <ac:inkMk id="7" creationId="{E253C216-8141-E495-095C-334C3ADD39CE}"/>
          </ac:inkMkLst>
        </pc:inkChg>
        <pc:inkChg chg="add del">
          <ac:chgData name="Bhowmik, Sayan" userId="2b51cadb-156e-4c9a-99fc-6d2138739850" providerId="ADAL" clId="{B48CEC18-FC47-1145-A962-E2D59C8BC636}" dt="2023-09-10T02:11:34.601" v="863"/>
          <ac:inkMkLst>
            <pc:docMk/>
            <pc:sldMk cId="2422390120" sldId="293"/>
            <ac:inkMk id="8" creationId="{7440D520-0E97-DE92-F8AF-64101AE77C86}"/>
          </ac:inkMkLst>
        </pc:inkChg>
        <pc:inkChg chg="add del">
          <ac:chgData name="Bhowmik, Sayan" userId="2b51cadb-156e-4c9a-99fc-6d2138739850" providerId="ADAL" clId="{B48CEC18-FC47-1145-A962-E2D59C8BC636}" dt="2023-09-10T02:18:24.949" v="936"/>
          <ac:inkMkLst>
            <pc:docMk/>
            <pc:sldMk cId="2422390120" sldId="293"/>
            <ac:inkMk id="8" creationId="{861458B6-846C-5B5F-5FC1-F663CE6E5872}"/>
          </ac:inkMkLst>
        </pc:inkChg>
        <pc:inkChg chg="add del">
          <ac:chgData name="Bhowmik, Sayan" userId="2b51cadb-156e-4c9a-99fc-6d2138739850" providerId="ADAL" clId="{B48CEC18-FC47-1145-A962-E2D59C8BC636}" dt="2023-09-10T02:18:24.949" v="936"/>
          <ac:inkMkLst>
            <pc:docMk/>
            <pc:sldMk cId="2422390120" sldId="293"/>
            <ac:inkMk id="9" creationId="{23E1632D-49A9-9947-B5EE-5A3DA6D832DF}"/>
          </ac:inkMkLst>
        </pc:inkChg>
        <pc:inkChg chg="add del">
          <ac:chgData name="Bhowmik, Sayan" userId="2b51cadb-156e-4c9a-99fc-6d2138739850" providerId="ADAL" clId="{B48CEC18-FC47-1145-A962-E2D59C8BC636}" dt="2023-09-10T02:11:34.601" v="863"/>
          <ac:inkMkLst>
            <pc:docMk/>
            <pc:sldMk cId="2422390120" sldId="293"/>
            <ac:inkMk id="9" creationId="{563F2DD5-3466-ED4D-62C0-99821379DEC1}"/>
          </ac:inkMkLst>
        </pc:inkChg>
        <pc:inkChg chg="add reco">
          <ac:chgData name="Bhowmik, Sayan" userId="2b51cadb-156e-4c9a-99fc-6d2138739850" providerId="ADAL" clId="{B48CEC18-FC47-1145-A962-E2D59C8BC636}" dt="2023-09-10T02:11:34.601" v="863"/>
          <ac:inkMkLst>
            <pc:docMk/>
            <pc:sldMk cId="2422390120" sldId="293"/>
            <ac:inkMk id="10" creationId="{B31A3383-E434-CF1F-E761-E1EA3BE8FD8C}"/>
          </ac:inkMkLst>
        </pc:inkChg>
        <pc:inkChg chg="add">
          <ac:chgData name="Bhowmik, Sayan" userId="2b51cadb-156e-4c9a-99fc-6d2138739850" providerId="ADAL" clId="{B48CEC18-FC47-1145-A962-E2D59C8BC636}" dt="2023-09-10T02:11:55.253" v="866"/>
          <ac:inkMkLst>
            <pc:docMk/>
            <pc:sldMk cId="2422390120" sldId="293"/>
            <ac:inkMk id="11" creationId="{9A299780-C8A3-3A53-D165-D25797B0DEE8}"/>
          </ac:inkMkLst>
        </pc:inkChg>
        <pc:inkChg chg="add">
          <ac:chgData name="Bhowmik, Sayan" userId="2b51cadb-156e-4c9a-99fc-6d2138739850" providerId="ADAL" clId="{B48CEC18-FC47-1145-A962-E2D59C8BC636}" dt="2023-09-10T02:11:59.833" v="867"/>
          <ac:inkMkLst>
            <pc:docMk/>
            <pc:sldMk cId="2422390120" sldId="293"/>
            <ac:inkMk id="12" creationId="{CC704505-177B-7DC9-55CD-CBD7C63BCDDF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13" creationId="{2E301A4C-4853-0DAC-B089-226C31DE0DEF}"/>
          </ac:inkMkLst>
        </pc:inkChg>
        <pc:inkChg chg="add del">
          <ac:chgData name="Bhowmik, Sayan" userId="2b51cadb-156e-4c9a-99fc-6d2138739850" providerId="ADAL" clId="{B48CEC18-FC47-1145-A962-E2D59C8BC636}" dt="2023-09-10T02:18:24.949" v="936"/>
          <ac:inkMkLst>
            <pc:docMk/>
            <pc:sldMk cId="2422390120" sldId="293"/>
            <ac:inkMk id="13" creationId="{6724D792-C8A4-0DE5-FB87-290ABA36A2FF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14" creationId="{92CC7A86-322E-0B32-1B84-FC71EA9F770C}"/>
          </ac:inkMkLst>
        </pc:inkChg>
        <pc:inkChg chg="add reco">
          <ac:chgData name="Bhowmik, Sayan" userId="2b51cadb-156e-4c9a-99fc-6d2138739850" providerId="ADAL" clId="{B48CEC18-FC47-1145-A962-E2D59C8BC636}" dt="2023-09-10T02:18:24.949" v="936"/>
          <ac:inkMkLst>
            <pc:docMk/>
            <pc:sldMk cId="2422390120" sldId="293"/>
            <ac:inkMk id="14" creationId="{A372A0A3-A010-576E-1A57-6ED0D951A349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15" creationId="{2FADB3E4-D1E4-F30D-5B33-A91C0CD1C083}"/>
          </ac:inkMkLst>
        </pc:inkChg>
        <pc:inkChg chg="add del">
          <ac:chgData name="Bhowmik, Sayan" userId="2b51cadb-156e-4c9a-99fc-6d2138739850" providerId="ADAL" clId="{B48CEC18-FC47-1145-A962-E2D59C8BC636}" dt="2023-09-10T02:18:30.796" v="943"/>
          <ac:inkMkLst>
            <pc:docMk/>
            <pc:sldMk cId="2422390120" sldId="293"/>
            <ac:inkMk id="15" creationId="{870460B0-2E71-F799-F75A-7FB5E22DDD67}"/>
          </ac:inkMkLst>
        </pc:inkChg>
        <pc:inkChg chg="add del">
          <ac:chgData name="Bhowmik, Sayan" userId="2b51cadb-156e-4c9a-99fc-6d2138739850" providerId="ADAL" clId="{B48CEC18-FC47-1145-A962-E2D59C8BC636}" dt="2023-09-10T02:18:30.796" v="943"/>
          <ac:inkMkLst>
            <pc:docMk/>
            <pc:sldMk cId="2422390120" sldId="293"/>
            <ac:inkMk id="16" creationId="{A2FED719-75A6-7A9D-8EBC-E4D8AF2829C0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16" creationId="{DC324B60-1157-2DB1-0940-F052928F0178}"/>
          </ac:inkMkLst>
        </pc:inkChg>
        <pc:inkChg chg="add del">
          <ac:chgData name="Bhowmik, Sayan" userId="2b51cadb-156e-4c9a-99fc-6d2138739850" providerId="ADAL" clId="{B48CEC18-FC47-1145-A962-E2D59C8BC636}" dt="2023-09-10T02:18:30.796" v="943"/>
          <ac:inkMkLst>
            <pc:docMk/>
            <pc:sldMk cId="2422390120" sldId="293"/>
            <ac:inkMk id="17" creationId="{F2E2B0C0-B909-A720-3605-D7037E89CE72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17" creationId="{F9125BA1-3295-A97F-B2CB-8A7C65F77A8B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18" creationId="{13ED28D3-D88F-BD41-5AEA-ABFE79DADD05}"/>
          </ac:inkMkLst>
        </pc:inkChg>
        <pc:inkChg chg="add del">
          <ac:chgData name="Bhowmik, Sayan" userId="2b51cadb-156e-4c9a-99fc-6d2138739850" providerId="ADAL" clId="{B48CEC18-FC47-1145-A962-E2D59C8BC636}" dt="2023-09-10T02:18:30.796" v="943"/>
          <ac:inkMkLst>
            <pc:docMk/>
            <pc:sldMk cId="2422390120" sldId="293"/>
            <ac:inkMk id="18" creationId="{6E82E3E1-4E35-7AD8-676B-483D6CC60856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19" creationId="{6F92EA23-A258-4308-5D55-7089C13FE3E9}"/>
          </ac:inkMkLst>
        </pc:inkChg>
        <pc:inkChg chg="add del">
          <ac:chgData name="Bhowmik, Sayan" userId="2b51cadb-156e-4c9a-99fc-6d2138739850" providerId="ADAL" clId="{B48CEC18-FC47-1145-A962-E2D59C8BC636}" dt="2023-09-10T02:18:30.796" v="943"/>
          <ac:inkMkLst>
            <pc:docMk/>
            <pc:sldMk cId="2422390120" sldId="293"/>
            <ac:inkMk id="19" creationId="{8B5AE82B-208B-C694-E0E6-303984BCB233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0" creationId="{C201027F-A9AF-7433-5BBF-074A1F411D4C}"/>
          </ac:inkMkLst>
        </pc:inkChg>
        <pc:inkChg chg="add del">
          <ac:chgData name="Bhowmik, Sayan" userId="2b51cadb-156e-4c9a-99fc-6d2138739850" providerId="ADAL" clId="{B48CEC18-FC47-1145-A962-E2D59C8BC636}" dt="2023-09-10T02:18:30.796" v="943"/>
          <ac:inkMkLst>
            <pc:docMk/>
            <pc:sldMk cId="2422390120" sldId="293"/>
            <ac:inkMk id="20" creationId="{FB5307BC-2779-CFF3-5D2B-BD3C6475F7A4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1" creationId="{010F26E1-3B02-BE11-E8E8-3BDE6DE3081D}"/>
          </ac:inkMkLst>
        </pc:inkChg>
        <pc:inkChg chg="add reco">
          <ac:chgData name="Bhowmik, Sayan" userId="2b51cadb-156e-4c9a-99fc-6d2138739850" providerId="ADAL" clId="{B48CEC18-FC47-1145-A962-E2D59C8BC636}" dt="2023-09-10T02:18:30.796" v="943"/>
          <ac:inkMkLst>
            <pc:docMk/>
            <pc:sldMk cId="2422390120" sldId="293"/>
            <ac:inkMk id="21" creationId="{B988E261-94A4-8C10-6158-7015CAE5303B}"/>
          </ac:inkMkLst>
        </pc:inkChg>
        <pc:inkChg chg="add del">
          <ac:chgData name="Bhowmik, Sayan" userId="2b51cadb-156e-4c9a-99fc-6d2138739850" providerId="ADAL" clId="{B48CEC18-FC47-1145-A962-E2D59C8BC636}" dt="2023-09-10T02:18:55.717" v="946"/>
          <ac:inkMkLst>
            <pc:docMk/>
            <pc:sldMk cId="2422390120" sldId="293"/>
            <ac:inkMk id="22" creationId="{BD809C3C-66CF-0FA7-FA3F-A45DAEE13013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2" creationId="{EF4BBE83-3805-F03A-2A14-356860227855}"/>
          </ac:inkMkLst>
        </pc:inkChg>
        <pc:inkChg chg="add del">
          <ac:chgData name="Bhowmik, Sayan" userId="2b51cadb-156e-4c9a-99fc-6d2138739850" providerId="ADAL" clId="{B48CEC18-FC47-1145-A962-E2D59C8BC636}" dt="2023-09-10T02:18:55.717" v="946"/>
          <ac:inkMkLst>
            <pc:docMk/>
            <pc:sldMk cId="2422390120" sldId="293"/>
            <ac:inkMk id="23" creationId="{720CCFD9-4443-FBD0-5CC1-C548E5671788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3" creationId="{9EA83506-08B4-1FFE-F69A-4CBEECE6BACC}"/>
          </ac:inkMkLst>
        </pc:inkChg>
        <pc:inkChg chg="add reco">
          <ac:chgData name="Bhowmik, Sayan" userId="2b51cadb-156e-4c9a-99fc-6d2138739850" providerId="ADAL" clId="{B48CEC18-FC47-1145-A962-E2D59C8BC636}" dt="2023-09-10T02:18:55.717" v="946"/>
          <ac:inkMkLst>
            <pc:docMk/>
            <pc:sldMk cId="2422390120" sldId="293"/>
            <ac:inkMk id="24" creationId="{41EE6ADA-6138-C4D1-8699-C3A9F88109A9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4" creationId="{8DE890F4-3D55-6A4C-8957-97554A9077CC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25" creationId="{0817C46F-0743-37AD-25CD-200943998C97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5" creationId="{D491F3E8-C3B2-6F15-7775-649693538CAA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6" creationId="{76E29361-CE3A-21FC-9083-76D4A9EE5DCA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26" creationId="{92EA38BE-B343-B7D5-D535-B84CC2C3F1F6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27" creationId="{462B0837-079F-5A62-3EE7-DA06272EB8B0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7" creationId="{47DCED78-1156-F186-EB57-6CFFCC9526AE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28" creationId="{B8666ED6-780E-E1E9-21A2-956280D45DAB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8" creationId="{CEC25F0D-3FC0-7EBC-D7BC-E64BB88BDF9A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29" creationId="{2DFAD8BC-A01C-1CFD-1420-D1EFBFE20C87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29" creationId="{5DDDFFB5-AA47-BF16-4192-C9E0AF917637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0" creationId="{1F1DB329-A3A9-194A-FA3E-1E838E947AC2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30" creationId="{E1F213F7-78B3-E16E-40B0-3CEC850A9F4F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31" creationId="{97B97F09-F25E-15C6-AC7F-B682C1FA8509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1" creationId="{9D854BA7-FC4D-80E1-AF37-26C752B6B394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3" creationId="{350504CF-141F-D185-179E-895442986630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4" creationId="{25E91A59-7F3B-873D-58AF-1049CEF9A643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34" creationId="{FCB73B83-93E7-73B5-BD43-1C5824541B23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5" creationId="{82EE0064-87EE-5A07-29CE-34055D92DE5F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35" creationId="{F34ADF03-817F-75E0-C006-DACD2A21E967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36" creationId="{B24DD65C-B38C-C54D-766E-32AF96654E94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6" creationId="{E950EB09-CD16-11D2-3A41-3F4A536993B9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37" creationId="{BC079EE8-DD6D-275C-A0DA-A0F37A00420E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7" creationId="{DF3F3E2C-2DBB-B68A-5E40-AB2C8A4CA8ED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8" creationId="{3C341AE8-F527-5F32-71F5-C0C315F965FC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38" creationId="{4109E036-4D28-7909-D5B0-C639D56C45E8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39" creationId="{2FA254D9-303F-FD01-1394-04ED0E909D5D}"/>
          </ac:inkMkLst>
        </pc:inkChg>
        <pc:inkChg chg="add del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39" creationId="{9CDD4993-063D-A408-D06E-3DC56CE0B3F0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40" creationId="{BB463B80-311E-D770-2712-9D835A904497}"/>
          </ac:inkMkLst>
        </pc:inkChg>
        <pc:inkChg chg="add reco">
          <ac:chgData name="Bhowmik, Sayan" userId="2b51cadb-156e-4c9a-99fc-6d2138739850" providerId="ADAL" clId="{B48CEC18-FC47-1145-A962-E2D59C8BC636}" dt="2023-09-10T02:19:02.891" v="961"/>
          <ac:inkMkLst>
            <pc:docMk/>
            <pc:sldMk cId="2422390120" sldId="293"/>
            <ac:inkMk id="40" creationId="{E29DF2DB-C8CF-8547-E72F-A73BF49C286A}"/>
          </ac:inkMkLst>
        </pc:inkChg>
        <pc:inkChg chg="add del">
          <ac:chgData name="Bhowmik, Sayan" userId="2b51cadb-156e-4c9a-99fc-6d2138739850" providerId="ADAL" clId="{B48CEC18-FC47-1145-A962-E2D59C8BC636}" dt="2023-09-10T02:19:12.837" v="964"/>
          <ac:inkMkLst>
            <pc:docMk/>
            <pc:sldMk cId="2422390120" sldId="293"/>
            <ac:inkMk id="41" creationId="{1EDA4787-AD6A-6A5F-93D2-7990A05F0D4B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41" creationId="{CD32E749-B97B-2220-67CC-363F537BF83B}"/>
          </ac:inkMkLst>
        </pc:inkChg>
        <pc:inkChg chg="add del">
          <ac:chgData name="Bhowmik, Sayan" userId="2b51cadb-156e-4c9a-99fc-6d2138739850" providerId="ADAL" clId="{B48CEC18-FC47-1145-A962-E2D59C8BC636}" dt="2023-09-10T02:19:12.837" v="964"/>
          <ac:inkMkLst>
            <pc:docMk/>
            <pc:sldMk cId="2422390120" sldId="293"/>
            <ac:inkMk id="42" creationId="{0440F177-9C8D-6DAE-4416-DF9468B8DDDC}"/>
          </ac:inkMkLst>
        </pc:inkChg>
        <pc:inkChg chg="add del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42" creationId="{12237151-5C4A-8F5B-6DF5-72616CE1F144}"/>
          </ac:inkMkLst>
        </pc:inkChg>
        <pc:inkChg chg="add reco">
          <ac:chgData name="Bhowmik, Sayan" userId="2b51cadb-156e-4c9a-99fc-6d2138739850" providerId="ADAL" clId="{B48CEC18-FC47-1145-A962-E2D59C8BC636}" dt="2023-09-10T02:12:28.863" v="896"/>
          <ac:inkMkLst>
            <pc:docMk/>
            <pc:sldMk cId="2422390120" sldId="293"/>
            <ac:inkMk id="43" creationId="{FF884A12-F937-4358-59A7-79168B39E660}"/>
          </ac:inkMkLst>
        </pc:inkChg>
        <pc:inkChg chg="add reco">
          <ac:chgData name="Bhowmik, Sayan" userId="2b51cadb-156e-4c9a-99fc-6d2138739850" providerId="ADAL" clId="{B48CEC18-FC47-1145-A962-E2D59C8BC636}" dt="2023-09-10T02:19:12.837" v="964"/>
          <ac:inkMkLst>
            <pc:docMk/>
            <pc:sldMk cId="2422390120" sldId="293"/>
            <ac:inkMk id="44" creationId="{1F701936-3AC9-72D5-EE9C-412200A72266}"/>
          </ac:inkMkLst>
        </pc:inkChg>
        <pc:inkChg chg="add del">
          <ac:chgData name="Bhowmik, Sayan" userId="2b51cadb-156e-4c9a-99fc-6d2138739850" providerId="ADAL" clId="{B48CEC18-FC47-1145-A962-E2D59C8BC636}" dt="2023-09-10T02:12:32.090" v="901"/>
          <ac:inkMkLst>
            <pc:docMk/>
            <pc:sldMk cId="2422390120" sldId="293"/>
            <ac:inkMk id="44" creationId="{6AA63CA9-0170-58D9-2F0A-D41FE46DB381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45" creationId="{85DBCFEE-7DB8-EED8-D118-9F9C4F566581}"/>
          </ac:inkMkLst>
        </pc:inkChg>
        <pc:inkChg chg="add del">
          <ac:chgData name="Bhowmik, Sayan" userId="2b51cadb-156e-4c9a-99fc-6d2138739850" providerId="ADAL" clId="{B48CEC18-FC47-1145-A962-E2D59C8BC636}" dt="2023-09-10T02:12:32.090" v="901"/>
          <ac:inkMkLst>
            <pc:docMk/>
            <pc:sldMk cId="2422390120" sldId="293"/>
            <ac:inkMk id="45" creationId="{F4F2A31E-5731-E50E-52F7-D50E5E183848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46" creationId="{1BE34918-4D7F-0DF5-17B6-1021902BCDB3}"/>
          </ac:inkMkLst>
        </pc:inkChg>
        <pc:inkChg chg="add del">
          <ac:chgData name="Bhowmik, Sayan" userId="2b51cadb-156e-4c9a-99fc-6d2138739850" providerId="ADAL" clId="{B48CEC18-FC47-1145-A962-E2D59C8BC636}" dt="2023-09-10T02:12:32.090" v="901"/>
          <ac:inkMkLst>
            <pc:docMk/>
            <pc:sldMk cId="2422390120" sldId="293"/>
            <ac:inkMk id="46" creationId="{66D383A8-5B9E-FF9C-ACE8-ABEA7AA9F4DA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47" creationId="{02251649-6DFC-F28D-B8DF-A5DDE51F4D44}"/>
          </ac:inkMkLst>
        </pc:inkChg>
        <pc:inkChg chg="add del">
          <ac:chgData name="Bhowmik, Sayan" userId="2b51cadb-156e-4c9a-99fc-6d2138739850" providerId="ADAL" clId="{B48CEC18-FC47-1145-A962-E2D59C8BC636}" dt="2023-09-10T02:12:32.090" v="901"/>
          <ac:inkMkLst>
            <pc:docMk/>
            <pc:sldMk cId="2422390120" sldId="293"/>
            <ac:inkMk id="47" creationId="{20BA7EEC-A857-3D4C-F287-25FE77683383}"/>
          </ac:inkMkLst>
        </pc:inkChg>
        <pc:inkChg chg="add reco">
          <ac:chgData name="Bhowmik, Sayan" userId="2b51cadb-156e-4c9a-99fc-6d2138739850" providerId="ADAL" clId="{B48CEC18-FC47-1145-A962-E2D59C8BC636}" dt="2023-09-10T02:12:32.090" v="901"/>
          <ac:inkMkLst>
            <pc:docMk/>
            <pc:sldMk cId="2422390120" sldId="293"/>
            <ac:inkMk id="48" creationId="{36137ED9-F4EF-8022-408D-72AE49DB10F7}"/>
          </ac:inkMkLst>
        </pc:inkChg>
        <pc:inkChg chg="add del">
          <ac:chgData name="Bhowmik, Sayan" userId="2b51cadb-156e-4c9a-99fc-6d2138739850" providerId="ADAL" clId="{B48CEC18-FC47-1145-A962-E2D59C8BC636}" dt="2023-09-10T02:12:37.313" v="904"/>
          <ac:inkMkLst>
            <pc:docMk/>
            <pc:sldMk cId="2422390120" sldId="293"/>
            <ac:inkMk id="49" creationId="{3C4ED86D-AE75-DC45-F01C-24C8208AABF0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49" creationId="{62D0466E-BA1F-4E55-B5A6-D1B64D70D002}"/>
          </ac:inkMkLst>
        </pc:inkChg>
        <pc:inkChg chg="add del">
          <ac:chgData name="Bhowmik, Sayan" userId="2b51cadb-156e-4c9a-99fc-6d2138739850" providerId="ADAL" clId="{B48CEC18-FC47-1145-A962-E2D59C8BC636}" dt="2023-09-10T02:12:37.313" v="904"/>
          <ac:inkMkLst>
            <pc:docMk/>
            <pc:sldMk cId="2422390120" sldId="293"/>
            <ac:inkMk id="50" creationId="{57AC81FD-2461-A89E-C4FE-D3D0C3EF5931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50" creationId="{DD4434D1-52B2-4B6A-116F-67AAB9296C3F}"/>
          </ac:inkMkLst>
        </pc:inkChg>
        <pc:inkChg chg="add reco">
          <ac:chgData name="Bhowmik, Sayan" userId="2b51cadb-156e-4c9a-99fc-6d2138739850" providerId="ADAL" clId="{B48CEC18-FC47-1145-A962-E2D59C8BC636}" dt="2023-09-10T02:12:37.313" v="904"/>
          <ac:inkMkLst>
            <pc:docMk/>
            <pc:sldMk cId="2422390120" sldId="293"/>
            <ac:inkMk id="51" creationId="{3816B127-173F-7527-25FA-F4F11AFAF1EB}"/>
          </ac:inkMkLst>
        </pc:inkChg>
        <pc:inkChg chg="add del">
          <ac:chgData name="Bhowmik, Sayan" userId="2b51cadb-156e-4c9a-99fc-6d2138739850" providerId="ADAL" clId="{B48CEC18-FC47-1145-A962-E2D59C8BC636}" dt="2023-09-10T02:12:39.644" v="907"/>
          <ac:inkMkLst>
            <pc:docMk/>
            <pc:sldMk cId="2422390120" sldId="293"/>
            <ac:inkMk id="52" creationId="{7E14A581-0E58-C72D-E3B3-1FEA366EB4FC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52" creationId="{E762F060-FCBC-7EE6-1636-4EE42DCC5A93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53" creationId="{708A33C9-63A7-8393-CFB3-E8231691BF8A}"/>
          </ac:inkMkLst>
        </pc:inkChg>
        <pc:inkChg chg="add del">
          <ac:chgData name="Bhowmik, Sayan" userId="2b51cadb-156e-4c9a-99fc-6d2138739850" providerId="ADAL" clId="{B48CEC18-FC47-1145-A962-E2D59C8BC636}" dt="2023-09-10T02:12:39.644" v="907"/>
          <ac:inkMkLst>
            <pc:docMk/>
            <pc:sldMk cId="2422390120" sldId="293"/>
            <ac:inkMk id="53" creationId="{E7345BF4-422C-7E06-2BD8-793A3905E22E}"/>
          </ac:inkMkLst>
        </pc:inkChg>
        <pc:inkChg chg="add reco">
          <ac:chgData name="Bhowmik, Sayan" userId="2b51cadb-156e-4c9a-99fc-6d2138739850" providerId="ADAL" clId="{B48CEC18-FC47-1145-A962-E2D59C8BC636}" dt="2023-09-10T02:12:39.644" v="907"/>
          <ac:inkMkLst>
            <pc:docMk/>
            <pc:sldMk cId="2422390120" sldId="293"/>
            <ac:inkMk id="54" creationId="{47C5D864-67AC-839E-4F6B-417C59B94FCC}"/>
          </ac:inkMkLst>
        </pc:inkChg>
        <pc:inkChg chg="add del">
          <ac:chgData name="Bhowmik, Sayan" userId="2b51cadb-156e-4c9a-99fc-6d2138739850" providerId="ADAL" clId="{B48CEC18-FC47-1145-A962-E2D59C8BC636}" dt="2023-09-10T02:12:46.822" v="912"/>
          <ac:inkMkLst>
            <pc:docMk/>
            <pc:sldMk cId="2422390120" sldId="293"/>
            <ac:inkMk id="55" creationId="{99ADA4C7-035D-F14B-1B02-468057417104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55" creationId="{C7D150B6-F563-9DFD-4880-BF3D3940CA5A}"/>
          </ac:inkMkLst>
        </pc:inkChg>
        <pc:inkChg chg="add del">
          <ac:chgData name="Bhowmik, Sayan" userId="2b51cadb-156e-4c9a-99fc-6d2138739850" providerId="ADAL" clId="{B48CEC18-FC47-1145-A962-E2D59C8BC636}" dt="2023-09-10T02:12:46.822" v="912"/>
          <ac:inkMkLst>
            <pc:docMk/>
            <pc:sldMk cId="2422390120" sldId="293"/>
            <ac:inkMk id="56" creationId="{49E981C2-C25B-E198-A7A8-E5F1B45BC2B1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56" creationId="{9D3B922D-8D06-92D4-F272-A5006280DFB3}"/>
          </ac:inkMkLst>
        </pc:inkChg>
        <pc:inkChg chg="add del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57" creationId="{A95E1703-30C9-1DC0-78C6-04AB0A54DB65}"/>
          </ac:inkMkLst>
        </pc:inkChg>
        <pc:inkChg chg="add del">
          <ac:chgData name="Bhowmik, Sayan" userId="2b51cadb-156e-4c9a-99fc-6d2138739850" providerId="ADAL" clId="{B48CEC18-FC47-1145-A962-E2D59C8BC636}" dt="2023-09-10T02:12:46.822" v="912"/>
          <ac:inkMkLst>
            <pc:docMk/>
            <pc:sldMk cId="2422390120" sldId="293"/>
            <ac:inkMk id="57" creationId="{D0BEC918-B416-7F32-3EF5-9AD004D2A83A}"/>
          </ac:inkMkLst>
        </pc:inkChg>
        <pc:inkChg chg="add del">
          <ac:chgData name="Bhowmik, Sayan" userId="2b51cadb-156e-4c9a-99fc-6d2138739850" providerId="ADAL" clId="{B48CEC18-FC47-1145-A962-E2D59C8BC636}" dt="2023-09-10T02:12:46.822" v="912"/>
          <ac:inkMkLst>
            <pc:docMk/>
            <pc:sldMk cId="2422390120" sldId="293"/>
            <ac:inkMk id="58" creationId="{2428B866-3400-44C2-B546-5672BDDCD599}"/>
          </ac:inkMkLst>
        </pc:inkChg>
        <pc:inkChg chg="add reco">
          <ac:chgData name="Bhowmik, Sayan" userId="2b51cadb-156e-4c9a-99fc-6d2138739850" providerId="ADAL" clId="{B48CEC18-FC47-1145-A962-E2D59C8BC636}" dt="2023-09-10T02:19:18.539" v="975"/>
          <ac:inkMkLst>
            <pc:docMk/>
            <pc:sldMk cId="2422390120" sldId="293"/>
            <ac:inkMk id="58" creationId="{CB813038-289A-0C85-E071-DBA8B28F7B8C}"/>
          </ac:inkMkLst>
        </pc:inkChg>
        <pc:inkChg chg="add reco">
          <ac:chgData name="Bhowmik, Sayan" userId="2b51cadb-156e-4c9a-99fc-6d2138739850" providerId="ADAL" clId="{B48CEC18-FC47-1145-A962-E2D59C8BC636}" dt="2023-09-10T02:12:46.822" v="912"/>
          <ac:inkMkLst>
            <pc:docMk/>
            <pc:sldMk cId="2422390120" sldId="293"/>
            <ac:inkMk id="59" creationId="{1561EB0C-E111-F67B-E916-F240638ADB62}"/>
          </ac:inkMkLst>
        </pc:inkChg>
        <pc:inkChg chg="add del">
          <ac:chgData name="Bhowmik, Sayan" userId="2b51cadb-156e-4c9a-99fc-6d2138739850" providerId="ADAL" clId="{B48CEC18-FC47-1145-A962-E2D59C8BC636}" dt="2023-09-10T02:12:51.841" v="915"/>
          <ac:inkMkLst>
            <pc:docMk/>
            <pc:sldMk cId="2422390120" sldId="293"/>
            <ac:inkMk id="60" creationId="{C3F25064-DFB6-659E-7028-B7C1EB267560}"/>
          </ac:inkMkLst>
        </pc:inkChg>
        <pc:inkChg chg="add del">
          <ac:chgData name="Bhowmik, Sayan" userId="2b51cadb-156e-4c9a-99fc-6d2138739850" providerId="ADAL" clId="{B48CEC18-FC47-1145-A962-E2D59C8BC636}" dt="2023-09-10T02:19:22.719" v="980"/>
          <ac:inkMkLst>
            <pc:docMk/>
            <pc:sldMk cId="2422390120" sldId="293"/>
            <ac:inkMk id="60" creationId="{FF2C67EA-D72E-6922-D421-055570268D6E}"/>
          </ac:inkMkLst>
        </pc:inkChg>
        <pc:inkChg chg="add del">
          <ac:chgData name="Bhowmik, Sayan" userId="2b51cadb-156e-4c9a-99fc-6d2138739850" providerId="ADAL" clId="{B48CEC18-FC47-1145-A962-E2D59C8BC636}" dt="2023-09-10T02:12:51.841" v="915"/>
          <ac:inkMkLst>
            <pc:docMk/>
            <pc:sldMk cId="2422390120" sldId="293"/>
            <ac:inkMk id="61" creationId="{39C29115-AACB-5C5F-BDE0-BC73A10E8CA5}"/>
          </ac:inkMkLst>
        </pc:inkChg>
        <pc:inkChg chg="add del">
          <ac:chgData name="Bhowmik, Sayan" userId="2b51cadb-156e-4c9a-99fc-6d2138739850" providerId="ADAL" clId="{B48CEC18-FC47-1145-A962-E2D59C8BC636}" dt="2023-09-10T02:19:22.719" v="980"/>
          <ac:inkMkLst>
            <pc:docMk/>
            <pc:sldMk cId="2422390120" sldId="293"/>
            <ac:inkMk id="61" creationId="{F6809597-3F6F-1A5D-2406-BE2C8044C8D4}"/>
          </ac:inkMkLst>
        </pc:inkChg>
        <pc:inkChg chg="add reco">
          <ac:chgData name="Bhowmik, Sayan" userId="2b51cadb-156e-4c9a-99fc-6d2138739850" providerId="ADAL" clId="{B48CEC18-FC47-1145-A962-E2D59C8BC636}" dt="2023-09-10T02:12:51.841" v="915"/>
          <ac:inkMkLst>
            <pc:docMk/>
            <pc:sldMk cId="2422390120" sldId="293"/>
            <ac:inkMk id="62" creationId="{24417332-5C17-CD0E-6E55-62B6974E25A9}"/>
          </ac:inkMkLst>
        </pc:inkChg>
        <pc:inkChg chg="add del">
          <ac:chgData name="Bhowmik, Sayan" userId="2b51cadb-156e-4c9a-99fc-6d2138739850" providerId="ADAL" clId="{B48CEC18-FC47-1145-A962-E2D59C8BC636}" dt="2023-09-10T02:19:22.719" v="980"/>
          <ac:inkMkLst>
            <pc:docMk/>
            <pc:sldMk cId="2422390120" sldId="293"/>
            <ac:inkMk id="63" creationId="{1435AD91-B82D-A0A2-AAD0-AC914B00B6A5}"/>
          </ac:inkMkLst>
        </pc:inkChg>
        <pc:inkChg chg="add del">
          <ac:chgData name="Bhowmik, Sayan" userId="2b51cadb-156e-4c9a-99fc-6d2138739850" providerId="ADAL" clId="{B48CEC18-FC47-1145-A962-E2D59C8BC636}" dt="2023-09-10T02:12:58.061" v="921"/>
          <ac:inkMkLst>
            <pc:docMk/>
            <pc:sldMk cId="2422390120" sldId="293"/>
            <ac:inkMk id="63" creationId="{93FBA76B-7AB3-BA6E-A920-0694E9E8D01D}"/>
          </ac:inkMkLst>
        </pc:inkChg>
        <pc:inkChg chg="add del">
          <ac:chgData name="Bhowmik, Sayan" userId="2b51cadb-156e-4c9a-99fc-6d2138739850" providerId="ADAL" clId="{B48CEC18-FC47-1145-A962-E2D59C8BC636}" dt="2023-09-10T02:19:22.719" v="980"/>
          <ac:inkMkLst>
            <pc:docMk/>
            <pc:sldMk cId="2422390120" sldId="293"/>
            <ac:inkMk id="64" creationId="{6C2BE7ED-E3D5-4DBB-711B-FB3A57C74F26}"/>
          </ac:inkMkLst>
        </pc:inkChg>
        <pc:inkChg chg="add del">
          <ac:chgData name="Bhowmik, Sayan" userId="2b51cadb-156e-4c9a-99fc-6d2138739850" providerId="ADAL" clId="{B48CEC18-FC47-1145-A962-E2D59C8BC636}" dt="2023-09-10T02:12:58.061" v="921"/>
          <ac:inkMkLst>
            <pc:docMk/>
            <pc:sldMk cId="2422390120" sldId="293"/>
            <ac:inkMk id="64" creationId="{7F8AAAF3-B528-E664-7AA5-A290D54E252B}"/>
          </ac:inkMkLst>
        </pc:inkChg>
        <pc:inkChg chg="add reco">
          <ac:chgData name="Bhowmik, Sayan" userId="2b51cadb-156e-4c9a-99fc-6d2138739850" providerId="ADAL" clId="{B48CEC18-FC47-1145-A962-E2D59C8BC636}" dt="2023-09-10T02:19:22.719" v="980"/>
          <ac:inkMkLst>
            <pc:docMk/>
            <pc:sldMk cId="2422390120" sldId="293"/>
            <ac:inkMk id="65" creationId="{501B367F-D37D-5D42-73C1-7AE42EC28C19}"/>
          </ac:inkMkLst>
        </pc:inkChg>
        <pc:inkChg chg="add del">
          <ac:chgData name="Bhowmik, Sayan" userId="2b51cadb-156e-4c9a-99fc-6d2138739850" providerId="ADAL" clId="{B48CEC18-FC47-1145-A962-E2D59C8BC636}" dt="2023-09-10T02:12:58.061" v="921"/>
          <ac:inkMkLst>
            <pc:docMk/>
            <pc:sldMk cId="2422390120" sldId="293"/>
            <ac:inkMk id="65" creationId="{D08AAF0B-885C-2702-D85B-21B859ABC562}"/>
          </ac:inkMkLst>
        </pc:inkChg>
        <pc:inkChg chg="add del">
          <ac:chgData name="Bhowmik, Sayan" userId="2b51cadb-156e-4c9a-99fc-6d2138739850" providerId="ADAL" clId="{B48CEC18-FC47-1145-A962-E2D59C8BC636}" dt="2023-09-10T02:19:54.078" v="984"/>
          <ac:inkMkLst>
            <pc:docMk/>
            <pc:sldMk cId="2422390120" sldId="293"/>
            <ac:inkMk id="66" creationId="{77163132-0AFA-2DAA-10A6-E5140DFC9286}"/>
          </ac:inkMkLst>
        </pc:inkChg>
        <pc:inkChg chg="add del">
          <ac:chgData name="Bhowmik, Sayan" userId="2b51cadb-156e-4c9a-99fc-6d2138739850" providerId="ADAL" clId="{B48CEC18-FC47-1145-A962-E2D59C8BC636}" dt="2023-09-10T02:12:58.061" v="921"/>
          <ac:inkMkLst>
            <pc:docMk/>
            <pc:sldMk cId="2422390120" sldId="293"/>
            <ac:inkMk id="66" creationId="{A167AFC1-2221-592A-51E0-8855F276D0BD}"/>
          </ac:inkMkLst>
        </pc:inkChg>
        <pc:inkChg chg="add del">
          <ac:chgData name="Bhowmik, Sayan" userId="2b51cadb-156e-4c9a-99fc-6d2138739850" providerId="ADAL" clId="{B48CEC18-FC47-1145-A962-E2D59C8BC636}" dt="2023-09-10T02:19:54.078" v="984"/>
          <ac:inkMkLst>
            <pc:docMk/>
            <pc:sldMk cId="2422390120" sldId="293"/>
            <ac:inkMk id="67" creationId="{2C5E5435-6FDC-EE48-FFFD-837127E1EDBC}"/>
          </ac:inkMkLst>
        </pc:inkChg>
        <pc:inkChg chg="add del">
          <ac:chgData name="Bhowmik, Sayan" userId="2b51cadb-156e-4c9a-99fc-6d2138739850" providerId="ADAL" clId="{B48CEC18-FC47-1145-A962-E2D59C8BC636}" dt="2023-09-10T02:12:58.061" v="921"/>
          <ac:inkMkLst>
            <pc:docMk/>
            <pc:sldMk cId="2422390120" sldId="293"/>
            <ac:inkMk id="67" creationId="{3FE5B923-C209-2441-318C-42A945695C5A}"/>
          </ac:inkMkLst>
        </pc:inkChg>
        <pc:inkChg chg="add reco">
          <ac:chgData name="Bhowmik, Sayan" userId="2b51cadb-156e-4c9a-99fc-6d2138739850" providerId="ADAL" clId="{B48CEC18-FC47-1145-A962-E2D59C8BC636}" dt="2023-09-10T02:12:58.061" v="921"/>
          <ac:inkMkLst>
            <pc:docMk/>
            <pc:sldMk cId="2422390120" sldId="293"/>
            <ac:inkMk id="68" creationId="{4CA6BFDD-9A8F-0975-8BE2-0ED806AC886E}"/>
          </ac:inkMkLst>
        </pc:inkChg>
        <pc:inkChg chg="add del">
          <ac:chgData name="Bhowmik, Sayan" userId="2b51cadb-156e-4c9a-99fc-6d2138739850" providerId="ADAL" clId="{B48CEC18-FC47-1145-A962-E2D59C8BC636}" dt="2023-09-10T02:19:54.078" v="984"/>
          <ac:inkMkLst>
            <pc:docMk/>
            <pc:sldMk cId="2422390120" sldId="293"/>
            <ac:inkMk id="69" creationId="{2720DD1E-B27F-2757-D1B4-B50A8E03492E}"/>
          </ac:inkMkLst>
        </pc:inkChg>
        <pc:inkChg chg="add del">
          <ac:chgData name="Bhowmik, Sayan" userId="2b51cadb-156e-4c9a-99fc-6d2138739850" providerId="ADAL" clId="{B48CEC18-FC47-1145-A962-E2D59C8BC636}" dt="2023-09-10T02:12:59.607" v="924"/>
          <ac:inkMkLst>
            <pc:docMk/>
            <pc:sldMk cId="2422390120" sldId="293"/>
            <ac:inkMk id="69" creationId="{8767A470-C333-AD0D-B98D-8B24DBDE9BCE}"/>
          </ac:inkMkLst>
        </pc:inkChg>
        <pc:inkChg chg="add del">
          <ac:chgData name="Bhowmik, Sayan" userId="2b51cadb-156e-4c9a-99fc-6d2138739850" providerId="ADAL" clId="{B48CEC18-FC47-1145-A962-E2D59C8BC636}" dt="2023-09-10T02:12:59.607" v="924"/>
          <ac:inkMkLst>
            <pc:docMk/>
            <pc:sldMk cId="2422390120" sldId="293"/>
            <ac:inkMk id="70" creationId="{4C73ADAA-5648-384D-4746-26423FAEFC6D}"/>
          </ac:inkMkLst>
        </pc:inkChg>
        <pc:inkChg chg="add reco">
          <ac:chgData name="Bhowmik, Sayan" userId="2b51cadb-156e-4c9a-99fc-6d2138739850" providerId="ADAL" clId="{B48CEC18-FC47-1145-A962-E2D59C8BC636}" dt="2023-09-10T02:19:54.078" v="984"/>
          <ac:inkMkLst>
            <pc:docMk/>
            <pc:sldMk cId="2422390120" sldId="293"/>
            <ac:inkMk id="70" creationId="{BA79835E-A386-F151-0E42-B3F07EE5D1A9}"/>
          </ac:inkMkLst>
        </pc:inkChg>
        <pc:inkChg chg="add reco">
          <ac:chgData name="Bhowmik, Sayan" userId="2b51cadb-156e-4c9a-99fc-6d2138739850" providerId="ADAL" clId="{B48CEC18-FC47-1145-A962-E2D59C8BC636}" dt="2023-09-10T02:12:59.607" v="924"/>
          <ac:inkMkLst>
            <pc:docMk/>
            <pc:sldMk cId="2422390120" sldId="293"/>
            <ac:inkMk id="71" creationId="{2AA87BDF-3662-D667-2080-D7EFB6B29D95}"/>
          </ac:inkMkLst>
        </pc:inkChg>
        <pc:inkChg chg="add del">
          <ac:chgData name="Bhowmik, Sayan" userId="2b51cadb-156e-4c9a-99fc-6d2138739850" providerId="ADAL" clId="{B48CEC18-FC47-1145-A962-E2D59C8BC636}" dt="2023-09-10T02:13:03.447" v="928"/>
          <ac:inkMkLst>
            <pc:docMk/>
            <pc:sldMk cId="2422390120" sldId="293"/>
            <ac:inkMk id="72" creationId="{4D431608-E6F2-C6A2-C925-FFA7A2C4F6A4}"/>
          </ac:inkMkLst>
        </pc:inkChg>
        <pc:inkChg chg="add del">
          <ac:chgData name="Bhowmik, Sayan" userId="2b51cadb-156e-4c9a-99fc-6d2138739850" providerId="ADAL" clId="{B48CEC18-FC47-1145-A962-E2D59C8BC636}" dt="2023-09-10T02:20:01.006" v="992"/>
          <ac:inkMkLst>
            <pc:docMk/>
            <pc:sldMk cId="2422390120" sldId="293"/>
            <ac:inkMk id="72" creationId="{D49239AF-B541-F116-39E9-6CE638DA3A52}"/>
          </ac:inkMkLst>
        </pc:inkChg>
        <pc:inkChg chg="add del">
          <ac:chgData name="Bhowmik, Sayan" userId="2b51cadb-156e-4c9a-99fc-6d2138739850" providerId="ADAL" clId="{B48CEC18-FC47-1145-A962-E2D59C8BC636}" dt="2023-09-10T02:13:03.447" v="928"/>
          <ac:inkMkLst>
            <pc:docMk/>
            <pc:sldMk cId="2422390120" sldId="293"/>
            <ac:inkMk id="73" creationId="{5A97E6FC-FD5A-6B3B-BE82-EA00E560985F}"/>
          </ac:inkMkLst>
        </pc:inkChg>
        <pc:inkChg chg="add del">
          <ac:chgData name="Bhowmik, Sayan" userId="2b51cadb-156e-4c9a-99fc-6d2138739850" providerId="ADAL" clId="{B48CEC18-FC47-1145-A962-E2D59C8BC636}" dt="2023-09-10T02:20:01.006" v="992"/>
          <ac:inkMkLst>
            <pc:docMk/>
            <pc:sldMk cId="2422390120" sldId="293"/>
            <ac:inkMk id="73" creationId="{CAB999C8-F19B-C053-463D-9D936BA56BF5}"/>
          </ac:inkMkLst>
        </pc:inkChg>
        <pc:inkChg chg="add del">
          <ac:chgData name="Bhowmik, Sayan" userId="2b51cadb-156e-4c9a-99fc-6d2138739850" providerId="ADAL" clId="{B48CEC18-FC47-1145-A962-E2D59C8BC636}" dt="2023-09-10T02:20:01.006" v="992"/>
          <ac:inkMkLst>
            <pc:docMk/>
            <pc:sldMk cId="2422390120" sldId="293"/>
            <ac:inkMk id="74" creationId="{39A49130-FCA0-8914-EB29-BC70C51E8893}"/>
          </ac:inkMkLst>
        </pc:inkChg>
        <pc:inkChg chg="add del">
          <ac:chgData name="Bhowmik, Sayan" userId="2b51cadb-156e-4c9a-99fc-6d2138739850" providerId="ADAL" clId="{B48CEC18-FC47-1145-A962-E2D59C8BC636}" dt="2023-09-10T02:13:03.447" v="928"/>
          <ac:inkMkLst>
            <pc:docMk/>
            <pc:sldMk cId="2422390120" sldId="293"/>
            <ac:inkMk id="74" creationId="{CCBF218E-F588-3815-20C9-DFF03AD1C8DC}"/>
          </ac:inkMkLst>
        </pc:inkChg>
        <pc:inkChg chg="add reco">
          <ac:chgData name="Bhowmik, Sayan" userId="2b51cadb-156e-4c9a-99fc-6d2138739850" providerId="ADAL" clId="{B48CEC18-FC47-1145-A962-E2D59C8BC636}" dt="2023-09-10T02:13:03.447" v="928"/>
          <ac:inkMkLst>
            <pc:docMk/>
            <pc:sldMk cId="2422390120" sldId="293"/>
            <ac:inkMk id="75" creationId="{E165956B-D00D-847A-E3C2-64902B66F8E1}"/>
          </ac:inkMkLst>
        </pc:inkChg>
        <pc:inkChg chg="add del">
          <ac:chgData name="Bhowmik, Sayan" userId="2b51cadb-156e-4c9a-99fc-6d2138739850" providerId="ADAL" clId="{B48CEC18-FC47-1145-A962-E2D59C8BC636}" dt="2023-09-10T02:20:01.006" v="992"/>
          <ac:inkMkLst>
            <pc:docMk/>
            <pc:sldMk cId="2422390120" sldId="293"/>
            <ac:inkMk id="76" creationId="{2E1567A0-E3F6-8CBF-14ED-7295AEFD6852}"/>
          </ac:inkMkLst>
        </pc:inkChg>
        <pc:inkChg chg="add del">
          <ac:chgData name="Bhowmik, Sayan" userId="2b51cadb-156e-4c9a-99fc-6d2138739850" providerId="ADAL" clId="{B48CEC18-FC47-1145-A962-E2D59C8BC636}" dt="2023-09-10T02:13:05.692" v="932"/>
          <ac:inkMkLst>
            <pc:docMk/>
            <pc:sldMk cId="2422390120" sldId="293"/>
            <ac:inkMk id="76" creationId="{6015E262-F3E9-C760-1545-224356DD6469}"/>
          </ac:inkMkLst>
        </pc:inkChg>
        <pc:inkChg chg="add del">
          <ac:chgData name="Bhowmik, Sayan" userId="2b51cadb-156e-4c9a-99fc-6d2138739850" providerId="ADAL" clId="{B48CEC18-FC47-1145-A962-E2D59C8BC636}" dt="2023-09-10T02:13:05.692" v="932"/>
          <ac:inkMkLst>
            <pc:docMk/>
            <pc:sldMk cId="2422390120" sldId="293"/>
            <ac:inkMk id="77" creationId="{370D6E32-F655-7F1C-4856-3EEBA4650C82}"/>
          </ac:inkMkLst>
        </pc:inkChg>
        <pc:inkChg chg="add del">
          <ac:chgData name="Bhowmik, Sayan" userId="2b51cadb-156e-4c9a-99fc-6d2138739850" providerId="ADAL" clId="{B48CEC18-FC47-1145-A962-E2D59C8BC636}" dt="2023-09-10T02:20:01.006" v="992"/>
          <ac:inkMkLst>
            <pc:docMk/>
            <pc:sldMk cId="2422390120" sldId="293"/>
            <ac:inkMk id="77" creationId="{B92189CA-AC74-0575-69CF-2420E44FC18E}"/>
          </ac:inkMkLst>
        </pc:inkChg>
        <pc:inkChg chg="add del">
          <ac:chgData name="Bhowmik, Sayan" userId="2b51cadb-156e-4c9a-99fc-6d2138739850" providerId="ADAL" clId="{B48CEC18-FC47-1145-A962-E2D59C8BC636}" dt="2023-09-10T02:13:05.692" v="932"/>
          <ac:inkMkLst>
            <pc:docMk/>
            <pc:sldMk cId="2422390120" sldId="293"/>
            <ac:inkMk id="78" creationId="{68C27863-C94A-97E4-6DDA-AB8579D653EA}"/>
          </ac:inkMkLst>
        </pc:inkChg>
        <pc:inkChg chg="add del">
          <ac:chgData name="Bhowmik, Sayan" userId="2b51cadb-156e-4c9a-99fc-6d2138739850" providerId="ADAL" clId="{B48CEC18-FC47-1145-A962-E2D59C8BC636}" dt="2023-09-10T02:20:01.006" v="992"/>
          <ac:inkMkLst>
            <pc:docMk/>
            <pc:sldMk cId="2422390120" sldId="293"/>
            <ac:inkMk id="78" creationId="{7F3010B8-FCDA-E07B-4897-1F6EF0B190C7}"/>
          </ac:inkMkLst>
        </pc:inkChg>
        <pc:inkChg chg="add reco">
          <ac:chgData name="Bhowmik, Sayan" userId="2b51cadb-156e-4c9a-99fc-6d2138739850" providerId="ADAL" clId="{B48CEC18-FC47-1145-A962-E2D59C8BC636}" dt="2023-09-10T02:13:05.692" v="932"/>
          <ac:inkMkLst>
            <pc:docMk/>
            <pc:sldMk cId="2422390120" sldId="293"/>
            <ac:inkMk id="79" creationId="{A7DAF159-477C-C751-800B-1C13BC932664}"/>
          </ac:inkMkLst>
        </pc:inkChg>
        <pc:inkChg chg="add del">
          <ac:chgData name="Bhowmik, Sayan" userId="2b51cadb-156e-4c9a-99fc-6d2138739850" providerId="ADAL" clId="{B48CEC18-FC47-1145-A962-E2D59C8BC636}" dt="2023-09-10T02:20:01.006" v="992"/>
          <ac:inkMkLst>
            <pc:docMk/>
            <pc:sldMk cId="2422390120" sldId="293"/>
            <ac:inkMk id="80" creationId="{50ECD9BC-A34A-69AE-D1DA-A89B8C795BFE}"/>
          </ac:inkMkLst>
        </pc:inkChg>
        <pc:inkChg chg="add reco">
          <ac:chgData name="Bhowmik, Sayan" userId="2b51cadb-156e-4c9a-99fc-6d2138739850" providerId="ADAL" clId="{B48CEC18-FC47-1145-A962-E2D59C8BC636}" dt="2023-09-10T02:20:01.006" v="992"/>
          <ac:inkMkLst>
            <pc:docMk/>
            <pc:sldMk cId="2422390120" sldId="293"/>
            <ac:inkMk id="81" creationId="{14F556F4-1201-DFA3-6E77-6F2835888D2D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82" creationId="{0DA454AE-9E71-830C-E35D-01AF14D76BC0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83" creationId="{2877701B-4E8F-89D1-6140-1A4C94849101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84" creationId="{34B9606F-D1A0-1502-0D5C-0BED2BCC2B50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85" creationId="{07295BEE-DCDD-7F59-BBF1-A32296A684CB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86" creationId="{F815DA52-A432-C8A4-0DEB-7B7097E502D7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87" creationId="{51320F35-B321-FFD4-7038-5F5343BD0D0E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88" creationId="{1C356891-0A2F-A9D2-1B9C-60209AFD9EC4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89" creationId="{5F0A78B6-6150-A473-F8F2-2F351E8F63B9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0" creationId="{6F53E7E9-3ABF-2DD1-116D-D909B8630182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1" creationId="{9B525A32-C736-1979-C47D-4D132FAE32A0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2" creationId="{36FE5BC5-F88C-6C8F-81AF-0C423E85AA5A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3" creationId="{417D4561-A4AE-3D06-02C4-993878A34EF5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4" creationId="{0410400D-3CCB-DF6B-4C15-400D6599DDDC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5" creationId="{B1EA9431-AD64-39C9-433C-11AAAEF0647A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6" creationId="{E206F509-1AE1-2E53-2378-0AF64CD650E8}"/>
          </ac:inkMkLst>
        </pc:inkChg>
        <pc:inkChg chg="add del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7" creationId="{B352042B-6B44-8D9C-86C3-891C0D37377D}"/>
          </ac:inkMkLst>
        </pc:inkChg>
        <pc:inkChg chg="add reco">
          <ac:chgData name="Bhowmik, Sayan" userId="2b51cadb-156e-4c9a-99fc-6d2138739850" providerId="ADAL" clId="{B48CEC18-FC47-1145-A962-E2D59C8BC636}" dt="2023-09-10T02:20:10.109" v="1009"/>
          <ac:inkMkLst>
            <pc:docMk/>
            <pc:sldMk cId="2422390120" sldId="293"/>
            <ac:inkMk id="98" creationId="{A4885F4B-CAB6-3202-A6FE-98216EBFB421}"/>
          </ac:inkMkLst>
        </pc:inkChg>
        <pc:inkChg chg="add">
          <ac:chgData name="Bhowmik, Sayan" userId="2b51cadb-156e-4c9a-99fc-6d2138739850" providerId="ADAL" clId="{B48CEC18-FC47-1145-A962-E2D59C8BC636}" dt="2023-09-10T03:35:14.184" v="1010"/>
          <ac:inkMkLst>
            <pc:docMk/>
            <pc:sldMk cId="2422390120" sldId="293"/>
            <ac:inkMk id="99" creationId="{70C3C307-A62C-E9DA-4600-EC8AAE0D9F2B}"/>
          </ac:inkMkLst>
        </pc:inkChg>
        <pc:inkChg chg="add">
          <ac:chgData name="Bhowmik, Sayan" userId="2b51cadb-156e-4c9a-99fc-6d2138739850" providerId="ADAL" clId="{B48CEC18-FC47-1145-A962-E2D59C8BC636}" dt="2023-09-10T03:35:15.950" v="1011"/>
          <ac:inkMkLst>
            <pc:docMk/>
            <pc:sldMk cId="2422390120" sldId="293"/>
            <ac:inkMk id="100" creationId="{101B73EF-8E5B-24A1-9BF0-805630420402}"/>
          </ac:inkMkLst>
        </pc:inkChg>
        <pc:inkChg chg="add del">
          <ac:chgData name="Bhowmik, Sayan" userId="2b51cadb-156e-4c9a-99fc-6d2138739850" providerId="ADAL" clId="{B48CEC18-FC47-1145-A962-E2D59C8BC636}" dt="2023-09-10T03:35:35.778" v="1013"/>
          <ac:inkMkLst>
            <pc:docMk/>
            <pc:sldMk cId="2422390120" sldId="293"/>
            <ac:inkMk id="101" creationId="{FE63D141-C391-1E85-632B-0DFEFFA5E36B}"/>
          </ac:inkMkLst>
        </pc:inkChg>
        <pc:inkChg chg="add">
          <ac:chgData name="Bhowmik, Sayan" userId="2b51cadb-156e-4c9a-99fc-6d2138739850" providerId="ADAL" clId="{B48CEC18-FC47-1145-A962-E2D59C8BC636}" dt="2023-09-10T03:35:45.663" v="1014"/>
          <ac:inkMkLst>
            <pc:docMk/>
            <pc:sldMk cId="2422390120" sldId="293"/>
            <ac:inkMk id="102" creationId="{9B886CEA-7741-F53D-ED47-EAC4DDE80B34}"/>
          </ac:inkMkLst>
        </pc:inkChg>
      </pc:sldChg>
    </pc:docChg>
  </pc:docChgLst>
  <pc:docChgLst>
    <pc:chgData name="Bhowmik, Sayan" userId="S::sbhowmik9@gatech.edu::2b51cadb-156e-4c9a-99fc-6d2138739850" providerId="AD" clId="Web-{F47D7204-76B6-E12D-FD41-467D6E3680FB}"/>
    <pc:docChg chg="addSld modSld">
      <pc:chgData name="Bhowmik, Sayan" userId="S::sbhowmik9@gatech.edu::2b51cadb-156e-4c9a-99fc-6d2138739850" providerId="AD" clId="Web-{F47D7204-76B6-E12D-FD41-467D6E3680FB}" dt="2023-09-06T19:24:31.477" v="10" actId="14100"/>
      <pc:docMkLst>
        <pc:docMk/>
      </pc:docMkLst>
      <pc:sldChg chg="modSp add replId">
        <pc:chgData name="Bhowmik, Sayan" userId="S::sbhowmik9@gatech.edu::2b51cadb-156e-4c9a-99fc-6d2138739850" providerId="AD" clId="Web-{F47D7204-76B6-E12D-FD41-467D6E3680FB}" dt="2023-09-06T19:24:31.477" v="10" actId="14100"/>
        <pc:sldMkLst>
          <pc:docMk/>
          <pc:sldMk cId="2285472110" sldId="272"/>
        </pc:sldMkLst>
        <pc:spChg chg="mod">
          <ac:chgData name="Bhowmik, Sayan" userId="S::sbhowmik9@gatech.edu::2b51cadb-156e-4c9a-99fc-6d2138739850" providerId="AD" clId="Web-{F47D7204-76B6-E12D-FD41-467D6E3680FB}" dt="2023-09-06T19:24:31.477" v="10" actId="14100"/>
          <ac:spMkLst>
            <pc:docMk/>
            <pc:sldMk cId="2285472110" sldId="272"/>
            <ac:spMk id="17" creationId="{1263353C-DF18-6879-7E63-A6CF3A5BD04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04.2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36 313 8516,'0'-18'-62,"0"1"0,-2 1 581,-4 5 0,4-5-203,-4 4 1,4 3-1,0-1 313,-4 2-538,4 2 1,-5 8-216,7 4 1,0 4 0,0 9 0,0 5 119,0 5 1,0 4 0,0 4-1,0 3 33,0 7 1,2-3-1,2 3 1,1 2 55,-1 1 0,0 4 1,0 1-1,2-1 53,-2-4 1,-2-9 0,-2 0-1,0-4-116,0-2 1,0-2-1,0-4-288,0-6 1,0-9-343,0-3 1,0-9 208,0-2 1,0-2 0,0-9-107,0-3 0,-2-1 505,-4-3 0,4-7 0,-6-2 0</inkml:trace>
  <inkml:trace contextRef="#ctx0" brushRef="#br0" timeOffset="533">18 260 8458,'6'-11'0,"0"-1"-203,-2-2 1,-2 5 878,-2-3-513,0 8 1,0-2 0,0 12 55,0 6 0,2 3 1,1 3-1,5-1-50,2 1 1,0 5-1,3 2 1,-1 0-74,1 1 0,9 5 0,1-2 0,0 4-31,3 2 1,1 0 0,8 0-1,0 1 34,0 5 1,5 2 0,1 3 0,-4-5-84,-6-4 1,2-2-1,-6 0 1,0-2 21,-3-4 1,-5-6 0,-3-9-255,-5-2 272,5-9 0,-14 3 1,3-12 75,-3-5 0,-7-5 0,-1-3 0,2-2-184,2-3 0,-4-7 1,0 4-1,0-2-64,-1 0 0,5 0 0,-4-6 0,2 0-116,-2 0 1,4 0 0,-4 0 0,3 0 79,-3 0 1,4 0-1,-4 0 1,4 0 139,2 0 0,0 1 0,-2-1 1,-2 0 127,-2 0 1,1 6 0,5 2 0,0 1-41,0 5 1,0 2-1,0 1-166,0 1-382,0 7 1,2 2-589,3 8 0,-3 8 1060,4 4 0,4 3 0,0 3 0</inkml:trace>
  <inkml:trace contextRef="#ctx0" brushRef="#br0" timeOffset="1433">996 837 7067,'0'-18'881,"0"6"-228,0 1 1,0-1-281,0-5 0,0-1-213,0 1 0,-6 5 0,-1 2-250,-3 3 1,4-1 0,-6 4-341,-1-2 0,3 2 266,-1 10 1,1 4-1,-2 9 1,6 3 123,4 1 0,2 6 0,0-4 1,0 2 118,0 4 1,2 2 0,4 0 0,4-2 42,0-1 1,9-9 0,-3 2 0,1-3 33,4-3 0,1-1 0,-5-5 0,1-5 2,-1-4 0,1-10 0,-1-3 1,-1-7-92,-5-5 0,3 1 0,-8-7 0,-3-2-19,-1-2 0,-4-2 1,-3 0-1,-7 1-132,-4-1 1,-3 0 0,-2 2 0,-5 4-55,-1 5 1,6 5 0,-4 1 0,1 3-84,1 3 1,0 5-1,5 7 51,1 0 1,1 1 0,5 5 10,5 6 1,4 3-1,2 3 1,0 1 121,0 5 0,8-5 0,3 4 1,5-1 28,1 1 0,1-4 0,1 5 1,3-7 68,1-5 0,8 1 1,-2-7-1,4-2 97,2-2 0,0-4 0,0-4 1,0-7-67,0-9 0,0-5 1,0-8-1,-1 0-22,1 0 1,-5-5 0,-3-1-1,-2 0 34,-4-2 0,-3 5 1,-7-7-1,-5 2-44,-4 4 1,-2-5 0,0-1 0,-2 1-35,-4 3 0,-1 4 0,-7 2 0,2 0 129,-1 0 1,3 10 0,-2 6-172,-1 5 0,3 10-87,-1-2 1,1 6 0,-2 6 0,6 6 0,-1 5 1,1 4-1,2 5 89,2 1 1,2 2 0,0 6 0,0 2 19,0 4 1,6-3 0,2 9 0,-1 1 70,1 3 0,6 3 0,-3 2 0,5 3 70,1-3 1,-1 4-1,-3-2 1,-3-1-167,-2-3 1,3-9-1,-5-7 1,0-5-104,2-4 1,-6-1-1,4 1 1,-4-6-275,-2-4 0,2-9 0,1-2-505,3 0 1,2-6 899,-2 3 0,-4-3 0,6-2 0</inkml:trace>
  <inkml:trace contextRef="#ctx0" brushRef="#br0" timeOffset="1698">1258 400 8417,'-17'-14'918,"-1"-3"0,1 3 1408,-1-9-2025,9 11 0,9 5 0,13 7 0,7 0-369,3 0 0,8 0 0,-2 0 0,4 0-107,2 0 0,2 0 1,0 0-1,1 0-388,1 0 1,-6 2-1,8 1 1,-4 3-137,-2-2 1,-2-2-1,-2-2 1,-4 2-155,-2 4 1,-1-4 852,-7 4 0,0 3 0,1 1 0</inkml:trace>
  <inkml:trace contextRef="#ctx0" brushRef="#br0" timeOffset="2566">1957 732 8833,'0'-12'1362,"0"0"0,0 1-1099,0-7 1,0 1 0,-2 1-351,-4 5 0,4-5 0,-6 7 1,2-3-90,1 0 0,-9 6 0,2-3 0,-3 1-160,-3 4 1,1 2-1,-1 2 1,1 2 98,0 4 0,-1 4 1,-1 7-1,-1 2 227,3 5 1,-5 3 0,13 8 0,-3 0 54,0 0 1,9 0 0,-3 0 0,4-2-31,2-4 1,2 2-1,2-8 1,3-2 48,3-1 0,2-11 0,5-3 58,1-4 1,-1-10 0,-1-3 0,-3-5-74,-1-1 1,-6-3 0,5-3 0,1-4-91,-2 0 0,3-4 0,-5 7 0,0 3-93,0 2 1,3-5-1,-3 1 29,2 2 1,-6 7-72,1 3 0,-3 9 0,0 2 202,4 9 0,-4 7 0,6 3 1,-2 3 107,-1 1 1,7 6-1,-4-4 1,2 0 40,3 1 0,3-1 0,3-4 0,2 3-52,3-3 1,-1-2 0,-4-3 0,3-5-13,1-5 0,0 2 0,-5-2 0,-1-4-21,1-6 1,-1-8-1,1-9 1,-1-4-117,1-2 1,-1-3 0,0-5 0,-1 1-46,-4-1 1,1 0 0,-5-2 0,0-2-2,0-2 0,-3-5 1,-5 3-1,0 0-3,0 1 1,0-5 0,0 6 0,0 3 62,0 1 0,-2 2 0,-1 0 1,-5 2 27,-2 4 1,6 3-1,-4 7 71,1-4 0,-1 3 18,-4-3 1,-1 9-261,7 3 0,0 9-103,6 2 0,-6 8 0,0 9 188,2 1 0,3 5 0,1 2 1,0 0 121,0 1 0,1 5 0,3-2 0,2 4 166,-2 2 0,4 5 0,0 3 0,-1 2-57,1 3 0,4 3 0,-4 1 0,-1 2-142,1 5 1,4-11 0,-5 3 0,1-5-112,0-1 0,6-6 1,-5-1-1,1-7-685,-4-7 0,2-5-1058,-3-1 1835,1-9 0,2-1 0,2-8 0</inkml:trace>
  <inkml:trace contextRef="#ctx0" brushRef="#br0" timeOffset="2782">2166 505 8381,'-15'-18'1685,"3"1"0,-1 5-1245,7 1 1,6 5 0,9-4 0,5 2-283,5 4 0,5 2 0,-3 0 0,4-1-412,2-3 1,3 0 0,4 6 0,-1 0-498,-3 0 0,3 0 0,-4 0 1,2 0-520,-2 0 0,4 2 1270,-4 4 0,4 3 0,2 9 0</inkml:trace>
  <inkml:trace contextRef="#ctx0" brushRef="#br0" timeOffset="3050">2760 662 8381,'-17'0'640,"-1"-2"65,1-4 1,1-4-323,5-7 1,3 5 0,6 3 136,-4 1-568,4 2 0,-4 8 1,10 6-27,2 9 1,2 1 0,-4 7 0,1-2-70,-1 0 0,0 9 0,0-3 0,2 2-113,-2-2 1,-2 4 0,-2-6 0,0 0-133,0-4 0,6 3 1,-1-3-1,-1-2-1096,-2-1 1484,6-11 0,-6 7 0,6-6 0</inkml:trace>
  <inkml:trace contextRef="#ctx0" brushRef="#br0" timeOffset="3233">2935 348 8327,'-16'-18'592,"5"1"1,-3-1-1,8 1 755,2-1-1595,-5 9 0,9 1 1,0 8-527,9 0 0,5 8 0,-1 3 774,-1 5 0,0 9 0,5 2 0</inkml:trace>
  <inkml:trace contextRef="#ctx0" brushRef="#br0" timeOffset="4233">3179 679 6353,'-17'-17'1268,"5"5"0,2 1-551,3-3 0,-5-1 0,4-1-228,-1 4 0,5-3-515,-2 3 0,2 4-75,-2 3 1,4 5 0,-6 5 0,3 7-85,-1 4 1,0 3 0,4 4 0,-2 6 55,-2 4 0,1 2 1,5 0-1,0 0 162,0 0 0,0 0 1,0 0-1,0-2 14,0-4 0,1 2 0,5-6-98,6 2 1,3-7 0,3-3-1,-1-9 27,1-6 0,-1-4 0,1-4 0,-1-5-188,1-5 1,-1-7 0,1-2 0,-3-3 112,-3-3 0,1-2 0,-7 0 0,-2 2 71,-2 2 0,-2 0 0,0-6 1,-2 2 37,-4 4 1,-3-2 0,-9 6-1,-1 0 30,-5-1 1,5 5-1,-4 7 1,3 5-41,3 1 1,-1-4 0,1 7-80,-1 1 1,3 4 0,1 6 28,3 5 1,7 5-1,-2 1 1,4 1 11,2-1 1,0 6 0,0 1 0,0-3 31,0-2 1,8 5-1,3 1 1,5 0 157,1 0 0,1 1 1,-1-5-1,3 2-36,3-1 1,-2-5 0,9-3 0,-1-5 13,-2-1 0,4-2 0,-6-6 0,2 0-63,4 0 0,-4-8 1,1-5-1,-1-7-54,0-3 0,-6-8 0,3 4 0,-7-2-6,-5-1 1,1 3-1,-7-4 1,-2 4-43,-2 2 0,-2 2 1,0 5-1,0 1-222,0-1 0,-8 8 57,-4 5 0,3 5 1,-1 5 200,2 7 0,3 4 1,5 1-1,0 2 88,0 5 1,0-3 0,0 8 0,0 0 38,0-2 1,0 6-1,0-5 1,0 1-50,0 0 0,5-8 1,1 2-1,-2-3 67,-2-3 0,4 1 286,0-1 0,5-9-223,-5-8 0,2-8 1,-4-9-1,2-1-65,-3 1 1,1-6 0,0-1 0,2 1-231,-2-2 0,4 5 0,-1-5 0,3 2-28,4 0 1,-5-7-1,3 7 1,0 0 32,-3-2 0,7 5 0,-4-3 0,3 4-53,3 1 1,-1 6 0,0 3-1,1-1-54,-1 0 0,1 7 0,-1-3 90,1 4 0,-7 8 1,-1 1-1,-2 5 73,-4 7 0,4 1 0,-3 7 0,-1 2 181,-2 4 1,-2-2-1,0 10 1,0-4 41,0-2 1,6 0 0,2-2 0,1-2-105,5-2 0,-4-8 0,1 2 0,1-3 24,-2-3 0,5-7 1,-3-4-97,3-4 1,3-4 0,-1-4-347,1-6 1,-1-3 0,1-3 0,-1 1-413,1-1 0,-1 1 0,-1-1 0,-3 1 736,-1-1 0,7-7 0,8-2 0</inkml:trace>
  <inkml:trace contextRef="#ctx0" brushRef="#br0" timeOffset="5015">4734 575 8299,'-12'-2'57,"2"-4"1,0-4 517,1 0 1,5-5-50,-2 3 0,4-3 0,2-3-186,0 1 0,8-1-318,4 1 1,3 5-1,3 3-185,-1 1 0,0 2 0,1 6-746,-1 0 0,-5 2 295,0 4 0,-8 3 1,1 9 452,-3-1 0,-2 1 1,0-1-1,-2 1 183,-3-1 0,1-1 0,-6-3 372,2-1 0,-5-2 499,1 1 1,2-3-550,-1-8 0,1-2 0,-2-4-612,6-5 0,3 1 0,-1-2-90,-2-1 1,0 3 0,8 0-1082,4 3 1439,4 1 0,7-2 0,0-2 0</inkml:trace>
  <inkml:trace contextRef="#ctx0" brushRef="#br0" timeOffset="5434">4821 1064 8299,'-10'-2'-22,"2"-4"190,1-6 0,5 2 0,-4-1 322,4-3 0,2 5 1,0-3-195,0-2 1,0 5 0,2-1-254,4 2 0,3-3 1,9 5-217,-1 2 0,1 2 0,-1 2-296,1 0 0,-7 6 0,1 1 1,0 3 233,-3 4 0,-1 1 0,-8 3 0,0 1 264,0 4 0,-2-3 0,-2 3 0,-3-3 136,-3-3 1,0 0 0,-3 1 0,1-3 422,-2-3 0,-1-4 0,-3-8-127,1 0 0,-1 0 1,3-2-1,3-4-42,6-6 1,-1-5 0,1-4-1,2-3-447,2 3 1,2 2 0,0 1 0,0 1-314,0-1 1,2 1 0,4 1-2325,5 5 2665,5 3 0,1 0 0,1-2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15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157 330 9482,'-6'-12'399,"1"1"0,-7 5 0,4-4-658,-2 3 1,-1 1 64,-7 6 0,7 2 1,1 4-1,0 5 123,1 5 1,5 1 0,-2 3 0,4 1 37,2 2 0,0 8 0,0-4 0,0 2 48,0 1 0,8-9 1,1 2-1,3-3 108,0-3 0,-1-1 1,7-5-1,-1-5-44,1-4 0,-5-2 0,1-2 1,1-4-50,-1-5 0,0-11 0,1-3 0,-1 0-32,-3 0 0,-7-1 0,2 5 1,-4-4-9,-2-2 1,0 3-1,0-3 1,-2 0 97,-4 0 0,-9 6 0,-9-5 0,3 3-86,2 0 0,-5 1 0,1 9 0,2 3 8,1 2 1,3-3 0,-1 5-47,1 2 1,5 2 0,3 4-1,1 4-107,4 5 0,2-1 1,2 2-1,0 1 79,0 3 1,0 7 0,0 0 0,2-1-6,4-3 0,4 4 0,7 1 1,0-3 42,1-1 1,-1-3 0,1 0-1,-1-1 75,1-4 1,1 1 0,3-7 0,1-2 68,-2-2 1,-1-4-1,-3-4 1,2-6-12,5-3 1,-5-4-1,2-5 1,-5-3-40,-4 0 1,-1-6 0,5 4 0,-3-4-58,-1-2 1,-8 2-1,4 2 1,-3 2-98,1-2 0,0 5 0,-6 3 55,0 4 1,-8 9 7,-3 4 0,-5 6 38,-1 6 1,1 4-1,5 7 1,5 1-9,4-1 0,-4 1 0,0-1 0,2 1 53,2-1 1,2-5 0,2-1 0,4 1-23,6-2 1,-3 3-1,3-5 1,2 0-53,1 0 1,8-1 0,3-3 0,-1 2-41,0-2 0,6-2 1,-4-2-1,2 2-29,1 4 0,-9-3 1,2 7-1,-3 0-25,-3 0 0,-1 1 1,-3 7-1,-3 1 119,-2 4 0,3-3 1,-5 3-1,-2-2 40,-2 3 0,-2-5 1,0 6-1,2-3-103,4-5 1,-4 4 0,3-9-218,-3 4 0,6-1-338,4-3 1,9-4 606,2-8 0,9-8 0,-5-2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16.6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18 541 8098,'-10'-1'208,"4"-5"0,4 2 0,2-8 144,0-1 1,0 3-1,2-2-121,4-1 1,4-3 0,7 1-1,-1 1-65,-5 2 0,5 3 0,-4-5-259,3 2 0,3 9 1,-3-5-1,-1 2-47,-3 0 1,-5 0 0,6 8 71,1 4 1,1 4 0,-2 7 0,-5 1 52,1-1 1,-4 7 0,6 1-1,-1 2 62,1 4 0,-4-4 0,4 2 0,-1 2-58,1 2 0,-4 2 1,5-2-1,1-4 40,-2-5 0,5-1 0,-3-4 0,4-3 44,1-1 0,-5-7 1,-1-2-1,3-4 43,1-2 1,3 0 0,-1-2 0,1-4-9,-1-6 0,1-9 0,1-2 1,2 0-34,3-3 0,-1 5 1,-6-8-1,1-2-18,-1-2 0,-5 4 0,0 0 0,-1-2 15,-1-2 1,-2-2 0,-8-2 0,0-2-100,0-2 1,0 0 0,-2 7 0,-4-1-99,-6 0 1,-3 0 0,-3 2 0,1 4-86,-1 5 1,1 5-1,-2 1 1,-3 1 56,-1 0 0,0 7 0,5 4 0,1 4 43,-1 2 1,7 0 0,-1 2 0,-2 2 71,-1 2 0,3 7 0,3-1 1,-1 3 46,0 3 0,6-1 0,-2 1 1,5-1-14,1 1 0,0 1 0,0 3 41,0 1 1,7 0-1,5-5 1,3-1 43,3 1 0,-1-9 1,3-1-1,1-2-130,2 0 0,8-1 0,-3-5 0,1 0-212,0 0 1,-2 0 0,4 0-1,-2 0-285,2 0 1,-6 0-1,-1 0 1,-5 0 545,-1 0 0,-1 0 0,1-7 0,-1-3 0</inkml:trace>
  <inkml:trace contextRef="#ctx0" brushRef="#br0" timeOffset="782">192 1188 8098,'0'-10'203,"0"-6"0,-2 13 1540,-3-9-1185,3 8 1,-8-4-192,4 8 1,4-2-186,-4-3-103,4 3 1,10-6 0,4 8-102,3 0 0,3 0 1,-1 2-1,3 2-21,3 1 0,4 1 0,8-6 0,2 0 31,4 0 1,-2 0-1,7 0 1,3 0-57,1 0 0,2 0 0,1 0 0,-1 0 33,1 0 1,-9 0-1,-3 0 1,-6 0-23,-6 0 1,2 0 197,-8 0 849,-7 0-601,-8 0 0,-14-2 1,-2-2-230,-2-1-360,7-1 0,-7 6-2338,4 0-743,4 0 3281,-6 0 0,1 0 0,-3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13.1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227 892 8257,'-11'-2'122,"-1"-4"1,6 2 0,-4-8 443,3-1 0,1 3 0,6-2-401,0-1 0,0 3 0,0-2 1,2 1-125,4 1 0,-3-3 0,7 5 0,0 0 6,0 0 0,1-3 1,7 5-294,-1 2 0,-5 2 1,-1 2-62,3 0 1,2 0 0,1 0 233,0 0 0,-1 8 1,-2 3-1,-5 5 41,-1 1 0,4 3 1,-5 1-1,1 4 48,0 2 0,4 3 0,-5 5 0,1-1 19,0 1 0,0 2 0,-4 2 1,3 2 29,3-2 1,-6-8 0,4-2 0,-1 0 55,5-2 1,-2-2 0,-1-7-1,1-3 27,0-3 0,1-4 0,7-8-29,-1 0 0,1-2 1,-1-4-1,1-6 51,-1-3 1,-5-5 0,0-3 0,1-6-135,3-4 1,1-2 0,1-2 0,1-2-41,4-1 1,-9-3 0,3 2-1,-1-5-42,-1-5 0,-5 5 1,-4 1-1,-4 2-34,-2 4 0,0-3 1,-2 3-1,-4 4-108,-6 4 1,-3 10-1,-3-3 1,1 7 8,0 5 0,-1 4 1,1 8 99,-1 0 1,1 2 0,-1 4 0,3 6 35,3 3 0,-2 3 0,7 1 0,-1 3 89,0 1 1,2 2 0,6-4-1,0 3 5,0-3 1,2 4-1,4-3 1,6-5-32,3-3 0,5-3 0,1 7 0,4-3-73,2-3 1,-3-2-1,5-6 1,0 1-212,-2-1 0,4-2 1,-6-2-1,1 0-204,-1 0 0,-2 0 0,-5-2-866,-1-4 1334,0-3 0,1-9 0,-1 1 0</inkml:trace>
  <inkml:trace contextRef="#ctx0" brushRef="#br0" timeOffset="697">35 298 8122,'-2'-10'-161,"-4"4"1966,4-3-1393,-5-1 0,5 0 1,-2 2 479,-2 1-738,0 5 0,8-8-108,4 4 0,6 4 1,9-4-1,4 4 23,2 2 1,4 0 0,8 0-1,4 0-24,1 0 0,3 0 0,5-1 0,1-3-165,-1-2 0,1 0 1,-1 6-1,0-2-9,1-4 1,-9 4 0,-3-3 0,-6 3-10,-6 2 0,-4 0 0,-7 0 101,-1 0 33,1 0-68,-8 0 1,-9-2-1,-8-2-305,-3-2 1,4-2-1,-5 4-301,-3-2 0,4-1 0,-1 3 63,-3-2 1,0-2 0,1 4 614,1-1 0,1-9 0,-7 4 0</inkml:trace>
  <inkml:trace contextRef="#ctx0" brushRef="#br0" timeOffset="1098">664 36 8100,'9'-8'2248,"-1"4"-1802,-8-7-353,0 7 1,2-4-132,4 8 1,-2 0 0,8 2-36,1 4 1,3-2 0,1 7 0,1 1 10,-1-2 0,1 5 0,-1-3 0,2 3 58,5 3 0,-5-7 1,2 1-1,-5 0 12,-4-3 1,-1 5 0,5-6 279,-5 1 101,5-5 0,-16 10-333,0-8 1,-8-1-1,-9-3 1,-1 2-83,1 2 1,-1 6 0,1-4 0,-1-1-32,1 1 0,-1 4 1,1-5-1,0 1-100,-1 0 0,6 4 0,1-5-189,-3 3 1,1-4 0,-1 4-1327,2-3-17,8 7 1689,-3-4 0,7-1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32.7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1 507 8228,'0'-12'633,"0"0"0,0 7 0,0-7-340,0-2 1,0 5-1,0-3-228,0-1 1,2-3 0,2-1 0,3-1-1,3 1 0,-4-1 0,4 1 0,-1 1-78,1 4 1,0-3-1,3 3 1,-1-1-205,2 1 0,-5-1 0,3 7-46,2 2 0,1 2 1,3 4 220,-1 4 1,-5 3 0,-3 9 0,1 1 6,0 4 0,-6 5 0,1 7 0,-1 0 74,2-1 0,-4 7 0,4 2 0,-2 0-1,2-1 0,-2-1 0,5-6 0,1 0-8,0 0 0,-1-8 0,5-4 1,-2-3 47,1-3 0,3 1 1,1-3-1,1-3-29,-1-6 1,1 1-1,-1-1 1,0-2 66,1-2 1,-1-10 0,1-3-62,-1-5 0,1 4 0,-3 1 0,-1-3-14,-2-1 1,-3-3-1,5-1 1,-4-3-24,-3-1 1,7-2 0,-4 4 0,1-5-98,1-1 1,-6 4 0,3-4 0,-1 0-56,-4-1 1,0 1 0,0-6-1,2 0-16,-3-4 0,-1-1 0,-2 3 0,-2 0-14,-3 0 0,1 0 0,-8 2 0,0 2-6,3 2 0,-7 7 0,5-3 83,-5 0 0,-1 7 0,-1 1 94,1 9 0,-1 6 0,1 2 177,-1 0 0,7 2 0,1 4 0,2 6 19,4 3 0,0 3 1,1-1-109,-3 1 0,0 5 0,6 0 0,2-1-23,4-3 1,-2-4 0,7-1 0,3-2-127,1 1 0,-3-3 0,0 0 0,1-3-76,3-3 1,1 4-1,1-2 1,-1-2-217,1-2 1,5-8-1,2-2 1,0 0-164,1 1 0,3-7 1,-6 4-1,-2-1 509,-1-1 0,-3 8 0,1-11 0,-1 5 0</inkml:trace>
  <inkml:trace contextRef="#ctx0" brushRef="#br0" timeOffset="532">315 1240 8137,'-17'0'146,"-1"0"1,1 0 0,-1 0 893,1 0 1,5 0-337,1 0 1,5 0-1,-4-2 787,2-3-1395,3 3 1,6-6-1,5 8 1,6 0-27,3 0 1,3 0-1,1 0 1,3 0-87,1 0 1,8 0 0,-2-2 0,4-2-151,2-2 1,-2 0 0,-2 6 0,-2 0 6,2 0 0,-4-5 1,1-1-1,-3 2 34,-4 2 0,-1 2 0,-3 0-705,0 0 108,1 0 168,-8 0 1,-5 0-1064,-10 0-46,3 0 1663,-14 0 0,14 0 0,-6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35.6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33 681 6803,'-2'-9'2118,"-1"1"-1511,-3 0 1,0 4-1,6-7-276,0-3 1,-6 4 0,0-1-172,2-3 1,4-1-1,4-3-63,2 1 1,8 1-1,-3 3 1,3 1-176,-2-2 1,3 7-1,-3-1 1,3 2-206,3 0 0,-1 0 1,1 8 130,-1 4 0,-1 4 1,-3 7-1,-3 3 82,-2 3 1,3 4-1,-3 6 1,0-2-30,0-2 0,3 0 0,-3 6 1,2 0 72,3 0 1,-3 0 0,0-2 0,-1-4 79,1-6 1,0 3-1,3-3 1,-1-4 42,2-5 0,-5-4 1,3-6 117,2 1 1,1-1-1,3-8-96,-1-1 1,-5-9-1,-1 0 1,3-5-85,1-4 1,1-1 0,-2 5 0,-3-2-21,3-3 0,-1-5 0,1 4 0,-2 0-64,1 0 1,1-6 0,-1 1 0,-3-3-199,-2-1 0,3-7 0,-5 0 0,-2 0 165,-2-1 0,-2 5 0,0-4 0,0 6 56,0 6 0,-6-4 0,-2 6 0,-1-2-73,-5 0 1,-1 7 0,-3 1-1,1 5 64,-1 5 1,1 1 0,-1-2-1,1 7 40,-1 3 0,1 2 0,0 0 1,-1 0 0,3 2 0,1 3 1,4 7 50,2 4 0,1 3 1,3 2-1,-2 3 66,2-3 1,2 0 0,4 1 0,2 1-41,2-2 1,7-1-1,-1-3 1,4 1-80,1-1 1,1-5 0,1-3 0,2 1-128,3 0 1,1-6 0,-4 1 0,2-3-205,-1-2 0,5 0 0,0 0 1,2 0-682,0 0 0,-5 0 1008,5 0 0,-8-7 0,4-3 0</inkml:trace>
  <inkml:trace contextRef="#ctx0" brushRef="#br0" timeOffset="368">854 891 10627,'-9'0'1091,"1"0"0,21 8 0,7 3-792,5 5 0,-2 3 1,6 3-1,2 3-149,2 2 0,2-4 0,0 6 0,0 1-182,0-3 0,-2 4 0,-4-8 1,-5-2-843,-5-1 1,-7-3-607,-1 1 1,-9-9 649,-2-3 0,-2-6 0,-9-6 0,-3-5 830,-2-5 0,3-1 0,-1-3 0,1-3 0,-14 4 0,7-7 0</inkml:trace>
  <inkml:trace contextRef="#ctx0" brushRef="#br0" timeOffset="652">1186 891 11412,'0'-10'544,"-2"4"-611,-4 12 0,-3 4 0,-9 7 0,1 1-47,-1-1 0,-5 9 0,-2 1 1,-1 2 98,1 0 1,0-2 0,4 4 0,-3-4 27,3-1 0,2-3 0,3-6 0,3-1-323,1-5-893,8 5 315,-4-14 1,16 0 887,4-8 0,3-15 0,3 1 0</inkml:trace>
  <inkml:trace contextRef="#ctx0" brushRef="#br0" timeOffset="1365">1815 489 8062,'-18'0'407,"1"0"1,5 0 594,1 0-67,-1 0-706,-6 8 0,18 0 1,10 3-80,10-5 0,5-4 0,-2-2 0,6 0-94,4 0 1,-4-2 0,0-4 0,2-5-158,2-5 1,2-1 0,0-1 0,0-1-88,0-4 1,-2-3 0,-4-5-1,-4 2 129,1-2 1,-9 0 0,1 0 0,-11 2 50,-5-2 0,-2 4 0,0 0 1,-4 1 11,-7 5 0,-1 2 1,-11 3-1,2 3-113,-3 1 0,5 8 1,-4-2-1,3 4-84,3 2 1,-7 0 0,1 0-1,2 2 84,1 4 0,3 6 0,-1 9 0,1 4 164,0 2 0,-7 3 1,3 4-1,3 1 180,5 0 1,3 6 0,-3 2 0,3-1 55,2 1 1,2 4-1,6-7 1,0-1-18,0-2 0,8 2 0,4-4 1,3-8-111,3-6 1,5-3 0,2-3-1,2-3-7,4-6 1,2-4 0,2-2-1,0 0-227,0 0 0,0 0 0,0-2 0,-2-4-304,-4-6 0,2 3 0,-6-3 0,1 0-210,-1 3 0,-4-1 0,-7 6 1,-3-2-603,3 2 0,-4 2 1186,1 2 0,1-7 0,5-3 0</inkml:trace>
  <inkml:trace contextRef="#ctx0" brushRef="#br0" timeOffset="1699">2688 472 8062,'-12'-18'0,"1"1"446,-3-1 0,4 7 0,1-1 259,1-1 1,0 5-1,4 0 1062,-1 0-1609,-1 6 0,8-4 0,3 10 0,7 4-21,4 2 0,1 1 0,1 7 0,-1-1-51,0 1 0,1 1 0,-1 3 0,1 1-154,-1-2 1,7 4 0,-1-1 0,-2-3-66,-1-1 1,-3-1-1,1 2 1,-1 3-190,1-3 1,-1-2 0,0-3 0,-1-3-1853,-4-1-440,3 0 1840,-13-3 0,6-3 774,-8-12 0,0 4 0,-8-21 0,-2 4 0</inkml:trace>
  <inkml:trace contextRef="#ctx0" brushRef="#br0" timeOffset="1984">2898 437 7964,'-10'-18'8,"0"7"0,6-1 685,-2-1 1,-1 3 665,1-2-213,4 8-1008,-6-3 1,8 14-1,0 5 1,-2 3-56,-4 3 1,3-1 0,-9 3-1,-2 3-177,-1 6 1,3-2-1,1 2 1,-3 1 32,-2-3 0,-1 4 1,-1-6-1,1 0-289,0 0 0,-1 5 0,3-7-709,3-2 0,-4-3-1178,5-7 2237,3-3 0,0-8 0,8 0 0</inkml:trace>
  <inkml:trace contextRef="#ctx0" brushRef="#br0" timeOffset="2467">1937 1013 6413,'-17'0'1536,"5"0"95,0 0-319,8 0-817,-3 0 1,7 2-154,0 4 0,7-4 0,5 4-238,4-4 1,3-2 0,2 0 0,5 2-102,1 3 1,-4-3 0,4 4 0,0-4-72,1-2 1,-1 0-1,4 0 1,-4 0-214,-2 0 1,4 0 0,-5 0 0,-3 0 62,-2 0 1,-1 0 0,-1 0 203,1 0-17,-1 0-894,-7 0-1607,-2 0 2532,-8 0 0,-8 0 0,-2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34.1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18 8123,'-11'0'3668,"-1"0"-3026,8 0 1,-5-5-470,3-1 0,6 0-119,0 6 0,8 0 0,9 0 0,0 2-98,1 4 0,5-4 0,2 3 0,3-3-51,3-2 0,-4 0 0,0 0 0,0 0-169,0 0 0,-3 0 0,3 0 1,-2 0-197,-4 0 0,-1 0-607,-3 0-46,1 0 197,-9 0 1,-3 0 915,-12 0 0,3 0 0,-9 0 0,0 8 0,-5 2 0</inkml:trace>
  <inkml:trace contextRef="#ctx0" brushRef="#br0" timeOffset="332">78 245 8031,'-7'10'593,"-1"0"0,-6-6 1353,3 2-208,-1-1-1482,2-5 0,4-5 0,12-1-198,6 2 0,9 0 1,3 0-1,-1-2-156,2 2 0,-4 2 0,7 2 1,-1 0-103,0 0 1,-4 0-1,4-2 1,-1-1-37,-5-3 0,4 0 0,-2 6 0,-1 0-76,-3 0 0,-1 0 96,-1 0 0,-1-2-752,-5-4-1346,-3 4 2314,-8-6 0,0 1 0,0-3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39.2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71 978 7762,'-18'-7'36,"6"5"1,3-6 811,1 0 0,-4 4 842,7-7-904,-1 7-620,6-4 1,7 8 0,5 0 0,6 0-48,5 0 0,-2 0 0,8 0 1,2 0-173,2 0 0,2 0 0,0 0 0,0 0-70,0 0 1,2 6-1,2 0 1,1-2-70,-1-2 0,-2-2 0,-4 0 0,-2 0-94,-2 0 0,-7 0 1,1 0-243,-4 0 1,-9-2-355,-4-4 0,-6 4 158,-6-4 0,-4-2 724,-7 2 0,-8 1 0,-3 5 0</inkml:trace>
  <inkml:trace contextRef="#ctx0" brushRef="#br0" timeOffset="318">350 769 8098,'0'-12'14,"0"1"1,0 5 2462,0-6-1632,0 0-679,0 3 0,0 9 1,0 11-1,0 5-39,0 1 1,0 7 0,0 1 0,0 2-190,0 4 1,0 2 0,0 0-1,0-2-96,0-2 1,0 0-1,0 6 1,0-2 88,0-4 1,0 2 0,0-7 0,0-3-275,0-2 0,0-7-1122,0 0 503,0-8 0,0 1 962,0-10 0,8-13 0,1-9 0</inkml:trace>
  <inkml:trace contextRef="#ctx0" brushRef="#br0" timeOffset="999">1101 699 8139,'10'-17'43,"3"5"0,-5 0 273,2-1 1,-6-3 0,1-1 240,-3-1 0,4 7 1,0-1-297,-2-2 0,4 5 0,-1-1-227,3 2 0,-4-3 1,6 5-154,1 2 1,-3 2-1,1 4-108,3 4 0,-4 3 1,-1 9-1,1 1 81,0 5 0,-4-3 1,3 8-1,1 2 220,0 2 1,-1 2 0,5 0 0,-2 2 46,1 3 1,-3-3 0,0 4-1,-1-4 95,1-2 0,2-2 0,5-2 1,-1-4 57,-5-2 0,5-3 0,-4-9 0,3-3-152,3-2 0,-7-2 0,1-6 0,1-2-39,3-4 1,1-4 0,3-7 0,1-3-95,2-3 0,1 2 0,-7-9 0,1-1-57,-1-2 0,1-1 0,-1-1 0,0 0-38,1 0 0,-6-2 0,-1-4 0,1-4-68,-2 1 0,-1-7 0,-5 5 0,2-3-104,-2 3 1,-2-3 0,-4 8 0,-4 3 30,-6 1 0,-3 10 1,-3 3-1,1 5 51,-1 1 1,1 7 0,0 1 0,-1 2 72,1 4 1,-1 3-1,1 1 173,-1 0 0,7 5 0,1 3 1,0 2 86,0 3 0,7 3 1,-3 1-1,4 1-15,2-1 0,0 1 0,0-1 1,0 1 29,0-1 0,2 3 0,4 1 1,3 2-43,1-1 1,6-3 0,-5-2 0,5 1-173,1-1 1,1-5 0,-1-2 0,3-1-236,3 1 1,-2-6 0,6 2 0,0-4-207,1-2 1,1 0 0,4 0-1,-2 0-1209,-2 0 1712,-8 0 0,4-8 0,-7-2 0</inkml:trace>
  <inkml:trace contextRef="#ctx0" brushRef="#br0" timeOffset="1615">1904 996 11181,'-9'-8'-35,"1"6"0,10-6-242,4 8 1,-3 0-1,7 2 51,-2 4 1,0 2-1,-4 6 1,3-3 159,3 3 1,-6 1 0,4 3 179,-1-1 1,1 1 0,6-1 66,-3 1 1,-5-9 0,4-1 0,0-2 113,-1 0 0,-3 0 1,6-8-159,1-4 1,1 0 0,0-10 0,-5-3-51,-1 0 0,4-3 0,-5 1 0,1-2-109,0 1 0,4 3 1,-7 1-1,1 1-40,2 0 0,-6-1-369,4 1 1,-4 9 344,-2 8 1,0 8 0,0 11 0,-2 2 152,-4 3 1,4 7 0,-4-2 0,4 6 120,2 5 0,0-1 1,0 10-1,0 3 69,0 4 1,0 12 0,0 0-1,2 6-146,4 0 0,-4-2 0,6-3 0,-2-1-106,-1-4 1,1-5-1,-6-15 1,0-7 201,0-6 1,0-15 0,-2-1 48,-4-5 1,-1-6 0,-9-10 0,1-6-161,-5-3 1,-1-5 0,3-3 0,1-4-159,-1 0 0,1-8 0,1 2 0,3-6-29,1 0 1,3 4-1,-3 4 1,6 0-92,4-6 0,2 8 0,0-6 0,0 2-147,0 0 1,2 4-1,4 0 1,6 0-206,3 2 1,4 2 0,3 5 0,3-1-320,2-2 0,-4-1 1,5 9 852,-3 3 0,6-11 0,-4 3 0</inkml:trace>
  <inkml:trace contextRef="#ctx0" brushRef="#br0" timeOffset="2366">2777 664 7990,'-11'2'1486,"-1"4"-1065,8-4 0,-3 7-236,7-3 0,2-4-194,3 4 0,5-4 1,7-2-1,3-2-53,3-4 1,2 2 0,6-7 0,-1-3-47,1-1 1,2-9 0,2 1 0,-1 0 10,1-2 0,-6 3 0,-3-5 1,-5 0 65,-5 0 1,-5 3-1,1-3 1,-6 2 39,-4 4 1,-10 7 0,-6 4-1,-5 1-16,-4-1 0,-8 6 0,1-2 0,-3 6-18,-1 6 1,-1-2-1,2 8 1,2 1-10,1 3 1,1 3 0,-4 2 0,4 5 56,6 1 0,4 2 0,1 6 0,1 2 59,-1 4 0,8-3 0,3 9 0,1 1 75,0 3 0,2-6 0,10-5 1,6-3-27,3-2 0,10 0 0,3-4 0,1-6 101,0-7 0,0-7 0,6 1 0,2-6-128,3-4 1,-3-2-1,6-2 1,-2-4-401,-1-6 0,3-3 1,-4-3-1,0 1-282,-6-1 0,0 1 0,-10 1 0,-2 3-483,-1 1 0,-3 6 1061,1-5 0,-1-1 0,1-5 0</inkml:trace>
  <inkml:trace contextRef="#ctx0" brushRef="#br0" timeOffset="2999">3389 804 8026,'0'-18'272,"0"1"0,0-1 596,0 1 1,0-1 7,0 1-674,0 7-223,0 3 0,0 20 1,0 5-255,0 1 0,2 0 0,2-1 0,1-1 47,-1 1 1,4 5 0,-2 0 0,0-1 62,1-3 0,-3-1 1,6-1 170,-2 1 1,5-7 222,-1 1 1,4-10-1,-1-2 1,-1-10 8,-3-5 1,-1-5 0,4-1 0,-5-4 28,-1-3 0,6 1 0,-5-4 0,1 4-7,-4 2 1,2 0-1,-3 3-91,-1-1 1,-2 0-448,-2 5 0,0 10 0,0 8 92,0 10 1,0 8 0,0 5 0,0 6 50,0 4 0,0 2 0,0 2 1,0 3 223,0 7 1,0 4 0,2 1 0,2 0 103,2 1 0,6 7 0,-5 4 0,1 4-5,0 2 1,0-2 0,-5-4-1,5-6-107,2-4 0,-6-5 0,2-7 184,-4-7-150,-2-11 1,-2-7-1,-2-13 1,-4-8-57,-2-8 1,-1-5-1,-7-4 1,1-5-50,-1-1 1,1 4 0,-1-6 0,3-2-160,3-2 0,-1-2 0,7 0 1,2 0-37,2 0 1,2 2 0,0 2 0,0 2-68,0-2 0,2 4 0,4-2 1,5-1-73,5 3 0,-1 2 0,1 10 0,-3 1-254,1 2 1,9 7-1,-9-5 1,0 2-1221,1 4 1798,-7 2 0,0 2 0,-8 0 0</inkml:trace>
  <inkml:trace contextRef="#ctx0" brushRef="#br0" timeOffset="3267">2743 1467 8056,'-18'-7'39,"3"-5"577,3-3 1,2 5 0,6 2 627,-1 0 0,-1 4-819,6-7 0,7 7 0,5-2 0,4 2-251,1-2 1,6 4 0,3-3 0,1 3-261,4 2 0,0 0 0,0 0 0,-2 0-514,2 0 0,-4-6 0,2 0 0,2 2-281,2 2 1,-5 2 0,-3-2-1,-2-2-1425,0-1 2306,1-1 0,-7-10 0,1-3 0</inkml:trace>
  <inkml:trace contextRef="#ctx0" brushRef="#br0" timeOffset="3849">4244 786 8458,'-17'-9'0,"2"1"833,3 0 1,-4 4 1410,5-7-1024,-5 7-1082,6-4 1,10 8 0,12 0-1,4 2-44,1 4 1,8-4-1,4 3 1,4-3-288,2-2 0,0 6 0,0 0 0,0-2-346,0-2 0,6-2 0,0 0 0,-5 0-189,-5 0 0,2 0 1,-5-2-1,-1-2-348,-4-2 0,-4 0 1076,-1 6 0,-8-7 0,-3-3 0</inkml:trace>
  <inkml:trace contextRef="#ctx0" brushRef="#br0" timeOffset="4151">4506 577 8082,'-17'0'981,"0"-6"-144,-1 0 0,3-2 413,3 3-715,-4 3-408,14-6 1,-5 10-1,7 4 1,0 5-92,0 5 1,2 3 0,1 4 0,3 7 57,-2 3 1,4 1 0,0 3 0,-1 2-39,1 2 1,4 0 0,-6-6 0,-2 0-42,-2-1 0,-2-6 0,1-5 1,3-4-443,2-1-605,0-1 202,-6-7 1,-6-4-1,-2-12-545,-1-6 0,3-1 1375,-6 1 0,1-3 0,-7 5 0</inkml:trace>
  <inkml:trace contextRef="#ctx0" brushRef="#br0" timeOffset="5401">5275 542 8145,'-12'0'1197,"1"0"1,7-8-878,-2-4 1,4 3-1,4-3-142,4-1 1,1-3 0,7 0 0,-2 3-40,1 1 0,-3 3 0,2-5 0,1 4-195,3 2 1,-5 3 0,1 3-103,2-4 1,1 4 0,1-2 0,-3 8 70,-1 8 1,0 3-1,3 5 1,-1 1 73,-3 2 0,1 8 0,5-2 1,-1 4 15,-4 2 0,3 6 0,-5 0 0,1-2 13,1-3 0,0 3 1,3-2-1,-1-6 27,-3-4 0,1-3 1,6-9 83,-1-3 0,-5-4 0,-1-8 1,1-2 84,-2-4 1,5-6 0,-3-9 0,3-4-155,3-3 0,-1-1 1,-1-6-1,-3 0 34,-1 0 1,-2-1-1,3-3 1,-3-4-86,-2-2 0,-2 1 1,-6-5-1,0 3-40,0-3 1,0 5 0,0-3 0,0 0-216,0 3 1,-6 1 0,-2 10-1,-2 4-136,-3 6 1,3 3 0,-2 5 132,-1 3 1,-3 4-1,-1 8 108,-1 0 0,1 8 0,1 4 99,5 3 0,-3 9 1,8-1-1,0 0 96,-1 2 1,5-3 0,-4 5 0,4 0 108,2 0 1,2-3 0,2 3 0,4-2 3,1-4 0,-3-1 0,6-3 1,1 1-134,3-1 1,1-5-1,1-3 1,-1-1-198,1-4 0,-1 4 0,3-2 1,1-4-272,2-6 1,2 0 0,-3-6 0,1 0-236,-2 1 1,5 3-1,-3-4 1,-2 2 670,-1 5 0,-11 1 0,7-6 0,-6-2 0</inkml:trace>
  <inkml:trace contextRef="#ctx0" brushRef="#br0" timeOffset="5901">6078 909 8100,'-9'-8'921,"-5"4"-224,8-8 0,0 1-355,6-7 0,2 8 0,4 3-159,6-1 1,3 6-1,3-4 1,-1 4-128,1 2 0,-1 0 1,1 0-1,-1 0-153,0 0 1,-5 0 0,-2 2-1,0 4 19,-1 6 0,-5-1 1,2 5-1,-6 3 155,-6 1 0,0 7 1,-9 2-1,-5 4 175,1 2 0,0-2 0,-1-2 0,-1-2 8,-2 2 0,-1-4 1,7 0 36,-1-1 1,1-3-38,-1-6-142,9 1 1,3-8 0,12-5 0,5-3 27,5-2 1,1 0 0,1 0-1,-1-2-127,1-3 0,5 3 0,0-4 0,1 4-377,1 2 1,-6-6 0,6 0 0,-1 2-136,-1 2 0,0-3 1,-5-1-1,-1 2-768,1 2 1,-1 2 0,1-2-1037,-1-4 2297,-7 4 0,-2-13 0,-8 5 0</inkml:trace>
  <inkml:trace contextRef="#ctx0" brushRef="#br0" timeOffset="6118">6078 1066 8100,'-17'0'501,"-1"0"0,3-2 2226,3-4-913,-3 4-1659,5-6 1,2 8 0,8 0 0,10 0-301,5 0 1,9 0 0,1 0-1,2 0-443,4 0 1,-4 0 0,2 0 0,2 0-241,2 0 0,2 0 1,0 0-1,-2 0-144,-4 0 1,4-2 971,-4-3 0,4-5 0,2-8 0</inkml:trace>
  <inkml:trace contextRef="#ctx0" brushRef="#br0" timeOffset="6726">6899 524 8100,'-17'2'214,"-1"4"0,1-4 0,-1 4 208,1-4 1,5-2 16,0 0 0,9 2-198,-3 4 0,6-3 0,6 7-195,5-2 0,5-2 0,3-6 0,2 0-207,3 0 0,5-2 0,-4-4 1,2-6-15,4-3 1,0-3 0,0 1 0,-3-1-31,-3 1 1,0-6 0,-4-3-1,5 1 158,1 0 1,-6-6 0,0 4 0,-5-2 40,-4 0 0,-8 5 1,1-3 32,-3 2 0,-9 2 1,-5 7-1,-4 4-58,-1 7 1,-3 3-1,-1 4 1,-2 3 48,1 7 1,-3 4 0,2 1 0,2 2 69,1 5 1,1 1-1,-1 6 1,1-2 93,3 2 0,3 8 0,-3 4 1,3 1 96,1 5 0,8 1 0,-2 1 1,5-3-9,1-1 0,7-6 0,5 1 0,3-5-21,3-10 1,1-7 0,5-7 0,3-3-197,0-2 1,4-2 0,-6-6 0,0 0-350,1 0 0,3-6 0,-6-2 0,-2 0-791,-1 0 1,-3-3-205,1 5 0,-7 0 411,1 6 0,-10 0 879,-2 0 0,-8 0 0,-9 0 0</inkml:trace>
  <inkml:trace contextRef="#ctx0" brushRef="#br0" timeOffset="6983">6917 1118 8272,'-18'0'749,"1"0"1,5 0 841,0 0 0,10 0-1294,2 0 1,8-6 0,12 1 0,1 1-301,2 2 1,8 2 0,-2 0 0,2 0-8,-2 0 0,4 0 1,-3 0-1,3 0-450,1 0 1,-4 0 0,-3 0 0,-2 0-220,-4 0 0,-1 0 0,-3 0 0,1 0-1501,-1 0 2180,-7 0 0,-2-8 0,-8-2 0</inkml:trace>
  <inkml:trace contextRef="#ctx0" brushRef="#br0" timeOffset="7533">7475 786 8100,'0'-11'1967,"0"-1"-1396,0 0 1,8 3 0,4 3-316,3 4 1,3 2 0,-1 0 0,1 0-184,-1 0 0,6 0 0,1 0 0,-1 0-92,2 0 0,-3 2 1,5 2-1,-2 2-113,-4-3 0,-1-1 1,-3 0 71,1 4 0,-7-4 0,-1 6 200,-2 0 0,-2-4 1,-6 7 3,0 3 1,-8 1 0,-4 3 0,-3-1 4,-3 1 0,-1 5 0,-3 2 0,-3 0 20,-2 1 0,4 5 0,-6-2 1,0 2-2,1-2 1,-3 4 0,8-6 0,2 2 17,1 0 0,3-5 0,1 3 0,3-2 117,1-4 0,8-7 0,-2-2-187,4 1 1,10-5 0,4-2-9,3-4 1,5-2 0,1 0 0,2 0-155,-1 0 0,3 0 0,-2 0 0,1 0-215,1 0 1,-4 0 0,6 0 0,0 0-175,1 0 1,-5-6 0,4 0 0,0 2-235,0 2 0,-5 2 0,1 0 1,-4 0-71,-1 0 1,-6 0 0,-3-2-459,-1-4 0,-2 3-190,-6-9 1387,0 0 0,-8-5 0,-2-1 0</inkml:trace>
  <inkml:trace contextRef="#ctx0" brushRef="#br0" timeOffset="7749">7615 1118 8100,'-17'-2'0,"-1"-2"644,1-1 1,5-3 0,0 2 781,-1-6 0,3 5-637,-2 1 0,11 2-592,1-2 0,7 4 0,11-4 0,1 4-242,4 2 0,-1 0 0,7 0 0,0 0-367,-2 0 1,6 0 0,-4 0-1,2 0-505,-2 0 1,2 2 0,-5 2 0,-1 2-369,0-2 0,4-2 1285,-5-2 0,-1 0 0,-6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1:50.76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1 280 6299,'7'-9'1148,"-5"-1"-41,4 4-56,-4 4-777,-2-6 1,0 6-384,0-3-16,0 3 1,0-4 25,0 12 1,0-2-1,0 7 1,2 1 34,4-2 0,-4 5 0,6-5 0,-3 1 123,1 1 0,2 0 0,-2 3 0,4-1-17,-1-3 0,5-5 0,-6 6 0,1 0-10,5-3 0,-4-1 0,1-6 0,3 2 11,1 2 1,3 0 0,-1-6-1,1-2 9,-1-4 0,1 2 0,-1-8 0,1-1-30,-1-3 1,1-1 0,-1-3-16,0-3 0,1 9 1,-3-3-1,-1 1-32,-2 1 0,-8 3 0,3 3-230,1 1 0,-4 2 203,8 6 0,-9 2 0,5 4 104,0 5 0,-4 1 0,6 4 0,-1 3-40,1 0 1,0 1 0,3-3 0,-3 1 45,-2-1 0,3 1 0,-3-3 0,0-1 125,0-3 1,3 1 314,-5 5-193,8-7 0,-12-4-247,3-12 0,-3-4 0,0-7 0,2 0-78,2-1 0,2 1 1,-4-1-84,2 1 0,1-1 0,-3 1 1,4-1-68,2 1 0,-5 5 1,7 1-1,2-3 35,1-2 0,3 5 1,-1 1 92,1 2 1,1-3 0,2 5 0,3 2 94,-3 2 1,-2 2 0,-1 2 0,1 2 21,5 2 1,-3 5-1,6-3 1,-2 0 6,-3 0 1,-1 3 0,0-5 0,3 0-6,-3 2 0,-7-6 0,-3 3 0,3-1 36,1 2 1,-3-4 0,0 4-11,1-4 1,-3-2 0,0-2-55,-3-4 1,1-4-64,-2-7 0,-4-1 0,4 1-33,-4-1 1,0 1 0,1 0 0,3-1-190,-2 1 1,-2 5-1,-2 0-588,0-1 0,2 5 824,4 2 0,-4-4 0,6 1 0</inkml:trace>
  <inkml:trace contextRef="#ctx0" brushRef="#br0" timeOffset="1333">4384 298 6866,'10'-2'3781,"-4"-4"-3385,-4 4 1,-2-8-379,0 5-47,0 3 0,0-4 0,0 12 6,0 5 1,0 5 0,0 1 0,0 1-25,0-1 1,2 3-1,2 1 1,3 2 64,3-1 1,2-3 0,5-2 0,1 1-36,-1-1 0,-5-1 0,-1-4 1,3-5 12,1 1 0,3-6 0,-1 4 1,1-6 55,-1-6 1,-1 2 0,-3-8 0,-1-1 106,2-3 1,-1-1 0,1-2-1,-3-3-34,3-1 0,-4 0 0,1 5-131,3 1 0,0-1 0,-1 3 0,-3 1-64,-2 2 0,5 9-72,-1-3 1,3 6 132,3 6 0,-7 3 0,-1 9 0,0-1 28,0 1 1,-5-1 0,5 1 0,-2-1 46,-4 1 1,3 5 0,1 0-4,2-2 0,-6-1 1,4-5-1,-3-1 579,1-2-136,0-9 1,-6 3-429,0-12 0,0-3 0,0-9 0,0 1-161,0-1 0,2 1 0,2-1-117,2 1 0,5 0 0,-3-1-88,2 1 1,1 1-1,7 2 203,-1 3 1,1 7 0,-1-2 0,1 4 90,-1 2 1,1 2 0,-1 4 0,1 4 19,-1-1 1,6 7 0,1-4 0,-1 3 7,2 3 1,0-1 0,6-1 0,-3-3 13,-3-1 1,0-3-1,-4 3 1,3-6 69,-3-4 1,-2-2-1,-1 0 1,-1 0-95,1 0 1,-1-2-1,1-4 1,-1-8-140,1-7 1,-7 2 0,1-5 0,2 5-31,1 2 0,-5-1 0,-2 1 1,-3-1-731,1 1 1,0-1-1879,-6 1 2753,0 7 0,0 2 0,0 8 0</inkml:trace>
  <inkml:trace contextRef="#ctx0" brushRef="#br0" timeOffset="2549">8576 71 8183,'0'-18'1706,"0"9"-1345,0-7-225,-8 14 1,6 2-160,-4 12 0,10 3 0,2 3 0,0-1 96,1 1 1,-3-7 0,6 1-1,0 2 41,-1 1 0,1 3 1,4-3-1,-3-1 27,3-3 0,1-1 0,3 4 68,-1-3 1,1-7 0,-1 2-134,1-4 1,-1-2-1,1-2 1,-1-2-86,1-2 1,-7-7-1,1 1 1,1-4-30,3-1 0,0 0 1,-3-1-1,-1 1-96,1-1 1,-3 3 0,0 1 0,-1 4-100,1 3 1,-4 1 1,6 6 1,-7 0 248,7 0 0,-6 8 1,4 3-1,-1 5 18,1 1 0,-4 1 0,4-1 0,-1 2 6,1 5 1,0-5 0,3 4 0,-3-3-21,-2-3 1,3 1 0,-3-3 0,0-1 174,0-2 1,-1-9 823,-1 3-937,-4-4 1,6-10 0,-8-3-18,0-5 0,6-1 0,0-1 1,-1 1-209,3-1 0,-4 1 0,6-1 0,-1 3-139,1 3 1,2-3 0,5 3 141,1-3 1,-1 5-1,3 4 1,1 4 113,2 2 1,2 0-1,-3 0 1,1 0 4,-2 0 1,7 2 0,-1 4 0,2 4 24,0-1 0,-8 7 0,5-6 0,-3 1 11,0 1 0,2-6 0,-3 3 0,1-1 21,-2-4 1,-7-2 0,-2-2 0,1 0 37,3 0 1,-1-2 0,-1-2-1,-5-4-70,-1-1 1,4-3-1,-4-7 1,-1-3-159,1-1 1,4 0 0,-6 5-1,-1 1-598,3-1 0,-6 7 750,4-1 0,-4 0 0,-2-5 0</inkml:trace>
  <inkml:trace contextRef="#ctx0" brushRef="#br0" timeOffset="5500">595 542 8399,'9'0'1550,"-1"0"-1196,-8 0 0,0-2-315,0-3-435,0 3 359,0-6 0,0 10 77,0 4 0,0-3 1,0 9 54,0 2 1,0 1-1,0 3 1,0-1-35,0 1 1,0 5 0,0 0 0,0 0-5,0 3 0,0-5 0,0 6 0,0-2-9,0-3 0,2 3 0,2-2 0,2-1-41,-3-3 0,-1 4 1,-2 1-111,0-3 0,0-2 0,0-1 122,0-1 0,0-5 1,0 0-80,0 1 1,0-3 19,0 2-62,0-9-61,0 5 120,0-8-439,0 0 621,8 0 1,2 0-88,7 0 1,-5 0-60,0 0 1,-1 0-1,7 0 13,-1 0 1,1 2-1,-1 2 1,1 2 0,-1 0 1,1-6-1,-1 0 27,0 0 1,1 0 0,-1 0-1,1 0-30,-1 0 1,1 0 0,1 0 0,3 0-14,1 0 0,0 0 0,-5 0 0,-1 0-36,1 0 0,5 0 1,0 0-1,-2 0-6,-1 0 1,-3 0 0,1 0 0,-1 0 7,1 0 0,-1-2 0,1-2 0,-1-2-4,1 2 1,-1 2-1,0 2 1,1 0 41,-1 0 0,-3 0 0,2 0-9,3 0 0,2 0 0,-3 0 0,1 0-19,4 0 0,-9 0 1,3 0-1,1 0 10,3 0 0,-1 0 0,3 0 1,-4 0 41,-1 0 1,-1 0-1,1 0 1,1 0-13,4 0 0,-3 2 0,3 2 0,-3 2-9,-3-2 1,0-2 0,1-2 0,-1 0 42,1 0 0,5 2 1,0 1-1,-1 3-44,-3-2 1,-1-2 0,1-2 0,2 0 10,3 0 0,-1 0 0,-4 0 0,3 0 25,1 0 1,0 0-1,-5 0 1,-1 0-21,1 0 0,5 0 0,0 0 0,-1 0-3,-3 0 0,-2 0 1,1 0-1,-1 0-13,1 0 0,-7 0 0,1 0 0,2 0-42,1 0 0,3 0 0,-1 0 28,1 0 0,-1 0 1,1 0-1,-1 0 11,0 0 0,1 0 0,-1 0 1,3 0 3,3 0 1,-3 0 0,3 0-12,-4 0 1,-1 0-1,-1 0 1,1 0-29,-1 0 0,1 0 1,-1 0-1,0 0 32,1 0 0,-1 0 1,1 0-1,-1 0 6,1 0 1,1 0 0,3 0 0,1 0 3,-2 0 0,-1 0 0,-3 0 0,0 0 12,1 0 1,1-6-1,3 0 5,1 3 1,0 1 0,-5 2-1,-1 0-5,1 0 1,-1 0 0,3 0-73,3 0 1,-10 0-1,5 0 1,-3 0 72,1 0 0,1 0 0,1 0 0,-1 0 32,1 0 0,-1 0 0,3 0-20,3 0 0,-9 0 1,3 0-1,-1 0 42,-1 0 1,-3 0 0,-1 0 0,3 0 13,1 0 1,-3 0 0,0 2-1,1 1-63,3 3 0,1 0 0,1-6-79,-1 0 0,3 0 1,1 0-62,2 0 1,1 0 0,-7 0-1,0 0 118,1 0 1,-1 0 0,1 0 0,-1 0 10,1 0 1,-1 0-1,1 0 1,-1 0 2,1 0 1,-7 0 0,1 0 0,2 0-3,1 0 1,2 0-1,1 0 1,-1 0 10,1 0 0,-1 0 0,1 0 0,-1 0 75,1 0 0,-1-6 1,1 0-59,-1 3 1,1 1 0,-1 2-46,1 0 0,-1 0 0,0 0 1,1 0-8,-1 0 1,1 0-1,-1 0 3,1 0 0,-1 0 1,1 0 11,-1 0 1,1 0 0,-1 0 23,1 0 0,-1 5 1,0 1 29,1-2 0,-6 4 1,-1-2 62,3-2 0,1 3-70,3-1 0,-1 0 1,1-6 8,-1 0 1,-5 0 0,-1 0-29,3 0 0,-4 0 0,1 0 0,3 0-31,2 0 0,-5 0 1,1 0-1,1 0-4,3 0 1,-4 0-1,-1 0 1,3 0 12,1 0 0,-3 0 0,0 0 0,1 0-2,3 0 0,1 0 0,1 0 5,-1 0 1,-5 0 0,-1 0-8,3 0 1,1-6 114,3 0 117,-8 1-341,-3 5-743,-7 0 1,-7 0-378,-5 0 1,4-2-143,2-4 1369,4 4 0,-5-14 0,-3 7 0</inkml:trace>
  <inkml:trace contextRef="#ctx0" brushRef="#br0" timeOffset="6034">4943 612 6936,'-10'0'2423,"3"-2"-1152,7-4-1222,0 4-456,0-5 398,0 7 1,0 2 0,0 3 48,0 7 0,0 6 1,0 3-1,0 4 71,0 2 1,0-3 0,0 5 0,0 4 79,0 5 1,0-1 0,0 4 0,0-6 11,0-6 1,0 4 0,0-6 0,0 0-28,0-3 1,0 1 0,0-2 140,0-1 0,0-3-59,0-2 0,0-5-375,0 0-342,0-8 1,2 1-428,3-10 0,-1-5-237,8-8 0,-8 7 1123,2-1 0,3 1 0,1-7 0</inkml:trace>
  <inkml:trace contextRef="#ctx0" brushRef="#br0" timeOffset="7683">4908 1171 7350,'-17'0'1071,"7"0"-69,-6 0-854,15 0 0,-7-2-29,8-4 0,2 4 1,4-4-122,5 5 0,-1 1 0,2 0-26,1 0 1,3 0 0,1 0 0,1 0 12,-1 0 1,0 5 0,3 1 0,1-2 24,3-2 1,1-2 0,-4 0 0,4 0 10,2 0 0,3 0 1,5 0-1,1 0-32,5 0 1,-4 0 0,4 0 0,-4-2-51,-2-4 1,-1 4 0,1-4 0,0 5-33,0 1 1,-6 0 0,0 0 0,1 0 75,-3 0 1,6 0-1,-6 0 1,0 0-14,-4 0 0,3 0 0,-3 0 1,0 0 33,2 0 1,1 0 0,5 0-1,-2 0-3,2 0 1,-4 0-1,2 0 1,2-2-2,2-4 1,-4 4-1,-2-4 1,1 4 14,-1 2 1,0 0 0,2 0 0,-4 0 3,0 0 1,-5 0 0,5 0-1,-2 0 6,1 0 0,5 0 0,-4 0 0,0 0-13,0 0 0,7 0 0,-5 0 0,2 0 32,0 0 1,-8 0 0,4 0-1,-1 0 29,-1 0 1,0 0 0,-3 0-1,1 0-28,2 0 0,1 0 1,-5 0-1,2-2-28,3-4 0,1 4 0,-4-3 0,4 3-82,3 2 1,-7-2 0,4-2-1,-2-2 39,1 2 0,5 2 1,-6 2-1,-1 0 9,-3 0 1,-2 0 0,1 0 0,-1 0 21,1 0 0,-7 0 0,1 0 41,2 0 1,1 0 0,3 0-27,-1 0 1,1 0 0,-1 0-21,0 0 0,1 0 1,-1 0-1,1 2-12,-1 4 0,1-4 0,-1 4 1,1-4 2,-1-2 0,1 0 1,-1 0-1,1 0 17,-1 0 0,1 0 0,-1 2 0,0 1 3,1 3 0,-1 0 0,1-6 0,-1 0-10,1 0 0,-1 0 0,1 0 0,-1 0 0,1 0 1,-1 2 0,1 2 0,-1 2-14,0-2 1,1-2 0,-1-2 0,1 0-5,-1 0 0,3 0 15,3 0 1,-4 0-1,5 0 1,-5 0 30,-1 0 0,-1 0 1,1 0-5,-1 0 1,-5 0-1,-1 0 1,3 0 17,1 0 1,3 0 0,-1 0 29,1 0 1,-1 0 0,1 0-6,-1 0 1,1 5-1,-1 1 1,1-2-53,-1-2 1,-5-2-1,-1 0 1,3 0-10,1 0 0,3 0 0,-1 0-37,1 0 1,-1 0-1,1 0 1,-1 0 9,1 0 1,-1 0-1,1 0 11,-1 0 0,1 0 0,-1 0 7,0 0 0,-5 0 0,0 0-1,1 0 1,3 0 0,1 0-14,1 0 0,-1 0 0,1 0-3,-1 0 0,1 0 0,-1 0 37,1 0 1,-1-2 0,0-2-1,1-2-9,-1 2 0,-5 3 0,0 1 0,1 0-7,3 0 0,1 0 0,1 0 0,-1 0-2,1 0 0,-1-2 0,1-2-52,-1-2 0,1 0-130,-1 6 0,-5 0-209,-1 0-229,-7 0 205,4 0 1,-10 0-1263,-4 0 1676,4 0 0,-6 0 0,1-8 0,-3-1 0</inkml:trace>
  <inkml:trace contextRef="#ctx0" brushRef="#br0" timeOffset="8464">9152 420 9794,'0'-10'16,"0"-5"-66,0 13 0,0-4 96,0 12 1,0-2 0,0 7 40,0 3 1,0 2-1,0 1 1,0 2-37,0 5 1,0-3 0,0 6 0,0 0 11,0 1 0,2 1 0,2 6 0,2-1 28,-2 1 1,-3 0-1,-1 0 1,0-2-47,0-4 1,6 2 0,0-5 0,-2-1 9,-2 0 0,-2-2 1,0-5-1,0-1-47,0 1 0,6-7 0,0 1-88,-3 2-105,-1-7 97,-2 1 0,0-8-298,-7 0-81,5 0 83,-6 0-159,8 0-527,0 0 526,-8 0-614,6 0 1158,-6 0 0,8 8 0,0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2:01.01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350 0 10692,'-10'0'-221,"3"2"1,7 4 305,0 5 1,-6 5 0,0 1 0,2 3-44,2 3 1,-4 4 0,1 10 0,1 2 54,2 2 0,2 5 0,0-3 0,-2 0 30,-4-1 1,4 1 0,-4-4 0,4 0 5,2-6 0,-2-4 0,-2-8 21,-1 2-155,-1 1 0,6-17-216,0-7 1,0-7-576,0-11 1,0 7 0,0-1-14,0-2 1,0 5 0,0-3 804,0-2 0,0 7 0,0-9 0,0 6 0</inkml:trace>
  <inkml:trace contextRef="#ctx0" brushRef="#br0" timeOffset="609">1 524 8085,'0'-18'472,"0"1"0,0 5 500,0 1-383,0 7-591,0-4 1,6 10 0,1 2 14,3 2 0,0 7 0,3-1 0,-1 3 95,2 3 0,-5-1 0,3 1 0,2-1 13,1 1 1,3-1 0,-3 1 0,-1-1-9,-3 1 0,1-1 0,5-1 1,-1-3-50,-4-1 0,1-6 0,-5 3 133,2-1 0,-5 4 111,7-6 0,-8-2-220,2-10 0,-4-4-41,-2-7 1,0-1-378,0 1 0,0-1-71,0 1 1,2-1 148,3 1 1,3-1 0,6 3-1,-3 1 46,3 3 0,-4 1 1,1-4-1,3 3 15,1-3 0,1-2 0,-2-1 0,-3 1 64,3 5 0,-1-5 1,1 5-1,-2-3 162,1 2 1,-3-1 268,2 7 166,-9-8-532,5 13-314,-8-7 1,-2 8 0,-2 2-1244,-1 4 1619,-1-5 0,-2 15 0,-2-6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2:03.1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53 507 7529,'11'-8'-339,"1"-4"1,-8-3 0,2-3 910,-4 1 0,-1 5 1,3 0-172,2-1 0,0 3 1,-6-2 187,0-1 1,-2 3 62,-4-1-721,4 7 1,-7-2-1,3 12 19,-6 5 1,2 7 0,1 3 0,-1 4-90,0 2 0,6-3 1,-3 5-1,1 2 82,0 2 1,0 2 0,6 0 0,0 0 66,0 0 0,0 0 0,2-1 0,4 1 20,6 0 0,1-2 0,1-2 1,-3-3-22,3-3 0,3-4 0,5-7 0,1-5-12,-2-1 1,-1-2-1,-3-6 1,1 0-2,-1 0 0,1-8 0,-1-3 0,1-5-18,-1-1 0,1-1 1,-1-1-1,1-3-40,-1-1 0,-5-6 1,-1 4-1,3-2-19,1-4 1,1-1-1,-3 1 1,-3 2 25,-2-2 0,4-2 1,-5-2-1,1 0 38,0 1 1,-2 1 0,-6 1 0,0 5 51,0 2 0,0-4 1,0 6-1,-2 3 17,-4 7 0,2-1 0,-8 6 21,-1-1 1,3 5 0,0 0-138,3 8 1,-5 0 0,6 7-1,0 3 81,-1 1 0,5 9 0,-6 1 0,2 2 78,0 4 1,0-4 0,6 2 0,0 2 53,0 2 1,0 2 0,0 0-1,0 0-35,0 0 1,8 0-1,2 0 1,2-2-30,-1-4 0,1 2 0,5-8 0,1-1-105,-1-3 0,1-7 1,-1-2-1,1-3-180,-1-3 1,1-2 0,-1-2 0,0 0-189,1 0 1,-3-2-1,-1-2 1,-2-3-677,1-3 1,1-2 1063,-3-5 0,5-1 0,-6 1 0</inkml:trace>
  <inkml:trace contextRef="#ctx0" brushRef="#br0" timeOffset="683">786 768 8418,'-6'-11'394,"0"-1"0,1 6-251,5-5 1,0 5-1,0-6-171,0-1 1,2 3-1,3 0 16,7 3 0,-2-1 1,1 4-1,3-2-183,2 2 0,1 2 0,0 4 73,1 4 0,-3 4 0,-1 7 0,-2 1 109,1-1 1,-3 2-1,0 3 1,-3 3 51,-3 2 1,4-5 0,-2 3-1,-2-2 136,-2 0 1,-2 1 0,0-7 303,0 1 1,0-7-96,0 1 0,-6-10-366,0-2 1,0-8 0,6-9 0,0-1-52,0 1 1,0-7 0,0 1 0,0 0 7,0-2 0,2 5 0,2-3 0,4 2-124,2-3 1,-5 5-1,5-4 1,0 5 81,-1 6 1,1-3 0,4 5-1,-3-1-30,3-1 0,-4 8 1,1-2 28,3 4 1,-1 4 0,1 4-1,-2 6 64,1 3 1,-3 3 0,0 1 0,-1 2 126,1 3 1,-6 1 0,4-4-1,-2 3 0,-1-3 1,3 4-1,-4-2 1,2-1-82,-2-3 1,-2-1 0,-2-1-1,0 1-22,0-1 1,0-5-1,0-1-1149,0 3 95,-8-6 1,6-2 1033,-4-12 0,4-4 0,10-15 0,2-2 0</inkml:trace>
  <inkml:trace contextRef="#ctx0" brushRef="#br0" timeOffset="934">1467 681 8562,'10'-11'2653,"-4"-1"-2209,-4 8-378,-2-4 0,0 10 0,0 4 68,0 6 1,0 3 0,0 3 0,0-1-81,0 1 1,0-1 0,0 0 0,0 1-259,0-1 1,0 1 0,0-1-1,0 1-673,0-1 0,0-5 1,0 0-2020,0 1 2896,0-5 0,0-8 0,0-10 0</inkml:trace>
  <inkml:trace contextRef="#ctx0" brushRef="#br0" timeOffset="1100">1467 367 8338,'-8'-12'-68,"-3"1"0,-5-1 2465,-1-6-2711,7 9 0,4 1 1,12 8-1122,6 0 0,3 2 1435,3 4 0,-1-4 0,1 5 0</inkml:trace>
  <inkml:trace contextRef="#ctx0" brushRef="#br0" timeOffset="1452">1799 227 8338,'0'-12'-9,"0"1"344,0-3 0,-6-1 1111,0-3-724,1 1-721,5-1 1,0 11 0,0 7 39,0 9 1,2 7-1,1 1 1,3 3 10,-2 3 0,-2-2 0,-2 8 0,0 4 150,0 6 1,0 0 0,0 6 0,0-1-52,0 1 0,0 0 1,0 3-1,0-1 34,0 1 1,0-5-1,0-2 1,2-5-62,4-1 0,-4-7 0,5-5 0,1-4-230,4-1 1,-2-3 0,1-3-173,3-6 0,1-4 0,3-2 0,-1-2-296,1-4 0,-7 2 0,1-8 1,2-1-850,1-3 1,3-3 1422,-1-4 0,1 3 0,-1-5 0</inkml:trace>
  <inkml:trace contextRef="#ctx0" brushRef="#br0" timeOffset="1669">1834 559 8338,'-23'-12'274,"-1"1"0,1 1 0,8-4 2241,3 3-1947,-4 7 0,16-4 0,0 6-502,10-4 0,6 4 1,3-3-1,4 1-451,6-2 1,4 4 0,2-6 0,2 2-363,4 0 0,4-7 1,5 1-1,-1-1-1491,-3 1 2238,1-3 0,-3-3 0,-1-9 0</inkml:trace>
  <inkml:trace contextRef="#ctx0" brushRef="#br0" timeOffset="2449">2742 437 8321,'-6'-12'0,"0"0"0,1-1 57,-3-3 0,6-1 0,-4-1 636,4 1 0,-4 5 641,1 1-1240,-1 7 1,6-2-1,0 12-72,0 5 1,0 5 0,2 3 0,2 3-52,1 1 1,9 6-1,-4-4 1,1 2-7,1 4 0,0 2 0,5 2 1,0 0 14,1 0 0,-6-6 1,-1-1-1,3-1 99,1 0 0,1-6 0,-3 2 1,-3-3 269,-2-3-173,6 1 1,-11-8 0,7-7 0,-2-6-29,-4-9 0,0-4 1,-1-3-1,3-4-232,-2-6 1,6-4 0,0-2 0,1 0-40,1 0 1,-6-6 0,5 0 0,1 1-32,-2-3 0,3 0 0,-5-5 0,0 3 90,0 2 0,-1 1 0,-3 5 1,2 0 82,-2 4 1,0 10 0,0-1 209,1 5-965,1 9 199,-6 2 1,0 16 0,0 4 0,0 3 48,0 3 0,0-1 0,2 3 0,2 1 488,2 2 0,8 8 0,-5-3 0</inkml:trace>
  <inkml:trace contextRef="#ctx0" brushRef="#br0" timeOffset="2834">3283 751 8321,'-11'6'87,"-1"0"0,8 1 1095,-1-1-1087,-5-4 0,16 0 0,-1-10 0,7-1-160,0-5 1,3-1-1,-3-3 1,3 1 39,3-1 1,-1 1-1,1-1 1,-3 1-56,-3-1 1,2 1 0,-7-1-1,1 1 25,0-1 0,-2 1 0,-6 0 0,0-1-102,0 1 1,-2 7-1,-2 2 1,-4 2 4,-2 0 1,-1 1-1,-7 5 1,1 0 148,-1 0 0,1 7 0,-1 5 0,1 4 139,-1 1 1,1 2-1,2 3 1,1 3 81,2 2 0,3 0 1,-3 4-1,6-1 103,4 1 0,2-6 1,0 0-1,2-2-39,4 1 1,4-1 0,9-6 0,4-1-236,6-4 1,-1 1 0,1-7-1,2-2-448,2-2 0,2-2 1,0 0-1,1-2-399,5-4 0,-4 2 0,4-8 800,-4-1 0,-2-3 0,0-1 0</inkml:trace>
  <inkml:trace contextRef="#ctx0" brushRef="#br0" timeOffset="3465">4000 646 8321,'0'-17'162,"-2"5"315,-4 0 1,2 3 0,-6-5-256,2 3 0,1 7 0,3-4 1,-4 2-200,-2 0 1,4 0 0,-5 6 0,-3 0-222,-1 0 1,1 0 0,1 2-1,-3 2-17,2 2 0,1 8 0,-5-3 0,1 7 101,-1 5 0,1-4 0,2 7 0,3-3 33,6 0 1,-2 1 0,2-5 0,3 2 79,1 3 1,4-1 0,3-6-1,7 1 93,4-1 0,7-5 0,2-2 0,2-3 4,4-3 0,2-2 0,4-4 1,2-2 1,2-1 1,1-15 0,-3 3-1,4-5-74,2-3 0,-7 0 0,3-6 1,-4 2-62,-2-2 1,0-2 0,-2-2 0,-4 0 44,-6 0 1,-3 6 0,-3 0-1,1-4 62,-1-6 0,-5 8 1,-3-4-1,-1 2 62,-4 0 1,-2-4 0,-2-2 0,0 0-71,0 6 1,0 0-1,-2 10 1,-2 0-54,-2-2 1,-5 11 0,3-1 13,-2 5 0,4 4-40,-5 6 0,1 2 1,-4 4-41,3 5 0,5 5 0,-4 3 0,2 3 75,5 1 1,1 8-1,2-2 1,0 4 210,0 2 0,0 2 0,0 2 1,0 3-69,0 3 0,0 2 1,2 3-1,1-1-102,3-3 0,8 1 0,-4 3 1,1-3-174,1-6 0,-2-7 0,3-4 1,-3-7-1546,-2-4 814,5-9 1,-11-12 0,2-13-660,-8-7 1504,-6-9 0,-15 4 0,-2-8 0</inkml:trace>
  <inkml:trace contextRef="#ctx0" brushRef="#br0" timeOffset="3683">4296 349 8094,'-17'0'511,"1"-2"1,3-1 2133,1-3-2183,8 0 1,-3 4 0,10-2 0,7-2-351,8 2 0,5 2 0,0 2 1,6-2-300,4-3 0,2 3 0,2-4 0,2 4-315,2 2 1,5-6 0,-3 0 0,2 2-422,3 2 1,-5 4 0,-3 2-1,-3 2 923,-2-2 0,0 6 0,0-1 0</inkml:trace>
  <inkml:trace contextRef="#ctx0" brushRef="#br0" timeOffset="4482">4925 489 8321,'-12'-6'-66,"1"0"135,-3 3 0,5 1 0,-1 0 0,0-2 201,0-2 0,5 0-340,-7 6 1,6 2-1,-4 4 131,3 6 0,1 5 0,6 4 0,-2 5 21,-4 1 0,4-4 1,-4 6-1,4 2-21,2 2 1,6-4 0,2-2 0,2 1 10,3-1 1,3-8 0,1 1 0,1-7 0,-1 1 0,1-6 0,-1-3 0,1-3-90,-1-2 1,1-7 0,-1-7 0,-1-5-26,-5-5 1,3-1 0,-6 2 0,-1-6-19,1-4 0,-2 0 1,-6 2-1,0 1-177,0-1 1,-8-2 0,-2 0-1,-3 2 53,-5 2 0,5 8 1,-11-2-1,5 3 39,2 3 0,-1 7 0,1 4 1,-1 4 73,1 2 1,-1 0 0,3 2 0,1 4 97,3 6 1,7 3-1,-4 3 1,2 1 102,0 4 1,0-3-1,6 3 1,2-2 96,4 3 1,-2-5-1,8 4 1,1-3-79,3-3 0,1 1 1,1-1-1,-1-1-20,1-5 1,5-1 0,0-6 0,1 2-15,1-2 1,-4-8 0,6-4 0,0-4-94,1-7 1,-7 2 0,2-9 0,-1 3-176,1 0 1,-4-8-1,5 4 1,-5-3-78,-2 1 0,-1 6 0,-4-4 0,-7 0-81,-3 0 0,-2 11 0,0-1 156,0 1 1,-7 2-1,-5 3 269,-4 5 0,5 4 0,1 4 89,2 4 1,1-4-1,3 5-76,-2 1 0,2-6 1,10 6-59,5 0 0,5-6 0,3 3 0,3-1-4,1 2 0,0-4 1,-5 6-1,-1-2-117,1 0 1,-7 7-1,1-1 35,2 3 1,-7 5 0,-1 1 0,-4 2 96,-2-1 1,0-1-1,0 2 1,0 6 44,0 4 0,-6-4 0,-2-1 0,1-3 32,-1-4 0,2 4 1,6-1-1,-2-3 98,-4-2 0,4-7-174,-3 0 1,10-3 0,7 3-1,4-6-104,1-4 0,6-10 0,3-4 0,1-1-335,4 1 0,0-3 0,0 3 1,-2-2-745,2 3 1,0-5-1,-2 7 1102,-6-1 0,5-6 0,-1 7 0</inkml:trace>
  <inkml:trace contextRef="#ctx0" brushRef="#br0" timeOffset="5095">6095 279 8185,'0'-17'111,"2"5"1,2 1 228,2-3 1,2 1-1,-4-1 662,1 2-915,1 1 1,-8 1-1,-4 4 1,-5 4-329,-5 2 1,-1 2 0,-3 4-1,-3 6 46,-6 3 0,2 3 1,0 1-1,-1 2 91,1 3 0,6-1 0,-2-6 1,3 3 161,3 3 0,5-7 0,2 5 232,3 0 0,1 1-113,6-5 0,4-7 0,5-4 0,9-4-100,1-2 1,1 2-1,-1 1 1,2 3-69,3-2 0,1-2 1,-4-2-1,3 0-98,-3 0 0,4 6 0,-2 2 1,-1-1-90,-3 1 0,-1 6 0,-1-3 1,-1 5-8,-5 1 1,3 3-1,-8 1 1,-2 2 40,-2-1 1,-2 3-1,0-2 1,-2-1 121,-4-3 1,-4-2 0,-7 1-1,-1-3 181,1-3 1,-3 4-1,-1-7 1,-2 3 59,1 0 0,3-8 0,1 1 0,1-3 9,0-2 0,-1 0 1,1-2-1,1-3-72,4-7 1,-1-4-1,7-1-78,2-1 0,2 1 1,2-1-191,0 1 1,2 7 0,4 4-172,6 5 1,-3 1 0,3 0-513,2 0 1,1 0 0,3 0 794,-1 0 0,0 7 0,1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2:31.991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402 123 8130,'6'-12'-181,"0"1"1,0 5-1,-4-4 253,3 2 1,-3-5 296,4 1 0,-4 2-13,-2-1 1,0 5 189,0-6-501,0 8 0,-2-3-81,-4 7 1,-3 0 0,-9 0 3,1 0 0,-1 7 0,1 3 0,-1 2-19,1-1 0,-1 1 0,1 5 0,-2 1 75,-5-1 0,5 7 1,-4-1-1,1 0 15,-1 2 1,4 3-1,-5 7 1,5-1 25,1 1 1,7 2 0,-1 2-1,1 2 29,1-2 1,-4 3 0,8 1-1,3 2 14,1 3 1,2-5-1,0-2 1,0-5-1,0-1 1,0 0 0,2 0 0,1 0-29,3 0 0,8-2 0,-4-2 0,1-2-25,1 2 0,-2-6 1,3 1-1,-1-3-3,1 0 0,3 3 0,-1-5 0,-1 2-9,-2-2 1,-1-1 0,5-3 0,-3 1-10,-1-1 0,0 1 1,5-1-56,1 1 1,-7-3-1,-1-1 1,0-5-65,-1-1 1,-3 0-231,6-2-269,-8-4-592,3 6-938,-7-8 454,0 0 1660,0-8 0,0-2 0,0-7 0</inkml:trace>
  <inkml:trace contextRef="#ctx0" brushRef="#br1" timeOffset="1167">786 402 11710,'12'0'-283,"0"0"0,-8-2 1057,1-4 0,3-3-391,-2-9 0,0 1-196,-6-1 1,0 1-203,0-1 0,-6 7 0,-2 1-232,-1 2 0,-3 3 0,-6 5 183,1 0 0,-6 0 0,-1 1 0,1 5 33,-2 6 0,6 3 1,-5 3-1,5 1 28,1 5 1,-1-3 0,0 6 0,-1-2-34,5-3 0,3 5 0,0 0 1,7 2-9,3 0 1,2-5-1,0 3 1,2-2-21,3-4 1,5-7-1,9-3 1,3 1 81,1-2 0,8-2 0,-4-8 0,2 0 48,1 0 0,-3 0 1,4 0-1,-4-2-66,-2-4 1,-2 2 0,-5-6-80,-1 2 186,1-5 1,-10 11 0,-8-4-135,-10 4 0,-6 2 0,-1 2 0,-3 2 75,-3 2 0,-2 13 0,-6-1 0,2 1 40,-2 1 1,6 3 0,-1 2-1,3 0-65,0 0 0,-1 7 1,7-5-1,0 2 1,-1 0 0,8-2 1,5 2-1,3-4-53,2 1 1,2-7 0,3 2 0,7-5-46,4-4 0,3-7 1,2 5-1,3-2 55,-3-4 1,4-2 0,-2-2-1,1 0-49,1 0 1,-6 0-1,5 0 1,-3-2-360,2-4 1,-1 2 0,5-6-1,-2 1-726,-4-1 1,-1-2 1148,-3-5 1,8-1-1,3 1 1</inkml:trace>
  <inkml:trace contextRef="#ctx0" brushRef="#br1" timeOffset="1435">979 839 10331,'-6'-18'853,"0"1"0,-2 7-514,2 4 1,6 4-215,0 2 1,8 2 0,12 4 0,1 6-129,2 3 0,2 3 1,-3-1-1,1 1-195,-2-1 1,5 1-1,-3-1 1,0 1-94,2-1 1,-5 1-1,3-1 1,-5 0-110,-7 1 0,5-6 0,-5-3 1,3 1-418,-2 0 0,-3-6 0,-3 1 785,6-3 108,-4-2 0,-1-7 0,-7-3 0</inkml:trace>
  <inkml:trace contextRef="#ctx0" brushRef="#br1" timeOffset="1681">1293 821 9382,'-12'-15'-1312,"1"1"2294,-3 3 1,4 7-464,-1-2 1,5 4-336,-6 2 0,6 0 1,-3 2-182,1 4 1,-4 3-1,5 9 1,-1-1-1,0 1 1,-6 5 0,3 2 0,-3 1-43,3-1 1,-5 4 0,6-6 0,-1 0 5,-1 3 0,6-7 1,-3 4-1,1-3-342,4-3 0,2 1-365,2-1 0,2-7 10,4-4 0,3-6 766,9-6 0,7-12 0,2-9 0</inkml:trace>
  <inkml:trace contextRef="#ctx0" brushRef="#br0" timeOffset="1898">1572 699 8583,'-2'-15'458,"-1"1"1,-5 4 1044,-2 3 0,4-5 311,-5 6-2031,-1-7-783,2 11 0,4 2 1,10 11-1,4 5 1000,2 1 0,1 8 0,7 3 0</inkml:trace>
  <inkml:trace contextRef="#ctx0" brushRef="#br0" timeOffset="2065">1642 1101 12605,'-17'0'48,"7"0"0,2-2-3608,8-4 3560,0 4 0,8-6 0,2 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2:35.34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403 220 8164,'0'-12'374,"0"0"0,0 7 6,0-7 0,0 0-145,0-5 0,-2-1-217,-4 1 0,2 7 0,-6 3 0,1 1-92,-1 0 1,-2 0 0,-5 6 0,-1 0-29,1 0 1,-1 6-1,1 2 1,-1 1 63,1 5 1,-6 3 0,-3 5 0,1 3 118,0 2 0,2 4 1,5 8-1,1 6 98,-1 5 0,1-1 0,1 11 1,5-2-11,5 0 1,4 0-1,4-5 1,4-3-25,5-3 0,5-6 1,1-12-1,3-6 28,3-4 0,-4-1 0,7-3 0,-3-3-24,0-6 1,6-4 0,-3-2 0,1 0-125,4 0 0,0 0 1,0-2-1,-2-2-164,2-2 1,-4-8-1,0 5 1,-1-1-285,-5 4 0,-2-1 1,-3-1-1,-3 0-471,-1 0 0,-8 0-970,2 3 501,-4 3 1363,-2-6 0,7 0 0,3-2 0</inkml:trace>
  <inkml:trace contextRef="#ctx0" brushRef="#br0" timeOffset="826">700 709 8437,'0'-18'120,"0"1"258,0-1 0,0 7 0,0-1 32,0-1 1,0-3 0,0-1-179,0-1 0,0 1 0,0-1-264,0 1 0,0-1 0,-2 3-224,-4 3 0,2-2 1,-8 9 18,-1 1 0,-3 2 0,1 4 0,1 4-19,2 5 1,1 5-1,-7 3 1,1 4 188,-1 7 0,9 3 0,1 1 1,2 1 71,0 0 0,0 0 0,6-2 0,0-2 19,0-2 1,0-7 0,2 1 0,2-4 89,2-1 1,8-8 0,-3-5 144,5-3 0,-5-4 0,-1-3-89,-2-7 1,4-9 0,-5-3 0,1 1-229,0-2 1,0 3 0,-5-5 0,5 0-90,2 0 0,-6 6 0,2-3 0,-2 3-160,1-2 1,-3 3-16,4-3 311,-4 11 1,-2 7 0,2 10-1,2 7 250,2 4 0,1 3 0,-3 2 0,4 4 39,2 3 0,-4-7 1,5 4-1,3-1-128,1-1 0,3 0 0,-1-5 0,1-3-7,-1-3 1,1 1-1,-1-7 1,1-2-87,-1-2 0,1-4 0,-1-4 0,0-5-77,1-5 0,-3-3 1,-1-3-1,-2-3-244,1-2 1,-5-2 0,0-6-1,-2 2-35,-1 4 1,1-4 0,-6 4-1,0-2-92,0 1 0,-2-1 0,-4 8-187,-5 2 1,-5 3 0,-1 7 619,-1 5 0,3 6 0,1 4 0,5 4 126,1 1 1,2 3-1,6 5 174,0 1 1,0-1 0,0 1 85,0-1 0,8-5 0,3-1-157,5 3 1,1-6-1,1 0-303,-1-1 0,1-5 1,1 4-1,3-4-76,1-2 1,0 0 0,-5 2 0,-1 2-21,1 2 0,-1 1 0,0-3 1,1 4 73,-1 2 1,-5 1 0,-2 7 0,-1 1 311,1 5 1,-6-5 0,2 6 0,-4-1 23,-2-1 0,0 0 0,0-5 0,2-1 50,4 0 1,-5 1-1,7-1-216,0 1 0,-4-8 1,8-5-383,1-3 1,3-4-1,1-3 1,1-5-491,-1 0 1,2-11 0,3 3 755,1-1 0,8-8 0,-4 0 0</inkml:trace>
  <inkml:trace contextRef="#ctx0" brushRef="#br0" timeOffset="1193">1660 115 8437,'-8'-10'0,"4"-5"0,-5 3 0,-1-1 596,0 1 1,6-4 0,-3 7 881,-1-1-954,6-6-368,-6 14 1,8 2 0,2 14-54,4 7 1,-4 1 0,4 7 0,-2 2 6,1 2 1,-3 4 0,4 2 0,-4 3-12,-2 3 0,0 1 1,0 7-1,2-1 5,4 1 0,-4-3 0,6-1 0,-3-5-3,1-1 0,2-4 1,-2-10-1,4-6-171,-1-3 1,5-3-1,-6-1-254,1-5 0,3-3 0,5-10 1,1-4-253,-1-5 0,-5-7 1,0-3-1,1-5-221,3-1 0,1 4 0,1-4 0,-3 0 797,-3 0 0,3-3 0,-5-4 0</inkml:trace>
  <inkml:trace contextRef="#ctx0" brushRef="#br0" timeOffset="1392">1555 307 8437,'-15'-2'97,"1"-2"0,3-2 918,-3 3 0,4-5-29,-1 2 1,7-2-799,-2 2 1,6 4 0,6-3-1,5 3-386,5 2 1,9 0-1,2 0 1,4 0-549,4 0 0,-2 0 1,12 0-1,-1-2-621,1-4 1,-4 4 1366,5-4 0,1-4 0,5 1 0</inkml:trace>
  <inkml:trace contextRef="#ctx0" brushRef="#br0" timeOffset="2226">1939 814 8437,'0'17'-86,"0"-5"1130,0-1-856,0-7 1,2-4 0,2-11 0,4-5-221,2-1 0,1-1 1,7-1-1,-3-3 24,-3-1 1,4-6 0,-5 4-1,5-1-130,1 1 0,-1-4 0,-3 6 0,-3 2-38,-2 1 0,0-3 0,-5 0 36,3 1 0,0 3 0,-8 3 56,-4 5 1,-3 3-1,-9 8 1,1 0 36,-1 0 0,1 0 0,-1 2 0,1 4 46,-1 5 1,1 5 0,-1 1 0,1 1 49,-1-1 0,7 3 0,-1 1 1,1 2 122,1-1 0,0 3 0,6-2 0,-2 0 58,3 3 1,1-7-1,2 4 1,2-1-34,3 1 0,-1-4 0,8 3 0,1-7 8,3-3 0,1-1 0,1 5 1,-1-4-98,1-7 1,5-1 0,0 0-1,1 2-94,1-2 0,-6-2 0,7-4 1,-3-2-88,0-2 0,2-7 0,-3 3 0,1-2 42,-2 1 1,-1-1-1,-3-5 1,1-1-9,-1 1 1,1-1-1,-1 1 1,1-1-6,-1 1 0,0-3 0,1-1 0,-3-2-56,-3 1 1,4 3-1,-5 2 1,5-3-59,1-3 1,-1 3 0,-3-5 0,-1 2-62,2 0 0,-5-1 0,1 7 0,-2-1-48,-4 1 1,-2 5 146,-2 1 1,-2 7 0,-2 0 68,-2 8 1,-8 5 0,3 9-1,-5-1 66,-1 1 0,-1 1 0,1 3 0,1 1 60,5-2 1,-3-1-1,8-3 1,2 1 17,2-1 1,2-5 0,0-1 0,0 3 63,0 1 0,2-3 1,4-2-1,6-1-72,3 1 0,9-6 0,1 4 0,2-2-41,4-1 0,2 1 0,0-4 0,-2 2-35,-2 2 0,-7 2 1,1-4-1,-4 1-29,-1-1 1,-3 6 232,-3 2 0,-6 3 0,-14 1 47,-10-5 1,1 3 0,-8-6 0,0-1-95,-5 1 0,3 0 0,0-4 0,0 2-209,0-2 0,5-3 0,-1-1 0,4 0-569,1 0 0,1 0-534,-1 0 0,5 0 29,7 0 0,14-5 1117,15-1 0,8-8 0,-4 5 0</inkml:trace>
  <inkml:trace contextRef="#ctx0" brushRef="#br0" timeOffset="2627">3092 552 7338,'-2'-16'-351,"-4"4"0,2-3 2476,-7 3-1446,7-3 1,-10 3 462,9 0-274,-1 9-840,6-5 1,0 10-241,0 4 0,0-3 126,0 9 1,0 0 0,0 5-1,0 1 97,0-1 0,0 1 1,0-1-1,0 1 107,0-1 0,0 6 0,0 1 0,2-3-50,3-2 1,-3 5 0,4-1 0,-4-2 16,-2-1 1,6-3-197,0 1 0,2-1-494,-3 0 1,-1-7-226,8-4 1,-6-4-370,5-2 0,1-2 1199,6-4 0,7-11 0,2-10 0</inkml:trace>
  <inkml:trace contextRef="#ctx0" brushRef="#br0" timeOffset="2825">3057 237 8437,'-17'-8'1034,"-1"-3"1,7-5 132,-1-1 0,2 5-629,-1 1 1,5 7-917,12-2 0,-2 10 0,7 3 1,3 1-493,1 0 1,5 6 0,1-3 869,2 5 0,8 1 0,-3 1 0</inkml:trace>
  <inkml:trace contextRef="#ctx0" brushRef="#br0" timeOffset="3842">3529 587 11258,'0'-12'852,"0"0"1,0 1-929,0-7 0,0 6 0,-2 1-240,-4-3 0,2 6 1,-6 1-1,1 1-252,-1 0 0,-2 0 0,-7 8 218,-4 4 1,3 4 0,-3 7-1,4 1 227,1-1 1,1 8 0,-1 4-1,1 4 204,-1 2 1,7-6-1,1 1 1,2-1-26,4-2 1,2 4-1,2-8 1,2-1-6,4-3 0,-2-9 1,8-5-1,1-3 173,3-2 1,1-2-1,1-3 1,-1-5-62,1 0 1,-1-11-1,-1 3 1,-3-1-101,-1 0 1,-3-5 0,5 1-1,-4 0 42,-2-2 1,3 5 0,-3-3-269,2 3 1,-7 3-1,5 1-328,0 5 320,-6-5 1,6 16-1,-8 0 206,0 10 1,-6 6-1,0 3 1,2 2 62,2 3 1,2-1 0,0-6 0,0 3 12,0 3 1,6-4 0,0 5-1,0-5 147,1-1 0,3-1 0,8-1-95,-1-5 0,1 3 1,1-8-115,4-3 1,-3-3-1,3-5 1,-4-7-22,-1-4 0,-1-7 0,1-2 1,-1 0-101,1 0 1,-3-5 0,-1 5 0,-3-2-74,3-4 1,-6 4 0,-2 0-1,-3 1-146,3 5 0,-4 2 84,4 1 1,-6 8 108,-6 5 0,4 5 1,-5 5-1,1 9 142,0 7 0,0-1 0,6 3 0,0-3 107,0-3 1,0 6-1,0 1 1,0-1-21,0 2 0,0-6 1,0 5-1,0-5 38,0-1 1,0 5 0,0 0-1,0-1 36,0-3 1,6-7 0,0-1 550,-2 3 1,-1-6-345,3-3 1,-4-10 0,4-7 0,-2-4-319,2-1 0,-4-1 0,4-1 0,-3-2-277,3-3 0,-2-1 0,6 4 0,-2-2-72,-5 1 0,5 3 0,-2 1 1,0 1-144,2-1 0,-4 1 0,7 1 1,1 3 139,-3 1 1,5 6-1,-6-3 1,2 1 118,3 4 0,-3 2 0,1 2 0,3 0 58,2 0 1,-5 2-1,-1 4 1,0 6 73,-1 3 1,1-3-1,2-1 1,-5 5 136,1 5 0,-6-1 1,4 5-1,-2-2 35,2 0 0,-4 3 0,3-5 0,-3 2-3,-2-1 0,6-3 1,0-2-33,-2 1 0,4-1 0,-1-1-21,3-4 1,-4-5-1,6-7-211,1 0 0,3-2 0,1-1 0,3-5-243,3-2 0,-4-2 0,6-5 0,-1-1-436,-1 1 0,2 0 0,-3-1 781,1 1 0,8-9 0,-4-1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2:40.92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453 487 8312,'0'-12'372,"0"1"0,0 5 501,0-6-563,0 8-648,0-11 256,0 13 0,-8-4 1,-2 12-1,-1 4-72,-1-1 1,-1 7 0,-9-4 0,-1 5 64,2 6 0,-5-1 0,1 5 0,-2 0 76,-4 0 1,6 0-1,1 4 1,5-1 106,2 1 1,-5-4 0,5 0 0,5 0 69,2 0 0,8-5 0,-1 1 46,6-4 1,13-3 0,9-3 0,0-3-69,1-2 1,5-2-1,-2-6 1,4 2-77,2 3 0,0-3 1,0 6-1,-2 0-35,-4 4 0,2-3 0,-6 3 0,0 1-118,0 3 0,-3 7 0,-9 1 0,-3-1 42,-2 2 1,-2-6 0,-6 5-1,-2-5 207,-4-1 1,-4-1-1,-9 1 1,-3-1 170,-1 0 1,-8-5-1,0 0 1,-6-1-141,-4-1 1,1 0 0,3-6 0,0 2-59,2-3 1,-4-1 0,10-2 0,-2 0-382,2 0 0,-2 0 0,8 0-490,1 0 1,11-2-125,5-3 0,6 3 1,6-4 213,5 4 1,5 2 0,3 0 0,4-2 645,7-4 0,3-4 0,1-7 0</inkml:trace>
  <inkml:trace contextRef="#ctx0" brushRef="#br0" timeOffset="616">610 1063 8312,'0'-27'162,"0"2"1,0 8-1,0-1 402,0 1 1,0 5-1,2 0-186,4-1 0,-4 3-196,4-2 1,-2 9-324,1-3 0,-3 12 0,6 5-77,0 5 1,-6 1-1,5 1 1,-1-1-19,0 1 0,6 1 0,-4 2 0,1 3 174,5-3 1,-4 4 0,1-2 0,1-1 132,-2-3 0,5-1 1,-3-1 233,3 1 0,3-9 0,-1-3-134,1-4 0,-7-2 1,-1-2-1,0-4-99,-1-5 0,1-5 1,4-3-1,-5-3-110,-1-1 0,4-6 1,-4 4-1,-1 0-31,1-1 1,0 1 0,-4 4-11,1-3 1,1 1-143,-6 6 0,-2 7 0,-2 6 52,-1 8 1,-3 6 0,2 7 0,-4 3 197,1 3 1,-1 4 0,6 8 0,-2 2 64,2 4 0,2-3 0,2 9 0,0 1 106,0 3 0,2 3 0,2 4 0,4 7 60,2 2 1,-4 1-1,3-2 1,-1-4-32,-4-1 1,-2-5 0,-2-10 0,0-5 118,0-4 1,-2-16-1,-4-5-42,-6-6 0,3-5 0,-3-7 0,0-3-127,3-7 1,-7-11-1,5-4 1,-3-3-216,2 1 0,-1 0 1,7-8-1,2-1-226,2-3 0,2-6 0,0 7 0,2 1-67,4 2 1,-2 2-1,7-2 1,3-2-2,2-2 0,3 7 0,2 6 1,3 3-223,-3 4 1,4-2 0,-2 3 0,1 7-106,1 3 0,-6 4 1,5 6-1,-5 0 657,-2 0 0,1 0 0,-1-8 0,1-1 0</inkml:trace>
  <inkml:trace contextRef="#ctx0" brushRef="#br0" timeOffset="1050">1466 959 8312,'0'-18'0,"-2"1"199,-4-1 0,2 3 0,-5 1 0,-1 3 393,0-3 0,4 6-410,-5 2 0,-1 4 0,-5 2-134,-1 0 1,6 8 0,1 4 0,-3 3-160,-1 3 0,3-1 0,2 1 0,1 1-7,-1 4 1,4-3 0,-4 3 0,3-3 137,3-3 1,2 0-1,2 1 1,0-1 34,0 1 0,0-7 0,2-1 0,4 0 19,5 0 1,7-7-1,3 3 1,4-4-59,2-2 0,-3 0 0,3 0 1,0 2-19,0 4 0,0-4 1,2 4-1,-5-4 18,-5-2 1,-3 2 0,-3 2 301,-1 1 0,-10 9 0,-2-2-65,-10 3 1,-7-3-1,-5-1 1,-3 1-84,-2-2 1,-2 3 0,-4-7 0,2 0-177,2 2 0,5-6 0,-3 3 0,2-3-777,4-2 0,1 0-82,3 0 1,5 0 0,2-2-76,3-3 0,9 1 940,9-8 0,5 0 0,1-5 0</inkml:trace>
  <inkml:trace contextRef="#ctx0" brushRef="#br0" timeOffset="1386">1798 609 8312,'-6'-33'283,"0"4"0,0 2 0,6 6 462,0-3 0,0 1 787,0 6-1367,0 7 1,0 4-1,0 12-59,0 6 1,0 3-1,0 5 1,0 1 76,0 2 0,0 8 0,0 0 1,0 6 76,0 4 1,0 2-1,0-3 1,0 7-145,0 3 1,6-3 0,0 0 0,-2-1-159,-2-1 1,0 3 0,1-7 0,3-2-325,-2-2 1,-2-8 0,-2-2-1,0-2-709,0-3 1,0-9-387,0-1 1,0-10 475,0-2 1,0-8 984,0-10 0,0 1 0,0 0 0</inkml:trace>
  <inkml:trace contextRef="#ctx0" brushRef="#br0" timeOffset="1566">1675 854 8312,'-11'-8'187,"-1"-4"0,2 3 1,-3-1-1,3 0 1343,2 1 0,3 3-649,5-6 1,3 2-836,9-1 1,2 3 0,15 8-1,2 0-452,2 0 1,2 0-1,0 0 1,0 0-592,0 0 0,-1 0 0,1 2 0,0 2 997,0 2 0,0 15 0,0-2 0</inkml:trace>
  <inkml:trace contextRef="#ctx0" brushRef="#br0" timeOffset="2516">2025 1186 8312,'-10'7'2,"-4"3"1407,9 8-805,-9-1 1,14-7 0,0-6-438,10-8 0,5-6 0,3-7 1,-1-3-77,1-3 1,-1 4 0,1-7 0,-1 3-208,0 0 1,7-6-1,-1 3 1,-2 1-240,-1 0 0,-3-4 0,-1 6 1,-5 1-124,-5 3 0,-4 1 1,-2 1 178,0-1 0,-2 9 0,-4 3 1,-5 6 156,-5 6 0,-7 3 0,0 11 1,1 1 131,3 2 1,1 7 0,3-5-1,1 2 179,3 4 0,1-4 1,-2 2-1,7 0-10,3-1 0,4 5 1,3-6-1,7 0-9,4-4 1,3-5-1,2-5 1,5-3 65,1-2 1,0-3 0,4-5 0,-4 0-121,-2 0 1,6-7 0,-3-5-1,-1-5-73,-4-7 1,-4 5 0,-1-6-1,-1-1-1,1-3 0,-1 2 1,-1 0-1,-5 2-25,-5 3 0,2-3 0,-2 2 1,-2 2-104,-2 1 0,-2 9-404,0-1 266,-8 8 1,4 4 0,-6 12 0,3 3 163,3 3 1,2-1 0,2 1 0,0 1 61,0 4 1,0-1 0,0 5 0,0-2 182,0-4 1,6 1-1,-1-1 1,1 2 192,2-1 0,-6-3 0,6-1 746,-1-1-645,-5-7 1,8-4 0,-6-12-283,2-6 0,0-3 0,-6-5 1,0-1-145,0-2 1,0-3 0,2 5 0,1-4-344,3-2 1,6-1-1,-4-3 1,-1 4-146,1 2 0,4 2 0,-4 5-117,1 1 0,3 1 426,5 5 0,-5 5 0,-2 12 0,-3 7 206,-3 8 0,0 1 0,0 5 0,2 0 104,-2 0 1,-2 2-1,0 4 1,2-2 36,1-1 1,3-3 0,-4 4 0,2-4-95,-2-2 1,-2-2 0,-2-5 390,0-1-98,7-7 1,-5-4-1,4-12 1,-6-6-122,-6-3 0,4-4 0,-3-3 1,3-3-189,2-2 0,-2 0 0,-2-4 0,-2 1-257,2-1 0,2 4 0,2 0 1,2 0-25,4 0 1,-2 5 0,7-1-1,3 4-84,2 1 1,1 1 0,1 1 0,-1 5 10,0 5 1,1 4 0,-1 2 0,1 0 137,-1 0 0,1 8 0,-1 3 0,1 5 83,-1 1 1,1 8 0,-3 3 0,-1 1 91,-3 0 1,-1 0 0,4 6 0,-5 0 211,-1 0 0,-2-6 1,-6 0-1,0 0 89,0-2 0,0 4 0,0-7-797,0-3 0,-6-2-1545,0-1 1306,-7-9 0,11-3 0,-4-12 685,4-5 0,10-5 0,1-1 0</inkml:trace>
  <inkml:trace contextRef="#ctx0" brushRef="#br0" timeOffset="2868">3422 1046 8784,'-12'-8'660,"1"-3"1,5-3 608,-6 2 1,8 3-648,-2 3 0,6 4 0,6-4-528,6 4 1,3 2 0,3 0 0,-1 0-87,1 0 0,-1 0 1,1 2-1,-1 2-107,1 2 1,5 0-1,0-6 1,-1 0-256,-3 0 0,-2 0 1,1 0-1,-1 0-22,1 0 0,-7 0 0,1 0-9,2 0 1,-5 0-569,3 0-187,-8 0 504,4 0 0,-10 0 0,-4 0 636,-6 0 0,-3 0 0,-3 0 0</inkml:trace>
  <inkml:trace contextRef="#ctx0" brushRef="#br0" timeOffset="3599">4347 836 8354,'0'-17'-446,"0"-1"378,0 1 0,0 0 1200,0-1 0,0 1-344,0-1-711,0 8 0,0 5 55,0 10 1,0 7-1,0 9 1,0 5 127,0 1 1,0 2 0,0 6 0,0 0 35,0 0 1,0 0-1,2 0 1,2 0-104,2-1 1,0-1 0,-4-2 0,2-3-234,2-3 1,1-2-1,-3-5-182,2-1 1,8-7 0,-3-4-176,5-4 0,-5-4 0,-1-4 0,0-8-621,0-7 0,-5 1 0,5-3 0,-2 2 1018,-4-2 0,5-5 0,1-7 0</inkml:trace>
  <inkml:trace contextRef="#ctx0" brushRef="#br0" timeOffset="4150">4190 644 8171,'-9'8'562,"1"-6"0,8-2-411,0-12 0,6-3 0,-1-3 0,1 1 45,2-1 0,-4 1 0,6 0 0,-3-1-30,-3 1 1,4-1 0,0 1 0,0-1 37,-1 1 1,-1 5-1,-4 0-1,4-1 1,-2-3-168,7-1 0,-5 7-121,6 4 0,0 4 1,5 4 85,0 4 0,-5 2 0,0 6 0,-1-3-57,-1 3 1,6 1 0,-5 3-92,5-1 0,-5 1 1,-1-1-1,-2 1-356,-4-1 0,4-5 0,-3-1-640,-1 3 1,-2 1 1142,-2 3 0,8-1 0,2 1 0</inkml:trace>
  <inkml:trace contextRef="#ctx0" brushRef="#br0" timeOffset="4484">4976 1133 8831,'-10'-7'1672,"1"5"-1182,3-4 1,2 4-359,-8 2 1,9 2 0,-5 2 0,2 3-167,0 3 1,-2 2 0,4 5-1,-3 1-116,-3-1 1,0 1 0,-3-1 0,3 1-418,2-1 0,1 0 0,3 1-1905,-2-1 2472,0 1 0,14-8 0,1-3 0</inkml:trace>
  <inkml:trace contextRef="#ctx0" brushRef="#br0" timeOffset="4918">5395 784 8366,'0'-17'320,"0"-1"1,6 1 0,0-1 468,-2 1 0,-2 5-301,-2 0 0,0 7-214,0-7 0,0 10 0,0 2-64,0 10 0,0 5 1,0 3-1,0 1-81,0 4 0,0 5 1,2 6-1,2 1-7,1 0 0,7 0 0,-4 2 1,0 2-122,-1 2 1,5 5-1,-4-3 1,0 0-22,-1-1 1,-1-1-1,-6-4 1,0 0-66,0-2 1,0-2 0,0-12 0,-2 0-4,-4-5 0,2 1 0,-7-7-67,-3 0 0,-1-2 0,-3-8 1,1 0-30,-1 0 0,1 0 1,-3-2-1,-1-2 22,-2-2 0,0-8 1,7 3-1,2-5-201,3-1 1,1-1 0,-4 1 0,5-1-156,1 1 1,-4-1-1,7 1 1,1-2-423,2-5 0,2-1 940,0-4 0,0-4 0,0 6 0</inkml:trace>
  <inkml:trace contextRef="#ctx0" brushRef="#br0" timeOffset="5401">5238 470 8160,'0'11'785,"0"1"-284,0-8 0,0 2-75,0-12 0,0 2-255,0-8 0,6 1 1,2-5-1,-1 3-175,1 1 0,4 0 0,-4-5 1,-1-1 101,1 1 1,4-1 0,-4 1 73,1-1 0,1 1 0,4 0-38,-3-1 1,-5 8-130,6 5 1,-1 3 24,7 2 1,-7 7 0,1 5 0,0 4-35,-3 1 0,5 0 0,-6 1 0,0-1-103,-1 1 0,5-1 1,-4 1-415,1-1 1,-3 1-1,4-1-447,-2 1 0,-3-7 0,-3-1 968,4-2 0,4 5 0,7-3 0</inkml:trace>
  <inkml:trace contextRef="#ctx0" brushRef="#br0" timeOffset="5718">5937 1011 9478,'0'-10'338,"0"3"1,-8 7-435,-4 0 1,3 2-1,-3 3 1,0 7 69,3 4 1,-7 1 0,4 2 0,-1 3-110,1 1 0,-3 2 0,5-3 0,0 1-259,4-2 0,-1-1 0,1-3-458,2 1 1,4-9 851,6-3 0,4-4 0,7-2 0</inkml:trace>
  <inkml:trace contextRef="#ctx0" brushRef="#br0" timeOffset="6415">6356 435 8160,'-8'-10'-332,"6"-5"1,-4 3 1445,4-4 1,-3 5-178,-1-1 1,-2 8-764,2-2 1,4 6 0,-4 6 0,4 6 47,2 3 0,0 3 0,0 1 0,0 4-29,0 7 1,0 3 0,0 2 0,0 1-118,0 5 1,0-2 0,0 8 0,0 1 2,0 2 1,0 1-1,0-3 1,0-3-93,0-2 0,0 5 0,0-5 0,0-2-130,0-6 1,-5-12 0,-1 0-1439,2-3 791,-6-11 1,8-3-1,-4-12 200,5-5 1,1-7 0,0-3 0,1-4 157,5-3 0,2 1 0,6-4 1,-3 2 431,3-2 0,1 4 0,3-2 0,-1 0-7,1 2 1,-7-4-1,-1 7 1,0 1 58,0-2 1,-5 11 0,5-3 0,0 3 539,-1 4 0,-3-3 949,6 7-1331,-8 0 0,4 8 0,-8 4 31,0 6 1,-8 3 0,-4 1 0,-3-3-117,-3-1 1,1-1 0,-1 7-1,1-1-92,-1 1 0,1-3 0,-1-1 0,1-2-68,-1 1 1,3-3-1,1 2 41,3 1 0,1-3 1,-2 1 97,7 3 1,3-4 0,4-1 12,3-1 1,5 0 0,8-4 0,1 2-16,4-2 1,-1 3 0,7 1 0,0 0-173,-2 0 1,4-1-1,-8-3 1,1 4-180,1 2 1,-6-6-1,4 1 1,-3-1-578,-3 2 1,1-4-1187,-1 4 2012,-7-4 0,-2-2 0,-8 0 0</inkml:trace>
  <inkml:trace contextRef="#ctx0" brushRef="#br0" timeOffset="6885">6164 330 6674,'-12'-6'1689,"0"0"0,9-7-1482,-3 1 1,6 2-1,6-1-64,5-3 0,3-1 0,-1-3 0,-1 1-30,2-1 1,-1 1 0,1-1 0,-3 1-5,3-1 0,0 1 0,-1-1 138,-1 1 1,-1 0-1,5-1-88,-4 1-293,3 7 0,-5 4 102,7 12 0,-5 4 1,-2 7-1,-1 1-4,1-1 1,-4 0 0,4 3 0,-1 1-80,1 2 1,-4-1 0,4-9 0,-1-1-715,1 2 0,-4 1-453,5 3 0,-5-3 1282,6-3 0,-1 3 0,7-5 0</inkml:trace>
  <inkml:trace contextRef="#ctx0" brushRef="#br0" timeOffset="7599">6985 260 8127,'-18'-17'81,"6"1"1,3 3-1,-1 1 746,0-2 1,6 5 187,-1-3 0,3 6 444,2-6-1385,0 9 1,2-5-1,3 10 22,7 4 1,0 3 0,3 9-1,5-1-156,-1 1 0,6 5 1,1 2-1,1 2-196,4 4 0,-4 2 0,0 2 0,-2 2-40,-3 4 0,3-2 0,-2 7 0,-1 3 145,-3 1 1,-4 3 0,-3-1 0,-6 0 87,-4 1 1,-2-1 0,0 1 0,0-3 29,0-3 1,-8-3 0,-4-5 0,-3 2 124,-3-2 0,-1 1 1,-2-3-1,-3-4-14,3 0 1,-2-8-1,1-1 1,5-5-65,1-1 1,-3-7 0,7 1-74,-3 2 0,-3-1-321,1-1-434,7-4-960,2-8 877,8 0 0,6-2 897,0-4 0,8-4 0,-5-7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3:00.3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36 7652,'-18'0'2452,"1"0"-2437,7 0 1,10 0 0,12 0 12,3 0 1,5 0-1,1 0 1,2 0-47,-1 0 0,3 0 1,0 0-1,0 0-105,0 0 0,5 0 0,-5 0 0,0 0 80,0 0 0,-1 0 1,-7 0-1,0 0-42,1 0 1,-1 0 24,1 0 0,-6 0-949,-1 0 273,-7 0 0,2-2 736,-12-4 0,4-4 0,-6-7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2:59.9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36 455 7764,'-10'0'937,"2"-2"1,6-2-612,-4-2 0,4-8-317,-3 3 0,3 1 1,2-2-75,0-1 1,5 3 0,3 0 0,0 1-92,0-1 0,5-2 0,-1-3-6,3 3 1,-3 2 0,0 7-1,1-3 0,3 2 1,-4 2 0,-1 2 110,3 0 0,-5 0 1,1 2-1,0 4 27,0 5 1,-7 11 0,5 1 0,-2 0 14,0 3 1,0-5 0,-6 8 0,0 2 18,0 2 1,5 2-1,1 0 1,0 0 7,2 0 1,-6 0 0,6-2 0,-1-4-3,5-6 1,-2-4 0,-1-1 0,1-1 33,0 1 1,1-8-1,7-5 8,-1-3 1,1-2-1,-1 0 1,-1-2-36,-5-3 0,5-5 1,-6-8-1,1 1-4,1-1 1,-2-1 0,3-2 0,-3-5-30,-2-1 0,5 4 0,-3-6 0,2-2-87,-1-2 0,-5 4 0,4-2 0,0-4-54,-1-4 1,-5-2 0,4 4 0,-2-1 5,0-3 1,-1 0 0,-5 6 0,0 0 98,0 0 0,-7 8 0,-3 4 0,-2 3 52,1 3 1,-1 1-1,-6 3 1,1 3 96,0 2 1,-1 3 0,1 5 8,-1 0 0,7 0 0,-1 1 0,0 5-26,3 6 0,-5 3 0,8 3-14,2-1 0,0 1 0,0-1 0,-1 1-23,1-1 0,2 1 0,4-3 1,2-1-27,1-3 0,3-1 0,-4 4 1,4-5-15,2-1 1,1 0-1,7-4-73,-1 2 0,1 5 0,-1-5 1,2-2-142,5-2 0,-5-2 1,4 0-1,-3 0-250,-3 0 1,7 0 0,-1-2 454,-2-4 0,6 4 0,1-5 0</inkml:trace>
  <inkml:trace contextRef="#ctx0" brushRef="#br0" timeOffset="850">1433 472 7716,'-12'0'670,"2"-2"1295,3-4-1802,1 4 0,8-5-436,4 7 1,5 0 0,11 0 0,3 0 9,2 0 1,0 0 0,4 0 0,-2 0-723,2 0 1,-4 0 984,3 0 0,-9 0 0,4 0 0</inkml:trace>
  <inkml:trace contextRef="#ctx0" brushRef="#br0" timeOffset="1031">1520 647 7716,'-12'6'2798,"1"-1"-2195,7 1-650,-4-6 1,22 0 0,3 0 0,4 0-477,5 0 1,1 0 0,6-2 0,-2-2 522,-2-1 0,0-1 0,6 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3:02.7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804 367 7680,'0'-17'266,"0"0"0,0 5-76,0 0 0,2 6 0,2-5-13,1-3 1,7 5-1,-4-1-28,1 2 0,-3-4-227,6 7 1,-6-1 48,5 6 0,-7 2 1,2 4-1,-2 5-1,2 5 1,-4 1-1,4 1 1,-5 1-46,-1 4 0,0-3 0,2 5 0,2 0-36,2 4 0,2-2 0,-4 3 0,4-1 87,1-2 0,-3 4 0,4-6 0,-1 0 48,1 1 1,-4-3-1,6-6 68,1 1 1,1-7 0,-1-1-15,-1-2 0,0-2 0,3-8 7,-3-4 1,-2-2 0,-7-5-1,5 1-46,2-2 0,-4-1 1,5-3-27,3 1 0,-4-1 0,-1-1 0,1-2-8,0-3 0,-4 1 0,3 6 0,1-3-89,0-3 0,-6 4 1,1-7-1,-3 3-12,-2 0 0,0-6 1,0 5-1,0 1 31,0-2 1,0 4 0,0-7-1,0 3 63,0 4 0,0 1 1,-2 3-1,-3-1-1,-7 1 0,2 1 1,-1 3-1,-3 3 47,-2 2 0,5 3 0,-1 5-17,-1 0 0,-3 0-13,-1 0 1,1 2 0,2 1-4,3 3 1,7 8-1,-2-3-5,4 5 1,2 1-1,2 1 7,4-1 0,-2-5 0,7 0-3,3 1 1,0-3 0,-1 0 0,-1-1-108,1 1 1,3-6 0,1 2-35,1-4 0,-1 4 1,1-1-1,1-1-182,5-2 1,-5-2-1,6 0 1,-2 0 40,1 0 1,-1 0-1,-6-2 272,1-4 0,-1 4 0,1-5 0</inkml:trace>
  <inkml:trace contextRef="#ctx0" brushRef="#br0" timeOffset="731">1397 682 7716,'-7'-10'-702,"-1"-5"0,-6 5 1786,3 0 1,5-5-379,-6 3 0,8 2-678,-1-1 1,8 5 0,5-4-1,2 2-80,3 5 1,5 1 0,3 2 0,3 0-1,-3 0 0,-2 0 0,-1 0 0,1 2-142,4 3 0,-9 3 0,4 6 1,-5-3 101,-3 3 1,3 1 0,-7 3-1,-2-1 42,-2 1 1,-2-1 0,-2 1 0,-2-1 50,-2 1 0,-5-1 0,3 1 0,0-1-11,0 1 0,-3-7 1,3-1 114,-2-2 0,5 3-19,-7-5 1,8-2-104,-2-10 1,6-4 0,4-7 7,2 0 1,7-3 0,-1-1 0,4-2-3,1 1 1,-1-3 0,-3 2-1,-1 1 2,1 3 0,-3 1 0,0 1 0,0 0 63,-1-1 0,-3 1 57,6-1-182,-8 1 0,1 9 1,-8 8 62,-3 10 0,-6 5 1,4 3-1,1 1 45,-1 4 0,0-1 0,4 5 1,-2 0 4,2 0 0,3-4 1,1 5-1,0-1-60,0 0 1,7-6 0,5 3-1,3-5-89,3-2 0,-1-1 0,1-2 0,1-5-176,5-1 0,-5 0 1,4-4-1,-3 1 283,-3-1 0,1-2 0,-1-2 0</inkml:trace>
  <inkml:trace contextRef="#ctx0" brushRef="#br0" timeOffset="1681">926 1834 7716,'0'-11'-24,"0"-1"99,0-1 0,0 3 1,0-2 232,0-1 1,0-3 0,0-1-74,0-1 0,2 7 0,2-1-70,2-2 1,7 1 0,-3-1-276,0 3 0,-1 7-15,-3-2 1,2 6 0,5 4 49,-1 2 0,-8 7 0,2 1 0,-2 5 46,1 4 1,-3 3-1,6-5 1,-2 4 29,0 2 1,2-3-1,-5 3 1,5-2 73,2-4 1,-6 5 0,4-3 0,-3 0 261,1 2 1,8-5-82,-3 3 0,5-5-173,1-7 0,1-5 0,-1-14 0,1-7-90,-1-7 1,1-9-1,-1 2 1,1-4-59,-1-2 0,1 0 0,-3 0 0,-1 1-75,-3-1 1,-1-6-1,2 0 1,-6 0-37,-5-1 1,-1 3-1,0-6 1,0 3 19,0 3 1,-1 8 0,-5 4 0,-6 3 0,-3 9 0,3-1 0,0 10 0,-1 2 175,-3 3 1,-1 2-1,-1 5 65,1 6 0,5 3 0,0 3 1,1-1 59,1 1 1,2 5 0,8 0-1,0-1 17,0-3 0,0-1 0,2-1-101,4 1 1,-2-3 0,8-1 0,1-5-90,3-1 1,1-2 0,1-6 0,-1 0-172,1 0 1,5 0-1,2 0 1,0 0-315,1 0 0,3-6 0,-4-2 0,2 1 513,4-1 0,-6-6 0,8 5 0,-5-9 0</inkml:trace>
  <inkml:trace contextRef="#ctx0" brushRef="#br0" timeOffset="2347">1607 1904 7716,'-12'0'393,"1"0"1,7-2 7,-2-3 0,2 3-95,-2-4-487,4-4 1,-3 8 133,10-4 1,-3 12-1,6 6-53,0 3 1,-6-3 0,6 0 0,-3 3 42,1 6 1,6-5 0,-4 5 73,1 1 0,1-1 0,4-3 100,-3-1 1,-1-5 0,4-3-53,-3-1 0,-1-4 0,3-10 1,-3-7-15,-2-9 1,6 1 0,-5-8 0,3-2 11,0-2 1,-9 0-1,5 2 1,-2 2 43,0-2 1,0 5 0,-4 3-177,3 4-69,-3 1 0,6 10 0,-8 8 84,0 10 0,0 8 0,0 3 0,0 4 23,0 2 1,0 2-1,0 8 1,0 2 80,0 2 0,0 2 0,2-5 0,2 5-14,2 2 0,1 1 0,-3 7 0,4-1-22,2 0 1,-6-5-1,2-2 1,-5-3 22,-1-3 1,0-10 0,0-6 0,0-3 133,0-3 1,-1-7 0,-5-4 5,-6-4 1,2-2 0,-1-2-86,-3-4 0,1-4 1,-1-7-1,2-1-38,-1 1 1,3 0 0,0-1 0,3 1-83,3-1 1,0 1 0,0-1 0,-2 1-35,2-1 0,2-5 0,2 0 1,0 1-77,0 3 0,6-4 0,2-1 0,2 1-115,3-2 1,5 4 0,3-9-1,4-1-110,2-2 1,2 0 0,6 2 0,2 4-1098,4 2 1460,-12-6 0,12 4 0,-14-8 0</inkml:trace>
  <inkml:trace contextRef="#ctx0" brushRef="#br0" timeOffset="3499">1048 3511 8404,'0'-17'104,"0"-1"1,0 1 227,0-1 1,0 7-1,0-1-105,0-2 0,6-1 0,0-3 1,0 1-89,1-1 0,-5 7 1,6-1-1,-2-1-3,0-3 0,5 4 1,-3 3-1,0-1-226,0 0 1,5 4-176,-1-5 0,3 7-34,3-2 0,-3 6 0,-1 6 260,-2 6 1,-8 3 0,3 3-1,-1 1 48,0 4 0,0-1 0,-6 7 1,2 2 70,4 2 1,-5 2 0,5 0-1,-2 0 55,2-1 0,-4-4 1,6-1-1,-2 0 96,-1-2 0,3-2 0,-4-7 0,4-3 4,1-3 0,-3 1 0,6-7-116,1-2 1,-3-4 0,0-6 0,0-5-43,-1-5 1,3-7 0,3-2 0,-1-3-149,-2-3 0,-3 0 0,5 0 0,-2 2-51,1-2 0,1-2 1,-1-4-1,-1-2-17,2-1 1,-5-1 0,1 6-1,-2 2-4,-4 4 1,3-8 0,-1 6 0,-2 2-75,-2 2 0,-8-2 0,-2 3 0,-1 1-9,-5 0 0,-1 4 1,-3 7-1,1 4 94,-1 3 0,1-7 0,-1 4 84,1 1 1,5 1 22,1 8 1,1 8 269,-2 3 1,-1 5-1,7 1 29,2 1 1,2-1 0,2 1 9,0-1 0,8 1 1,1-1-110,1 0 0,6-5 1,-5 0-259,5 1 0,1-5 1,1-2-408,-1-4 1,1-2 0,-1 0-1,1 0-745,-1 0 0,3 0 1235,3 0 0,-4 0 0,6 0 0</inkml:trace>
  <inkml:trace contextRef="#ctx0" brushRef="#br0" timeOffset="3932">1694 3406 8236,'-17'0'1417,"7"0"0,4 0 0,12 0-1266,6 0 0,5 0 0,5 0 1,1 0-131,-2 0 1,-1 0 0,-3 0 0,1 0-322,-1 0 0,1 8 247,-1 4 0,-7 3 0,-4 3 0,-5-1 29,-1 1 0,-1 5 0,-5 2 0,-6 0 58,-3 1 1,-3 5 0,1-2 0,-1 4 158,1 2 1,-1-2-1,1-2 1,-1-4 60,1-2 0,7-2 0,2-5 503,1-1-567,5 1 0,2-9 0,13-3-138,9-4 1,-3-4 0,6-2 0,-1-1-392,-1 1 1,2-4 0,-4 2 0,5 2-492,1 2 0,-4-4 1,4 1-1,-2 1-359,-3 2 0,3 0 1,-2-2 1188,-1-2 0,-3-7 0,-1 3 0</inkml:trace>
  <inkml:trace contextRef="#ctx0" brushRef="#br0" timeOffset="4114">1747 3651 8220,'-18'0'867,"1"0"1,7-2 0,2-2 1146,1-2-1513,5 0 0,-4 6 0,12 0-612,5 0 0,11 0 0,3 0 0,0 0-397,0 0 0,4 0 0,-3-2 0,1-2-1133,4-1 0,-6-3 1641,-2 2 0,5-4 0,-1-7 0</inkml:trace>
  <inkml:trace contextRef="#ctx0" brushRef="#br0" timeOffset="5850">385 106 9420,'-8'-10'-77,"-2"2"-50,-7 8 1,-1-2 0,1-2 56,-1-2 0,7 1 0,-1 5 57,-2 0 1,-1 0-1,-3 0 39,1 0 1,-1 0 94,1 0 0,5 0 70,1 0 0,5 0-121,-6 0 1,6 0-197,-5 0 75,7 0 1,-4 2 0,8 3-4,0 7 1,0 4 0,0 1-1,0 0 40,0 1 1,0 1-1,0 3 1,0 3 25,0 2 1,0 2 0,0 6-1,0 0 5,0 0 1,-2 8 0,-2 1 0,-2 3-15,3-1 1,1-5 0,2 4 0,0-3-1,0-3 0,-2-2 0,-2 0 1,-2 2 31,2 2 1,2-1 0,2-5 0,0 0 20,0 0 1,0 0-1,0 0 1,-2 0-37,-4 0 1,4-6 0,-3 0 0,3 2-25,2 2 1,0 2 0,0 0-1,0-2-35,0-4 1,0 4 0,0-4 0,0 2 12,0-2 1,0 2 0,0-5-1,0 1 16,0 4 1,0-4 0,0 0-1,0-2 52,0-3 0,0 5 0,0 0 1,0 2 71,0 0 0,-2-5 1,-2 5-1,-2 2-73,2 2 0,2-6 0,2-2 0,0-2-53,0 1 1,0 7 0,0-4 0,0 0 4,0-4 1,0 3 0,0-3 0,0 0 22,0 2 1,-6-3 0,1 5-1,1-2-18,2-4 0,2 5 1,0-3-1,0 0 3,0 2 0,0-5 1,0 3-1,0-2-17,0 3 1,0-3 0,0 6 0,0-2-38,0-3 0,0-1 0,0 1 1,0 1 67,0-2 0,0 0 0,0 1 1,0 1-7,0-2 1,0-1 0,0-3-1,0 1-45,0-1 1,0 7-1,0-1 1,0-2 67,0-1 1,0 5 0,0 2-9,0 0 1,0-2-1,0-7-43,0-1 1,0 1 0,0-1-1,0 1 10,0-1 1,0 1-1,0-1 20,0 1 1,0-1 0,0 0 0,0 1 45,0-1 0,0 1 1,0-1-24,0 1 0,0-1 0,-2 1 0,-2-1-51,-2 1 1,0-1 0,6 1-91,0-1 1,0 1-1,0-1 73,0 0 0,0 1 0,0-1 98,0 1 1,0-1 0,2 1 26,4-1 1,-4-5 0,4 0-53,-4 1 0,-2 3 0,0 1 10,0 1 1,0-7 0,0 1 28,0 1 1,0-3 0,0 2 11,0 1 1,0-3 0,0 2 6,0 1 1,2 1 0,2-1-31,1-1 1,1-6-68,-6 6 1,0-7 116,0 7 0,0-6 176,0 5-203,0-7 0,0 6-102,0-4 1,2-4 84,4 4 0,-2-4 45,8-2 1,-7-2-216,7-4 1,0 4-1,5-6 1,1 2-28,-1 0 0,1 1 0,-1 5 0,2 0-152,5 0 1,-3 0-1,6 0 1,0-2-33,1-4 1,-5 4 0,4-4-1,0 4-430,0 2 1,-5-6-1,1-1 738,-4-3 0,7-2 0,1-5 0</inkml:trace>
  <inkml:trace contextRef="#ctx0" brushRef="#br0" timeOffset="7750">2393 88 7510,'0'-12'778,"0"1"0,-6 5-19,0-6-879,0 8 183,6-11 1,2 13-1,4-4-121,6 4 0,3 2 0,3 0 6,-1 0 0,1 0 0,-1-2 1,1-2 87,-1-1 0,1-1 0,-1 6 52,1 0 1,-1 0 31,1 0 0,-7 0-84,1 0 1,-6 0 0,3 2-42,-1 3 0,0-1-39,-2 8 0,-4-6 45,3 5 0,-3-5 1,0 4 54,4-2 1,-4 0 0,4-3-25,-4 7 1,-2 4 0,0 1 0,0 0-20,0 1 1,0-1-1,0 1 1,0-1 8,0 1 1,0 1-1,0 3 1,0 3 39,0 2 0,0-4 0,0 6 0,0 0-14,0-1 1,0 5 0,0-4 0,0 4-73,0 2 1,0 0 0,0-1 0,0 1-56,0 0 0,0 0 0,0 0 0,0 0 49,0 0 1,0-4 0,0 0 0,0 2 19,0-2 1,0-6 0,0 4 0,0 3 10,0 1 0,0-4 0,0-2 0,0-2 23,0-4 1,0 7 0,0-1 0,0 0 3,0-4 1,0 2 0,0-1-1,0-1 7,0 2 1,0-3-1,0 5 1,0-2-3,0-4 1,0 1 0,0-1-1,0 2-3,0-1 0,0-3 1,0 0-1,0 3 4,0 1 1,0 0 0,0-5 0,0 1-61,0 4 1,0-3-1,0 3 1,0-2 7,0 3 1,0-5-1,0 4 1,-2-1-1,-4 1 0,4-2 1,-4 7-1,4-3-9,2-4 0,0 1 0,0-1 0,0 2 4,0-2 1,0 1 0,0-1 0,0 2-17,0-1 1,0-3-1,0-1 1,0-1-13,0 1 0,0-1 0,0 2 0,0 3 17,0 1 0,0 0 0,0-5 0,0 1 13,0 5 1,0-5 0,0 4-1,0-3 52,0-3 0,0 3 0,0 1 0,0 2 6,0-2 1,-2-1 0,-1-3 0,-3 1-37,2-1 0,2 1 1,2-1-1,0 3-22,0 3 1,0-4 0,0 5 0,0-5 14,0-2 0,0 1 0,0-1 1,0 3-5,0 3 0,0-4 1,0 5-1,0-5 25,0-1 0,0-1 1,0 1-1,0-1 38,0 1 0,0-1 0,0 2 0,2 3-63,4 1 0,-4 6 0,3-6 0,-3-1-119,-2-3 1,0 1 0,0 1 83,0 2 1,0 0-1,0-5 1,0-1 154,0 1 0,0-1 0,0 1 0,0-1 27,0 1 0,0-7 0,0 1 0,0 2-37,0 1 1,0 3 0,0-1-23,0 1 1,0-1-1,-2-2 1,-1-1-29,-3-2 1,0-1-1,6 7 1,-2-3 28,-4-3 1,4 4 0,-4-5-46,4 5 0,0-1 0,-1-1 0,-3-3-19,2 3 1,2-4 0,2 1-37,0 3 0,0-4 0,0 1-9,0 3 0,0-4 77,0 1 0,0 1 0,2 3 34,4-3 1,-4-2 46,3-4-57,-3-5-209,6 7 412,-6-8 86,6 0-330,-8 0 0,0-2 1,-2-2-10,-4-1 0,2-7 0,-7 4-100,-3-1 0,4 5 1,1-4-1,-1 2-371,0 0 0,-1-5-59,-7 5 0,1-6-1381,-1 6 1890,8-7 0,-5 11 0,5-6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4:21.8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53 400 7957,'-6'-12'-58,"0"0"0,0 7 1,5-5 908,-5 2-81,4-5-456,-6 3-575,8 0 140,0 2 1,0 22 0,0 5 108,0 7 1,0-3 0,0 6 0,0 2 55,0 2 0,0 2 1,0 2-1,0 4 16,0 5 1,0-1 0,0-1-1,0 1 39,0 0 0,6-6 0,0 1 0,-2-3 1,-3-2 0,-1-8 1,0-3-1,0-3-42,0 2 0,0-9-61,0 3 0,0-9-679,0 4-626,0-8 716,0-4 1,2-8 0,2-6 591,2 3 0,8-1 0,-5-6 0</inkml:trace>
  <inkml:trace contextRef="#ctx0" brushRef="#br0" timeOffset="617">35 400 7957,'0'-18'-64,"-5"1"1,-3 1 773,-2 5 264,6-5-717,-3 14 0,7-4 0,1 10-237,5 2 0,-2 6 0,8-4 0,1 1 39,3 5 1,7 3-1,1 5 1,-3 1 1,-2-2 0,5 4 0,1 1 0,0-1 53,0 0 1,6 6 0,-2-2 0,4 4 1,2 2 1,-6-6 0,1 0 0,-1 1-34,-2-3 1,4 4 0,-6-8 0,0 0-18,1 3 1,-5-13-1,-8 5 78,-1-3-184,-8 1 85,4-7 0,-8-3 1,-2-10-16,-4-2 1,4-7 0,-4 1-131,4-3 1,2-3-1,-2 1 1,-2-1-71,-1 1 1,-3-1 0,4 1 0,-2-2 54,2-5 0,-3 3 0,-1-8 0,0-2 20,0-2 1,0-2 0,5 0 0,-5 0 84,-2 0 0,6-2 1,-4-2-1,3-1 65,-1 1 0,0 2 1,6 4-1,0 2-36,0 2 1,0 7 0,0-1 0,0 4-13,0 1 0,0 7-407,0-1-373,0 8 0,0 4 236,0 12 0,0 3 0,0 3 0,2-1 537,4 1 0,-4-1 0,13 8 0,-5 3 0</inkml:trace>
  <inkml:trace contextRef="#ctx0" brushRef="#br0" timeOffset="1550">944 819 7679,'0'-12'-1010,"0"1"1868,0-3 0,0 4-434,0-1 0,0-1-395,0-5 0,-2 7 1,-4 4-11,-6 4 1,3 2 0,-3 0-98,-2 0 0,1 8 1,-1 4-1,4 3-3,3 3 1,-5 1 0,6 2 0,2 5 69,2 1 0,-3 0 1,-1 4-1,2-4 64,2-2 0,4-1 0,2-7 0,3 0 27,3 1 1,-4-3 0,6-1 0,1-4 7,3-2 0,-5-3 0,1-7 0,2-3-29,1-7 1,3-4 0,-3-1 0,-1-2-75,-3-5 1,-7 3 0,2-6 0,-4 0 1,-2-1 1,0 7-1,0-4 1,0 2-47,0-1 1,-8 1-1,-3 6 1,-5-1 0,-1 1 0,-1 1 1,1 2-1,-1 5-46,1 1 0,-3 2 0,-1 6-58,-2 0 0,-1 0 0,9 2 75,3 4 1,5 4-1,7 7 1,0 1 47,0-1 0,1-5 0,5-1 1,6 3 21,3 1 0,5-3 1,1 0-1,4-1 110,3-1 0,-5 0 1,6-6-1,0 1 36,-2-1 1,6-2 0,-4-2 0,4-2-56,2-3 1,-6-5 0,-1-10 0,-1-1 30,0-2 1,-4-8 0,4 2-1,-3-4 8,-9-2 1,3 2 0,-9 0 0,3 0-68,0-4 1,-9-8-1,3 5 1,-4 1-164,-2 2 1,0-4-1,-2 0 1,-2 4 9,-1 6 1,-7 0 0,4 8 80,-2 2 0,-1 3 71,-7 7 0,7 3 0,1 10 0,2 4 8,4 5 0,-3 1 0,-1 3 0,0 5 82,0-1 0,3 6 1,5 1-1,0 1-11,0 4 1,0 2 0,0 2-1,1 2-20,5 3 1,-2-1-1,6 8 1,0 1-19,-1 3 0,-3 1 1,6-1-1,1-3-53,3-1 1,-5-3 0,1 3-1,2-6-160,1-4 0,-3-10 1,0-4-1,1-4-208,3-1 0,-5-8 0,1-5-294,1-3 0,-3-2 0,0-2-193,-2-3 0,3-5 822,-5-8 0,8-7 0,-5-2 0</inkml:trace>
  <inkml:trace contextRef="#ctx0" brushRef="#br0" timeOffset="1766">1171 522 7957,'-6'-12'353,"-2"1"420,-2-3 0,1-1 1037,-3-3-1482,4 8 1,12 3 0,6 7-318,7 0 1,12 0-1,1 0 1,3 0-293,1 0 0,7 0 1,2 0-1,0 0-466,-1 0 1,-1 2-1,-6 2 1,0 1-1357,0-1 2103,0-2 0,0-2 0,0 0 0</inkml:trace>
  <inkml:trace contextRef="#ctx0" brushRef="#br0" timeOffset="2850">1887 767 7957,'11'0'210,"1"0"0,-6 0 998,5 0-693,-7 0 1,4-8-378,-8-4 1,0 2-1,0-1-191,0-3 0,0 4 1,-2 1-149,-4 1 1,-3-4-1,-9 7 1,1 1 26,-1 2 1,1 2 0,-1 0 0,1 0-83,-1 0 0,1 2 0,-1 4 0,1 3 140,0 1 0,-1 11 1,1-3-1,1 1 70,4 1 1,-1 3 0,7 0 0,2 0 33,2 3 1,2-7 0,0 6-1,0-1 34,0-1 0,8-2 0,2-7 1,1-5 38,1-1 0,0-2 0,5-6 112,1 0 0,-1-8 0,0-3 1,-1-5-122,-4-1 0,3-3 1,-3-1-1,1-4-34,-1-3 0,2 5 0,-7-4 0,3 2-54,4 3 1,-5 3-1,1 2 1,-2-1-194,-4 1 0,3 5 5,-1 0 1,2 9 0,-4-1 197,2 8 0,1 5 1,-3 9-1,4 1 12,2 4 1,-4-3 0,5 3 0,1-2 40,-2 3 0,5-5 1,-3 4-1,3-3 149,3-3 1,-1 1 0,1-1 0,-1-1-4,1-5 1,-1 3 0,1-8 0,-1-2-13,1-2 0,-1-10 0,0-6 0,1-5-61,-1-4 1,1-10-1,-1 0 1,1-6-21,-1 0 0,-5-4 0,-2 1 0,-1-3-27,1-4 0,-4-1 1,3-2-1,-1-1-48,-4 1 0,-2-1 1,-2 1-1,0 2-40,0 3 0,0 4 1,-2 10-1,-2 4 52,-2 6 1,-7 0 0,1 3 168,-3 5 1,3 9-179,0 0 0,1 12 1,-5 6-64,5 3 1,-3 2-1,8 3 1,2 1-15,2 3 0,-3 7 0,-1-2 0,2 6 2,2 5 1,2 3-1,2 6 1,4-3 48,5 3 1,-1 1 0,2 2 0,1 1 39,3-1 0,7-1 0,0-3 0,1-3-136,1-2 0,-6-3 1,5-7-1,-5-4-469,-2-5 1,1-7 13,-1-5 1,-7-6-1,-4-12 569,-4-6 0,-2-3 0,-8-11 0,-2-1 0</inkml:trace>
  <inkml:trace contextRef="#ctx0" brushRef="#br0" timeOffset="3065">2184 400 8093,'-18'-18'1652,"8"7"-1195,5-1 1,3 6 0,4-3 0,3 1-291,7 4 1,11 2-1,6 0 1,4-2-474,2-2 1,0 0-1,2 6 1,2-1-283,2-5 1,7 4-1,-3-4 1,1 4-1606,1 2 2193,-8 0 0,4-8 0,-9-1 0</inkml:trace>
  <inkml:trace contextRef="#ctx0" brushRef="#br0" timeOffset="3450">2777 627 7901,'0'-18'564,"0"1"1,0 5 360,0 1-263,0-1-710,0-6 99,0 9 0,0 9 1,2 11-1,2 5-15,2 1 1,0 9 0,-6 1 0,0 2 23,0 0 1,6-2-1,-1 4 1,-1-2-144,-2 2 1,-2-5 0,0-3-1,0-4-735,0-1 0,0-1-244,0 1 1,0-11 1061,0-7 0,8-7 0,-6-19 0,6-1 0</inkml:trace>
  <inkml:trace contextRef="#ctx0" brushRef="#br0" timeOffset="3615">2969 365 7957,'-11'-6'97,"1"-2"0,0 1 786,1-1 0,3-4 286,-6 6-1731,8-7 0,-1 11-185,10-4 1,-1 6-1,8 6 747,1 5 0,11 5 0,3 1 0</inkml:trace>
  <inkml:trace contextRef="#ctx0" brushRef="#br0" timeOffset="4582">3249 609 7436,'-10'-2'522,"4"-3"1,2 3-284,-1-4 1,1-2-288,-8 2 0,6 0-148,-5 6 0,1 8 0,-4 4 133,3 3 1,7 3-1,-4 1 1,2 3 55,0 1 1,1 2 0,5-4-1,0 3 10,0-3 1,0 4 0,0-1 0,2-3 37,3-2 1,-1-7 0,8-2-17,2-3 1,1-1 0,3-8 0,-3-4-25,-3-5 1,3-5-1,-3-1 1,1-3 33,-1-3 0,2 2 0,-7-6 0,1 1-5,0 5 0,-2-4 1,-6 2-1,0 1-21,0 3 1,0 1 0,-2 1 0,-4-1-66,-6 1 0,-3 7 0,-3 2 0,1 3-31,-1-1 1,1 0-1,0 6 1,-1 0-95,1 0 0,5 0 0,0 2 28,-1 4 0,-1 3 1,1 9 93,1-1 0,8 1 1,-2-1-1,6 1 79,6-1 1,2 1 0,5-1 0,-1 1 86,2-1 0,1-5 0,5-1 0,1 3 51,2 2 0,2-1 1,-3-1-1,3-5-21,2-1 0,0-2 1,4-6-1,-2 0 8,2 0 0,-5-6 0,-1-2 0,-2-1-120,1-5 1,-1-1 0,-6-5 0,1-1 16,-1-3 1,-5 1 0,-2 6 0,-3-1-1,-3 1 0,-2-1 0,-2 1-54,0-1 1,-6 7 0,-1 1-191,-3 2 1,4 4 46,-6 10 0,8 4 1,-1 7-1,3 1 159,2-1 0,0 3 0,0 1 0,0 2 14,0-1 1,2 3-1,2-2 1,3 1 60,3 1 0,-6-6 0,4 4 1,-3-3 129,1-3 1,6 1 0,-6-1 124,-2 1 1,0-9-1,-1-1 374,3 0 0,0-8-507,-6 0 1,2-2 0,2-10 0,2-1-126,-2-3 1,-1 5 0,1-1-1,4-2-209,2-1 1,-4-5-1,5-1 1,3-2 7,1 1 1,3 3 0,-1 2 0,-1-1-68,-5 1 1,5-1-1,-4 3 1,3 1 39,3 2 0,-1 7 0,1-5-144,-1 2 1,0 2 164,1 6 1,-3 10 0,-3 6 203,-6 5 1,2 2-1,-2-3 1,-3 1 66,-1 2 0,-2 6 1,0-5-1,0-1-36,0 2 1,2-5 0,2 3-1,2-4-29,-2-1 1,0-7 0,2 1-145,5 2 1,-1-7-1,2-1 1,1-6-366,3-6 0,3-1 0,2-7 1,5 0-407,1-5 0,-4 2 1,4-9 839,-2 1 0,14-2 0,-2-8 0</inkml:trace>
  <inkml:trace contextRef="#ctx0" brushRef="#br0" timeOffset="5248">4786 487 7583,'-10'-2'1802,"4"-4"0,4 2-1804,2-7 0,0 5 0,2-4-229,4 3 0,-4-1 0,6 4-1151,0-2 683,1 0 1,7 8 579,-5 4 0,-3-2 0,-8 8 84,0 1 0,-6-3 1,1 1-1,-1 1 307,-2-2 1,4 0 0,-8-7 560,-1 3 0,3 0-456,-2-6 1,7-2-1,-5-4-231,2-5 1,2 1 0,6-2 0,0-1-181,0-3 1,6 5-1,2 1 1,2 0-133,3 0 1,-3 5 0,2-5 0,1 2-855,3 4 0,3 2 456,4 2 1,-3 8-1,3 4 1,-5 3 563,-7 3 0,5-1 0,-7 1 0</inkml:trace>
  <inkml:trace contextRef="#ctx0" brushRef="#br0" timeOffset="5632">4838 1011 7644,'-2'-12'-450,"-2"1"1756,-1-3 0,-1 4-692,6-1 1,0-1-374,0-5 0,0 5 1,2 2-267,3 3 0,3-1 0,6 4-740,-3-2 0,1 0 375,6 6 0,-3 8 0,-3 4-16,-6 3 0,-5 3 0,-1-1 226,0 1 1,-1-1 0,-3 1-1,-4-3 333,-2-3 0,-1 1 0,-5-5 478,4 2 1,-3-6-211,3 1 0,-1-5 0,-1-5-121,2-7 1,9 2 0,-3-1-232,4-3 0,8-1 0,1-1 0,1 2-427,0 3 1,5 7 0,-3-4-1,2 2-938,-1 1 1,1-1 1295,6 6 0,-1 7 0,0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5:20.5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35 8326,'-18'0'1152,"6"0"792,1 0-1570,-1 0 1,4-2 0,8-2-344,10-2 0,6 1 1,1 5-1,2 0-255,5 0 0,-3 0 1,8 0-1,0-2-166,-2-4 0,6 4 0,-5-4 0,1 4-396,0 2 0,-6 0 0,4 0 0,-1 0 786,-5 0 0,-10 0 0,-3 0 0</inkml:trace>
  <inkml:trace contextRef="#ctx0" brushRef="#br0" timeOffset="198">61 297 8162,'-8'10'1272,"-4"-4"174,-3-4-1178,5-2 0,10 0 1,12 0-1,3 0-297,3 0 1,7 0 0,4 0 0,2 0-293,-2 0 1,4 0 0,-4 0-1,2 0-332,-2 0 0,2 1 0,-7 3 0,-3 2 653,-2-2 0,7-2 0,1-2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5:19.2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482 53 7548,'-8'-10'1000,"6"0"-292,-4 4-362,5 4 0,1-7-155,0 3-253,-8 4 1,-2-6-1,-7 8-15,-1 0 1,1 0 0,-1 0 0,-1 2-38,-4 4 0,1-2 1,-7 8-1,-2 3 69,-2 6 1,4-1 0,2 3 0,0-3 78,-1-3 1,7 2 0,-2 3 0,5 1 31,7-2 0,-3-1 0,8-3-22,2 1 1,2-7 13,2 1 0,8-2 0,4 1 0,3-5 6,3-4 0,-5 0 0,3 2 0,3 2-31,1-2 0,-1 3 0,1-1 0,1 0-32,2 2 0,6-4 1,-3 5-1,-1 1-109,0 0 1,0 1 0,-3 7 0,1-1-13,-2 1 0,-1 5 0,-3 0 0,-1 1-78,-5 1 1,3 2-1,-8 8 1,-2 0 141,-3 0 0,-2 0 1,-3 0-1,-4-2 89,-2-4 0,-1 2 1,-7-8-1,1-2 89,-1-1 1,1-3-1,-1-1 1,3-3-18,3-1 0,-3-8 1,3 2-1,-4-4 50,-1-2 0,-1 0 1,1 0 22,-1 0 1,1-8 0,0-4 0,1-3-105,4-3 1,-3 1-1,5-1 1,-1 1-17,-1-1 0,8 7 1,-2-1-1,2-1-98,-2-3 1,5-1-201,-5-1 0,6 7-32,6-1 1,3 8-1,9 0 19,-1 8 0,-5 0 0,-1 6 0,1-1-77,-2 1 0,3-4 0,-5 4 1,0-1-116,0 1 0,-1 2 445,-1 5 0,-4 0 0,6 1 0</inkml:trace>
  <inkml:trace contextRef="#ctx0" brushRef="#br0" timeOffset="548">133 1310 8053,'-18'-8'-148,"7"4"1,-1-5-1,-2 1 1177,-1 4 0,3 0 780,1-2-11,7 4-1654,-4-5 0,10 7 1,4 0-1,5 0-117,5 0 1,7 0 0,0 0 0,1 0-155,1 0 0,0 6 0,6-1 0,-2-1-114,2-2 1,0-2 0,0 0 0,-1 2-20,1 4 0,-4-4 1,0 4-1,-2-4-14,-3-2 1,-3 0-1,-2 2-891,1 3 793,-8-3 0,-5 6 0,-10-8-43,-7 0 1,-4 0 0,-1 2 0,-1 2 414,1 2 0,0 5 0,-1-5 0,1-2 0,-1 6 0,1-1 0</inkml:trace>
  <inkml:trace contextRef="#ctx0" brushRef="#br0" timeOffset="882">80 1572 8053,'-17'0'515,"-1"0"301,1 0 1,5 0 519,1 0-1260,7 0 0,4 0 0,11 0 0,5 0 29,1 0 0,7 0 1,1 0-1,2 0-227,4 0 0,2 0 0,2 0 0,0 0-119,0 0 1,-2 0-1,-2 2 1,-2 2 90,2 2 1,-4 0-1,0-5 1,-1 3 58,-5 2 1,-2 0 126,-1-6 16,-8 0-1017,-3 0-1092,-22 0 893,11 0 1164,-12 0 0,9-8 0,-3-1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5:21.7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384 53 8046,'10'-8'226,"-2"4"647,-8-8-627,0 8 1,-2-5 0,-4 5-164,-6-2 0,-3 0 1,-2 6-1,-1 2-151,1 4 1,-7-2 0,1 7 0,0 3-18,-3 2 0,7-5 1,-6 1-1,2 1 106,-1 3 1,1 3 0,6 3-1,-1 1 33,1-2 0,1-1 0,3-3 1,3 1-3,2-1 1,2 1 0,6-1-1,2 1 57,4-1 1,4 0 0,7 1 0,3-3 9,3-3 1,2 2 0,6-7 0,-2 1-53,2 0 0,2 4 0,2-5 0,0 1-105,0 0 1,0 4-1,0-5 1,-2 3-75,-4 4 0,2 7 0,-6 2 1,0 0 30,1 3 0,-5 1 0,-7 8 1,-5 0-27,-1 0 1,-2 0-1,-8 0 1,-4-1 52,-5 1 0,-11 0 1,-3-2-1,-2-2 43,-4-2 1,4-7 0,-3 1 0,1-5 18,2-7 1,0-3 0,6-6 0,-3 2 64,3 2 0,2-3 0,1-8 0,-1-7 9,-5-4 0,5-1 0,-2 0 0,5-1 48,5 1 0,1-3 0,-4-1 0,5-2-39,1 1 0,2 3 1,6-1-1,0-1-44,0-2 1,0 0 0,2 5 0,4 1-58,5-1 0,5 1 1,1 1-1,3 3-71,3 1 1,-4 8 0,7-2-1,-3 4-218,0 2 1,1 2 0,-7 4 0,-1 6-52,-5 3 1,3 3 0,-8 1-1,-3 2-343,-1 3 1,-2-1 0,0-4 692,0 5 0,0-5 0,0 6 0</inkml:trace>
  <inkml:trace contextRef="#ctx0" brushRef="#br0" timeOffset="999">926 856 8162,'0'-18'192,"0"1"289,0 0 0,0 5 16,0 0 1,0 6 239,0-5-543,0 7-147,0-4 1,0 10-1,0 4-16,0 6 0,0 3 0,0 4 1,0 3 114,0 1 0,0 6 1,0-4-1,0 1-100,0-1 0,6 4 0,-1-6 1,-1-1-10,-2-3 1,-2-2 0,0 1-218,0-1 1,0 1-1317,0-1 577,8-7 1,-6-10 0,4-12-969,-4-3 1887,-2-3 0,8-7 0,1-2 0</inkml:trace>
  <inkml:trace contextRef="#ctx0" brushRef="#br0" timeOffset="1401">926 454 8162,'-18'-17'1044,"1"-1"-444,7 9-716,2 1 1,8 10 0,0 4-1,2 3 49,4 1 0,-2 6 0,8-5 0,-1 5-122,-1 1 1,6-1 0,-7-3-1,3-3-34,0-2 1,-1 3 345,7-5 0,-1 6 1,1-6 66,-1-2 1,-7-10 0,-4-6 34,-4-3 0,-2-3 0,0 1 0,-2 1-58,-4 4 0,-2-3 0,-6 3 0,3-1-116,-3 1 0,-1-2 0,-3 9 0,1 1-376,-1 2 1,1 2-1,-1 0-96,1 0 0,5 0 1,3 2-1,1 4-67,4 5 1,2 5 0,4 1 487,4 1 0,3-9 0,9 15 0,-1-5 0</inkml:trace>
  <inkml:trace contextRef="#ctx0" brushRef="#br0" timeOffset="1951">1450 856 8162,'0'-18'-52,"0"1"0,0 0 587,0-1 1,0 1-119,0-1 0,-2 3 0,-2 1 195,-2 2-481,0 8 0,4-1-15,-3 10 0,3 5 1,-4 8-1,4 1-119,2 4 0,0 5 0,2 6 0,2 3 75,1 4 0,7-2 0,-4 7 0,2 3-4,3 1 1,1 1 0,-1-3-1,-1-1-84,2 1 0,-5-3 1,1 0-1,-2-5-93,-4-7 0,-2 0 0,-2-9 0,-2-3 144,-4-2 1,-4-7 0,-7-2 0,-3-2 94,-3-5 1,4-1 0,-7-2-1,3 0-68,0 0 0,-3 0 0,5-2 0,-2-1-96,2-3 1,3-8 0,4 3 0,3-5-424,-3-1 1,5-1 0,-1 1 0,2-1-163,4 1 0,2 5 0,2 0 0,0-3-82,0-6 0,2 1 1,2-3 700,2 3 0,7-5 0,-3-2 0</inkml:trace>
  <inkml:trace contextRef="#ctx0" brushRef="#br0" timeOffset="2366">1432 437 7522,'0'11'-50,"0"1"0,0-6 15,0 6 1,0-7 0,2 5 131,4-2 1,2 0-1,5-5 69,-1 3 1,-2-2-1,3-8 34,-1-2 1,-8-7-1,2 1 64,-4-3 1,-2-3-1,0 1-90,0-1 0,-6 7 0,-2 1 0,0 0-225,1 1 1,-7 5 0,2-2-228,-3 4 1,-3 4 0,1 4 0,1 5-353,5 5 1,-3 1 0,8 1 629,2-1 0,-5 8 0,-1 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5:37.4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18 8627,'-18'-9'873,"7"1"329,-1 8-295,8 0-756,-4 0-280,8 0 0,2 0 0,4 0 1,6 0 57,3 0 0,3 0 0,-1 0 0,1 0 4,-1 0 0,3 0 1,1 0-1,2 0 43,-1 0 0,3 0 0,-2 0 0,0 0-8,3 0 1,-7 0-1,4 0 1,-3 0-198,-3 0 0,-5 0 1,-1 0-284,3 0 1,-4 0-967,1 0 1204,-7 0 0,2 0 0,-10 2 0,-4 2 274,-1 1 0,3 7 0,-6-6 0,1 7 0,-7-3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5:37.7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53 8435,'-12'0'947,"0"0"0,7 0-632,-7 0 1,10 0-441,2 0 1,8 0 0,9 0 71,1 0 0,5 0 0,0-2 0,1-2-40,1-2 1,0 0 0,6 6 0,-4 0 51,-1 0 1,-1 0 0,-4 0 0,2 0 44,-1 0 0,-3 0 0,-1-2 0,-1-2-155,1-1 0,-1-1-960,0 6 384,-7 0 0,-2-2 727,-8-4 0,0 4 0,0-6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5:38.4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0 490 8386,'0'-18'-21,"0"1"1,0-1-1,0 1 287,0-1 0,0 7 1,2-1-56,4-1 1,-2 3 0,8-2-172,1-1 0,-3 5 0,2 0-119,1 0 0,3 6 1,1-3-36,1 3 1,-3 9-1,-1 5 1,-5 4 57,-1 1 1,4 2 0,-6 5 0,-1 3 137,3 0 0,-6 6 0,6-4 0,-2 6 17,0 6 1,-1-4 0,-3 1 0,2-5 41,2-3 1,6-3 0,-5 4 0,1-4-5,0-2 1,6-3 0,-5-9 0,3-3 55,0-2 0,-1-3 0,7-5-10,-1 0 1,1-7 0,-1-5 0,0-5-116,1-7 1,-1 5 0,1-6 0,-1-1-77,1-3 0,-3-4 0,-1-2 0,-4 0-89,-3 1 1,5-1 0,-6-2 0,-2-4-21,-2-6 1,-2 3 0,0-3 0,-2 1 5,-4 1 1,-4-4-1,-7 11 1,-1 3-24,1 4 1,1 9-1,3-1 1,1 4 84,-2 1 1,-1 8 0,-3 5-2,1 3 0,0 2 1,-1 0-1,3 2 23,3 3 0,-2-1 0,7 6 0,-1 0 87,0-1 0,2 3 0,6 6 39,0-1 1,0 1 0,0-1-1,0 0 0,2 1 0,4-1 0,6-1-75,3-4 0,3 3 0,1-3-202,4 3 0,-3-5 0,3-2 1,-4-2-194,-1-1 0,5 1 1,2-6-1,1 0-304,-1 0 1,0 0-1,-4 0 675,3 0 0,-1 0 0,-6 0 0</inkml:trace>
  <inkml:trace contextRef="#ctx0" brushRef="#br0" timeOffset="469">839 752 8458,'-10'-2'367,"4"-4"0,2 2 606,-2-8-515,4 9-527,-5-5 1,7 10-1,0 4 137,0 5 0,0 5 0,0 1 0,0 1-6,0-1 0,0 6 0,0 3 1,0-1 40,0 0 1,0 0-1,0-3 1,0 3-13,0 2 1,0-6-1,0 3 1,0-5-161,0-1 1,0-1 0,2-2 0,2-1-635,1-2 1,1-6-1265,-6 5 1108,0-7 1,6 2 858,0-12 0,0-4 0,-6-7 0</inkml:trace>
  <inkml:trace contextRef="#ctx0" brushRef="#br0" timeOffset="886">874 437 8458,'-10'-7'-393,"-6"5"374,5-4 0,1 4 84,-2 2 0,8 2-104,-1 4 1,3 3-1,2 9 102,0-1 1,2 1 0,3-3-12,7-3 0,-2-2 0,1-7 130,3 3 0,2 0-77,1-6 0,0 0 0,-1-2-100,-4-4 1,-3-1 0,-5-7 0,2 2 103,-2-1 0,-2 3 0,-2-2-71,0-1 0,-6-3 0,-2 1-391,-1 3 0,-3 4-106,-6 8 0,7 0-701,-1 0 1160,8 8 0,-11 2 0,5 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5:44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0 909 7830,'2'10'321,"4"-4"207,-4-4-646,6-2 132,-8 0 1,2 0 16,4 0 0,-2 0 0,7 0-43,3 0 0,-5 0 0,3-2 0,2-2 12,1-2 1,3-2-1,-1 4 1,3-3-10,3-3 0,2 4 0,6-6 0,-2-1 1,2-3 0,2 5 1,2-1-1,0-2-6,0-1 1,6-3 0,0 1 0,-3-1-2,-1 1 0,0 0 0,2-1 0,2 1 12,-3-1 1,-1 1 0,-2-1-1,2 1 1,4-1 1,-4 3 0,3 1-1,-3 3-3,-2-3 0,0-2 1,0-1-1,0 1-1,0 5 0,-2-5 0,-2 7 0,-2-3 6,2 0 0,0 1 0,0-5 0,-4 3-18,-1 1 1,5 6 0,-2-6-1,4-1-28,2-3 0,0 5 0,0-1 0,1-2 35,5-1 1,-6 3-1,2 1 1,-6-1-9,0 2 1,-4-5 0,0 5 0,-1 0 13,-5 5 1,-2-3-1,-3 0 1,-3 0-5,-1 1 1,0-1 9,5 2 0,-5 4 0,-2-6 60,-3 0 75,-1 7-153,-6-7-585,0 8-1058,0 0 1660,-8 0 0,6 0 0,-5 0 0</inkml:trace>
  <inkml:trace contextRef="#ctx0" brushRef="#br0" timeOffset="549">1869 18 8020,'-17'0'1149,"-1"0"0,8-1-1053,5-5 0,5 4-153,5-4 0,5 4 0,8 2 37,-1 0 1,2 0-1,3 0 1,1 0-54,-2 0 1,-1 0 0,-3 0 0,1 0 99,-1 0 1,1 2 0,-1 2-1,1 2-7,-1-2 1,1-3 0,-1-1 38,0 0 1,1 0 326,-1 0 5,-7 0-387,-2 0 0,-10 0 1,-2 2-53,-2 4 1,-5-2 0,3 6 0,-2-1-24,-3 1 0,3-4 0,0 6 1,0 1 2,1 3 0,-1 1 1,-4 1-1,5-1 94,1 1 1,-4-1 0,5 1 0,-1-1 79,0 0 1,0-3 0,4 2-51,-1 3 0,-3 0 0,4-5 0,-2-2-55,2 1 0,2-3-186,2 2 1,0-7-1178,0 7-563,0-8 1925,0 4 0,0-1 0,0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5:48.4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53 437 8196,'0'-17'-78,"0"5"1,0 1 304,0-3 0,-6 4 1,0-1 212,2-3 1,2 5-23,2-3 0,0 6-127,0-6-438,0 9 0,0-3 201,0 12 0,0 3 0,0 11 0,0 1 57,0 2 0,0 8 1,0-2-1,0 2-52,0-1 1,2 3 0,2-6 0,4 2-21,2 0 1,-6-8-1,3 5 1,1-3-90,4 0 0,-3-2 1,1-7-1,0-4-224,-1-3 1,1 1 0,4-4 0,-3 2-320,3-2 0,-6-4 1,0-4-1,-3-4 593,1-2 0,8-9 0,-5-8 0</inkml:trace>
  <inkml:trace contextRef="#ctx0" brushRef="#br0" timeOffset="231">70 158 8458,'-9'-17'-376,"-5"-1"1,8 1 1068,2-1 1,-3 1 0,1-1-142,2 1 1,-4 5-828,2 1-410,0 7 0,8-4 0,2 10 324,2 4 1,6-2 0,-5 7 0,3 1-843,4-2 1203,1 5 0,3-5 0,-1 7 0</inkml:trace>
  <inkml:trace contextRef="#ctx0" brushRef="#br0" timeOffset="517">437 298 8458,'0'-18'812,"0"1"0,0 5 173,0 1 0,-2 5-436,-4-6 1,4 6-941,-3-5-2219,3 7 1547,2-4 1,2 10-1,1 4 1063,3 5 0,6-1 0,-6 2 0,7-1 0,-3 7 0</inkml:trace>
  <inkml:trace contextRef="#ctx0" brushRef="#br0" timeOffset="748">507 577 8756,'-10'0'3440,"2"0"-3700,8 0-220,0-8 0,2 6 0,2-5-1668,2-1 238,0 6 1910,-6-6 0,0 16 0,0 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6:01.5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127 510 7809,'0'-16'-371,"0"0"1092,0 0 1,0 0-395,0 0 0,0 6 0,0-1 76,0-1-553,0 5 82,0-8 0,0 15 0,0 0 1,0 9 282,0 5 0,2 10 0,2 4 0,0 5 3,0 4 1,-2 8-1,0-4 1,1 6-46,3 0 1,-1 0 0,-3-4-1,1-2-102,2-2 0,3-2 1,-5-5-1,3-2-208,-3-4 0,4-2-859,-2-9 525,8-6 1,-11-9-1,3-11-148,-3-2 1,-2-9-1,-2 1 1,-1 2 618,-3 1 0,-7-3 0,3 0 0,-4-7 0,-2 2 0</inkml:trace>
  <inkml:trace contextRef="#ctx0" brushRef="#br0" timeOffset="417">32 446 8458,'-6'-16'-2,"1"0"0,-1 0 1,2 0 587,-2 1 1,1 4 431,5 0-1043,0 7 0,2 0 0,3 8-4,5 7 0,10 4 1,3 0-1,2 1 45,3 0 0,2 2 0,2 2 0,1 2-130,5 3 1,-3-4 0,7 5 0,1 2-90,-3-4 0,5 6 0,-8-5 0,-1 1 17,4 1 0,-14-3 1,-1 3-1,-9-4 121,-6 0 0,-6-6 0,-1 5 0,-6-5 118,-7-1 0,-12 0 0,-5 0 0,-3 0 177,-2 0 0,1-2 1,-1-2-1,1-1-22,-1 2 0,0-5 0,2 1 0,2 0-114,1-1 0,2-4 0,-3 3 0,3-1-66,2-1 1,2 1 0,5-6 0,2-2-100,3-4 1,-1 3-685,7-8 202,0 1 1,12-1 0,3 2 0,4 1 552,2 6 0,7-7 0,2 0 0</inkml:trace>
  <inkml:trace contextRef="#ctx0" brushRef="#br0" timeOffset="750">747 653 8458,'0'-17'0,"-1"4"150,-5 2 1,4-3 757,-3 3 1,3 2-449,2-1 1,0 8-446,0 2 1,0 2 0,0 8 0,2 3 158,3 1 1,-3 7-1,5 0 1,-1 0-80,-2 3 0,4-1 0,-5 5 0,3-3-40,-3-3 0,1 5 0,0-5 0,0-3-301,0-2 1,3-1 0,-1 0-1712,-3 0 556,-1 0 0,-2-9 1401,0-7 0,0-7 0,0-9 0</inkml:trace>
  <inkml:trace contextRef="#ctx0" brushRef="#br0" timeOffset="914">731 367 8458,'-2'-26'0,"-1"6"549,-2 2 1,-2 4 0,3 2 303,-1 1-1449,-1 7 1,8-1 0,3 10-431,6 6 0,3 3 1026,2 2 0,7 7 0,2 2 0</inkml:trace>
  <inkml:trace contextRef="#ctx0" brushRef="#br0" timeOffset="1350">1001 700 8458,'-6'-8'86,"4"-7"1,-5 6-1,1-1 1018,1-1 1,-5 0-468,5-4 0,-1-1-285,6 0 1,2 7-302,3 4 0,-1 4 0,6 1 0,3 1-335,0 4 0,9-1 0,-1 7 0,-2 0-46,0 4 1,-4 2 0,1 3 0,0 1 159,-1-2 0,2 5 0,-2-1 0,2 0 130,-2-1 0,-4 1 0,-2-3 1,-3 1 101,-2-2 1,-2-1 0,-2-2 179,0 0 0,0-6 43,0 1 1,-7-7 0,-2-1-62,0-6 0,-4-6 1,4-7-103,-1 0 0,-1 0 0,5 0 1,3 0-35,1 0 1,-4 1 0,1-3 0,1-2-123,2-1 0,2 0 1,0 5-1,2 1-234,4-2 0,-3-4 0,8 0-228,1 1 0,8 3 0,1 1 1,-2 2 28,-1 3 1,-2 3 0,2 4-1,1-1-168,2 1 1,2 4-1,-3 4 635,1 1 0,0 14 0,-5-1 0</inkml:trace>
  <inkml:trace contextRef="#ctx0" brushRef="#br0" timeOffset="1767">1415 828 9604,'2'-16'391,"3"2"-394,6 3 1,3-3-1,2 3 1,1-3-10,4-2 0,-1 1 0,5-2 0,-2 2-18,-3-2 1,-3 2-1,-2 0 1,0 3-18,-4 2 1,1-1 0,-7-5-58,-1 1 0,-10 6 0,-5 3 1,-2 4 37,-4 2 1,0 0 0,-2 0 0,-5 2 66,0 4 0,5 3 0,-2 6 1,1 1 50,-1 0 1,3 1-1,-3 3 1,5 1 204,5-2 1,-1 5-1,7-1 1,1 0 29,2-1 0,2 0 1,2-6-1,4-1-119,4 1 0,12-2 0,2-3 0,3-4-360,-1 1 1,0-7-1,8 4 1,2-3-158,1-2 1,-1 0 0,-6 0 0,-1 0-360,-3 0 0,1 0 1,3 0-1,-3-2 708,-6-3 0,3 4 0,1-7 0</inkml:trace>
  <inkml:trace contextRef="#ctx0" brushRef="#br0" timeOffset="2397">2067 717 8458,'0'-17'-1055,"-2"2"0,-1-2 2002,-2 2 1,-1 4-1,6 1-331,0-3 1,-2 0 0,-1 2-538,-3 0 0,-6 2 0,1-1-278,-2 4 0,2 4 0,0 2 0,-3 0 48,-6 0 1,3 2 0,-4 4 0,3 4-100,2 4 1,0 2 0,0 0 0,2-1 206,4 2 0,-5 4 0,6 0 0,1 1 121,3 0 1,-3-4-1,3 3 1,2-3 5,1-2 0,7 5 1,4-2-1,4-2 39,4-6 0,4-7 0,1 2 0,4-5-124,4-1 0,2 0 0,0-1 0,0-5-225,-1-5 1,6-3 0,0-3 0,-1-3-70,-2-1 0,-3-7 0,0 3 0,1-1 191,0-1 1,-6 0 0,-5-5 0,-4 0 120,-1-6 0,-2 3 0,-3-6 0,-6 1 280,-3-1 1,-2 4-1,0-5 1,0-1-81,0 3 1,-7 1 0,-2 7 0,-2 0-50,1 0 1,4 7 0,-3 5 0,1 3 754,-1 7-269,5 3-731,-9 7 1,11 2-1,-4 5 1,4 7 26,2 5 0,0 9 0,0-1 0,0 3 109,0 1 1,0 8 0,0 4-1,0 3 11,0 2 0,0-1 0,2 1 1,2 0 41,0-1 1,4 1 0,-3 0 0,4-3-95,0-2 0,3-4 0,-4-7 0,-1-2-406,-1-3 1,7-1 0,-4-9-1858,-1-2 1182,0-10 1,-8 0 1062,0-10 0,-8-11 0,0-9 0</inkml:trace>
  <inkml:trace contextRef="#ctx0" brushRef="#br0" timeOffset="2581">2147 430 8271,'-8'-16'570,"7"5"0,-7 1 62,1-2 1,6 3-1,-4-1 190,3-3 0,4 4-779,3-1 1,5 6 0,10-1 0,5 3-496,5 2 0,0 0 0,12 0 0,2 0-495,2 0 0,7 0 1,2 2 946,2 3 0,-6-3 0,3 5 0</inkml:trace>
  <inkml:trace contextRef="#ctx0" brushRef="#br0" timeOffset="2881">2656 621 8124,'-6'-11'357,"1"1"1,-3 5 247,3-6 1,3 5-243,-2-4 1,2 8-249,2 2 1,0 2 0,0 8-1,0 5-33,0 4 0,0 1 0,0 6 0,0 1-54,0-3 0,2 6 0,0-3 0,4 1-159,-3-2 0,1 3 0,0-6 0,1 0-313,-1 0 0,-2-2 0,-2-7-415,6-4 0,-2-2-752,7-8 1611,-8-8 0,11-7 0,-5-10 0</inkml:trace>
  <inkml:trace contextRef="#ctx0" brushRef="#br0" timeOffset="3047">2718 446 8125,'-6'-16'0,"-3"0"0,-2 0 776,1 0 1,6 6 0,-1 0 15,3-3 0,2 4-926,0-1 0,2 6 0,3-1-434,5 3 1,5 9 0,2 4 0,3 3-1514,1 2 2081,0-1 0,3 8 0,0 2 0</inkml:trace>
  <inkml:trace contextRef="#ctx0" brushRef="#br0" timeOffset="3966">2973 653 8134,'9'-7'1522,"-2"-3"0,-7 0-1996,0 0 172,0 6 0,0-2 1,-2 10 137,-3 2 0,4 6 0,-7-2 0,3 7 25,-1 4 0,1-2 0,5 8 0,0-1 187,0-1 0,0 3 0,0-5 0,0 0 107,0 0 1,2 4 0,1-6-1,5-4 43,1-4 0,1 0 1,6-9-1,0 0-94,0-2 1,-1-2-1,2-2 1,-3-4-44,-4-4 0,4-10 0,-3-3 0,2-1-93,-3-4 1,-3-1 0,-7 1 0,0 2-119,0-2 0,-2-2 1,-1 0-1,-6 3-136,-5 5 0,1 0 0,-10 1 0,2 2 103,0 8 1,0 1-1,3 7 1,-2-3 53,-1 4 1,0 0 0,7 4 0,2 2 81,1 7 0,6 4 0,-4 0 1,2 1 117,4 0 1,1 5-1,2 1 1,2-1 2,3 1 0,4-2 1,7 5-1,-1-2 30,1-4 0,7-1 1,2-2-1,1-1 1,1 1 1,0-6-1,5-6 1,-1-2 56,1-2 0,-5 0 0,-1-2 1,1-2 48,-3-7 1,-1-4-1,-7 0 1,0-1-125,0 0 1,-2 0 0,-3-2 0,-5-1-51,1-2 0,-5-1 0,4 7-565,-4-2-309,-2 2 649,0 6 0,0 3 0,0 12 0,0 5 193,0 2 1,0 4-1,0-2 1,0 2 134,0-2 0,0 7 0,0-1 0,0-2 51,0-1 0,1 3 0,3 0 0,2-2 99,-4-1 0,0-2 1,-2 0 57,0 0 0,2-7 750,3-4-806,-3-3 0,7-9 0,-5-4-131,0-3 0,7-4 0,-5-1 0,-1-2-223,3 1 0,-6-3 1,7 2-1,1 2-132,-1 1 0,-5 2 1,5 0-1,0 1-41,0-2 0,2 4 0,3 0 1,-2 3-96,-1-3 1,-1 6 0,6-1 29,0 2 0,0 4 1,0-1 219,0 6 1,-2 5 0,-2 9 0,-3-2 107,-2 2 1,4 4-1,-6 0 1,-1 0 32,-2 2 1,0-4 0,0 6 0,4-1 11,-3-5 0,-1 3 0,-2 0 0,2-3-115,3-1 1,-3-2-887,4 0-1582,2 0 2510,-6-8 0,5-8 0,-7-8 0</inkml:trace>
  <inkml:trace contextRef="#ctx0" brushRef="#br0" timeOffset="5067">4388 621 7965,'-10'0'25,"-1"2"263,-2 3 0,5-1-185,-3 6 0,2 1 0,-3 2-16,1-2 1,8 4-1,-3-5-39,4 5 1,4 0 0,4 0-1,5-5 0,2 2 0,4-6 0,-2-3-58,2-1 1,3-2 0,1-2-1,-1-1-37,-2-3 1,-3-6 0,2 2 0,-2-5 72,1 0 0,-5-2 0,-2 2 1,-2-4 2,-3-1 1,-3 2-1,-1-5 1,-3 2-95,-8 0 0,1-6 0,-14 6 0,1 0-149,-3-2 1,1 10 0,1-1-1,-1 3 118,0 3 1,6 5-1,-2-3 1,2 4 75,4 2 0,-1 8 0,2 2 3,3 4 1,-1 2-1,7 0 1,1 1 36,2 4 1,8-3-1,1 3 1,1-4-37,5-7 1,6 4 0,4-4 0,2 3-32,3-2 0,3-5 1,0-6-1,1 0 3,-1 0 0,1 0 0,0 0 0,2-8 10,3-8 1,-2 0 0,6-6-1,-2 0 58,-4 1 0,-1-7 1,-2 3-1,0-1 43,-1-1 1,-6 0 0,-2-4 0,-2-1 44,1 0 0,-1 0 0,-8 2 0,0 2 90,-2 2 0,-8 4 1,2-3-1,-3 1 60,-2-1 0,0 11 0,0-2-38,0 2 1,-6 0 0,0-1-101,-3 5 1,-2 3-1,-4 7-99,-2 0 0,2 0 23,-2 0 0,7 0 0,1 2 0,0 3 13,1 5 1,4-1 0,-3 4 0,1 3 100,1 3 1,0 7 0,4-2 0,-3 2 166,-1 8 1,-1 0-1,6 7 1,0 2-83,0-3 1,2 12 0,3-3 0,4 6-216,0 5 0,5 2 0,-6 2 1,3-1 27,0 1 0,-1-1 1,7-1-1,-2-2-163,2-2 1,-2-8-1,0-1 1,-4-3-73,0 4 0,-7-10 1,1 3-1,-3-8 82,-2-3 1,-2-2 0,-1-3 0,-5-6 29,-1-3 1,1-3 0,-5 0-1,3-3-184,-2-1 1,-3-8 0,0 2-561,-2-3 0,2-4-248,-2-3 1,2-9 0,0-9 1054,5-2 0,-4-1 0,6-6 0</inkml:trace>
  <inkml:trace contextRef="#ctx0" brushRef="#br0" timeOffset="5298">4754 987 8237,'-2'-16'0,"-1"0"404,-3 0 1,1 0 0,5 0 93,0 0 0,1 5 0,3 1 0,3-1-40,2 2 0,1-2 1,9 3-422,2-1 0,-4 6 1,7-3-1,-3 5-236,-1 1 1,10 0 0,-1 0 0,4 0-139,3 0 0,-6 0 0,5 0 0,-3 1-321,0 5 0,-11-5 0,7 5 1,-5-3-1261,-2 3 1918,1-4 0,-7 11 0,2-4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6:15.8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63 701 8346,'0'-16'-38,"0"0"0,2 2 0,0 2 709,4 1 1,-1 5-1026,-5-4-90,0 7 1,-1-3 302,-5 12 1,2 3-1,-4 6 1,1 3 79,3 3 1,3-3 0,-1 3 0,-2-1 166,-1 1 0,0-4 0,5 5 0,0-5 174,0-1 1,5 0-1,2-2 11,2-4 1,-4 0-1,5-7-70,3 3 1,0-3-1,-1-8 1,-3-6-170,-2-3 0,-2-2 1,-5 0-1,0-2-84,0-3 0,0 4 0,0-7 1,-1 2-191,-5-5 0,-3 3 0,-5-3 1,2 1-106,1 0 0,1-2 0,-5 7 0,3 2-199,2 1 0,4 10 200,-5 2 1,8 6 388,-2 6 0,5 2 1,5 8-1,5 0 46,5 0 0,2-2 0,2-2 0,5-2-11,1 3 0,-4-6 0,3-1 0,1-4 47,0-2 0,0 0 0,3 0 0,-2-2-11,3-4 1,-7-3 0,1-6 0,-1-3 37,-1-3 1,0 2 0,-6-8 0,-4 0 2,0 2 1,-7-5-1,1 6 1,-3-3-163,-2 1 1,-7 1 0,-4-1 0,-3 4-120,-2 5 0,0 2 1,0 3-23,1 1 0,-2 8 0,2-3 76,-2 5 0,7 1 1,1 1-1,0 5 48,1 5 0,4 2 1,-1 4-1,3 0 171,2 5 0,0-3 1,0 7-1,0 4 153,0 6 0,5-1 0,3 7 0,-2 3-65,1 1 0,6 4 0,-3 1 0,5 3-162,0 3 0,2 1 0,-2 7 0,1 3-86,0 0 1,0 1 0,0-7-1,-2-2-310,-4-1 0,0-12 0,-7 1 1,3-6-5,-3-8 1,-1-12 0,-2 0 0,-2-4 25,-3-2 0,1-6 0,-7-1 0,-1-2-179,-2-3 0,-2-3 1,0-1 459,0 0 0,-6-14 0,-4-3 0</inkml:trace>
  <inkml:trace contextRef="#ctx0" brushRef="#br0" timeOffset="201">126 1082 8415,'0'-15'1172,"0"4"-322,0 0 0,0 1 0,2-5-628,3 5 0,4-2 1,7 4-1,0 1-267,-1 1 1,9-1-1,3 3 1,3-2-333,1 3 0,2-4 1,3 2-1,1 1-844,-1 2 1,2 2 0,-1-1 1220,-1-5 0,5-3 0,-1-6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6:10.7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270 571 8172,'9'0'-473,"-1"-2"768,-8-3 1,0-4 34,0-7 0,0 6-197,0-1 1,-2 2 0,-2-3-196,-1 1 1,-8 7 0,3-1 11,-4 3 0,-2 2 1,0 0-1,0 0-29,0 0 0,-5 0 0,0 2 0,1 3 2,3 6 1,0-2 0,2 2 0,-1 3-22,0 5 1,5-1-1,3 3 1,0-2 65,5 2 1,1-1 0,2 5-1,0-2-5,0-4 0,7-1 1,4-2 36,3 0 1,2-8 0,0-2 127,-1-5 0,2-2 0,-2-5 0,0-4-5,-4-4 0,2-2 0,-2 0 0,1 0-96,-1 0 1,2 0 0,-7-2 0,1-1-42,1-2 1,2 0-1,-5 5 1,-1 0-55,-2 0 0,-2 6 0,0-1-15,0-2-559,0 7 594,0-1 0,1 18 0,3 6 36,1 0 0,7 1 0,-3-2 0,2 0-4,-1 0 1,3-1 0,6 2-1,3-2 45,-3 1 1,-2-5 0,0-2 0,-2-2 9,2-4 0,0-1 0,2-2 0,3 0 0,-3 0 1,-2-2 0,0-3 0,-2-6 8,2-3 0,-2-7 1,0 0-1,-3 1 24,-2 3 1,-4-5-1,3 1 1,-3 2 44,-2 1 0,-2-3 0,-2 0 87,0 1 1,0 3-123,0 0-233,-7 9 1,0 8 0,-4 12 149,6 8 1,3-1 0,2 8 0,0 1 30,0 2 1,2 2 0,1 1 0,5 5 26,1 4 0,-1 0 0,5 4 1,-4 4-11,-3-1 1,5-5 0,-5-1 0,-3 0-28,-1-3 1,3-1 0,0-9 0,-1-4-164,-2-5 1,-2-3 0,0-2-1030,0 0 805,0-8 1,0-2 0,0-12 0,0-4 366,0-4 0,0-2 0,0 0 0</inkml:trace>
  <inkml:trace contextRef="#ctx0" brushRef="#br0" timeOffset="318">604 587 8172,'-16'-16'2,"6"0"0,-1 0 226,-2 0 0,7 0 0,1 1 261,3-2 1,4 2-406,3-2 1,5 4-1,10 2 1,3 5-129,1 4 1,-3 2-1,6 0 1,2 2-83,1 4 0,-5 1 1,-3 6-1,-1-3-137,0 3 0,1 2 1,-8 5-1,-2-1 114,-1-5 0,-8 8 0,3-7 0,-5 3 149,-1 0 1,-1-7 0,-5-1 0,-4 2 19,-5 2 1,-2-3-1,-3-2 1,-3-1-3,-1 1 0,3-5 0,-4 1 0,2-3-213,4-2 0,1 0-234,2 0 0,2-2 177,3-3 1,6 1 0,10-6 251,6-2 0,3-3 0,2 0 0</inkml:trace>
  <inkml:trace contextRef="#ctx0" brushRef="#br0" timeOffset="634">1018 555 8057,'-17'-16'572,"2"0"1,4 2-1,3 2-65,1 1 1,1 6-257,6-6-450,0 8 0,0-2 0,0 10 134,0 5 0,6 6 0,-1 4 0,0 4 105,2 6 1,-4-2-1,7 10 1,-1-3 11,-1 3 1,-3 2 0,4 6 0,0-2-43,0-1 0,-6-7 1,5 5-1,-3 0-74,0-1 1,0-10 0,-5 0 0,0-5-1329,0-5 540,0-3 1,0-10 282,0-7 1,-2-9 568,-2-12 0,2-3 0,-5-8 0</inkml:trace>
  <inkml:trace contextRef="#ctx0" brushRef="#br0" timeOffset="917">970 587 8130,'0'-23'49,"0"11"1,1-5 0,3 4 272,1-2 0,1 0 0,-4-2-107,3 2 0,-1 0 0,6 5 0,3 3-99,0 0 0,4 5 0,0-4 0,3 4-208,1 2 0,2 2 1,-4 4-1,3 5 14,-3 2 1,-3-2 0,-4 0 0,-3 1-36,-2 3 1,-2 0 0,-5 1 0,0 0 22,0 0 1,-6 0 0,-5 0-1,-4 0-7,0-1 1,-1 0 0,0-3 0,0-3-104,0-2 1,0-2-1,2-3 1,2 2-153,1 1 0,0 0-169,-4-5 0,0-7 521,5-3 0,-4-5 0,4 0 0</inkml:trace>
  <inkml:trace contextRef="#ctx0" brushRef="#br0" timeOffset="1300">1352 237 8172,'-6'-16'-396,"1"0"347,1 0 1,1 0-1,-1 0 1025,0 1 0,-2 4-82,6 0-681,0 8-258,0-4 1,0 9 0,2 3 0,2 5 49,0 5 1,2 0 0,-6 3 0,0 2 66,0 1 0,0 7 1,1-2-1,3 4 6,1 2 0,1 0 1,-4 0-1,0 0-44,4 0 0,-1 0 0,-3-1 1,2 0-7,1-5 0,1 2 0,-6-5 0,0 0-140,0 0 1,0-2-280,0-5 0,0-5-321,0 0 0,0-11 93,0 0 0,0 0 0,2-10-556,2 3 1175,-2-5 0,13-4 0,-7-9 0</inkml:trace>
  <inkml:trace contextRef="#ctx0" brushRef="#br0" timeOffset="1583">1542 507 8172,'-2'-10'162,"-1"-1"177,-2-2 1,0 5 0,3-1 672,-4 2-652,5-5-348,-7 10 0,10-3-90,4 10 0,-5 3 0,7 9 0,-3-2-69,0 2 0,0-2 0,-3 3 0,2 1 69,1 2 0,1 1 0,-6-6 0,0-1-144,0 2 1,4-2-1,2 1-249,-3 0 1,-1 0-848,-2 0 1318,0 0 0,0-14 0,7-11 0,2-16 0</inkml:trace>
  <inkml:trace contextRef="#ctx0" brushRef="#br0" timeOffset="1748">1559 300 8024,'0'-15'-100,"0"-1"0,0 0 1,0 0 419,0 0 0,0 5-669,0 1-437,0 7 1,6 3 785,5 10 0,-4 4 0,0 2 0</inkml:trace>
  <inkml:trace contextRef="#ctx0" brushRef="#br0" timeOffset="2150">1908 460 8085,'0'-11'250,"0"1"0,0 4-95,0-5 1,-2 8 0,-1-5-285,-3 2 1,-1 4 23,2-3 0,-4 3 0,-7 2-11,0 0 0,5 0 1,1 0-1,-2 2 105,-2 3 0,-2-1 0,2 6 0,1 3 113,2 0 1,1 6-1,-4 0 1,2 2 42,1-1 1,7-1 0,-3 0 0,3 3 64,-2-3 0,1-2 0,6 0 0,3-2-52,2 1 1,11-7 0,-2-2 0,5-2-174,3 1 1,-4-1-1,8-5 1,2 0-278,0 0 0,-2 0 0,-2-2 0,-1-1-220,1-3 0,0-1 1,1 4-1,-4-4-765,-5-2 1277,-1 5 0,7-9 0,2 4 0</inkml:trace>
  <inkml:trace contextRef="#ctx0" brushRef="#br0" timeOffset="2898">2274 539 8172,'0'-10'434,"0"-1"0,0 0-36,0-4 0,-5 4 0,-1 0-344,3-1 1,-1 3-182,-2-1 0,0 4 0,-7-3-153,2 2 0,1 1 1,-6 8 68,1 4 1,-2-3 0,3 8 0,2 3 155,2 6 0,-1-3 1,-4 6-1,3-1 58,1-1 1,6 5 0,-3-5 0,1-1-8,3-2 1,2-3 0,2 1 67,0 0 0,2-2 1,3-3 86,5-6 0,5-5 0,0-5 1,2-6-109,-2-3 1,0-2-1,-3 0 1,-1 1-44,1-2 1,-3 2 0,0-1 0,0 0-21,0 0 0,-5 0 0,6 0-292,-3 0 0,0 8-516,-2 2 797,-4 5 1,9 2 0,-7 5-1,3 4 19,-3 4 0,4 2 0,0 2 0,0 1 61,1 2 1,3 0-1,-2-4 1,2-2 160,-1 1 0,1 0 0,5 0 63,0 0 1,0-7 0,0-4-8,0-3 0,0-4 0,-1-3 0,2-6-159,-2-3 0,-4-7 1,-1-2-1,1-2-34,-2-3 1,-1 0-1,-4-1 1,2 1-124,-3-6 1,-1 1-1,-2-7 1,0-1-145,0 0 1,0 4 0,-2-4 0,-1 0 100,-3 1 1,-4 10 0,3-1 0,-1 2 124,1 5 1,1 2 0,2 10 174,-1 1-217,-1 7 0,6-1 0,0 10-72,0 6 0,0 5 0,0 4 1,0 3 171,0 1 0,6 4 1,1 8-1,-1 3-23,2 1 0,4-4 0,-3 3 0,2-3-12,-1 2 1,-1 6-1,3-4 1,-1 1-268,1-3 1,-3-5 0,0-2 0,-2-1-242,-4-3 0,5-4 0,-3-7-1050,-1 0 1503,-2 0 0,-10-22 0,-1-4 0</inkml:trace>
  <inkml:trace contextRef="#ctx0" brushRef="#br0" timeOffset="3082">2321 364 8221,'-9'-7'73,"1"0"1,5-5 0,-3 1 322,2-1 0,3 3-277,1-2 0,1 7 0,5-2 0,4 0-53,4 1 0,7 0 0,2 5 0,4 0-226,6 0 1,-1 0 0,7 1 0,-1 3-1587,-1 1 1746,7 7 0,-3-3 0,6 8 0</inkml:trace>
  <inkml:trace contextRef="#ctx0" brushRef="#br0" timeOffset="3331">2798 411 8221,'-1'-10'-128,"-3"0"184,-1-2 1,-1 3 422,6-2 0,0 5-100,0-4-291,0 7 1,0 3 0,0 10-1,0 4 33,0 3 1,6 3 0,-1 1 0,0 0-202,3 3 0,-6-5 0,2 6 1,0-3-182,1-1 1,-3-4 0,4-1 0,-3 0-696,3-1 0,-5 2 956,4-2 0,4-6 0,0-2 0</inkml:trace>
  <inkml:trace contextRef="#ctx0" brushRef="#br0" timeOffset="3481">2878 269 8221,'0'-16'67,"-6"-5"0,0-1 484,-3 3 1,5 6-736,-1 3 0,5 7-393,5-3 0,4 12 577,7 4 0,0 4 0,0 2 0</inkml:trace>
  <inkml:trace contextRef="#ctx0" brushRef="#br0" timeOffset="4366">3133 443 7321,'0'-15'615,"0"-2"0,0 2 0,-2 0-485,-4 5 0,5 1-313,-5 4 1,2 3 12,-1-3 0,2 4 0,-6 2 77,2 4 0,0 4 1,3 8-1,-1 0 58,2 4 1,1-3-1,2 5 1,0-2 51,0 0 1,0 6 0,0-6 0,0 0-1,0 2 0,7-5 1,1 3-1,3-6 41,0-4 0,-1 2 0,7-8 0,-2-2 30,1-1 1,2-2 0,-1-2-1,1-3-39,-4-5 1,-3-5 0,0 0 0,-7-3-32,-2-4 1,-2 3-1,0-5 1,0-1-93,0 0 0,-12 4 0,-4-4 0,-1 2-196,-2 3 1,-2-1 0,1 4 0,0 3 75,2 0 1,3 5 0,-2 0-29,2 1 1,0 6 172,5 6 1,3 5-1,7 8 1,0-2 163,0 2 1,2-2 0,3 2-1,5 3-6,5 1 1,0 0-1,2-4 1,-2-2 20,2 1 1,4 0 0,-1-1-1,1-4 47,-4 0 1,-2-7 0,2 1 0,-2-3 23,2-2 1,-2 0 0,1 0 0,0-2-135,0-3 1,0-4-1,0-7 1,-2 0-76,-3 0 1,2-2 0,-4-1 0,2-2-67,-1 1 1,-6 3 0,3 0-1,-1 2-830,-1 0 2,0-2 781,-5 8 0,0 9 0,0 13 137,0 6 1,0-1-1,0 3 1,0-2 53,0 3 0,0-5 1,0 4-1,2-3-2,3-2 0,-3 2 0,3 1 68,-3 2 0,4 0 0,-2-4 67,0-2 0,-2-4 234,-2 0 0,1-8-249,5 2 0,-4-10 0,3-5-144,-3-5 0,0-2 0,2-2 0,0-3-99,0 3 0,3 0 1,-2-2-1,1 1-197,0 0 1,2-3-1,4 2 97,-2 2 1,-1 0-1,4 6 81,-3 2 1,1 5-1,5 6 90,0 0 0,-2 6 0,-2 5 0,-3 2 12,-1 4 1,2 0 0,-3 3-1,0 1-32,0-2 1,-2-1-1,-5-2 1,2 0-30,3 0 1,-3 0-1,4 0 1,-4-1-131,-2 2 0,0-7 0,0 0-330,0 3 0,-2-6 493,-4-2 0,4-3 0,-5-2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6:20.9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36 7437,'0'-10'835,"0"2"1,0 7-278,0-5-411,0 4-338,0-6-382,0 8 274,0 0 1,2 6 0,2 2 317,2 1 1,5-3 0,-3 4 10,2-2 1,1 3 0,5-3-59,-5 2 1,5-1-1,-4 3 1,1-4-39,-1 0 0,3-5 0,-3 9 42,4 2 0,1-1 0,0 1 0,1-4 20,-1-3 0,1 7 0,-1-4 0,1 1-13,-1 1 1,3-6-1,1 3 1,2-1-28,-1-4 1,-3 4 0,0 0 0,3-1 44,1 1 1,0 0-1,-5-4 1,-1 2-12,1-3 1,-1 5 0,1-2 0,-3 0 21,-3 2 1,3-6-1,-3 5-7,4 1 0,1-4 1,0 6-1,1-3-4,-1-3 0,1 4 1,-1 0-1,1 0 55,-1-1 0,1 1 0,-1-4 0,1 4-5,-1 1 1,1-5 0,-1 4 0,0-2-23,1 0 1,-1 1 0,1-3-1,1 4 14,5 2 1,-5-6 0,4 3-1,-3-1-24,-3 0 0,1 2 0,-1-4 0,1 2 33,-1-3 0,0 5 0,1-2 0,-1-2 6,1-2 0,-7 4 0,1-1 12,2-1 0,1 4 0,3 0-15,-1 2 0,1-7 0,-1 5-57,1 0 0,-7-6 1,-1 6-1,0-2 8,-1-1 1,-3 1 0,4-4 0,0 2-20,-1 2 0,-3 2 0,6-5 21,1 3 0,-5 2 1,0-4-1,-2 4 14,-1 1 1,9-3 11,-2 6 1,3-2-1,1 3-42,-5-1 1,5-6-1,-4 5 24,3 3 1,-3-4 0,-1-1 6,3-1 1,1 6-1,3-5 4,-1 1 0,1 4 0,-1-7 40,1 3 1,-7-6-1,1 4 1,2-3-45,1 1 0,-3 2 1,-1-4-1,3 2-40,2-2 0,-5 3 1,1-1-1,1-2 6,3-2 0,-4 4 0,-1 0 0,1 0 6,-2 1 1,5-5-1,-5 6 1,1-2 7,1 0 0,-6 5 1,6-3 18,1 2 0,-3-6 1,0 3-10,-3 1 0,1-6 0,-4 6 0,4-2 31,1-1 0,-3 1 0,4-4-12,-2 4 1,3-2 0,-3 6 75,2-3 0,-4 1-68,5-2-51,-7-4 1,6 8 23,-4-5-58,-4-3-273,5 6-1142,-7-8-256,0 0 1716,0-8 0,0-1 0,0-9 0</inkml:trace>
  <inkml:trace contextRef="#ctx0" brushRef="#br0" timeOffset="549">2114 927 8476,'-10'-8'13,"3"4"1,5-6 1466,-4 2-953,4-5 1,-6 3 4,8-7-595,0 7 43,0 2 1,6 16 0,2 4-36,1 3 0,-3 3 0,6-1 0,-1 1 19,-1-1 1,4 1-1,-6-1 1,1 0-54,5 1 0,-4-1 0,1 1 0,1-1-18,-2 1 1,-1-7 0,-5 1-1,4 2 29,2 1 0,-7-3 1,5-1 86,0 3 1,-6-4-1,4 1 60,-4 3 138,-2-6-9,0-1 0,-2-7-22,-4 0 1,-4 0-1,-7 0-255,-1 0 0,1 0 0,-1 0-75,1 0 0,-3 0 0,-1 0 0,-2 0-71,2 0 1,-5 2 0,3 2 0,0 4 64,-3 2 1,5-1-1,-6 5 1,2-4-145,3-2 0,9 3 0,1-3-1148,-1 2 1452,5-6 0,8 3 0,10-7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6:22.4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227 522 8295,'-9'-17'21,"1"5"0,6 2 801,-4 3 53,4-7-864,-6 12 1,8-4 99,0 12 0,0 6 0,0 9 0,0 2 74,0-1 1,2 3 0,2 0-1,2 2-14,-2 4 1,4 2 0,-3 2 0,1 0-61,2 0 1,-6 6 0,6 2 0,-2 1-127,-1 5 1,7-7 0,-6 1-1,0-2-20,1 0 0,-5-1 1,4-7-1,-4-4-54,-2-5 0,0 1 1,0-2 110,0-1 0,-8-11 1,-3-3 48,-5 0 1,-1-6-1,-1 3 1,1-5-120,-1-5 0,-1 1 0,-2-8 0,-3-1-46,3-3 1,2-3 0,3-3 0,2-3-216,3-2 1,1 4 0,-3-7 0,3 1-289,2 2 1,2-6 0,6 4 0,0-4-1344,0-2 1940,8 0 0,2 0 0,7 0 0</inkml:trace>
  <inkml:trace contextRef="#ctx0" brushRef="#br0" timeOffset="217">227 138 8295,'-17'-18'150,"5"-5"0,1 0 625,-3 2 1,4 3-1,1 4 14,1 3-1146,2 7 0,6-2-294,0 12 0,2 4 1,2 9-1070,2 4 1720,7-3 0,-3 5 0,7-8 0</inkml:trace>
  <inkml:trace contextRef="#ctx0" brushRef="#br0" timeOffset="484">559 505 8295,'0'-18'284,"2"3"1,2 1 709,2 2 1,0 1-363,-6-7 1,0 7-499,0-1 0,-2 8-1675,-4-2 410,4 4 1,-6 10 0,8 4 1130,0 3 0,8 11 0,2 1 0</inkml:trace>
  <inkml:trace contextRef="#ctx0" brushRef="#br0" timeOffset="666">542 836 8295,'0'10'2694,"0"-4"-2364,0-12 1,0 2 0,2-7 0,1-3-171,3-1 0,6 3 0,-4 0-474,1-1 1,1 3-1,4 0-909,-3 3 1,-5 1-977,6 6 2199,-8 0 0,11 7 0,-5 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6:39.3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302 508 8274,'0'-16'-95,"0"0"116,0 0 1,0 6-1,0-1 383,0-2 1,0-1-30,0-2 1,-2 2-321,-3 4 0,2 3 0,-8 7-171,-1 0 0,-2 0 0,-2 1 0,0 5-78,0 4 0,0 0 0,-1 0 1,-3 2 41,-1 2 1,0 8 0,5-1 0,2-2 135,3-1 1,-4-2 0,7 0 0,-1-1 48,4 2 0,3-7 1,2 1-1,0 1 24,0 2 1,2-3-1,3-3 1,6 1-23,3 0 0,2 0 1,1 2-1,3-4-35,1 0 0,2 0 1,-4 5-1,3-3-86,-3-2 0,-1 4 0,-2-4 0,-1 2-67,2 3 1,-7-3-1,-1 1 150,-2 3 1,-1-4 0,-8-1 0,-4 1 116,-5 0 1,-4-5-1,-5 2 1,-1 0-55,2-1 1,-4 1 0,1-6-1,1 1 0,-1 5 0,3-4 0,-2 2-96,4-2 1,1-2 0,2-2 0,1 0-394,2-4 1,9-1 428,-4 1 0,-3-3 0,0-6 0</inkml:trace>
  <inkml:trace contextRef="#ctx0" brushRef="#br0" timeOffset="500">302 858 8321,'15'-2'53,"-5"-4"0,-1 3 0,-4-7 0,4-3 57,0-1 1,3-8 0,-4 0-1,0-3-88,5-3 1,-4-2 0,-1-2 0,1-2 26,0-3 1,-3-3 0,2-10 0,1-1-81,0-2 1,-5 0-1,0 5 1,-2 3-67,-2 2 1,0 4-1,0 8 1,0 1 187,0 2 1,0 6 0,0 6 382,0 0 1,-2 7-325,-2 4 0,2 5 0,-4 5-226,5 5 0,1 5 0,0 1 0,0 2 20,0 3 1,0-2-1,0 9 1,0 4 171,0 3 0,5 3 0,1-5 1,2 3-75,-1 0 1,4 7 0,-5-4-1,3-1-22,4 2 1,-7-1 0,2-5 0,-3 4-146,1-3 1,4-3-1,-5-4 1,-1-3-567,-2-2 0,-2-2-274,0-5 1,1-1 964,5-5 0,-4-10 0,5-9 0</inkml:trace>
  <inkml:trace contextRef="#ctx0" brushRef="#br0" timeOffset="715">398 270 8384,'-9'-17'1055,"1"7"-430,2-1 1,4 6-405,-3-5 0,5 6 0,5-1-256,5 3 1,7 2-1,2 0 1,3 0-361,-3 0 1,4 0 0,-1 0 0,2 0-462,-1 0 1,3 2 855,-5 3 0,7 3 0,-3 9 0</inkml:trace>
  <inkml:trace contextRef="#ctx0" brushRef="#br0" timeOffset="1448">652 762 8384,'0'16'2,"0"0"1,0-5-1,-2-3 367,-3-1 1,4 6 388,-5-3 0,3-3-221,-3-1 0,4-6-427,-3-6 1,3-3-1,2-6 1,0-1-251,0 0 0,0-5 0,0-2 0,0-2-340,0-3 0,5 3 1,3-1-1,-1-1-5,0 3 0,3-5 0,-2 7 0,-1 2 157,0-3 1,0 5-1,-4-3 169,3 3 550,-1 2-22,-5 8-343,0 0 0,-5 16 4,-1 2 0,3 4 94,8 2 1,-1-5 0,7-2 116,0-3 1,4 5-237,0-5 0,2 5 0,-2 0 1,-4 2-1,-3-1 1,0-1 43,-5 2 0,5 0 1,-3 4-1,-1-2 21,-2 1 1,-2 0-1,4 1 1,2 3 112,-3 1 0,-1 0 1,-2-3-1,2 2-71,3 0 1,-3-3-1,4-7 1,2 3-18,3 0 1,-2-4 0,1-3 0,3-4-38,0-2 1,4 0-1,-2-2 1,1-4-80,0-4 0,5-4 1,1-3-1,-3-4-145,-2 1 1,-2-7 0,-3 4 0,-3-2-74,-2-3 1,4-1 0,-6 1-1,-2 2 18,-1-2 0,-2 5 0,0 2 1,0 3 56,0 2 0,-2 2 118,-3 4 1,-4 2 0,-7 8 120,1 0 1,4 2-1,2 4 1,2 4 18,3 4 1,-3 2-1,2 2 1,1 1 15,3 2 0,-1 5 1,-1-2-1,-3-1-58,3 0 0,1-1 0,2-2 0,2 1-34,3-2 1,-1 5 0,6-3-206,2-2 0,2-1 0,3-4-697,-2-3 884,1-5 0,0-6 0,0 0 0</inkml:trace>
  <inkml:trace contextRef="#ctx0" brushRef="#br0" timeOffset="1949">1273 508 8384,'4'-11'-29,"2"0"1,1 8 0,-3-4 42,1 0 1,5 3 0,-3-5-102,3 3 0,-5 0 0,3 5 106,-1-5 1,1 4-78,-3-3 1,-3 5-1,3 5 26,-4 6 1,-2 3 0,-4 2-1,-4 0-58,0 0 0,-10 0 0,2 0 1,0-1 51,0 2 0,0 4 0,2 0 0,0-1 62,4-3 0,0-2 0,3 2 0,1-2 137,1 2 1,0-7-1,6 1-73,0 1 0,6-5 0,5 0 0,4-1-40,0-1 0,6 0 0,1-5 0,-3 0-77,-1 0 0,-2 0 0,0 0 0,0 2-84,-1 3 1,-4-3 0,-2 5 0,-2 0 1,-2-3-1,-5 6 86,0 3 0,-5-4 0,-2 1 0,-2 1 27,-3-2 0,-2 3 1,-2-7-1,0 1-73,0 1 1,0-4-1,1 6-199,-2-2 0,2 4 1,-2-7 270,2 0 0,-1-2 0,0-2 0</inkml:trace>
  <inkml:trace contextRef="#ctx0" brushRef="#br0" timeOffset="2548">1559 508 8384,'0'-11'173,"0"0"368,7 1-689,-5-6-115,4 8 0,-12 0 140,-5 8 1,-4 2-1,2 4 1,0 2 30,3 1 1,1 5 0,-4-5-1,5 2 102,0 0 1,1-3 0,4 4 0,-3-2 159,3 3 0,2 2 0,1 0-29,0 2 0,0-7 0,0 1 1,0 0-51,0 4 0,1-4 0,2-1 0,4 1-40,2-2 1,2 5 0,5-3-60,-1 2 0,2 2 1,-2-3-1,0-1-120,-4 1 1,2-4 0,-4 3 70,1 1 0,1 3 1,-5 0-1,-3 2 1,-1-6 0,-4-1 103,-3 2 1,-4-4 0,-7-2 0,0-1 93,1 1 1,-2-1 0,2-5-1,-2 0 114,2 0 0,4 0 1,1 0-89,-3 0 1,0 0-1,-2-1-426,4-5-696,5 4 955,6-11 0,0 11 0,0-5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7:04.4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226 380 8401,'0'-15'297,"0"2"0,0 3 343,0 1 1,0 4-409,0-4 0,0 4-310,0-4 59,0 6 1,-1-2 0,-2 10-1,-2 3-26,1 5 1,3 3 0,1 2 0,0 2 123,0 2 1,0 1 0,0 5-1,0 2-24,0 3 1,1-3 0,3 3-1,1-5-15,-2-5 0,-2 4 1,-1-4-1,0-1-254,0-4 1,5-2 0,-1-2-1404,0 0-301,4 0 1918,-7-6 0,6-8 0,-1-8 0,1-6 0</inkml:trace>
  <inkml:trace contextRef="#ctx0" brushRef="#br0" timeOffset="450">57 253 8401,'-8'-6'94,"-5"-2"0,4-6 495,-3-1 0,3 6 710,5 0-1106,2 5 1,10-2-1,5 6-157,4 0 0,3 0 1,0 0-1,5 2-62,5 2 0,2 3 0,4 3 0,0 0-37,0 1 1,1 2 0,1 3 0,0 1-25,1 1 1,1 7 0,-3-3 0,-4 2-36,-3 0 1,-8-1 0,-3 6-1,-5-1 8,-4 0 1,-4 1 0,-8-2 0,-2 1 106,-6 1 1,-4-3 0,-5-2 0,-3-3 17,0-1 1,-4-5 0,2 5 0,-1-5 14,2-1 0,-4-1 0,4-2 0,0-2 7,-1 2 0,8-4 0,-5-3 0,2-3-62,0-1 1,1 0 0,3-1 0,1-2-136,0-1 0,0-6 0,1 3 0,3 1-344,0 0 1,7-5-231,-2 1 0,4 3 144,1-3 0,6 5 594,3-4 0,4 6 0,1-3 0</inkml:trace>
  <inkml:trace contextRef="#ctx0" brushRef="#br0" timeOffset="801">834 634 8401,'0'-14'41,"0"0"261,0 0 0,0-1 0,0 2 26,0-2 0,0 1 0,0 1 406,0-2-654,0 1-223,0 0 1,0 12 0,0 7 202,0 6 0,0 8 0,0-1 1,0 1 33,0 2 0,4-1 0,1 5 0,-1-3-60,3-2 0,-6 1 0,6-4 0,-2 2-193,-1-1 1,1-3-1,-4-1-685,4 0 1,-3 0-1643,3 1 2486,-4-7 0,-1-3 0,0-17 0,0-4 0</inkml:trace>
  <inkml:trace contextRef="#ctx0" brushRef="#br0" timeOffset="981">876 323 8401,'-8'-13'365,"-5"-7"0,5 2 837,1 1 0,-4 5-1010,6 3-764,0 6 0,7 3 1,3 9-1,4 4-583,3 1 0,3 2 1155,-1 3 0,0 2 0,0 8 0</inkml:trace>
  <inkml:trace contextRef="#ctx0" brushRef="#br0" timeOffset="1715">1087 775 9574,'0'-14'1354,"0"5"-926,0-1 1,-1 2-1,-2-2-429,-1 0 1,-1 1-1,5-6 1,0 2-264,0-2 0,0 1 1,0-2-1,0-1-233,0-1 1,0-3-1,1 4 1,3-2 184,0 1 0,5 3 0,-2 1 1,-1 0 292,0 0 1,4-1 0,-4 3 412,1 3 225,-3 2-532,2 7 0,-4 0 1,1 2 123,2 3 0,-1-2 1,-3 5-80,4-2 1,-3 0 0,4-3-181,1 2 0,-4 4 0,6-3-107,2 3 0,-4-5 0,-2 4 0,0 0 105,0 0 0,6 0 0,-3 2 0,1 0 56,1 1 0,-6 2 1,4 0-1,0 2 170,0-1 1,-4 0 0,5 0 0,-1 0 7,-1 0 0,-2 1 0,3-2 0,0 2 149,-1-1 0,-2 0-166,5 0 1,-5-2-23,4-2 1,0-4-1,3-7-138,-2-4 0,3 2 0,-4-6 0,4-3-196,1 0 0,0-7 1,0 0-1,0 1-57,0-3 1,-1 5 0,-2-4 0,-2 1 34,2 0 0,-5 1 1,-1 2-1,-3-2 19,-2 0 1,0-1 0,0 5 273,0 0 1,-2 6 64,-3 3 0,-3 3-114,-6 2 0,2 2 0,1 3 24,1 5 1,5 2 0,-2 2-1,1 0 181,2 1 1,3-2 0,1 3-1,0 1-142,0 2 1,0 0 0,0-5-1,0 0-66,0 0 1,1-5 0,4 1-166,5 1 1,2 0-1,4 0 1,1-4-142,2 0 1,4-2 0,-2-5 0,0 0-645,-1 0 0,5 0 0,-3 0 920,0 0 0,4-13 0,-4-3 0</inkml:trace>
  <inkml:trace contextRef="#ctx0" brushRef="#br0" timeOffset="2348">1921 549 8401,'6'-14'260,"-5"1"430,4-2 0,-3 1-250,-2 0 1,0 4-430,0 1 1,-2 4 0,-3-3-296,-4 2 1,-3 2 0,-2 4-75,-1 0 1,1 4 0,2 2 0,1 2 197,1 4 0,2 0 1,-1 2-1,3 2 134,-1 2 0,6 0 0,-4 4 0,3 0 110,2-1 0,2-4 1,1 4-1,4-2 51,1 0 1,2 0 0,8-5 0,1-1 46,-2-4 1,4 2-1,4-6 1,1-3-93,2 0 0,5-9 1,2-6-1,0-6-76,-1-3 0,-1-1 0,-5-6 0,0 1-26,1 0 1,-3-5 0,-2 0-1,-6 0 3,-2-2 0,-2-1 0,-1-6 0,-2-1 44,-2 1 0,-5 0 1,0 1-1,-3 4 55,-1 3 1,-1 1 0,-2 5-1,-3 6 409,-2 5 1,3 3 16,-4 0 0,4 6-474,-5 3 1,7 10 0,-2 5-1,4 2-112,1 2 0,0 5 1,0 3-1,0 3 106,0 5 0,0 3 0,0 0 0,0 4 21,0 4 1,5 6-1,1 0 1,0-2-140,1 0 1,2-3 0,-3 0 0,1 1-194,-1-1 0,3-6 0,-2-3 0,-1-4-742,1-6 0,-3-3 6,-4-6 1,0-7 1010,0-7 0,0-13 0,0-9 0</inkml:trace>
  <inkml:trace contextRef="#ctx0" brushRef="#br0" timeOffset="2532">2147 323 8401,'-10'-13'1671,"1"-2"901,6 1-2428,-4 0 0,15 6 0,6 4 0,8 2-362,5 2 1,1 0 0,2 0-1,1 0-720,3 0 0,3 2 0,-2 1 938,1 1 0,1 7 0,6-3 0</inkml:trace>
  <inkml:trace contextRef="#ctx0" brushRef="#br0" timeOffset="2765">2599 408 8401,'-10'-1'948,"1"-4"0,6 2 387,-2-6-1266,3 5 1,2 0 0,0 8-124,0 5 1,5 4 0,2 3 0,0 1-80,4 2 0,-3 6 1,0-3-1,-2 1-198,-3 1 0,4-5 1,-3 3-1,-1 0-208,-1 0 1,3-5 0,-1 2-638,0-4 1176,-3-6 0,-1 3 0,0-4 0</inkml:trace>
  <inkml:trace contextRef="#ctx0" brushRef="#br0" timeOffset="2931">2669 267 8611,'-2'-22'0,"-1"3"1015,-1 3 0,-1 2 846,5 0-1638,0 0 1,2 6 0,2 3 0,6 5-1268,3 5 1,-5 3 1043,2 6 0,0 7 0,4 1 0</inkml:trace>
  <inkml:trace contextRef="#ctx0" brushRef="#br0" timeOffset="3833">2895 507 8401,'0'-14'179,"0"5"0,0-1 142,0-1 0,0 3-593,0-1 136,0 5 1,0 0-1,0 8 219,0 6 0,-1 3 1,-2 1-1,-2 0-19,1 0 0,3 5 0,1 0 0,-2-2 75,-3-2 1,4 0 0,-3-1 0,2 0 115,2 0 1,2 0 0,2 0-77,5 1 1,4-8-1,1-2 1,1-4 28,-2-1 0,1-1 1,1-4-1,-2-4-94,2-4 0,-6-2 1,1-3-1,-1-2-122,-1-2 0,-2 3 0,-6-4 0,0 0-153,0 0 0,-2-4 1,-2 5-1,-5-1-97,-4-1 0,-3 7 0,-1 0 0,-2 5-150,2 2 0,2 7 0,0-2 0,1 3 155,0 2 0,4 2 0,3 3 1,-1 4 182,0 3 1,4 3 0,0-1 0,3 2 186,1 3 0,5-2 0,5 5 0,3-2 98,1-3 0,0 4 1,2-2-1,1-2-16,2-2 0,0-2 0,-4-3 0,3-4 41,0 0 1,3-4 0,-4 3-1,2-5-127,-2-5 0,-1 1 1,0-5-1,1-3-81,2-5 1,-2 0 0,-6-1-1,-2 1-59,2-3 0,0 5 1,0-3-1,-3 1-321,-2 4 0,1 0 0,-4 2-1199,2 1 1342,-1 7 0,-4 3 0,0 10 182,0 2 0,-4 4 0,-1 1 0,2 2 132,1-1 1,2 2 0,0-2 0,0 0 59,0-2 0,2-3 0,1 2 0,2-1 116,-2 0 1,-2-5-1,1-1 1333,2-1-1234,-2-3 1,9-5-1,-6-4 1,-2-5-272,-1-2 1,2-2 0,1 0 0,0-2-208,1-3 0,0 4 1,5-5-1,-1 5-213,0 1 0,3 0 0,-1 0 0,0-1-39,-3 2 1,0 3 0,6 2 0,-2 2 146,2 3 1,-1 1-1,0 4 148,0 3 1,1 2-1,-3 8 1,-3-2 153,-4 2 1,1 4-1,-1 1 1,0 0 68,1 1 0,-4 2 0,3-4 0,0-2-30,0-1 1,2-2 0,-4 0 0,2 0 36,-3 1 1,1-8 0,2-2-194,5-4 1,-3-1-1,3 0 1,1 0-488,1 0 0,3-4 0,0-2 0,2-2 501,3-3 0,-2-2 0,-4-1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7:12.6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58 509 8293,'0'-10'-70,"0"1"0,0 4 265,0-5 1,0 6-169,0-5-202,0 5 1,-2 0 172,-3 8 1,4 5 0,-6 4 0,2 3 26,0 3 0,-4-2 0,5 5 1,0 0 13,3 0 0,1 0 1,0 3-1,0-3 6,0-2 0,5 0 0,1-7 0,1 2 2,5-1 1,-4-1-1,1-4 1,2-5 12,2-2 1,1-2-1,-1-2 1,2-2-27,-1-5 0,-5-6 1,1-2-1,-1-3-21,-1-3 1,3 0 0,-7-4-1,0 2-90,-3 2 1,-1-1 0,-1-4 0,-4 1-18,-4 4 1,-4-2-1,-1 6 1,0 1 25,0 3 1,-1 0 0,2 3 0,-1 3-33,-1 4 1,2-1 37,-2 1 0,3 7 0,1 7 72,1 4 0,7 0 1,-1 2 40,2-1 0,7 0 1,1 0-1,2-1 24,3-4 1,1 2 0,4-4 0,1-1 3,2 0 0,1-1 0,-2-4 0,2 2-34,2 2 0,1-1 0,6-9 0,-1-5-63,0-2 0,5-3 1,0 0-1,-2-4-48,-1-5 0,-2-3 1,1-1-1,-1 1 14,0-2 1,-1 1-1,-4 0 1,-6-1 24,-5 1 1,-1 1 0,-7 2 0,-1 4 16,-1-1 1,-2 4 0,-2 4 0,-1 0 104,-1 0 0,-7 1 0,1 4-45,-2 4 1,-3-1 0,2 1-32,-2 2 0,6 1 0,1 4 0,0 1 10,1 2 0,-1 6 0,-4 0 0,5 5 128,1 2 1,-1 3 0,4-3 0,-2 6 27,3 3 0,-5 5 0,2 3 0,2 2 73,1 1 0,2 4 0,2 4 1,3 3-80,5 1 0,-3 2 0,4 6 0,3 0-27,4-1 0,0 2 1,-4-9-1,2 2-131,3 0 1,-4-3 0,3-1 0,-6-6-87,-2 0 1,-7-8 0,2 0 0,-3 0-149,-2-2 0,0-1 1,-2-7-1,-3-5-83,-5-3 0,-2-2 0,-2 0 0,0 0 94,-1 0 0,2-6 0,-2-4 0,1 0-70,0 0 1,5-2-1,-1 3 1,0-5-192,-3-5 1,3-3 462,1-6 0,-1-6 0,-3-2 0</inkml:trace>
  <inkml:trace contextRef="#ctx0" brushRef="#br0" timeOffset="198">325 989 8410,'-5'-16'0,"-4"-1"347,1-2 0,-2 1 0,5 3 32,2 1 1,1 0-1,4 0-107,3-1 1,-2 6-1,6 1 1,2 2-137,1 3 0,8-3 1,0 1-1,2 2-246,3 1 1,-3 2-1,1 0 1,2 0-547,2 0 0,1 0 0,0 0 0,1 0 656,-1 0 0,0 7 0,1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7:16.002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0 544 9979,'8'-2'-418,"-3"-3"0,-3 2 807,-2-6 0,0 4-117,0-5 1,0 6-325,0-5-847,0 5 745,0-2 1,0 12 0,-2 3 108,-3 4 0,3 3 0,-2 1 0,2 2-58,2-2 0,0 4 0,2-1 1,1 0 37,2 1 1,4-2-1,-3-5 1,2 0 88,3 0 1,-3 0 0,1 0 0,3-2 67,0-2 1,2-3-1,0-7 1,0 0 63,0 0 1,0-5 0,1-2-1,-1 0-38,0-4 1,0-6-1,-1-3 1,-3 2-48,0-2 0,-2 2 1,3-4-1,-3 2-81,-2 3 0,3-4 1,-4 2-1,-2 2-61,-1 1 0,3-3 0,-1 1 31,0 1 0,-4 5 22,0 3-120,0 6 0,0-3 1,-4 8 8,0 2 1,-1-1 0,5 6 0,-2 1 113,-3-3 0,4 6 1,-3-4-1,2 6-4,2 3 0,0-1 1,0 3-1,0-2 15,0 1 0,2 2 1,0-4-1,5 3 28,1 2 0,-4-4 0,5 0 1,3-2 10,0-2 0,2 0 1,0-1-1,2-2 27,3-2 0,-4-6 0,5 2 0,-5-3 16,0-2 1,-2-7 0,2-2 0,-1-3-93,-1-3 1,2-3 0,-3-1-1,-1 1-158,-1 3 1,-6-1 0,4-1 0,0-2-254,0 2 0,-5 6 0,2 1-309,-4 0 733,-1-3 0,-6 5 0,-2 2 1</inkml:trace>
  <inkml:trace contextRef="#ctx0" brushRef="#br0" timeOffset="681">537 544 9979,'0'-15'-261,"0"6"1,0-1 393,0 0 1,0 2-1,0-2-74,0 0 1,1 1-181,4 0 1,3 2 26,6-3 1,0 3-1,0 7 36,0 0 0,1 7 1,-1 3 24,0 2 1,-5 2 0,-1 2 0,0 1-61,-1 2 0,-3 4 1,0-2-1,-2 0 44,-2 4 1,0-3 0,0 1 0,0-3 6,0-3 1,0 3 0,0 0 22,0-3 0,-2-6 221,-2-2 1,0-6 0,-3 0 0,1-6-40,2-7 0,-2-2 0,1-2 1,3-2-140,0-2 1,2 0 0,0-5 0,0-1-25,0 2 0,0 1 0,0 3 0,0-1 20,0 2 0,4-3 0,3 2 0,-1 4-28,1 3 0,3 4 1,-2-5-1,2 4-36,-1 2 0,0 2 0,5 4 47,1 0 0,-2 6 0,2 3 1,-1 4-41,0 1 1,0 0-1,1 2 1,-2 1 38,2 2 0,-1 1 1,-1-3-1,-3 2 27,0-1 0,-7-3 1,2 0-1,-4-2 8,-1 2 0,0-1 1,0 0-238,0 0 0,0 0-455,0 0 1,-1-6 43,-4-4 1,5-4 600,0-4 0,6-4 0,8-6 0</inkml:trace>
  <inkml:trace contextRef="#ctx0" brushRef="#br0" timeOffset="931">1059 557 9230,'-10'-4'0,"3"-2"-18,1-2 1,1 3 0,3-2 1023,-3 0 1,4 1-553,-3 1-558,2 3 0,2-3 1,0 10-40,0 5 0,2 2 0,1 3 0,3-2 123,2 2 1,-3 3-1,3 3 1,-3 0-77,-1-1 1,2 3 0,-1-2 0,0-1-71,0 1 1,-3-3 0,3-4 0,-2 1-518,2-2 0,-3-3 0,3-2-681,2-2 1406,-6-1 0,6-12 1,-7 0-1</inkml:trace>
  <inkml:trace contextRef="#ctx0" brushRef="#br0" timeOffset="1080">1144 332 9979,'-5'-15'143,"0"1"1,-4 5 0,5 0 595,0-3-1068,-4 6 0,8 0 1,0 6-1689,8 0 2022,-1 6 1,11 2 0,-2 7 0</inkml:trace>
  <inkml:trace contextRef="#ctx0" brushRef="#br0" timeOffset="1366">1356 275 9995,'-7'-22'-3,"6"2"1,-4 5 1263,3 2-731,2 5-770,0 1 0,0 19 0,0 1 201,0 3 0,0 6 1,0 2-1,0 2 76,0 3 0,5 1 1,0 1-1,0 3-9,1 2 1,-3 2 0,5 3 0,-2-2-92,-2-1 0,4-5 0,-1 2 1,3-1-145,-1-8 0,-1 1 0,3-9 0,-3-5-220,-2-1 0,5-10 1,-1 3-1,2-5-413,2-5 0,-1-2 858,-4-8 1,10-11-1,-4-4 1</inkml:trace>
  <inkml:trace contextRef="#ctx0" brushRef="#br0" timeOffset="1548">1313 487 9979,'-9'0'0,"-1"-2"677,0-3 0,2 0-43,-2-5 1,9 4-1,1 4-714,8-3 0,10 4 0,6-3 0,4 2-280,5 2 0,-1-5 0,5 0 0,2 2-54,2 1 0,8 2 420,3 0 0,-4-6 1,1-1-1</inkml:trace>
  <inkml:trace contextRef="#ctx0" brushRef="#br0" timeOffset="2131">2090 529 9979,'0'-14'274,"0"0"0,2 2 0,1 0-235,2 3 1,0 6 0,-1-3-208,1-1 0,6 6-15,-2-3 1,2 4 0,0 4 0,-3 5-22,-2 4 1,4 1 0,-5 1-1,2 3 147,-1 1 1,1 6-1,-4-2 1,1 4 60,-1 1 0,-1-4 0,-2-1 0,0 1 50,0-2 1,0-2 0,0-6 0,0 1 741,0-2-345,0-5 1,0-3-1,-2-10-321,-2-4 1,2-5 0,-2-5 0,2-5-154,2-2 1,0 2 0,0 1 0,2-2-4,2-2 0,-1 3 1,7 1-1,0 0-110,-3 1 1,6 1 0,-4 7 0,4 0 10,0 0 0,2 2 0,-1 2 0,0 5 56,0 3 0,1 2 0,-2 0 0,2 2 11,-1 3 1,0 3-1,0 7 1,0 2 65,0 3 1,-1 5 0,-2-3 0,-3 1 11,-2 0 1,3 1 0,-4 3 0,-2-4 14,-1-4 1,-2 2 0,0-3 0,0-1 6,0-1 0,0-6-128,0-1 1,-2-6-350,-3 2 0,4-5 1,-4-5 394,3-5 1,-3-8-1,-4-4 1</inkml:trace>
  <inkml:trace contextRef="#ctx0" brushRef="#br0" timeOffset="2881">2669 544 9979,'0'-15'79,"0"1"0,0 5 0,0 0 219,0-3 0,0 0-161,0-2 1,2 6-383,2 4 1,0 2-48,5 2 1,-6 2 0,2 2 67,-4 5 0,-1 4 0,0 1 0,0 1 122,0 5 1,5-3 0,0 6 0,-3 1 77,0-3 0,-2 6 0,0-4 1,2 0 49,3 1 1,-4-7 0,4 1-1,-2-2 93,2-2 1,-2-1 137,6-3 1,-4-5 0,5-6-137,0-3 1,-3-4 0,-2-9 0,-4 1-101,-1-3 0,0-5 0,0 3 0,0 0-74,0-4 1,0 3 0,0-2-1,-1 1-212,-4 1 1,1-3 0,-5 6-1,0 0 86,1-1 1,-4 5-1,2 0 1,-1 3 90,2 2 1,-4 4 0,4 1 129,-4 3 1,-1 2 0,1 2 44,4 3 1,1 3 0,5 5 0,-2 2-60,2-1 0,1 0 1,2 0-1,2 0 28,3 0 0,3 0 0,6-1 0,0-2 39,0-2 0,0-1 1,2 2-1,1-6 96,2-2 1,5-2 0,-4 0 0,0-2-28,0-2 0,5-4 0,-2-7 0,1 0-193,-1-4 1,-6 2-1,3-7 1,-2 1-160,-4 1 0,3-5 1,-9 5-1,0-1-274,-3-1 0,-4 7 0,-2-2 77,-4 4 1,-3 7 0,-6 3 471,-1 3 1,2 2 125,-2 0 1,6 5 0,1 1 0,2 2 46,2 3 0,3-3 0,1 1-145,0 2 0,5-3 0,1 1 0,2 1-68,3-2 0,2 4 1,0-4-65,2 0 1,-1 5 0,0-4 0,0 2 53,1-2 1,-2 4 0,1-4-1,-1 4-18,-3 1 0,0 1 0,-3 3 1,-1 1-9,1-2 0,2 0 1,-5 0-1,0 2-99,-3-1 1,-1-3-1,0 0-453,0-2 0,2 0 0,1-2 554,1-1 0,7-7 1,-2 3-1</inkml:trace>
  <inkml:trace contextRef="#ctx0" brushRef="#br0" timeOffset="3580">3361 501 9979,'-5'-9'-163,"0"-1"1,1 5-1,4-4 209,0-2 0,0 3 0,0-1 241,0-2 0,6 4-298,4 3 1,-3 3-46,3 1 0,-5 1 1,3 3-1,-1 6-107,1 3 0,-5 1 1,2 2-1,-3 1 50,-2 1 0,4 7 0,1-3 0,-2 1 53,-2-4 0,-1 1 0,0-2 0,0 0 137,0-3 0,0 0 0,0-1 787,0 0-374,0-6 1,0-8-1,0-11-458,0-7 1,0 1-1,0-6 1,2-1-201,3 3 0,-2-6 0,4 3 0,2-1-56,-1 1 1,0-1 0,2 6 0,0 3 52,0-1 1,-2 5 0,2 1-13,1 1 0,2 8 0,-1-1 97,-3 6 1,3 6 0,-7 8 0,2 4 97,-1 0 1,1-2-1,-5 5 1,3-1-25,-2 0 1,-1 3 0,-2-4 0,0 2 75,0-1 0,2-6 1,1 2-1,2-2 153,-2 2 1,-1-8 268,-2 3 1,0-11-166,0-3 0,0-3 0,0-9 0,0-4-234,0 0 0,0-5 1,1-1-1,2-2-200,1 0 0,3 1 1,-4-4-1,4 2-62,0 1 0,-2 7 1,4-3-1,0 1 64,-1 0 1,5 2 0,-5 6-1,1 3 128,1 2 0,-1 0 0,5 2 0,0 0-3,1 0 0,-6 9 1,0 5-1,3 2 21,0 3 0,1 0 0,-3 2 1,-2 4-27,-1 1 1,2-4 0,-4 6 0,-2-1-31,-2 0 1,4 2 0,0-6 0,-2-1-53,-2 2 1,-1-3 0,0 1-233,0-2 1,-1-8-326,-3-4 0,2-4-620,-3-4 1220,3-4 1,9-13-1,0-1 1</inkml:trace>
  <inkml:trace contextRef="#ctx0" brushRef="#br1" timeOffset="4297">4152 529 8252,'5'-9'1541,"-1"-1"1,2 6-1309,-1-5 1,-3 4 0,4-3 0,-1 0-211,-1 0 1,1 3-668,-5-4 1,0 4-38,0-4 1,-2 1 125,-3-2 0,3 5 0,-8 5 452,-1 0 0,-1 4 1,-3 2-1,3 2 154,2 4 0,-2 0 1,3 2-1,-3 0 110,3 0 1,-4 5 0,6 0-1,-2-2 10,-1-1 0,7-2 0,-3 0 0,1 0 109,0 0 1,0-5-141,5 1 1,7-8 0,3-4-395,2-11 1,2-1 0,0-4-1,0 2-27,0 2 0,0-1 1,1 2-1,-2-2 32,2 1 1,-6 5-1,0 1 0,3 2 0,-5 1 334,3 5 1,-2 6-1,1 3 1,-4 4 239,-4 1 0,4 5 1,2 2-1,-2-1 0,2 0 0,2-1 1,-2-5-1,0 2-18,4 3 0,-2-9 1,-1 3-1,2-3-94,-2-3 0,4-3 1,-2 0-1,2-4-36,3-4 1,-6 0-1,0-6 1,3-5-74,0-2 0,1-8 0,-3 2 0,0-4-99,0-1 1,-3-2-1,-1-3 1,-1-4-334,0-5 0,-1 0 0,-4-2 1,0-1-188,0-2 0,-6 0 0,-2 4 1,-1 2-21,0 3 1,1 9-1,-4 7 433,3 2 1,0 9 81,-5 11 0,6 7 0,1 11 0,3 2 205,0 2 1,-1 3 0,5 7 0,0 2 260,0 2 1,0 2 0,1 4 0,3 0-26,0 1 0,2-1 0,-1-1 0,5-2-98,2-1 1,2-5-1,0 3 1,1-1-262,-2-4 1,6-6-1,1-3 1,3-2-416,2-3 0,0-5 0,0-4 1,-2-2-2518,2-4 2870,2 0 0,1 5 0,1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7:22.1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58 368 8051,'7'-10'288,"-2"1"-214,3 6 1,-8-3-216,0 6 0,-2 0 0,-6 1 127,2 4 1,0-2 0,3 6 0,-4 3-8,-1 0 0,6 2 0,-3 0 0,3 1 33,2-2 0,0 2 1,0-1-1,0-1 34,0 2 0,0-1 1,2 0-1,3-2-4,4-2 1,-1 1 0,1-6-1,2-2-20,2-2 0,1-1 0,0 0 0,0 0-7,0 0 0,5-5 0,0-5 0,-4-5-18,-4-3 0,2 2 0,-5-5 0,1 3 13,1-1 1,-8-1 0,3 2 0,-3 0-9,-2 1 0,-2-4 0,-3 2 0,-3 2-2,-5 1 0,-6 2 1,0 1-1,2 3-71,1 0 0,1 7 0,-3-1 1,-1 2-145,3 2 1,-1 0 0,4 2-101,-2 2 1,3 4 0,1 6 43,1 0 1,7 0 0,-1 0 270,2 0 0,2 1 0,0-1 0,0 0 0</inkml:trace>
  <inkml:trace contextRef="#ctx0" brushRef="#br0" timeOffset="383">537 85 8187,'0'-14'110,"0"1"1,-1-2 444,-4 1 0,2 1-316,-7 4 1,6 3 0,-5 6-172,-3 0 0,4 2 0,-1 1 0,-2 3-62,-1 2 0,-1 1 0,3 7 0,0 1 88,-1 2 1,3 4 0,0-2 0,2 2 95,2 7 1,-1 0 0,0 6 0,2 0-44,1 0 1,4 3-1,3 7 1,2 3-171,1 1 0,9-3 1,-3 3-1,3-2-6,4-2 0,-5 3 1,4-2-1,-1-3-109,0-5 1,0 0 0,-6-4 0,0 0-155,-3-2 1,-4 1 0,-6-8 0,0-1-287,0-1 0,-2-6 1,-2 0 64,-6-2 0,-3-3 0,-2-5 1,-2-3 512,-2-3 0,0-2 0,5-7 0,0 0 0</inkml:trace>
  <inkml:trace contextRef="#ctx0" brushRef="#br0" timeOffset="580">255 763 8382,'-12'-6'0,"0"-4"891,3-2 0,6-2-135,-2 0 1,4 4 0,2 3-792,4 0 1,7-2-1,9 2 1,0 2-411,5-2 0,0-3 0,4 6 0,2 0-39,1-3 1,2 4-1,-3-7 1,4 1 483,1 1 0,3-10 0,-3 1 0</inkml:trace>
  <inkml:trace contextRef="#ctx0" brushRef="#br0" timeOffset="1230">1201 354 8344,'8'-14'218,"-2"4"0,-6 1 120,0-2 1,0 3 0,2 1 261,3 0-760,-4-4-36,5 3 0,-7 0 0,-3 5-8,0 6 1,-7 5-1,1 6 1,-2 0 98,-2 0 1,0 0-1,-1 2 1,3 1 114,2 2 1,0 0 0,3-5 0,1 1 15,0-2 1,1 2 0,5-1 16,0-1 0,2 0 0,2-1 0,6-5-35,2-1 1,7 4 0,0-4 0,0 2-73,2 3 0,-4-3 0,4 1 0,0 1 33,-4-3 0,-1 6 0,-2-3 36,0 2 0,-6 3 0,-5-2 207,-6 2 0,0-3 0,-8-1 0,-3-3 43,-4-2 1,-5 4 0,2-5 0,1-3-96,0 0 1,-3-2 0,2 0 0,0 0-317,1 0 1,1 0 0,5-2-275,0-2 1,1 1 0,3-5-151,0 1 0,8 1 0,2 3-948,9-2 1528,3-6 0,8 4 0,2-8 0</inkml:trace>
  <inkml:trace contextRef="#ctx0" brushRef="#br0" timeOffset="2065">1342 552 8431,'0'-15'326,"0"1"1,0 0 0,0 0 352,0-1 1,2 2-291,3-1 1,-2-1-500,6 2 1,-4 0-365,5 3-106,-7 4 1,7 8 396,-5 2 0,0 4 1,-3 7-1,1-2 96,1 2 1,6 0-1,-4 2 1,1 4 42,-2 1 0,5-3 0,-4 3 0,1-2 204,-2-2 0,5-3 0,-3 0 0,-2-2 129,2 2 0,4-3 1,-4-1 144,1-2 0,1-6 0,-6 1-271,2-8 1,4-4 0,-5-5 0,1-1-183,2-1 0,-4-3 0,4-3 0,1-1-246,0-3 1,-4 3-1,4 0 1,1 0 8,-1 0 0,-4 5 1,4-2-302,-2 4 228,5 0 1,-10 9 400,4 6 1,-3 6 0,-2 9-1,0 0 61,0 4 1,5-3 0,0 4-1,-1-1-16,2 0 0,-3 0 0,5-6 0,0 2 23,0-1 1,-3 0-1,4 0-25,2 1 0,-3-8 1,2-2-43,0-4 0,-2-2 1,2-6-82,0-7 1,2-2 0,-2-6 0,-2 1-128,-1-1 0,2-3 0,-4-7 1,-1-1-188,3 2 1,-6 0-1,4-1 1,-3-1-133,-2 2 0,0 2 0,-2 6 0,-1 4 102,-2 4 0,-6 5 1,2 2 417,-4 2 1,4 3-1,1 7 236,2 6 0,-4 3 0,6 1-39,1 0 1,1 0-1,2 0 1,0 0 153,0 0 0,2 0 0,3 0-261,3 1 0,5-3 0,1-2 0,1-4-139,-2 1 0,4-7 0,0 5 1,1-3-77,0-2 1,-3 0 0,1 0 0,1 0-10,2 0 0,0 6 1,-5 2 95,0 0 1,-6 5 0,-3-4 0,-4 3 174,-1 3 0,0-1 0,0-1 0,0 4-7,0 1 0,0-2 0,0 3-99,0-4 0,0 0 0,2-3-129,2-2 0,-1 0 1,7-5-1,1-2-331,2-1 0,1-2 1,0 0-1,0-2-426,0-3 0,5 2 0,-1-4 0,2-1 789,0 0 0,2-1 0,6-6 0</inkml:trace>
  <inkml:trace contextRef="#ctx0" brushRef="#br0" timeOffset="2548">2486 170 8382,'0'-9'-694,"0"-1"642,0-1 0,0 4 0,0-3 435,0-1 1,-4-1 0,-1-3 403,2 1 1,-1 5-334,-1 0 0,2 1-315,-6-2 0,0 4 1,-4 8-11,4 2 1,-3 4 0,7 7-1,-2 0-34,1 4 1,-1 2 0,4 8 0,-1 1 64,1 3 0,1-2 0,2 6 1,0 5-94,0 3 0,0-1 0,2 5 0,3-2-101,4 0 1,-1 5 0,1-6 0,2 0-63,2-2 1,-1-2-1,-1-1 1,-2-2-109,3-1 0,-6-6 0,-1 0 0,-4-2-77,-1-2 0,0 1 1,0-3-1,0-2-109,0-6 0,-1-6 0,-4-4 1,-5-1-106,-2 1 0,-2-5 1,0 2-1,-1-5-238,2-5 1,-2-3 732,1-5 0,-6-8 0,-3-1 0</inkml:trace>
  <inkml:trace contextRef="#ctx0" brushRef="#br0" timeOffset="2714">2203 777 8382,'-6'-14'151,"5"0"1,-4 0 206,4 0 0,1 0 0,0-1 1,1 2-19,4-1 1,2 4-1,10 0 1,0 2-293,1-1 1,6-2 0,-3 6 0,1 1-597,3-2 0,3 4 1,2-4-1,1 1-261,0 1 0,-4-1 1,6 3 808,-3-3 0,5-3 0,0-5 0</inkml:trace>
  <inkml:trace contextRef="#ctx0" brushRef="#br0" timeOffset="3240">2782 537 8292,'0'-9'1114,"0"-1"0,0 1-893,0-5 1,0 4 0,0 1-351,0-2 1,-1-1 0,-2-3-208,-2 2 1,1 3 0,2 0-28,-3 0 1,-3-2 0,-6 2 26,0 0 1,0 7-1,-1 0 272,2 6 1,-1 5 0,1 6 0,2 0 95,2 0 0,1 6 0,-3 4 0,3 2 83,2-3 1,-4 4-1,6-5 1,1-1-63,1-2 1,2-3 0,0-2-1,2-1 125,3-4 1,-3 2-1,8-6 54,1-2 1,1-3-1,3-5 1,-2-6-203,2-6 0,-1 1 0,-1-3 1,2 2-113,-1-1 1,0 2-1,0-3 1,1 3-4,-2 2 0,-3-1 0,0 3-3,0 3 1,-2 3 258,1 6 0,-4 1 1,3 4-1,-1 6-50,-4 6 0,0-1 0,0 4 0,3-1-114,2 0 1,-3 0 0,2-5-1,1 0-233,0 0 1,-3 1 0,4-3 0,2-1-399,2-2 1,-4-6 0,1 2 623,1-3 0,8-9 0,3 0 0</inkml:trace>
  <inkml:trace contextRef="#ctx0" brushRef="#br0" timeOffset="3769">3093 453 8382,'0'-15'177,"0"2"287,0-2 0,0 1 1,0 0 164,0 0 1,0 4-544,0 1 0,0 5-455,0-6 0,-1 7-69,-4-2 0,2 5 0,-5 5 214,1 4 0,-3 4 0,2 3 0,-2 1 145,1 1 1,4 6 0,-3-3-1,3 1 245,1 3 0,3 1 0,1 1 0,0-4 107,0-4 1,1 1 0,3 0-1,6-3 46,3-1 0,7-7 0,4-1 0,4-2-121,5-3 0,-2-3 1,7-4-1,2-8-213,0-5 1,-2 0 0,-1-7 0,1 1-82,-2 1 1,-6-3 0,-9 5 0,-1-1-29,-8 0 0,1 1 0,-8 3 0,-3-2-104,0 2 0,-4 1 0,0 2 0,-5 0-8,-1 0 1,-1 1 0,-5 4 0,-2 4-91,-3 3 0,4 2 0,-4 0 0,3 0 190,2 0 1,0 7 0,0 2 282,-1 4 1,6 3-1,1 1 1,2 1 56,3 0 1,1 2 0,2 0-1,0 1 177,0 0 0,2 4 0,2-3 0,8 1-177,5 1 1,0-8 0,5 4 0,0-5-483,0 0 0,1-3 1,6-2-1,-1-5 278,0 2 0,6-6 0,3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7:30.5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70 297 6157,'8'-7'380,"-1"6"0,-7-7 121,0 4 52,0 2-265,0-5 1,0 6 300,0-4-587,0 3-216,0-4 1,-2 6 152,-3 0 0,4 1 0,-6 3 1,3 2-11,-1 2 1,-4-3-1,2 4 1,2 2 63,-2 1 1,-3 3 0,6-1 0,0 2 49,-3 3 1,5-4 0,-2 6 0,2-2-20,2-1 0,0 2 1,0-2-1,0 1 2,0-2 1,5-1 0,1-4-1,2-1 8,3-2 0,-3-4 0,1 3 0,2-1-60,1-4 0,3-3 0,-1-3-38,0-2 0,0-7 0,-1 4 1,-3-5-16,0-1 0,-5-6 1,3 2-1,-1-1-4,1-1 0,-4 4 1,0-4-1,-2 1 83,-2 0 0,0-2 0,0 4 0,-2-1 67,-2 0 1,0 3-1,-5 0 1,-2 3 2,-2 2 1,-1 0 0,0 5 0,0 0-22,0-1 1,0 4 0,-1-3-272,2 4 0,3 1 1,3 1-221,0 4 0,2 3 0,5 6 442,0 0 0,0-5 0,0 3 0,0-4 0</inkml:trace>
  <inkml:trace contextRef="#ctx0" brushRef="#br0" timeOffset="451">565 57 8152,'0'-15'85,"0"6"0,-1 1 309,-4 2 0,3 0-158,-3 1 1,2 3 0,-2-2-92,-4 2 0,1 2 1,-2 0-120,0 0 0,2 2 0,-1 1 0,-1 3 113,2 2 1,-4 1-1,4 7 1,-2 1-1,1 2 0,6 6 0,-3-1 0,1 2-44,0 3 0,1 0 0,4 5 1,0 3 13,0 4 0,6 1 1,3 2-1,3 2-4,3 1 1,-1 0 0,0-5 0,2-1-44,3-3 0,-4 2 0,4-2 1,-3 1-100,-2-1 1,-1 1-1,-3-6 1,-2 0-55,-1 1 1,-2-1-1,-5 2 1,-2-7 42,-3-1 1,-3-7-1,-4-1 1,1-3-116,1-2 1,1-6 0,-5-3-119,0-4 1,-1-1-1,2 0 1,-2-1-765,1-4 0,1-3 1045,4-6 0,-10-7 0,4-1 0</inkml:trace>
  <inkml:trace contextRef="#ctx0" brushRef="#br0" timeOffset="631">254 706 8153,'-4'-14'556,"-1"0"-76,2 0 1,1-1 0,4 2-178,3-1 0,2 1 0,7 2 1,2 3-83,3 2 0,-2-4 0,5 4 1,0 0-165,0-1 1,2 3 0,3 4 0,2 0-464,-1 0 1,4 0 0,-3 0 405,-2 0 0,-2 0 0,4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7:32.9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212 509 8121,'0'-10'0,"0"0"27,0 0 0,0-3 0,0-1 110,0-1 1,0 2-1,0-2 137,0 1 1,0 5-57,0 0 1,-2-1-118,-2-4 1,1 6-1,-7 3-189,-1 4 0,-1 1 1,-3 1-1,1 4-24,1 5 0,-2 2 0,1 3 0,-2-2-49,-2 1 1,6 2 0,-1 3 0,0 3 93,1 0 1,3 3 0,5-4 0,2-1 14,2 0 0,0 4 0,2-5 0,2-2 18,6-2 1,2-2 0,3-2 0,-1-3 73,0-2 1,0-1 0,0-7-4,0-2 0,1-4 0,-3-6 1,-1-1 24,-2 2 0,-1-2 0,2 0 1,-4-2-42,0-3 0,-4 0 0,2 3 0,0-2-92,1 2 0,-4 1 0,3 2-117,-2 0 1,-2 4-404,0 1 578,0 6 0,0 3 0,1 9 1,4 4 53,5 1 1,2 5-1,3 0 1,-2-2-38,2-1 0,4-2 0,1 0 0,0 0-17,1 0 0,4 0 0,-3-2 1,0-2 22,-4-5 0,3-3 0,-2-2 0,-2 0 53,-1 0 1,-9-7 0,0-3 0,-2-2 16,0-2 0,-1 0 0,-4 0 0,0-2 37,0-3 0,0 3 0,0-4 1,0 1-106,0 1 1,-4-2-1,-1 7 1,1-2 42,3 1 0,-4 5 47,0 0-51,1 6 1,4 4 0,0 11-1,0 8 91,0 2 0,0 1 1,0 5-1,0 2 158,0 3 1,6 1 0,2 8 0,2-2-177,-2 4 0,1 2 0,2-4 0,-2 0-113,2 1 0,-3-3 0,-1 0 0,2-6-184,-1-4 1,-5-1 0,1-8-1188,-2 1 175,-2-5 1,0-5 1184,0-12 0,0-5 0,0-10 0,0 1 0</inkml:trace>
  <inkml:trace contextRef="#ctx0" brushRef="#br0" timeOffset="318">579 565 8121,'-4'-10'0,"-3"1"393,-1-2 0,0 3 0,-1-2 1238,4 0-1396,-3-3 0,8 6 0,0 2 0,8 3-318,5 2 1,1 0-1,2 0 1,1 2 28,2 3 1,4 0-1,-4 7 1,-1-3-97,-3 2 1,0 0-1,-2 0 1,2-2-116,-1 3 0,-5-2 0,-1 2 0,-2-3 179,-3 2 0,-1-3 0,-2 1 1,-2 1 43,-2-2 1,-5 4 0,-4-4 0,-3 1-37,-3 0 1,2-4-1,-5 3 1,0-2-68,0-3 0,5 4 0,-2-2 1,3-2-1126,2-2 203,0-1 1067,6 0 0,2-6 0,6-2 0</inkml:trace>
  <inkml:trace contextRef="#ctx0" brushRef="#br0" timeOffset="600">890 522 8121,'0'-13'1084,"0"-2"1,0 6-48,0-1-981,0 7 1,0-2 0,0 10-1,0 5 121,0 2 0,0 4 1,0 3-1,2 4-56,2 4 1,-3 6 0,4 1-1,-1 2-97,0 4 0,-2 2 0,5 3 0,-3 3-323,0-3 0,1-3 1,-5-4-1,2-5-596,3-3 1,-4-4-553,4-2 0,1-11 1447,-1-13 0,0-13 0,-5-9 0</inkml:trace>
  <inkml:trace contextRef="#ctx0" brushRef="#br0" timeOffset="885">890 537 8121,'0'-15'254,"0"2"1,0-2 968,0 1 0,0 0-805,0 0 0,6 1 0,4 4-344,3 4 1,0 4 0,3 1-1,1 0-306,2 0 0,4 5 0,-2 1 1,0 1-93,-1 5 0,-2 1 0,-5 5 1,-2 1 90,-1-2 1,-7-1-1,0-2 1,-5 2 239,-2 2 1,-13-2 0,4 2 0,-4-1 3,-4-4 0,1 2 0,-6-3 1,5-1-233,0-1 1,1-8 0,4 5 0,1-2-646,2 0 0,4-2 866,-1-8 0,4-3 0,6-12 0,0-2 0</inkml:trace>
  <inkml:trace contextRef="#ctx0" brushRef="#br0" timeOffset="1185">1229 212 8121,'-2'-19'0,"-1"0"0,-2 2 521,2 1 921,1 2-1195,2 6 0,0 5 0,0 11 0,0 8 61,0 4 0,5 4 1,0 4-1,0 2-57,1 3 1,-5-2 0,6 5-1,-2 0-85,-1 0 0,3-3 1,-4 4-1,1-2-311,-1 1 0,4-4 0,-2 0 1,-2-2-245,-1-1 0,2-6 1,0 0-1290,0-3 809,-3-8 1,-1-7-1,0-10-47,0-4 1,0-9 915,0 0 0,7-7 0,1 3 0</inkml:trace>
  <inkml:trace contextRef="#ctx0" brushRef="#br0" timeOffset="1434">1455 452 8499,'0'-15'2986,"0"2"-2837,0 5-162,0 1 1,0 9-1,0 3 26,0 4 0,0 3 1,0 3-1,1 0-73,4 5 1,-3 2 0,3 4 0,-4-1-164,-1-1 1,4-2-1,1 1 1,-2-3-1074,-1 1 0,3-5-253,0 2 1549,-1-8 0,2 2 0,2-4 0</inkml:trace>
  <inkml:trace contextRef="#ctx0" brushRef="#br0" timeOffset="1599">1483 310 8121,'0'-13'243,"0"-2"0,0 1 725,0 0 0,-5 5-348,0-1-1125,1 7 0,8-2 1,3 10-1,1 3-1980,3 0 2485,1 4 0,3 3 0,-2 7 0</inkml:trace>
  <inkml:trace contextRef="#ctx0" brushRef="#br0" timeOffset="1918">1822 522 8121,'0'-13'256,"0"-2"0,0 6 0,0-1 215,0-1 0,0-1 0,0-3-274,0 2 1,0 3-1,0 1-175,0-2 0,-2 4 0,-2 2-250,-6 5 0,-3 0 1,0 0 42,-2 5 0,1 3 1,0 6-1,0 1 129,0-2 0,0 7 0,0 0 0,1 2 87,3 3 1,0-3 0,5 1 0,2 1 31,1-2 0,2 0 0,0-5 1,2 2 26,3-2 1,3-6 0,5-3 0,4-1-199,1-4 0,-1 3 1,7-2-1,-1 0-481,0-3 0,3-6 0,-2 0 0,2-3-256,3-4 845,-1 0 0,0-2 0,0 0 0</inkml:trace>
  <inkml:trace contextRef="#ctx0" brushRef="#br0" timeOffset="2600">2062 565 7396,'5'-14'666,"-1"0"1,1 4-1,-5 0-89,0 0 0,0 2-375,0-2 0,-1 3-359,-4-3 1,2 4 0,-7 6-84,-1 0 0,3 0 0,-1 1 0,0 4 83,1 5 0,-4 4 0,3 3 0,0 2 71,0-2 1,4 5-1,-3 0 1,1 2 56,4-1 0,-2-4 0,0 3 1,1-2 167,3-2 1,1-3-6,0 0 0,6-10 0,2-5-48,0-7 0,5-6 0,-6-2 0,3-3-90,-1-1 1,-1-4 0,3 3 0,-3 0-99,-2-1 1,5 2 0,-3 5-1,1 0-60,1 0 1,-6 1 0,5 2 0,-2 3 102,1 2 1,-3 1 0,4 5 69,2 0 0,1 6 1,3 4-1,-3 2 118,-2 3 0,2 0 1,-3 2-1,3 3-76,-3-3 1,3-2 0,-3 0 0,-1-2 59,2 2 1,0-3-1,2-1 37,-2-1 0,2-8 0,-2 2 3,2-8 1,-3-3 0,1-7 0,-1 0 32,-1-1 0,3-5 0,-4-2 0,-2-1-59,2-1 1,-1 1 0,-2-5 0,0-2-209,-1-3 0,-1 1 1,-4-4-1,-1 0-68,-1 0 0,-6 0 1,3-4-1,0 6-54,-4 5 0,3-3 0,-1 10 1,-1 0 91,2 3 0,-2 8 1,3 3 368,-1 2 1,5 3-184,-1 8 0,1 3 0,-1 7 0,-1 3 0,2 0 1,2 7-1,1-1 1,0 3 107,0 1 0,4 2 1,3 1-1,-1 3-93,0 3 0,1-4 0,-4 2 0,3 2-458,2-1 1,0-4 0,3 5 0,-4-2-176,0-5 0,2 2 0,-2-2 0,-2-2-897,2-6 1440,4-11 0,-3 1 0,6-4 0</inkml:trace>
  <inkml:trace contextRef="#ctx0" brushRef="#br0" timeOffset="2800">2189 325 8121,'0'-15'553,"0"2"510,0-2 1,0 1-606,0 0 0,6 2 0,4 2 0,2 4-422,3 0 1,5 4 0,3-3 0,4 4-560,1 1 0,1 0 0,-1 0 0,0 1-1296,0 4 1,1-1 1818,-1 4 0,0 2 0,0 4 0</inkml:trace>
  <inkml:trace contextRef="#ctx0" brushRef="#br0" timeOffset="3236">2599 522 8121,'-8'-13'803,"1"-2"-369,7 1 0,0 8-191,0 6 0,0 6 0,0 10 0,0 1-143,0 2 0,0 0 0,0-3 0,0 1-261,0 1 1,5 1-1,0-4 1,-2-2-589,-1 2 0,-1-1 0,3 0-179,0 0 1,0-4 927,-4-1 0,7-6 0,1 3 0</inkml:trace>
  <inkml:trace contextRef="#ctx0" brushRef="#br0" timeOffset="3416">2641 409 8000,'0'-14'346,"0"1"147,-7-2-1204,6 7 0,-3 2 711,8 6 0,4 6 0,6 2 0</inkml:trace>
  <inkml:trace contextRef="#ctx0" brushRef="#br0" timeOffset="4283">2810 466 8451,'0'-14'586,"0"4"1,0 1-128,0-2 1,0 3-365,0-1 0,0 4-919,0-4 595,0 5 0,0 4 0,0 10 1,0 2 74,0 3 0,0 0 0,0 3 0,0 2 63,0 2 1,5-4 0,-1 5 0,0-1 25,-3 0 0,-1-5 0,2 1 1,1 0 98,2 1 1,1-8 0,-2 3 0,1-3 67,3-4 0,-3 0 1,4-7-1,1-2-20,-2-3 0,4 1 1,-4-9-1,2-2 70,-1-1 1,-4-4 0,3-1 0,-2 0-108,-3-4 1,-2 2 0,-2-1 0,-2 1-115,-2 1 1,-4 0-1,2 5 1,0-2-191,-4 2 1,-2 6 0,-1 3 0,0 2-30,0 3 0,0 1 0,-1 2 141,1 0 0,6 2 1,4 3-1,2 3 54,2 5 1,0 1 0,0 1 0,0-2 194,0 2 0,6 4 0,4-1 1,2 0 19,3-3 1,0 0 0,4-3 0,3-1 26,0-2 1,5-1 0,-4 2-1,2-5 48,-1-4 1,1-1 0,-5-1 0,0-4-28,1-5 0,-2 2 1,-5-1-1,-1-4-75,-4-4 1,2 1-1,-6-2 1,-2 2-225,-1 2 0,-2 0 1,0-1-579,0 2 197,0-2 338,0 8 0,0 7 0,0 9 0,-2 4 150,-3 0 0,3 2 0,-2-1 0,2 0 70,2 0 0,0 1 1,0-2-1,0 2-24,0-1 0,0 0 0,0 0 1,0 0 268,0 0 0,0-4 771,0-1-614,0 1 1,2-2-368,2-4 0,-2-8 0,3-6 0,-2-3-64,2-1 1,-3 0 0,3 0 0,0-1-163,0-5 1,6 5-1,-3-5 1,1 0-189,1 2 1,-1-1 0,4 4 224,-4 2 0,4 3 115,-4 1 1,-1 6 0,0 0 0,0 6-31,-1 6 1,-2 4-1,3 0 1,0 2-69,-1-1 1,-3 5-1,2 0 1,-1-1-25,0 3 0,-1-5 0,-3 2 0,3-2-53,1-2 1,-1 0 0,-4 1-154,0-2 1,0-3 0,-1-2-191,-4-2 509,3-1 0,-10-5 0,4 0 0</inkml:trace>
  <inkml:trace contextRef="#ctx0" brushRef="#br0" timeOffset="5083">3728 437 7854,'-14'0'-1588,"5"0"1840,-1 0 168,7 0 0,-8 2-9,6 3 1,1-2-209,4 7 1,0-1 0,0 5-95,0 0 1,0 1-1,1-2 1,2 2-69,2-1 1,6 0 0,-1 0-94,2 0 0,9-1 46,2-4 0,2-3 0,-1-6 87,-6 0 1,-2-6 0,-2-3 0,-1-4 42,-4-1 0,-3 0 0,-6 0 0,0-2-130,0-3 0,-1 3 1,-4-4-1,-4 2-211,-4-2 0,-1 2 0,0 3 0,0 3-308,0 2 1,-5 0 0,0 5 305,2 2 0,1 1 0,2 4 175,0 3 0,6-2 1,3 6-1,4 2 202,1 1 0,1 3 0,4-2 63,5 2 1,2-3 0,2-1 0,2-2-40,3-4 0,-4 0 0,6-5 0,-2 0-138,0 0 0,6-2 0,-2-2 0,2-5 22,-1-4 0,2-6 0,-2-1 0,2-2-4,3-3 1,-3-2 0,-2-1 0,-5-2 0,-3-3 0,-3 3 0,0-3 1,-3 4-53,-6 0 0,-2 1 0,-4 2 0,0 2-10,-3 5 0,-7 5 0,4 3 1,-1 3 18,0 2 0,4 1 0,-2 7 1,-2 2 20,1 5 1,0 4 0,-2 3 0,2 3 21,1 5 0,3 2 0,3 2 0,-3 2 242,0 3 1,-1 2 0,5 3 0,0 0 56,0 2 0,0 2 0,1 5 1,3 5-116,0 3 1,3 6 0,-3 1 0,6 3-256,3 2 1,-3 3 0,3-2-1,2-1-202,1-7 0,6-8 0,0-3 0,2-3-212,-1-4 0,-8 2 0,2-13 0,-9-3-1070,-1-3 765,-2-7 1,-12-4 0,-3-9 726,-8-4 0,-4-14 0,-6-2 0</inkml:trace>
  <inkml:trace contextRef="#ctx0" brushRef="#br0" timeOffset="5284">3925 961 8112,'0'-15'271,"5"1"1,0 0 0,-2 0 199,-1-1 0,3 7 0,1-2 0,2-2-207,3 0 1,3 3-1,3 0 1,4-1-711,1 2 0,1-4 1,5 4-1,1 0-679,-1 3 1,5-1 1124,-1 1 0,8-6 0,-4 4 0</inkml:trace>
  <inkml:trace contextRef="#ctx0" brushRef="#br0" timeOffset="5883">4632 494 8020,'14'-14'76,"-4"6"1,-3 2 225,-1 0 0,6 0 0,-4-6 241,-1 3 1,1 5 315,-3-6-754,-3 7 1,2-4-247,-8 7 0,0 2 0,-7 1 0,-3 3-255,-4 3 1,-2-2-1,3 4 1,-1-1 66,0 0 0,-2 3 1,3 1-1,2 1 208,5-2 1,0-3 0,-3-1-1,4 2 144,4 2 0,4 1 1,1 0-1,0 0 129,0 0 0,6-1 0,3-2 0,6-2 13,3 2 1,2 2-1,5 1 1,-2-2-99,-3-2 0,-1 2 1,-3-2-1,1 3-53,2 0 1,-2-3-1,-6-3 1,-3 2 62,-2-1 0,-1-4 44,-5 5 1,-6-5 0,-4 0 0,-4-2-183,-5-2 0,2 0 0,-5 0 0,0 0-266,0 0 0,3 0 0,-3 0 0,2 0-223,2 0 0,3 0 550,0 0 0,2 0 0,-1 0 0</inkml:trace>
  <inkml:trace contextRef="#ctx0" brushRef="#br0" timeOffset="6368">4829 749 9946,'15'-10'269,"-1"2"0,0 1-290,0-1 0,5-2 0,2-4 0,-1 0-91,0 0 0,4-2 1,-4-3-1,1-4-20,-1-4 1,3-1-1,-6-2 1,-2-3-50,-5-5 0,-1 0 0,0 0 1,-5-4 75,-2 4 1,-2-1 0,0 1 0,0 1 75,0 3 0,-6 3 0,-2 7 1,-2 5 335,2 4 0,3 5-106,-5 1 0,5 6 1,-2 0-1,0 6 10,4 6 0,2 5 1,1 3-1,0 3-37,0 3 0,0 0 0,0 7 1,0 1 83,0 2 0,4 5 0,3-4 1,0 3-74,4 1 1,-2 2-1,-2 0 1,1-3-379,0 2 1,-1 2 0,5-1 0,-4-2-240,-3-5 1,5-3-1,-3-3 1,-1-3-601,0-6 0,0-3 1032,-1-6 0,-3-9 0,4-9 0</inkml:trace>
  <inkml:trace contextRef="#ctx0" brushRef="#br0" timeOffset="6616">4928 339 8085,'-9'-14'263,"-1"-1"1,7 7 890,-2-2 0,5 7-626,5-2 1,5 3-1,7 2-421,2 0 1,0 0 0,-4 0 0,4 0-222,5 0 1,-2 0-1,1-1 1,2-3-362,2 0 0,6-2 1,0 3-1,0-4-73,2 0 1,-6 2-1,4-3 1,-3 0 547,-2 1 0,0 3 0,1-2 0</inkml:trace>
  <inkml:trace contextRef="#ctx0" brushRef="#br0" timeOffset="7316">5183 734 7665,'0'15'-93,"1"-8"0,3-1 1204,0 1 1,2-5-394,-1 2 0,3-2-510,6-2 0,0-6 0,-2-4 0,0-4-150,-3-5 1,0 3 0,5-4 0,-1 0-312,-3-4 1,2-3 0,-4 0 0,0 2-182,-4 2 0,3-1 1,-3-4-1,0 0 71,-3-1 0,-1 8 1,0 2 252,0 4 0,-6 2 0,-4 3 173,-2 6 0,2 2 1,3 4-1,-1 0 212,0 3 0,5 7 0,-4-4 207,1 5 1,5 1-1,-4 1-117,3-2 0,4-3 1,3 0-255,4 0 1,4-2-1,0 1 1,2-4-403,-1-2 1,0 4-1,0-1-2,1 2 1,-2 0-1,0 3 1,-2-2 196,-2 2 0,0-3 0,1 1 0,-2 3 226,-1 0 1,-2 7 0,-1 0-1,0-2-43,0-1 1,-1-2-1,0 0 1,2 0 283,-2 0 0,4 0-269,3 1 0,2-8 0,3-2 1,-1-5-198,0-5 1,1-2-1,3-8 1,1 0 35,-2-5 0,3 3 1,-1-6-1,-2-2-4,-1-2 1,-2-1 0,-2 0 0,-2-1-133,-5 1 0,-3 5 0,-2 1 0,-2 2-5,-3 2 0,2 9 0,-6 4 0,-2 3 191,-2 2 0,-1 0 1,0 2-1,1 3 65,4 4 0,-3 5 0,3 3 0,0 3 175,0-3 0,6 0 0,-4 0 0,2 2-31,1-2 0,-1 3 0,5 0 0,0-2-233,0 2 0,5-3 0,1 1 0,2-2-244,3-2 1,1 0-1,3-1-1555,-1-4 1832,6-3 0,-4 1 0,4 1 0</inkml:trace>
  <inkml:trace contextRef="#ctx0" brushRef="#br0" timeOffset="7718">5974 409 8095,'0'-14'-50,"0"5"0,1 0 797,4-3 0,-4 4 985,4-1-1491,3 6 1,-8-3-1,0 6-281,-8 0 1,0 1-1,-1 4 1,-3 3-51,0 0 1,-1 5 0,3-5 0,0 5-27,0 1 1,1-1 0,1-2-1,2-2 102,3 3 1,-3 0-1,1 2 1,2 0 22,1 1 1,2-7 0,2 2 0,1 1-58,2 2 1,6-4 0,-2 0 0,3 1-91,3-2-1,-1 4 1,0-4 0,-2 2 67,-2-1 1,3-1-1,-6 3 1,1-2 9,-3 2 1,-3 2 23,-2 1 1,-7 0 0,-2-1 0,-3-3-186,-3 0 1,1-7 0,-2 2 0,-1-2-141,-2 1 0,1-2 0,3 3 0,2-4-214,-2-1 1,5 0 575,1 0 0,6-6 0,-3-1 0</inkml:trace>
  <inkml:trace contextRef="#ctx0" brushRef="#br0" timeOffset="8151">6129 437 8095,'0'-8'0,"0"-2"128,0-1 0,0 3 441,0-1 0,1 0-44,4 1 1,-3-1-115,2 5 0,-4 2-474,-4-2 1,1 2 0,-5 4 0,-1 0-265,2 3 0,-3 7 0,-4-4 133,0 5 1,1-3 0,3-1 0,0 2 172,-1 1 1,5 3 0,0-3 0,1-1 128,1-1 1,-1-1 0,5 6 0,0-2-70,0 2 1,5-3 0,5-1 0,3-2-30,1 3 0,4 0 0,3 2 0,0-2-52,-1-2 1,0 3 0,-2-4 0,0 4-64,-1 1 0,3 0 0,-5 0 0,-3 0 66,-5 0 0,-2 1 0,-5-2 65,0 2 0,-12-6 1,-1 1-1,-4-2-59,-4 1 1,4 2 0,-5-6 0,2-1-352,2 2 1,2-4 0,2 3 383,0-4 0,-6-1 0,-2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11.19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26 437 9818,'0'17'248,"0"1"1,0-1-185,0 1 0,0 5 0,0 0 1,0-1-67,0-3 0,0 4 0,0 1 1,0-3 10,0-2 0,0 1 1,0 1-200,0 2 0,0 1-501,0-7-306,0-7 0,0-4 268,0-12 0,0-4 729,0-7 0,0-9 0,0-1 0</inkml:trace>
  <inkml:trace contextRef="#ctx0" brushRef="#br0" timeOffset="181">26 262 8108,'0'-17'302,"0"5"0,0 0 560,0-1 0,-6 3-475,0-1 0,-2 1-1078,2-2 1,6 4-653,0 8 1,2 0 1342,10 0 0,0 0 0,5 0 0</inkml:trace>
  <inkml:trace contextRef="#ctx0" brushRef="#br0" timeOffset="649">515 140 8108,'7'-18'-110,"-5"7"0,4-1 85,-4-1 1,-2-3 362,0-1 1,0-1 341,0 1-437,0 7 0,-8 2-24,-3 8 1,-5 2-57,-1 4 0,1 4 0,3 7-24,1 1 0,8 5 0,-4 2 0,3 0-19,-1 1 1,0 5 0,6-2 0,0 6-53,0 5 0,0-1 1,2 8-1,2 1-50,2 3 1,7 9 0,-1 2-1,1 0 2,-1-4 0,3-3 1,-5-3-1,2 2-103,-1 5 1,-1-13-1,2 1 1,-6-8-44,-4-5 1,3 1-1,1-2 1,-2-3-289,-2-7 1,-2-10 0,-2-1-618,-4 2 0,2-7 585,-7-1 1,5-12 0,-6-5-1,1-5 446,1-1 0,-13-8 0,3-3 0</inkml:trace>
  <inkml:trace contextRef="#ctx0" brushRef="#br0" timeOffset="815">305 873 8108,'-15'-27'0,"1"4"217,2 4 1,3 1-1,-3 1 550,6-1 0,4 1-419,2-1 1,2 7 0,4 1-1,6 2-278,3 4 0,3-3 0,1 1 0,2 2-299,3 2 1,7 0-1,-2-2 1,2-2-564,-2 2 1,4 2-1,-2 0 1,6-3-1132,4-7 1923,-1 4 0,-5-7 0,0 5 0</inkml:trace>
  <inkml:trace contextRef="#ctx0" brushRef="#br0" timeOffset="1351">1143 367 8108,'-15'-2'1570,"3"-4"-891,-3 4 0,11-5-46,-8 7-397,8 0 1,-3 1 0,7 5-180,0 6 1,5 0-1,1 3 1,0 6-79,2 5 1,-4 3 0,5 6 0,1 2 64,0 3 1,-4-1 0,3 8-1,1 1-73,0 3 1,-6 1 0,3-1 0,-1-3 69,0-1 1,0-9 0,-6 1 0,0-6-7,0-4 1,0-13 57,0 1 0,-10-11 0,-5 0-105,-7-4 0,-3-8 0,4-2 0,-5-1-224,-1-5 1,0-2 0,-2-1 0,4 0-120,0-1 1,7 1-1,-1-1 1,5 1-350,0-1 0,5 1 0,-1-1 0,2 1-140,4-1 0,2 1 844,2-1 0,8 1 0,2 0 0</inkml:trace>
  <inkml:trace contextRef="#ctx0" brushRef="#br0" timeOffset="1581">1126 157 8108,'-18'-17'744,"1"-1"1,1 1 1154,5 0-1904,-5 7 0,16 2 0,0 10-658,10 4 0,0 2 0,1 5 0,3-1-1202,1 1 1865,11 3 0,-7 1 0,6 1 0</inkml:trace>
  <inkml:trace contextRef="#ctx0" brushRef="#br0" timeOffset="1848">1353 419 8516,'-18'0'4216,"7"0"-3962,-1 0 1,10 0 0,2-2 0,10-1-212,5-3 1,3 0 0,-1 6 0,3 0-252,3 0 1,-2 0 0,9 0 0,-1 0-601,-2 0 1,4 0 0,-8 0 0,0 0-237,3 0 1,-7 0 0,4 0 1043,-3 0 0,-3 8 0,1-6 0,-1 5 0</inkml:trace>
  <inkml:trace contextRef="#ctx0" brushRef="#br0" timeOffset="2116">1458 559 8108,'-8'10'0,"6"-1"0,-6-5 585,1 2 0,3 2 1428,-8-2-1102,8-4 0,-2 5-688,12-7 0,-2 0 1,8 0-1,1 0-160,3 0 0,3 0 0,2 0 1,3 0-381,-3 0 1,-1 0 0,-3 0-1,2 0-414,5 0 1,-5 0-1,4 0-295,-3 0 0,-3 0 1,1 0 286,-1 0 1,1 0 738,-1 0 0,-7 0 0,5 0 0,-5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15.2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87 123 8108,'-11'-18'272,"-1"1"1,0-1 679,3 1 1,-7-1 239,5 1-1681,3 7 67,0 3 1,14 8 0,0 5 0,0 6-365,1 3 0,-3 1 0,6-1 786,-2 3 0,5-4 0,-3 11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17.71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78 35 8411,'0'-11'3875,"0"-1"-3593,0 8 0,8-4 0,4 8 0,3 0-353,3 0 1,-1 0 0,2 0 0,3 0-264,1 0 1,0 0-1,-3 0 1,1 0-459,2 0 1,1 0 0,-7 0 0,1 0-46,-1 0 1,1 6 0,-1 2 836,1 2 0,-1 1 0,0 7 0</inkml:trace>
  <inkml:trace contextRef="#ctx0" brushRef="#br0" timeOffset="333">78 262 8108,'-17'16'1089,"-1"-5"784,1-3-1326,-1-8 0,11 0-285,7 0 1,7 0-1,11 0-231,-1 0 0,7 2 0,1 2 0,0 2-226,0-2 1,6-2-1,-4-2 1,3 0-80,-1 0 1,0 0 0,4 0-1,-2 0 24,-2 0 1,-6 0 0,4 2 0,-1 2-192,-5 1 0,-2 1 229,-1-6-73,-8 0 1,-3-2-400,-7-4 1,-7 4 683,-5-3 0,4-5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16.47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437 88 8108,'0'-18'-30,"-6"7"0,0-1 142,2-2 0,0 7 0,0-1 343,-1 0 1,-3 6-266,2-4 1,-4 4-1,-7 2-160,-1 0 1,-1 6-1,-2 2 1,-5 2-16,-1 3 1,6 3-1,-4 1 1,1 1-35,1-1 1,0 2 0,5 3 0,1 1 18,-1-2 0,1-1 0,1-3 0,3 1 30,1-1 1,3 1-1,-3-1 32,6 1 0,4-7 0,4 1-5,4 2 1,4-5 0,9 1 0,2 0-36,3-1 0,7-3 0,-4 6 0,2-1-124,0-1 1,0 6 0,6-7 0,-2 3-32,-4 0 0,2-1 0,-7 7 0,-1-1-33,2 1 0,-11-1 0,1 3 0,-5 1 128,-6 2 1,-2 2-1,-2-3 1,-2 3 95,-4 2 0,-4-5 1,-9 1-1,-3-2 76,-1 2 1,-6-5 0,4 1-1,0-7 140,-1-4 0,1 3 0,4-5 0,-2-2-88,1-2 0,3-2 0,1 0 0,1-2-92,-1-4 1,7-3 0,-1-9 0,0 1-151,3-1 0,-1 6 0,6 1 1,-2-3-95,2-1 0,3 3 1,-1 0-663,-4-1 0,6 5 168,0 2 1,8 4 0,9 2 0,0 0 643,1 0 0,7 0 0,2 0 0</inkml:trace>
  <inkml:trace contextRef="#ctx0" brushRef="#br0" timeOffset="317">681 699 8108,'0'-18'-841,"0"1"0,0-1 1565,0 1 1,0 0-1,0-1 220,0 1 0,0 5-152,0 0-653,0 8 1,0 4 0,0 12-101,0 4 1,0 1 0,0 2 0,0 3-101,0 1 0,0 2 1,0-3-1,0 1-14,0-2 1,0 5-1,2-3 1,2-2-108,2-1 0,0-3 0,-4 1-490,3-1 0,-3-5-429,4-1 1,-4-9 1100,-2-2 0,0-8 0,0-9 0</inkml:trace>
  <inkml:trace contextRef="#ctx0" brushRef="#br0" timeOffset="483">681 419 8108,'0'-17'-63,"-2"0"1,-2-1 694,-1 1 1,-3 1 0,4 2 419,-2 3 0,0-1-1158,6-5 1,2 7 0,4 4-635,6 4 0,3 2 1,3 2-1,1 4-1534,4 6 2274,-3-5 0,5 17 0,-8-5 0</inkml:trace>
  <inkml:trace contextRef="#ctx0" brushRef="#br0" timeOffset="769">996 612 8108,'-16'-18'1904,"4"1"1,3 5-1166,3 0-692,4 8-4,-6-3 0,14 14 0,0 5 0,0 4-112,1 1 0,-5 2 1,6 3-1,-2 3-47,0 2 1,0-3 0,-6 3 0,2-2-167,3-4 0,-3-1 0,4-3 0,-4 1-529,-2-1 1,2 1-844,4-1-32,-4-7 1686,13-18 0,-5-4 0,7-13 0</inkml:trace>
  <inkml:trace contextRef="#ctx0" brushRef="#br0" timeOffset="933">1083 402 8108,'-8'-10'-170,"4"-5"1,-5 3 1542,1-3 1,2 3-660,6 0 0,0 6-1312,0-5 1,2 7 125,4-2 1,3 4 0,9 4 0,-1 2 471,1 2 0,7 7 0,2-3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15.02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18 121 8108,'0'-12'246,"0"1"0,0 5 0,0-6 418,0-1 1,0-3-279,0-1 1,0 5 18,0 0-390,0 8 0,0-1-76,0 10 0,-6 5 1,1 8-1,1-1 102,2 1 0,2 1 1,0 2-1,0 5-61,0 1 0,0-4 0,0 4 0,0-2-186,0-3 1,6 3 0,-1-2 0,-1-1-165,-2-3 0,-2-2 1,0 1-473,0-1 1,0-5-493,0 0 1334,0-8 0,0-4 0,0-10 0</inkml:trace>
  <inkml:trace contextRef="#ctx0" brushRef="#br0" timeOffset="768">368 400 8085,'-10'-17'135,"4"-1"0,2 9 0,0 1 1382,-2 0-1204,1 6 0,7-5-373,3 7 0,5 7 1,6 5-1,-3 3-52,-1 3 1,-6 1 0,3 3-1,-1 3 28,-4 2 0,-2 2 0,-2 4 0,0-2 106,0-2 0,-8 0 0,-3 6 0,-5-2 39,-1-4 0,-1-1 0,1-7 0,-1 2-109,1-1 1,-1-5 0,1-5 0,-1-6-387,1-5 1,-1-1 41,1 0 1,7-1 0,4-5-197,4-6 0,4-5 588,4-7 0,4 5 0,7-6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20.6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629 123 8108,'16'-12'-6,"-5"1"0,-1 7 0,-6-4 919,2 0-543,0 6 1,-8-11-361,-4 7 0,2 0 0,-8 6 0,-1-2-29,-3-4 0,-1 5 0,-1-5 1,-1 4-72,-5 2 1,3 0 0,-8 0-1,-2-2-20,-2-4 0,-2 4 0,0-4 0,0 4 119,0 2 0,0-2 0,2-2 0,2-1 23,2 1 1,2 2 0,-2 2 0,6 0 85,3 0 0,3 0-147,-1 0 0,9 2 0,1 4-11,0 5 1,6 5-1,-4 3 1,4 3 8,2 1 0,0 8 0,0-2 0,0 4-20,0 2 0,0 0 1,0 2-1,0 1-4,0 3 1,0 2 0,2-4 0,2 1 30,2-1 1,6-4-1,-5-4 1,3-4 84,4-1 0,-1-3 0,1-6 0,-2-1 48,1-4 1,-3-5 0,1-7 62,3 0 1,2-2 0,-1-3 0,-1-7-25,-3-4 1,-5-1 0,4-2 0,0-3-101,-1-1 1,-5-6 0,2 4 0,-4-1-66,-2 1 1,0-4 0,0 6-1,0-1-52,0-1 0,0 6 1,0-4-1,0 3 29,0 3 1,0-1 0,0 1 0,-2-1-47,-4 1 0,2-1-7,-7 1 1,5 1-1054,-6 5 709,8 3 1,-3 10 0,7 4 97,0 5 1,1 7 0,3 3 338,2 2 0,15 1 0,-1-7 0</inkml:trace>
  <inkml:trace contextRef="#ctx0" brushRef="#br0" timeOffset="367">489 647 8108,'-2'-12'63,"-1"1"190,-3-3 1,0 4-1,4 1 1,-2-1 538,-2 0 0,0 5-294,6-7 1,-5 6-546,-1-6-80,0 9 0,6 3 0,0 11 4,0 5 1,0 7 0,0 0 0,0-1 56,0-3 0,6 4 0,0 1 0,-2-1-18,-3 2 0,1-5 0,2 3 1,2-4-29,-2-1 1,-2-1-1,-2 1-592,0-1 1,0-5-944,0-1 1647,0-7 0,8-4 0,1-9 0</inkml:trace>
  <inkml:trace contextRef="#ctx0" brushRef="#br0" timeOffset="531">507 472 8108,'0'-17'89,"0"-1"221,0 1 0,0 5 0,0 1-64,0-3 1,0 4 0,2 1-794,4 1 1,-2 2-1485,7 6 2031,-7 0 0,12 16 0,-7 3 0</inkml:trace>
  <inkml:trace contextRef="#ctx0" brushRef="#br0" timeOffset="866">699 577 7389,'10'-8'198,"-3"-1"831,-7-9 1,0 7-37,0-1-899,0 8 1,2-2-14,4 12 0,-4-2 0,4 8 0,-4 1-30,-2 3 1,0 7 0,0 0 0,0-1-19,0-3 1,0 4 0,0 1 0,0-3 1,0-2 0,0-1 0,0-1 0,0 1-138,0-1 1,0-5 0,0-1-561,0 3 0,2-6-1470,4-2 490,-4-4 1643,5-10 0,1-2 0,2-7 0</inkml:trace>
  <inkml:trace contextRef="#ctx0" brushRef="#br0" timeOffset="1047">804 368 8230,'0'-18'794,"0"1"0,-6 5 0,-2 2 507,-2 3 0,7-1-670,-3 2-1491,4 4 1,2 2 0,0 12-1922,0 3 2781,0 3 0,8-1 0,1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27.6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646 158 7809,'10'0'522,"-2"0"10,-8 0-523,-8 0 0,4 0 69,-7 0 60,7 0 0,-10 7-61,8 5 0,1 4 1,5 1-52,0 1 1,0-1-1,0 0 1,1 1-29,5-1 0,-2 1 0,8-1 0,1 1 13,3-1 0,1 1 1,1-3-1,-1-1-43,1-3 1,-1-5 0,1 4 0,1-2 9,4-4 0,-3-2 1,3-2-1,-4 0-51,-1 0 1,5 0-1,1 0 1,-3 0 50,-2 0 1,-1-2-1,-1-2 1,1-2-1,-1 2 0,1-4 0,-1 1 24,1-3 1,-1 4 0,0-4 0,1 1-19,-1-1 1,1 4-1,-1-6 4,1-1 1,-1 3-1,1 0 1,-1 1 10,1-1 1,-1 4 0,1-5-2,-1-3 1,0 0 0,1 1 0,-1 3 3,1 2 0,-1 1 0,1 3 0,-1-2-3,1 2 1,1-4-1,2 2 1,3 3 23,-3 1 0,-1 0 0,-3-2 1,2-2 11,5 2 0,-5 2 0,4 2 0,-3 0-20,-3 0 0,1 2 0,-1 2 0,1 2-2,-1-2 0,1 3 0,-3 1 0,-1 0-19,-3 0 1,1 5 0,5-3 0,-1 2 79,-4-1 0,3 1 1,-3 3-1,3-1-28,3-2 1,-7-1 0,1 5 0,0-3-37,-3-1 0,7 0-30,-4 5 0,-3-1 1,1-3-327,-2-1 115,-2-8 312,-6 4-59,0-8 1,0-2 0,0-4-10,0-6 0,0 2 0,0-1-33,0-3 0,0-1 0,0-3-30,0 1 1,1-1-1,5 1 27,6-1 1,-2 1 0,1-1-1,3 1 14,1 0 0,-3 1 1,0 2-1,1 5 2,3 1 1,1-6 0,1 5 0,-1-1 9,1 4 0,-7 2 0,1 0 0,1-1-7,3 1 0,1 2 1,1 2-1,-1 2-35,1 3 0,-1-3 1,1 6-1,-1 0 34,1 4 0,1-3 0,2 3 0,3 0 6,-3-3 1,0 7 0,1-5 0,3 3 5,2-2 1,-4 1-1,5-5 1,-1 0-1,0 0 0,-4-1 1,6-3-1,0 2-4,-1-2 1,5-2 0,-4-2 0,2 0-11,-2 0 1,4 0 0,-6 0 0,2-2-11,0-4 0,-2 4 0,4-6 0,-3 3-7,-3-1 1,0-6 0,-4 4 0,3 1 7,-3-1 1,-2-4-1,-1 4 1,-1-1 13,1-5 1,-3 4 0,-1 1 0,-4-1 37,-3 0 1,7-1-1,-4-7 66,-1 1 1,1 5 0,-6 0 33,2-1 0,0-3-154,-6-1 0,2 1 1,1 3-671,3 1-118,0 8 0,-8-4 806,-4 8 0,-3 8 0,-9 2 0</inkml:trace>
  <inkml:trace contextRef="#ctx0" brushRef="#br0" timeOffset="1484">18 1048 7696,'0'-11'-316,"-2"1"682,-4 2 1,4-5-16,-4 1 0,4-4 0,2-1-141,0 0 1,0 5 0,0 0-1,2 1-74,4 1 0,-2 0 0,6 4-156,-3-5 0,7 3-154,-2 2 0,3 4 0,3 4 28,-1 4 0,-5 4 0,-1 7 0,3 3 64,1 3 0,-3-2 0,-2 8 0,-1 2 58,1 2 0,-4 0 1,4-2-1,-3-2 18,-3 3 1,-2-7-1,-2 0 1,0-2 100,0 1 641,0-1-550,0-6 1,0-15-1,0-8 1,-2-9-164,-3-8 0,3 3 0,-4-5 0,4 0-52,2-4 1,0-2 0,0 0 0,0 1-59,0-1 0,2 4 0,2-2 0,3 0-6,3 2 0,0 0 0,3 5 0,-1-1 48,2 2 0,1 3 1,3 5-1,-1 3 8,1 2 1,-1 2 0,0 6 0,1 2 35,-1 4 0,1 10 0,-3 9 0,-1 0 78,-2 0 0,-1 6 0,5-2 0,-3 4 51,-1 2 1,-2-2-1,1-2 1,-5-1 28,-4 1 1,4-6 0,0-2 0,-2-3 67,-2-3 0,-2 0-319,0 1-460,-8-8 0,4-3-473,-8-7 1,8-7 548,-1-5 0,3-4 0,2-1 0,0 0 478,0-1 0,7 1 0,5-1 0,4 1 0,1-1 0</inkml:trace>
  <inkml:trace contextRef="#ctx0" brushRef="#br0" timeOffset="2297">873 944 9549,'0'-10'-127,"-1"2"-102,-5 8 1,2 0-1,-6 2 150,2 4 0,3 4 0,5 9 0,-2 2 178,-4 3 0,4 7 1,-4-2-1,6 4-46,6 2 1,-2-6-1,7 0 1,3 0 14,1-2 1,-3-2-1,0-9 1,1-3 17,3-1 0,1-8 0,1 2 0,-1-6-11,1-6 1,-3-4 0,-1-9 0,-4-2-57,-3-3 0,-1-5 1,-6 4-1,0-2-37,0-4 1,0-2-1,0 0 1,0 2-81,0 2 1,-8-1 0,-3-3 0,-5 2-66,-1 2 0,-7 8 0,1-2 0,2 5 91,1 7 1,3-3-1,-1 8 80,1 2 1,0 2 0,1 4 16,4 4 1,5 4 0,5 7 0,-2 1 77,-2-1 1,0 3 0,6 1 0,0 2 37,0-1 0,2 3 0,4 0 0,4 0-76,-1 1 0,7-3 0,-5-6 0,5 1 7,1-1 0,1-1 1,-1-5-1,1-5-30,-1-4 0,3-2 1,1 0-1,2-2-44,-1-4 0,-1-5 0,0-11 0,3-3-102,-3-2 0,-2-2 0,-1-6 0,-3 0-91,-3 0 0,2 0 1,-9 0-1,-1 2-28,-2 4 1,-2-2 0,0 8 0,0 1 45,0 3 0,0 7 0,-2 3 222,-3 1 1,-5 2 0,-6 8-5,5 4 1,1 4 0,6 7 0,-2 1 10,2-1 1,2-5-1,2-1 1,0 3-10,0 1 0,0 3 0,0-1 80,0 1 1,6-1-1,2-1 1,2-3 20,3-1 1,3-6 0,1 4-1,1-3-81,-1-3 0,1 4 0,1-2 0,2-2 52,3-2 0,-1 3 0,-6 3 0,1 0-72,-1 0 1,-1 5 0,-2-3 0,-5 2-13,-1-1 0,-2 1 0,-6 5 0,0 1-69,0-1 0,0 1 1,2-1-1,2 1-438,1-1 1,1-5 0,-4-1-134,4 3 0,-2-6 1,8-2 302,1-4 0,3-2 0,1 0 0,1 0 306,-1 0 0,1-16 0,-1-3 0</inkml:trace>
  <inkml:trace contextRef="#ctx0" brushRef="#br0" timeOffset="2964">1624 1066 7303,'-7'-10'-522,"3"-5"1,-6 3 1028,2-4 0,1-1 0,3-1 0,-2 1-107,2 0 1,2-1 0,2 1-319,0-1 1,0 7-1,2 1 1,2 0-133,2 0 1,1 7 0,-1-3-116,6 4 1,-2 2 0,1 0 0,1 2 80,-2 4 0,3-3 0,-5 9 0,0 2 52,-1 1 0,7 8 0,-4 1 0,1-1 46,1 2 1,-6-5-1,4 5 1,-1-2 66,1 0 0,-4 1 0,3-7 0,-1 1 100,-4-1 1,0-5 0,0-1 688,2 3-589,0-6 0,-6-8 1,0-14-1,-2-5-248,-4-5 0,4-7 1,-4 4-1,4-2-196,2 0 0,0 2 0,0-4 0,0 4 50,0 1 1,6 3-1,0 6 1,0-1-76,1 1 0,-3 7 0,6 2 0,0 2 26,-1 1 0,-3 1 0,6 8 0,-1 3 90,-1 3 1,6 4 0,-7 7 0,3 4 122,0 2 1,-3-3-1,5 5 1,-4 0 5,-3-2 0,1 4 0,-4-6 0,2 1 63,-2-1 1,-2 4 0,-2-6 0,0-1 226,0-3 1,0-7 213,0-1 0,0-9-437,0-2 1,0-8 0,-2-9 0,-2 0-151,-2-1 1,0-5 0,6-2 0,0-3-206,0-3 0,0 4 0,0 0 0,0 0 13,0 0 0,6 3 0,2-3 1,1 2 79,5 4 1,2 7 0,-1 2 0,-1 1 83,-3 1 1,1 2 0,5 8 0,1 0 38,-1 0 1,-1 8 0,-3 4 0,-1 3 136,2 3 0,-5 5 0,3 2 0,0 0 15,-3 1 0,1-1 1,-6-4-1,2 4-84,-2 3 0,-2-7 1,-2 2-1,0-3-311,0-3 1,0 1-1,0-1-1032,0 1 577,0-1 0,2-7 0,3-4 713,7-5 0,4-8 0,1-3 0</inkml:trace>
  <inkml:trace contextRef="#ctx0" brushRef="#br0" timeOffset="3647">2568 1066 7809,'0'-18'29,"0"7"1,0-1 414,0-2 1,0-1 0,0-3-71,0 1 0,0 0 0,0-1-114,0 1 1,0-1 0,-2 3-106,-4 3 0,2 2 1,-8 6-183,-1-1 1,-1 1 0,0 8 0,3 3-124,-3 3 1,-1 4-1,-3 7 1,1 4 22,-1 2 1,7-3-1,-1 5 1,0 2 5,3 2 1,1-4 0,8-2 0,0-2 16,0-3 0,0-3 1,0-1 128,0-1 1,2-2 0,4-3 55,5-6 0,5-6 1,1-6-1,1-5-149,-1-5 1,-5-7-1,0-1 1,1 1-185,3-2 0,-5 5 1,1-3-1,0 4 16,-3 1 1,5 1 0,-6 1-1,-1 3-118,1 1 328,-2 8 0,0-2 0,0 12 0,-3 6 243,-1 3 1,-2 3-1,0-1 1,0 1 7,0-1 0,0 7 0,2-1 1,2-2-21,2-1 0,6-3 1,-5 1-66,3-1 0,2-2 1,5-3-67,1-6 1,-1-4 0,1-4 0,-1-4-53,1-5 1,-1-7-1,2-3 1,3-5-42,1-1 1,-2 4-1,-7-6 1,-2-2-44,1-2 1,1-4-1,-3-2 1,-3-2-199,0 3 0,-6-5 0,4 2 0,-4 0 30,-2-1 0,-2 11 0,-2-2 1,-4 6 59,-2 5 1,5 3 205,-7 1 1,0 9 65,-5 3 0,7 6 0,4 6 1,4 5 122,2 5 0,-5 7 0,-1 2 0,2 2 41,2 5 0,2 1 1,0 1-1,2 1 13,4 0 0,-4 0 1,5 0-1,-1 0-204,0 0 1,2 6-1,-2 0 1,3-3-320,1-1 1,6-2 0,-7-2-1,3-2-409,0-2 0,-1-7 0,7-1 58,-1-7 1,-1-5 0,-3-5 594,-1 2 0,0-8 0,5-8 0</inkml:trace>
  <inkml:trace contextRef="#ctx0" brushRef="#br0" timeOffset="4364">3633 769 7809,'10'-12'2,"-3"3"369,1 1 1,-6 0-142,4 2 1,-4 2-294,-2-7 0,-8 7 1,-4-2 26,-3 4 0,-3 4 0,1 2 0,-1 4-101,1 1 0,0 3 1,-1 4-1,1-3 22,-1-1 0,6-1 0,1 7 0,-1-1 119,2 1 0,-3-7 1,7 1-1,2 2 83,2 1 0,2 3 0,0-1 0,2-1 49,4-5 1,6 5 0,11-5 0,4 3 44,0-2 1,6 3 0,-6-5 0,3 2-83,-1-1 1,-8-5 0,2 4 0,-3-3 339,-3-3-291,-7 6 1,-4-2 0,-12 3-1,-8-3-89,-7 0 1,0-4-1,-7 6 1,3-3-197,4-3 1,-4 4 0,1-2-1,3 0-533,2 1 1,7-5-1659,0 4 2328,8-4 0,4-10 0,12-3 0,4-5 0,1-1 0</inkml:trace>
  <inkml:trace contextRef="#ctx0" brushRef="#br0" timeOffset="4681">3965 559 7809,'-10'-27'171,"2"4"1,2 3 239,1 3 0,-1 0 1,4-1-1,-2 1 487,-2-1 1,0 7 306,6-1-1139,0 8 1,0-2-1,0 14 1,2 7 49,4 7 0,-2 9 0,6 0 0,-1 6-66,1 4 1,-4 7 0,4-3 0,-3 1-181,-3 1 1,4-1 0,-2 5 0,0-3-101,1-1 1,-5-8 0,4 3 0,-4-1-211,-2 0 0,2-8 1,2-10-1,2-3-2082,-2-3 2118,-2-7 0,-2-4 1,0-12-1,0-8 404,0-7 0,-8-6 0,-2-8 0</inkml:trace>
  <inkml:trace contextRef="#ctx0" brushRef="#br0" timeOffset="4864">3877 629 7809,'-9'-17'572,"1"-1"500,0 1 1,6-1-379,-4 1 0,4-1 0,4 3-616,4 3 1,4 4 0,7 8 0,1 0-401,-1 0 0,7 0 0,1 0 0,0 0-330,0 0 0,4 2 1,-3 4-1,-1 4-1492,0 0 2144,-2 5 0,3 3 0,1 9 0</inkml:trace>
  <inkml:trace contextRef="#ctx0" brushRef="#br0" timeOffset="5513">4209 1048 7809,'0'12'-87,"0"0"634,0 1 1,-2-5 1667,-4-2-1878,4-4 1,-5-10-1,7-4-251,0-3 0,0-5 1,0-1-1,0-4-246,0-2 0,6 3 1,1-3-1,1 0-324,0 0 0,0 4 0,-5-7 0,5 1-7,2 2 0,-4 2 0,3 8 0,-1-1 107,-4 1 0,4-1 0,0 3 368,1 3 355,-5 4 0,2 10-129,-12 4 1,2 4 0,-5 7-1,1 1-114,4-1 1,2 1-1,0-3 1,-2-1-75,-2-3 0,1 1 0,6 3 0,3-1-61,2-2 1,8-3 0,-5 5 0,3-4 68,0-3 1,-1 1 0,9-4 0,1 4 53,2 2 0,1-5 0,-7 5 0,1 0 40,-1-1 1,1-3 0,-1 6 76,0 1 0,-5 3 1,-2 1 136,-2 1 1,-3-1 0,-5 1 80,0-1-305,0-7 1,8-2-107,4-8 1,3-8 0,3-4 0,-1-5-136,1-6 1,-1 1 0,1-5-1,-1 0-139,1 0 0,-7 4 0,-1-7 0,0 1-130,-1 2 1,-5 0 0,2 6 149,-4-3 0,-4 3 147,-4 9 1,-3 5 155,-9 7 1,1 7 0,1 7 0,3 5 272,1 5 1,8 1 0,-2-4-1,4 4-8,2 3 1,0-5-1,0 4 1,0-2-236,0-3 0,0 3 0,0-2 0,2 0-178,4 3 0,-2-9 0,8 3-329,1-7 0,3-3 0,1 1 0,1-5-768,-1-4 1,6-4 1187,1-4 0,7-11 0,-4-10 0</inkml:trace>
  <inkml:trace contextRef="#ctx0" brushRef="#br0" timeOffset="5967">5030 734 7809,'6'-12'-35,"0"1"1,1 1 0,-3-4 331,2 3 0,6-1 0,-5-3 274,3 3 0,-4-4-138,6 5 0,-8 1-236,1-2 0,-5 11-228,-5 1 1,-5 1 0,-8 11 0,1 2-56,-1 1 1,1 3-1,-1-1 1,3 1-108,3-1 1,-1 1-1,5-1 1,0 0 82,0 1 0,3-6 0,3-1 0,-2 3 85,-2 1 0,0-3 1,8-2-1,4-1 0,6 1 0,-3-4 1,3 4-1,2-1-34,1 1 0,2-6 0,1 4 1,-1-3 7,1 1 1,-1 2 0,1-4 0,-3 4 60,-3 1 0,2-3 0,-7 4 232,3-2 0,-6 5-102,2-1 0,-12 3 0,-6 1-156,-3-4 0,-3 1 1,1-5-1,-1 0-148,1-1 0,-1 1 0,1-4 0,-1 2-221,1-2 1,5-2 0,1-2-280,-3 0 0,6-8 664,3-4 0,3-3 0,2-3 0,0 1 0,0-1 0</inkml:trace>
  <inkml:trace contextRef="#ctx0" brushRef="#br0" timeOffset="6382">5414 664 7809,'0'-17'67,"0"-1"219,0 1 1,0 5-1,0 0 502,0-1 1,2-3 298,4-1-756,-4 7 1,4 2-417,-12 8 1,2 6-1,-8 2 1,-1 2-85,-3 3 1,-1 9 0,1 1 0,3-2-42,1-1 1,2-1 0,-3 2 0,3 3 136,2-3 0,2-2 0,6-1 0,0-1 85,0 1 0,2-3 0,4-1 0,6-2-33,3 1 0,3-3 0,-1 0 1,1-3-94,-1-3 1,1 4 0,-1 0 0,1 0 39,-1-1 0,1 1 0,-1-2 75,0 5 1,-7-1 175,-4 2 1,-10-6-1,-4 3 1,-3-1 41,-9-4 1,3 4-1,-6-2 1,3-3-452,3-1 0,-5 0 0,1 2-356,0 2 1,5 0 587,-7-6 0,3 8 0,3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36.79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86 612 7889,'0'-12'299,"0"1"0,-6 5 197,0-6 1,0 6-72,6-5 1,0 5 127,0-6-1027,-7 8 396,5-3 1,-6 9-1,8 3 1,0 7 35,0 4 0,2 3 0,2 2 1,2 4 20,-2 3 0,-3-7 1,1 4-1,2-1-176,2-1 1,0 0 0,-4-5-1,2-1-356,2 0 0,-1-5 0,-3 0-775,4 1 1328,-4-5 0,14-16 0,-7-11 0</inkml:trace>
  <inkml:trace contextRef="#ctx0" brushRef="#br0" timeOffset="181">68 315 7889,'-9'-17'67,"-5"-1"0,6 1 355,-1-1 0,3 3 1,-4 1-314,2 2 1,5 9-536,8-3 1,5 6 0,8 6 0,1 3-903,4 1 1328,4 5 0,8-5 0,0 8 0</inkml:trace>
  <inkml:trace contextRef="#ctx0" brushRef="#br0" timeOffset="583">540 263 7889,'10'-20'-44,"-4"-1"1,-3-2 153,3 1 1,-4 1 0,4 0 0,-2-3 371,2 3 1,-4 2 0,3 1 71,-3 1 1,-2 5-316,0 0 0,-2 8 1,-3-1-186,-7 3 1,-4 9 0,-1 5-1,0 4-104,-1 1 0,1 2 1,1 3-1,2 3-1,3 2 0,5 2 0,-4 6 1,3 2 120,3 4 1,-4-2 0,2 5 0,2 1 30,2 0 0,8 3 1,2 8-1,2 4-9,3 3 1,3-5 0,1 6 0,1 2-37,-1 2 0,-1-4 0,-3-2 0,-3-4-23,-2-7 0,-3 1 1,-5-7-1,0-3-49,0-7 0,-1-8 0,-3-9 0,-4-1-678,-2 1-275,6-9 1,-9-3 264,7-12 1,-6-3-1,4-9 1,-1-1 703,-5-4 0,-1-5 0,-3-7 0</inkml:trace>
  <inkml:trace contextRef="#ctx0" brushRef="#br0" timeOffset="748">261 874 7889,'-8'-18'0,"0"1"0,-6-1 720,3 1 1,7 5-1,-2 1-336,4-3 1,10 4 0,4 1 0,5-1-358,6 0 0,-1 6 0,5-1 1,0 3-341,0 2 1,0 0 0,4 0 0,-2 0-233,3 0 1,1-2-1,0-2 545,-4-2 0,11-8 0,-3 5 0</inkml:trace>
  <inkml:trace contextRef="#ctx0" brushRef="#br0" timeOffset="1398">1273 525 7889,'0'-12'-101,"0"0"687,0-1 1,-1 3 163,-5-2 1,4 7-254,-4-7 1,2 8-481,-2-2 1,4 6 0,-4 6 0,5 6 135,1 3 0,0 3 1,0 1-1,1 4-24,5 6 0,-2 4 0,6 2 1,0 2 3,-1 4 0,-3 4 0,4 5 0,-2-1-114,-5-3 0,5 5 1,-2 3-1,0-4-68,2 1 0,-6-3 0,3-1 0,-3-8-60,-2-8 0,0-6 121,0-8 0,-2-7-37,-3-4 1,1-10 0,-8-4 0,-2-1-187,-1-5 1,-3-1 0,-1-5 0,-2-1-153,-3-2 0,3-1 0,8 7 0,1-1-182,-2 1 0,1-1 0,-1 1 0,4-1-58,3 1 1,-5-2-1,4-3 603,-1-1 0,5-8 0,-4 4 0</inkml:trace>
  <inkml:trace contextRef="#ctx0" brushRef="#br0" timeOffset="1698">1256 123 7889,'-12'-16'584,"3"3"1157,1 1-1512,-6 8-1402,12-3 1,-3 7 1172,10 0 0,5 7 0,8 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40.17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70 524 7889,'-11'0'0,"-1"0"614,-1 0 0,3 0 1006,-2 0-641,8 0-900,-3 0 1,14 0 0,7 0-103,7 0 1,-1 0 0,5 0 0,0 0-171,4 0 0,-2 0 0,2 0 0,2-2-250,2-3 0,0 3 0,-1-4 0,-3 4-15,2 2 1,-6 0 0,0 0-1,-2 0 11,1 0 0,-7 0 0,-5 0 447,1 0 0,-5 0 0,-8 0 0,-10 0 0</inkml:trace>
  <inkml:trace contextRef="#ctx0" brushRef="#br0" timeOffset="234">105 717 7889,'-7'15'146,"-5"-3"3171,-4-5-3124,7-7 1,3 0-1,12 0 1,5 0-112,5 0 0,1-5 0,1-1 0,1 0-133,4-2 1,-1 6-1,5-4 1,-2 3-435,-3-3 1,3 4 0,0-4 0,0 2-205,0-2 0,-1 4 0,-7-5 0,1 1-994,-1 0 1683,-7-8 0,5 5 0,-5-9 0</inkml:trace>
  <inkml:trace contextRef="#ctx0" brushRef="#br0" timeOffset="550">315 332 7889,'-2'-17'100,"-2"-1"380,-2 1 1,0-1 86,6 1 0,0 5-386,0 1 0,0 9 0,2 2-127,4 9 1,-4 7 0,4 3 0,-4 3-76,-2 1 0,0 8 0,0-2 1,0 6 92,0 6 1,0-4 0,0 5 0,0-1-8,0 0 1,0 0-1,-2-4 1,-2 1 24,-2 3 1,-2-6 0,5-8 0,-3-2-212,2-3 0,-4 3-839,2-2 354,0-7 1,6-10 0,2-12-344,4-6 1,4-3 948,7-3 0,1 1 0,-1-1 0</inkml:trace>
  <inkml:trace contextRef="#ctx0" brushRef="#br0" timeOffset="869">786 437 7889,'0'-17'564,"0"-1"1,0 1 632,0-1-1088,0 9 1,0 3-43,0 12 0,2 3 0,2 9 1,2 1 48,-2 4 0,-2-1 1,-2 7-1,0 2-50,0 2 1,0 2 0,0-2 0,0-2-148,0-2 0,6 0 0,0 4 0,-3-4-62,-1-6 1,-2 3 0,0-3-1,0-2-1694,0-1 1085,0-3 0,0-9 0,0-8 752,0-10 0,-7-21 0,-3-6 0</inkml:trace>
  <inkml:trace contextRef="#ctx0" brushRef="#br0" timeOffset="1117">804 193 7889,'-6'-18'-31,"0"1"0,0-1 272,-1 1 0,5-1 1,-4 1 781,4-1 0,2 1-942,0-1 1,6 7 0,2 1-329,1 2 1,3 3-13,5 5 1,-7 1 0,-4 5 33,-4 6 0,-2 3 0,0 3-32,0-1 1,-2-1 0,-2-3-350,-2-1 0,-5-6-410,5 6 1016,0-9 0,-2 13 0,-2-6 0</inkml:trace>
  <inkml:trace contextRef="#ctx0" brushRef="#br0" timeOffset="1502">1293 909 7889,'-12'-16'-141,"3"3"1,-1 1 599,0-2 1,6 5-1,-2-3 625,4-2-670,2 7 1,2-1-445,4 8 1,4 6 0,5 1 0,-3 3 35,-6 4 1,2 3-1,-2 5 1,-3 1-115,-1-2 1,-2 4-1,0 1 1,0-1-75,0 0 0,-2 6 0,-1-4 0,-5 2 14,-2 1 0,0-9 0,-3 2 0,1-2-106,-1 3 1,3-7 0,0 3-1,0-9-476,1-3 0,3-2 750,-6-6 0,1 0 0,-7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45.36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103 594 7889,'-9'-8'611,"-1"6"0,6-5 115,-2-1 1,0 4-547,6-8 0,2 8 0,2-3 0,4 1-441,2 0 0,7 0 0,8 6 0,0 0-293,1 0 0,5 0 1,-4 0-1,2 0 554,0 0 0,0 8 0,6 2 0</inkml:trace>
  <inkml:trace contextRef="#ctx0" brushRef="#br0" timeOffset="181">103 769 7889,'-17'0'162,"-1"5"0,1 1 407,-1-2 1,7-2 879,-1-2-1330,8 0 0,-2 0 0,12 0 0,6 0-281,3 0 1,5 0-1,1 0 1,4 0-368,3 0 1,1 0 0,6 0 0,-1 0-599,1 0 1127,0-8 0,0-1 0,0-9 0</inkml:trace>
  <inkml:trace contextRef="#ctx0" brushRef="#br0" timeOffset="683">784 332 6744,'-2'10'137,"-1"-3"1084,-3 1-319,0-6-652,6 6 1,0-10 0,2-4-108,4-5 0,1-5 1,7-1-1,-2-1-84,1 1 0,1-1 0,1 1 1,1-1 1,3 1 0,3-3 1,-5-1-1,2-2-110,5 1 0,3 3 1,8 2-1,-2-1-105,-4 1 0,6 1 1,-2 2-1,6 5-193,-1 1 1,-1 2 0,-4 6 0,-2 2-6,-2 4 0,-1 2 0,1 5 0,-8-1-5,-7 2 0,-1 1 1,-5 3 356,2-1 0,1 0 0,7 1 0</inkml:trace>
  <inkml:trace contextRef="#ctx0" brushRef="#br0" timeOffset="1049">1081 192 7889,'0'-17'151,"0"-1"1,0 7 363,0-1 0,0 6-330,0-5 1,-2 7-86,-4-2 0,5 6-127,-5 6 0,4 3 1,0 11-1,-2 1 87,-2 2 0,0 9 1,6-3-1,0 6 82,0 5 0,0-1 1,0 6-1,0-1 10,0 1 1,6-6 0,2 2 0,2-5-154,3-1 1,1-2-1,-1-4 1,-1-5-80,2-5 1,1-1 0,3-3 0,-1-3-123,0-6 1,1-4-1,-1-2 1,1 0-149,-1 0 0,1 0 0,-1 0 0,1-2-809,-1-4 0,3-4 1159,3-7 0,-4-1 0,7 1 0</inkml:trace>
  <inkml:trace contextRef="#ctx0" brushRef="#br0" timeOffset="1600">1605 629 7889,'0'-12'444,"0"1"0,0 5 735,0-6-994,-8 8 1,6-2-36,-3 12 0,3 4 0,2 7 1,0 3-29,0 3 0,0-3 0,0 5 0,2-2-158,3 0 0,-3 6 1,4-3-1,-4-1-266,-2 0 0,6-2 1,0-5-866,-2-1 0,-2 1-368,-2-1 1535,0-7 0,0-10 0,0-10 0</inkml:trace>
  <inkml:trace contextRef="#ctx0" brushRef="#br0" timeOffset="1915">1588 472 7889,'0'-18'256,"0"1"0,0-1 0,0 1 1,0-1 1,0 7 0,2-1-69,3-1 1,5 3 0,8 0-282,-1 2 1,1 3 0,-1 6-22,0 5 0,-1 4 0,-4 7 0,-7 1-296,-3-1 1,-2 1 0,0-1 116,0 1 1,0-1 0,-2 1 272,-3-1 0,-3-5 0,-6-2 266,3-3 1,-1-1-21,-5-6 0,5-2 1,2-4-291,2-5 0,-3-5 1,5-1-345,2-1 1,2 7 0,2-1-514,0-2 920,0-1 0,8-3 0,2 1 0</inkml:trace>
  <inkml:trace contextRef="#ctx0" brushRef="#br0" timeOffset="2457">2129 629 7889,'-15'-2'48,"1"-2"208,2-2 0,8-2 0,-3 3 234,-1-7 1,6 2 0,-4-1 27,4-3 0,2 4-627,0-1 40,0 7 1,6-2-1,0 12 1,-2 6-8,-2 3 0,-2 4 0,0 3 0,0 3 57,0 2 0,6 2 0,-1 8 1,-1 2-24,-2 2 0,-2 5 0,0-3 1,0 0-44,0-1 1,0 7-1,2-4 1,2-3 52,2-7 1,0-2-1,-6-10 1,0 1 68,0 1 0,-6-12 0,-2 3 0,-2-6 130,-3-6 1,3-1 0,-2 1 0,-3 2-45,-6-2 1,1-2 0,-3-2 0,3-2-141,3-4 1,-1 2 0,1-5 0,0-1-179,-1 0 0,1 4 0,1-5 0,3-1-151,1 2 0,8-5 0,-2 3 0,4-3-555,2-3 0,0 1 901,0-1 0,0-7 0,0-2 0</inkml:trace>
  <inkml:trace contextRef="#ctx0" brushRef="#br0" timeOffset="2765">2077 262 7889,'-6'-17'0,"-2"-3"0,-2-3 0,7 9 0,-5-1 806,0 5-839,6-3 1,-4 13 0,10 0-1,2 9-83,-2 7 1,4 1 0,-3 1 0,1-1 26,2 1 0,-4-1 0,6 1 1,-1-1 54,1 1 1,-4-3-1,3-1 1,1-5 26,0-1 1,-4-2-1,3-4 1,1 2 12,0 2 0,1-3-22,7-8 1,-8-5 0,-5-8-1,-3 1 28,-2 0 0,0-1 0,-2 1 0,-3 1-98,-7 4 1,2-1 0,-1 7-452,-3 2 1,-1 2 536,-3 2 0,1 8 0,-1 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42.34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331 106 7889,'11'-6'-1145,"-1"-2"1484,-2-2 1,4 5 0,-7-7 156,-1-2 1,-2 5-1,0-1-25,4 2 1,-4 0-367,4 3 1,-6 3-1,-6-4-57,-6 4 0,-3 8 0,-3 1 0,1 3-209,-1 4 0,-5 1 1,0 3-1,0 1 16,-3 4 0,7-3 0,-4 3 0,3-3 72,3-3 1,-1 0-1,3 1 1,1-1 45,3 1 1,7-1-1,-2 1 1,4-1 66,2 1 1,0-1 0,2-1 81,4-5 0,3 3 0,11-6 0,1 1-89,2 5 1,6-4 0,-3 1 0,1 1-128,4-2 1,-4 5-1,0-3 1,0 3-78,1 3 0,-5-1 0,4 1 1,-2-1 66,-3 1 0,-11-1 0,-5 1 1,-4-1 57,-2 1 1,0-1 0,-2 0-1,-4 1 79,-5-1 1,-7-5-1,-3 0 1,-4-1 199,-3-1 1,5 4 0,-6-9-1,-2-1 10,-2-2 0,4-2 0,0 0 0,0 0 17,1 0 0,-3-2 1,8-2-1,2-3-102,1-3 0,3 4-788,-1-5-298,9 7 0,3-4 0,12 8-472,5 0 1400,5 0 0,1-8 0,1-2 0</inkml:trace>
  <inkml:trace contextRef="#ctx0" brushRef="#br0" timeOffset="1719">802 665 7835,'-11'0'605,"-1"0"0,6-6-166,-5 0 1,5-6-265,-6 6 1,8-1-416,-2 1 164,5 4 1,1 2-1,0 12 138,0 3 0,0 3 0,0-1 0,0 0-58,0 1 1,1 5 0,3 1 0,2-3-91,-2-2 0,4-1 0,-2-1 1,-3 1-221,-1-1 0,-2-5 0,2-1-583,4 3 302,-4 2 32,6 1 297,-8-7 1,2-3 257,4-7 0,-4 0 0,13 0 0,-5 0 0</inkml:trace>
  <inkml:trace contextRef="#ctx0" brushRef="#br0" timeOffset="2118">767 368 7889,'-2'-18'63,"-3"1"0,3-1 0,-4 1 625,4-1 0,10 7-643,3-1 0,5 8 1,1-2-188,1 4 0,-7 2 0,-1 2 0,0 2-50,0 2 1,-7 8 0,3-3 0,-4 5-12,-2 1 1,0 1 0,-2-1 183,-4 1 1,3-7 0,-9-1 193,-2-2 0,-1 3 1,-3-5 199,1-2 1,-1-4-318,1-6 0,5-3 0,3-9-147,1 1 0,2 5 1,8 2-1,4 3-362,5 3 1,5-4 0,1 2 0,3 2 450,3 2 0,4 2 0,8 0 0</inkml:trace>
  <inkml:trace contextRef="#ctx0" brushRef="#br0" timeOffset="2519">1134 665 10270,'0'-10'-101,"0"4"37,0 12 0,0 4 0,0 7 0,0 2 32,0 5 1,0-3 0,2 10 0,2 4 108,2 4 0,5 7 1,-3-3-1,0 2 8,0 3 0,3-5 1,-5-2-1,-2-4 30,-2-3 1,-2-6 0,0-5 0,-2-4 93,-4-1 0,-3-7 0,-9-1 1,-1-2-114,-5-4 1,3-8 0,-8-4-1,-2-2-173,-2-3 0,4-3 1,2-1-1,1 1-107,5 5 1,-4-5-1,4 5 1,3-5-264,4-1 1,9-1 0,-5 1 0,2-1-110,4 1 1,4-1 0,6 1-1,6-3 556,3-3 0,11-4 0,1-8 0</inkml:trace>
  <inkml:trace contextRef="#ctx0" brushRef="#br0" timeOffset="2717">1274 385 7889,'0'-17'0,"-2"-1"0,-2 1 1194,-2-1 0,-2 1-267,3-1 0,3 1-1900,-4-1 417,4 9 1,2 9 0,0 11-186,0 5 0,2 1 741,4 1 0,-4-1 0,5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8:54.0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0 158 7847,'10'0'-390,"-2"0"411,-8 0 115,0 0-69,0 8 0,0-4 0,2 5-1,4-1 1,-5 0 0,7-4 0,-2 3-17,0 3 1,6-4-1,-5 6-20,3 1 0,2-3 0,5 2 0,1-1 6,-1-1 0,-3 4 0,1-7 0,5 1-34,-1 0 1,6-2-1,-2-4 1,1 1 12,1 3 0,-6 0 0,7-6 0,-3 0 12,0 0 1,0 0 0,-5 0 0,-1 0 48,1 0 1,-1 0-1,1-2 1,-1-2-49,1-2 1,-1-1-1,1 3 1,-1-4-43,1-2 1,-1 5 0,0-5-1,1 0 4,-1 0 0,1 5 1,-1-5-1,1 0-5,-1 0 1,1 5-1,1-5 1,1 0 4,-3 1 0,10 5 0,-9-4 0,1 2 9,0 0 1,-1-2-1,1 5 1,3-3 0,1 2 0,2-4 0,-2 2 0,5 2 0,-1 3 0,4-5 0,-6 0 0,2 2-15,4 2 0,-4 0 0,1-2 0,-3-2 4,-4 3 1,4 1 0,-1 2 0,-3 2 9,-2 3 1,-1-3-1,1 6 1,3-2-6,1 0 1,0 5 0,-5-3-1,-1 0 5,1 0 0,-1 5 1,2-1-1,3 1 41,1-1 1,-2 4-1,-7-5 1,-2 3 2,1-3 0,1 5 0,-1-6 0,-3 1 43,-2 1 0,-2-6 0,-6 5-119,0 3-67,0-6-45,0 0 233,0-8 412,0 0-557,0-8 0,2 0 1,2-6-1,3 3-35,3-3 0,-4 5 1,5-3 52,3-2 0,2-1 0,1-1 1,1 3 36,-1 1 1,-5 2-1,-1-3 1,3 1 64,1-2 1,3 5 0,-1-1-20,1 2 1,-1-3-1,-1 3 1,-3 0-16,-1 0 0,-2 1 1,3 3-1,-1-2-15,1 2 1,3 2-1,1 2-18,1 0 1,-1 0 0,1 0 0,-1 0-24,1 0 0,-1 0 0,1 0 17,-1 0 1,1 6 0,-1 2-1,1-1 45,-1 1 1,1 4 0,-1-4 0,0-1-9,1 1 0,-1 6 0,1-5 0,1 3-21,5 0 1,-3-6 0,6 3 0,0-1 13,0-4 1,-3 4-1,5-3 1,2-1-6,2-2 0,-4-2 1,0 0-1,0 0-15,-2 0 1,4 0 0,-7 0 0,-3 0-10,-2 0 0,-1-6 0,-1 1 0,1-1-1,-1-2 1,-5 4 0,0-7 23,1-3 0,1-2 0,-1-1 15,-1 0 0,-6 1 0,3 2 0,-1 3-12,-4-3 0,-2 4 0,0-1-37,4-3 1,-4 5-213,4-3 0,-5 6-641,-1-6 1,-1 9-733,-5-3 1605,4 4 0,-14 2 0,7 0 0</inkml:trace>
  <inkml:trace contextRef="#ctx0" brushRef="#br0" timeOffset="934">996 682 8130,'0'-18'730,"0"1"1,-2 7-785,-4 4 1,-4 5-1,-7 1 16,-1 0 1,-5 7-1,0 3 1,0 2 6,-3-1 1,5 1 0,-6 5 0,2 1 85,3-1 0,1 1 0,0-1-7,-3 1 0,3-1 1,7-1-17,3-5 1,7 5 11,-2-5 1,12-3 0,7 0-25,9 0 1,-3-6 0,6 5 0,1-1-59,3 0 1,-2 2-1,2-2 1,0 3 4,-2 1 1,6 4-1,-6-7 1,1 3 13,-5 4 0,-4-1 1,-1 1-1,-3-2 17,-3 1 1,-4-3 0,-8 1 201,0 3 0,-10 0 0,-6-3 0,-7-3-13,-4 0 0,-2-6 1,-6 4-1,2-4-176,4-2 1,-4 0 0,6 0 0,-1 0-102,5 0 0,4 0 1,1 0-1,1-2-241,-1-4 0,7 4-346,-1-4 1,8 2-1,0 0-105,8-2 0,6-1 782,7 1 0,1-4 0,-1-7 0</inkml:trace>
  <inkml:trace contextRef="#ctx0" brushRef="#br0" timeOffset="1469">1258 560 8288,'-12'-18'60,"0"1"1,9-1 0,-5 1-1,2-1 487,0 1 0,0-1-69,6 1 1,0 5-349,0 1 0,0 9 1,0 2-227,0 9 1,2 3 0,2 4-1,2 5 33,-2 4 0,-2-2 0,0 8 1,2 4 81,1 4 1,1 2-1,-4-6 1,2 0 7,2 0 1,0 6 0,-6-1 0,0-1-17,0-2 0,6-2 0,-1 0 1,-1-2 1,-2-4 0,-2-4 0,0-7 404,0-1-161,0 1 1,0-17 0,0-6 0,0-9-203,0-3 0,2-3 0,2-3 0,4-4-184,1 0 1,-3-4 0,4 7 0,0 1-157,-1-2 0,-3 5 1,4-3-1,0 6 59,-1 5 0,-3-2 0,4 7 1,0-1 101,-1 0 0,3 2 0,3 8 175,-3 4 0,-2 6 1,-6 9-1,3 4 25,3 2 0,-6-3 1,2 5-1,-2 0 107,2-2 1,-5 4 0,5-8-1,-4-1-166,-2-3 1,0-1-1,0-1-1011,0 1 242,0-1 0,2-7-102,4-5 0,-4-10 855,4-7 0,3-11 0,1-4 0</inkml:trace>
  <inkml:trace contextRef="#ctx0" brushRef="#br0" timeOffset="2451">1642 1049 8334,'0'9'1660,"2"-3"-1489,4-12 1,-2 2 0,5-7 0,1-3-181,0-1 1,1-3 0,7 1 0,-3-1-89,-3 1 0,3-1 0,-3 1 0,2-2-44,-3-5 0,3 5 0,-8-4 0,-2 1-159,-2-1 0,-2 4 1,0-5 88,0 5 0,-2 3 0,-4 5 57,-6 5 1,-3 4 0,-3 4 144,1 4 0,1 3 1,3 11-1,3 1 177,2 2 1,0 3 0,5-3 0,-3 6 75,2 4 1,8-4 0,3 0-1,5 0-59,7-2 1,1 5 0,9-9 0,0-2 29,-2-1 1,12-5 0,-4-3 0,4-6-89,4-4 1,-5-4 0,7-4 0,-2-6-154,-5-3 0,-3-9 1,-4-1-1,-3-2-42,-3-4 1,-2 4 0,-7 0 0,-5 1-94,-5 5 1,2-4-1,-4 1 1,-6 3-45,-8 2 1,-5 7 0,-3 2 0,1 3-5,-1 3 0,-5 2 0,0 2 0,1 2 101,3 4 0,1 3 0,1 9 0,-1-1 123,1 1 1,1-1 0,3 2 0,3 3-32,2 1 1,3 0 0,5-5 0,0-1 121,0 1 1,0 5-1,2 0 162,3-1 0,5-11 1,8-5-1,-1-4-74,0-2 1,1-2 0,-1-2 0,1-5-114,-1-7 1,1 2-1,-1-11 1,1 2-132,-1 0 1,-5-3 0,-1 5-1,3-2-270,2 1 0,-5-3 1,-1 2-434,-2 2 642,-2 9 0,-6 6 0,0 12 194,0 6 1,0 5 0,0 4 0,0 3 125,0-3 1,0 4 0,1 1 0,3-1 29,2 0 1,8-2 0,-3-5-1,5-1-61,1 1 0,-3-7 0,1-1 0,5-2-92,-1-4 1,1-2 0,-3-4 0,1-4-42,-1-6 1,1-3 0,-1-5 0,-1-1-104,-5-2 1,3-8-1,-6 1 1,-1-3-222,1-1 1,-2-1 0,-6 0 0,0 0-173,0 0 1,0 0 0,-2 2 0,-2 4 85,-2 6 0,-5 9 0,3 4 144,-2 2 1,6 5 392,-2 8 1,4-1 0,2 8-13,0 2 0,0 1 0,2 1 1,2-3 73,2-1 1,8-3-1,-3 3 1,5-4-120,1 0 1,3-6 0,3 3 0,6-1-48,4 2 1,-4-4 0,0 4-1,2-4-79,2-2 1,-4 0 0,-1 2 0,-3 2 49,-4 1 0,-7 9 0,-5-2 1,-1 3 99,-4 3 0,-2 5 1,-2 2-1,-2 0 112,-4 1 0,-1 3 0,-5-6 1,4-2-115,0-1 1,6-3-1,-3 1-153,3-1 0,4-7 1,5-4-1,11-4-996,9-2 0,8-8 1012,6-4 0,11-11 0,10-4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15.7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0 245 7070,'0'-18'2248,"0"1"-1588,0-1 1,6 7-383,0-1 0,0 6 0,-5-3 0,3-1-177,2 0 1,6 4 0,-4-3 0,1-1-125,5 0 0,1 0 1,3-3-1,-1 3-112,1 2 1,7-3 0,2 3 0,2 0-123,0 1 1,4-5 0,4 6 0,-4 2-105,0 2 0,-2 2 1,0 2-1,-4 2-184,-1 2 1,-5 7 0,-7-3-1,-5 2 164,-1-1 0,-2 1 0,-6 6 381,0-1 0,0 0 0,-8 1 0,-2-1 0</inkml:trace>
  <inkml:trace contextRef="#ctx0" brushRef="#br0" timeOffset="418">280 157 8586,'-6'-11'1,"-2"1"387,-2 2 1,6 1 3,-1 1 1,1 4-148,-2-4-305,4 4 0,-6 10 1,8 3-1,0 5 60,0 1 0,0 1 0,0-1 0,0 3 8,0 3 1,0-2 0,0 8 0,0 3 248,0 1 0,0 1 0,0 1 0,0 0-116,0 0 1,2 0 0,2-2 0,4-2 16,1-2 0,-3-7 0,6 1 0,1-4 44,3-1 1,1-9-1,1-3-391,-1-4 1,1-2-1,-1 0 1,3 0-453,3 0 1,-9-6 0,3-1 0,-1-3 640,-1-4 0,3-1 0,-1-3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14.1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717 35 8586,'9'-7'93,"7"5"0,-12-12 1382,7 8-279,-7 0-395,4 6-875,-8 0 1,-8 0-1,-3 0-195,-5 0 0,-7 0 0,-1 0 0,3 0 64,2 0 0,-5 0 1,-1 0-1,-2 2 109,-4 4 0,4-4 1,-2 4-1,-2-4 109,-2-2 0,2 0 0,0 0 0,-2 0 23,2 0 0,5 0 0,-1 0 0,0 0 13,0 0 0,5 6 1,-1 0-1,4-1-24,1 3 1,1-4 0,-1 6-1,3-1-36,3 1 0,-1 2 0,5 5-47,-2 1 0,6-1 0,-2 1 1,5-1-42,1 1 1,1 1 0,3 2 0,4 3-2,2-3 0,-4 0 0,5 1 0,3 1 48,1-2 0,1-1 1,-3-3-1,-1 1 49,2-1 1,1-1 0,3-3 19,-1-1 1,1-8-1,-1 3 1,1-1 36,-1 0 1,-5 0 0,-1-8 120,3-4 0,-4-2 1,-1-5-1,-1 1-86,-4-1 0,-2-3 1,-2-1-1,2-3-24,4-3 0,-4 4 1,3-5-1,-3 5-84,-2 1 0,0 1 1,0-1-1,0 1-29,0 0 0,0-1 0,-2 1 0,-1-1-131,-3 1 0,0 5-1128,6 0 629,0 8 0,0-1 0,0 10 678,0 7 0,15 4 0,5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47.7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53 175 8190,'-18'-2'1951,"1"-4"0,7 2-1509,4-7 0,5 5 0,1-6-217,0-1 1,7-1 0,5 0 0,3 5-143,3 1 0,-1-4 0,1 4 1,-1 1-211,1-1 0,1-4 0,3 7 0,3-1-265,2-2 1,-4 6 0,4-4 0,1 4-389,-1 2 1,-6 0 0,2 0 0,-3 0 107,-3 0 0,1 0 1,-3 2-1,-3 4 672,-6 6 0,-4 3 0,-2 3 0,0 7 0,0 2 0</inkml:trace>
  <inkml:trace contextRef="#ctx0" brushRef="#br0" timeOffset="317">280 105 7459,'-10'-8'411,"1"6"496,3-4 0,2 5-618,-8 1 1,1 1 0,-5 5-89,4 6 0,3 3 0,5 3 1,-4-1-22,-2 1 0,6 1 1,-1 3-1,1 3-239,-2 2 1,4-4 0,-4 6 0,4 1-63,2-3 0,0 6 0,0-6 0,2 0-121,4-4 1,-2 3-1,8-5 1,1-4-67,3-3 1,1-8 0,1 3-1,1-1-294,4-4 0,-1-2 1,5-4-1,0-4 602,0-5 0,-6-5 0,12-1 0,-5-1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46.2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507 35 11627,'10'0'2614,"-3"0"-3074,-7 0 1,0-2-27,0-4 0,-7 4 0,-5-4 197,-3 5 1,-3 1 0,-1-2 0,-3-2 98,-1-2 0,-8 0 1,4 6-1,-2 0 172,0 0 0,1 0 0,-3 0 1,4 0 62,2 0 1,0 0-1,3 0 1,1 2-65,6 4 0,-3-2 0,6 7 0,-1 3-61,1 1 1,-1 3-1,7-1 1,0 1 18,-2-1 0,6 7 0,-4-1 0,5-2 13,1-1 0,1-3 0,3 1 0,4-1 25,2 1 0,-1-1 1,5 0-1,-2-1-5,1-4 0,3 1 0,1-7 59,1-2 0,-1 4 0,1-3 21,-1-1 0,-5-2 1,-3-4-1,1-2 56,0-1 1,-4-9 0,3 2-1,1-1-9,0 1 0,-6-3 0,2 3 0,-5-3-73,-1-3 0,0 1 1,0-1-1,0 1-6,0-1 1,0 1 0,0-1 0,0 1-82,0-1 0,-5 1 0,-3 1-389,-2 5 1,4-3-1652,-5 8 1414,7 0 0,-4 14 687,8 4 0,0 3 0,0 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44.5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36 210 8105,'-10'0'1717,"0"0"0,6-2-1091,-1-4 0,-1-4-383,6-7 0,0-1 0,2 3 0,2 1-235,1 3 1,9 1 0,-2-4 0,3 3-118,3-3 1,-1 4 0,1-1-1,1-1-448,4 2 1,-3-3 0,5 7-1,-2 2-153,0 2 0,1 2 1,-7 0-1,1 0-329,-1 0 0,-5 2 1039,-1 4 0,1 4 0,5 7 0</inkml:trace>
  <inkml:trace contextRef="#ctx0" brushRef="#br0" timeOffset="335">158 122 8586,'6'-11'15,"0"-1"0,-1 6 482,-5-5 0,0 5-248,0-6-170,0 8 1,-5-2 0,-1 12-111,2 6 0,0 3 0,0 3 0,-2-1-29,2 1 1,2 1-1,2 3 1,0 3 7,0 2 0,0 0 0,0 4 1,0-2-33,0 2 1,0 2 0,0 0 0,2-2-107,4-2 0,-2-1 0,6 3 0,-2-4-82,-5-2 0,7-2 1,2-5-25,3-1 0,3-7 0,-1-4 0,1-6 296,-1-6 0,1 4 0,-1-21 0,1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42.6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35 193 8586,'-9'-17'103,"-5"-1"1,8 1 400,2-1 0,2 7 0,4-1 30,4-2 1,-2 5-1,8-3-294,1-2 0,3 5 0,1-1 0,1 0-118,-1 1 0,3 5 0,1-2 0,2 4-151,-1 2 0,5 0 1,2 0-1,4 0-117,2 0 1,-2 0-1,-2 0 1,-2 0-198,2 0 1,0 0-1,-2 2 1,-6 2-701,-3 2 1,-9 5-949,1-5 1566,-8 8 1,2-11 0,-12 7 424,-6-2 0,-11-2 0,-4-6 0</inkml:trace>
  <inkml:trace contextRef="#ctx0" brushRef="#br0" timeOffset="351">297 88 8586,'0'-11'790,"0"-1"1,0 6-264,0-6 0,0 7-285,0-7-834,0 8 497,0-4 0,-2 16 1,-2 4-1,-1 5 144,1 7 1,-4 3-1,0 8 1,0 0 48,1-1 0,1 7 1,4 0-1,-2 0 52,-2 1 0,0-5 0,6 4 1,0-6-13,0-6 1,6 2-1,2-8-178,2-1 0,1-3 1,7-3-223,-1-5 0,1-3 0,-1-8-371,1 0 0,-3-2 1,-1-2-1,-3-2-534,3 3 0,-4-5 1167,1 2 0,1-8 0,5 5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49.8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559 2183 7722,'10'0'3566,"-2"-8"-3092,-8-3 1,-2 3-1,-2 0-91,-2 0 0,0-1-331,6-9 1,2 3 0,2 1 0,4 2-140,2-1 0,1-1 0,7 1 0,1 1-345,4-2 0,-1 5 0,5-3 0,0 0-313,0 3 0,-5 1 1,1 8-1,-4 0 79,-1 0 0,-1 0 0,1 0 666,-1 0 0,-7 8 0,5 1 0,-5 9 0</inkml:trace>
  <inkml:trace contextRef="#ctx0" brushRef="#br0" timeOffset="300">734 2113 7613,'-6'-11'1213,"0"-1"1,-2 8-557,3-2-909,3 4 1,-8 2 24,4 0 0,4 2 0,-4 4 86,4 6 1,-3 3 0,-1 3-1,2 1 189,2 4 0,2 4 1,0 8-1,0 0-1,0 0 0,2 6 0,2 0 1,4 0-90,1 1 0,3-7 0,5 2 0,1-8-118,-1-4 1,1-3-1,-1-11 1,1-5-332,-1-4 1,6-2 0,1-2 490,-3-4 0,6-11 0,0-10 0</inkml:trace>
  <inkml:trace contextRef="#ctx0" brushRef="#br0" timeOffset="6684">297 70 7917,'0'-18'102,"-6"7"1,-1 1 153,-3 2 0,4-3 0,-5 5-99,-3 2 1,4 2 0,-1 2-191,-3 0 1,-2 0 0,-1 0 18,0 0 0,-1 2 1,1 2-77,-1 2 1,7-1 0,-1-5 166,-2 0 0,5 0 1,-3 0 42,-2 0 1,5 0 57,-3 0-85,8 0-98,-4 0 1,8 2 39,0 4 0,0 4 0,0 7 0,0 1 60,0-1 1,0 3 0,0 3 0,0 6-49,0 4 0,0 4 0,0 4 0,0 5-46,0 5 0,0 9 0,0 4 0,0 4-5,0 2 0,2 2 1,2 1-1,2 3 1,-2-2 1,4-3 0,-3-1 0,-1 0 22,-2 0 1,4-6 0,0-2 0,-2-2 11,-2-3 1,4 5 0,-1 0-1,-1 0 1,-2-4 0,4-4 0,0-1 1,-2 1-5,-2 4 0,4-9 1,-1 1-1,-1-5 13,-2-6 1,4 3 0,2-1 0,0-2-24,-1-2 0,5 4 0,-6-1 0,0-1-10,1-2 1,-3-2 0,6 0-1,-2-2 5,-4-4 1,3 4-1,-1-6 1,-2 0 11,-2-3 1,-2-5 0,0-2 0,0 3 32,0 3 1,0-9 0,0 3-1,0-1-10,0-1 0,0-3 0,0 0 0,0 1-13,0 3 1,-6-5 0,0 1 0,2 2 16,2 1 0,1-3 1,-3-1 58,-2 3 1,0-4 0,4-1 144,-4-1 3,4-2-265,-5-6 1,8 0 0,3-2 0,4-2-182,2-2 1,1-1 0,7 3 0,-1-2-261,1 2 0,1-4 0,3 2 0,3 1-1520,2-3 1966,2 6 0,14-14 0,1 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53.3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734 2323 7946,'10'8'318,"6"-6"268,-7 6 1,3-8 638,0 0 38,-9 0-1035,5 0 1,-10 0-255,-4 0 0,-3-2 0,-9-2 0,-1-2-93,-4 2 1,-5 2 0,-6 2 0,-1 0-213,0 0 1,-2 0 0,-2 0 0,-4 0 68,-1 0 1,3 0 0,-4 0 0,3 0 156,3 0 1,2 8 0,2 4-1,0 3 23,0 3 1,8 5 0,2 2 0,3 0 52,5 1 1,-2 3 0,13-4 0,2 0-3,2 0 0,2 5 1,2-5-1,4 0 37,5 0 0,5-7 1,3-7-1,3 3-2,1 1 1,6-5-1,-6-4 1,-1-4 6,-3-2 0,4 0 1,1 0-1,-3 0 97,-2 0 0,-7-6 1,0-2-1,-1-1 175,-1-5 0,-2-1 0,-6-3 1,2-1 12,1-5 0,1 3 0,-6-6 1,0 0-184,0 0 1,-2 5-1,-2-3 1,-1 2-58,1-1 1,2 1 0,0 8 0,-2 1-308,-2 2 1,0 7 0,4-5-638,-4 2 0,5 4 286,-5 10 1,4 4 0,2 7 0,0 1 601,0-1 0,8 1 0,1 7 0,9 2 0</inkml:trace>
  <inkml:trace contextRef="#ctx0" brushRef="#br0" timeOffset="1968">1485 88 7937,'-11'0'624,"-1"0"0,8-2-458,-2-4 0,14-4 0,8-5-50,5 3 0,4 3 0,-3 5 0,3-2-165,2 2 1,2-4 0,4 2-1,-2 3-20,-2 1 0,-7 2 1,3 0-1,-2 0 13,0 0 1,-1 2-1,-9 1 1,-3 5 41,-2 2 0,3 2 1,-5 5-1,-2 0 36,-2 1 1,-2 1 0,0 3 0,0 3 27,0 2 0,0 0 0,0 4 1,0 0 53,0 6 0,0-2 1,0 8-1,0-2 37,0-1 1,0 9-1,2-3 1,2 7-12,2 5 0,7-4 0,-1 5 1,1-3-79,-1 2 1,4-2 0,-7 8 0,3 0 102,0-2 0,-3 4 1,3-5-1,-4 1-38,-1 4 1,-5-4 0,6 0-1,-2-2-26,0-4 0,0 6 1,-4 0-1,1 1-5,3-5 0,0 2 1,-6-2-1,2 0-27,4 3 1,-4-7 0,6 2 0,-3-5-114,1-5 1,2 3 0,-4 7 0,2 0-34,-2-5 1,-1-7-1,1-9 1,2 0 106,-2 0 1,0-6 0,0-2-23,2-1 0,1-3 0,-3-6-87,2 1 1,0-7 31,-6 1 0,0-6 0,-2 4 74,-4-3 0,-2 1 0,-5-4 0,1 4-9,-1 1 0,-3-3 0,-3 4 0,-3 0 3,-1-1 0,-2-3 1,1 6-1,-7-1-227,-7-1 1,-1 6-1,-6-7 0,3 1-687,3-4 1,-4 2 902,2-2 0,-7-1 0,3-5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49:51.4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51 123 8586,'-12'0'921,"1"0"0,5-6-43,-6 0 0,8-2-760,-1 2 0,10-1 1,7-7-1,4 4-145,1 3 1,1-5 0,1 4-1,2 1-215,3-1 1,7-4 0,-4 6 0,2 2-124,0 2 0,-2 2 0,4 0 0,-4 0-128,-1 0 1,-1 2 0,-4 4-86,3 6 1,-1 3-1,-8 3 578,-3-1 0,-4-5 0,-8 0 0,0-1 0,0 7 0</inkml:trace>
  <inkml:trace contextRef="#ctx0" brushRef="#br0" timeOffset="316">331 123 8586,'-10'-12'132,"4"0"0,2 7 2172,-2-7-2143,4 8-96,-13-4 1,11 10-1,-6 4 1,1 6-105,-1 3 0,6 3 1,-4 1-1,2 4-10,1 7 0,-3 2 0,4 3 0,-2 2 122,2 4 1,2-2-1,2 5 1,0-1-46,0-4 1,0-8-1,0-2 1,2 0-85,4-2 1,4-3 0,7-13-1,1-5-228,-1-4 0,1 4 1,1 0-1,2-4-520,3-6 0,1 0 0,-4-8 804,3-1 0,-1-11 0,-6-3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09.9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804 88 8196,'0'-18'-864,"0"1"1078,0-1 0,6 7 222,0-1-235,0 8-95,-6-4-175,0 8 1,0 2 21,0 4 0,-6-2 1,0 8-1,0 1 20,-2 3 0,4 1 0,-5 3 0,-1 1 22,0 2 1,5 3-1,-7-5 1,0 4 10,3 2 1,-7-3 0,6 5 0,-1 0 6,-1-2 1,2 4-1,-3-8 1,3 1-16,2 1 0,-3 0 0,3 4 0,0-6-13,0-3 0,-3-1 0,3 3 1,0 1 4,0-2 1,-5-1 0,3-3 4,0 1 0,-5-1 0,5 0 0,-1 1 8,-1-1 1,2 1-1,-3-1 1,3 1-1,2-1 0,-3 1 0,3-3 0,0-1-2,0-3 1,-3 1 0,5 6 0,0-3 0,-2-3 1,4 3-1,-5-3 5,1 3 0,-4-3 0,6 0 1,1-1 11,-3-1 1,4 6 0,-6-5 10,2 5 1,-3-5 0,3 1-10,-2 2 1,5-1-1,-5 1 1,0-3 6,0 3 1,7-4 0,-5 1-32,0 3 1,4 1 0,-6 3-24,3-1 1,-1-5 0,4 0 19,-2 1 1,-2-3 0,5 2 1,-3 1 0,0-3 0,4 0 8,-4-3 0,4 7 0,-4-2 0,-1 3 1,-1 1 8,-2-5 1,6 5 0,-3-7 1,-1 1 1,6 6 7,-4-5 0,-2 5 17,2 1 1,1-5-1,3-2 26,-4-3 0,4 7 2,-4-2 0,2-3-48,-2 3 1,4 0-7,-3 5 0,-3-5-14,2-1 0,0-5-9,6 6 0,-2-8-98,-4 2 0,5-3-362,-5 3 118,4-4 17,2 6 136,0 0 90,0-6-18,0 5 1,2-7-401,4 0 189,-5 0 337,7 0 0,-8 0 0,0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11.702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69 52 8028,'-12'-1'1742,"1"-5"-1455,7 4 0,-10-8-298,8 4 1,-1 4-449,1-4 118,4 5 1,-4 1 301,12 0 0,-2 0 1,7 0 74,3 0 0,1 1 1,3 3 1,-1 2 0,7 0 0,-1-6 1,-2 0-18,-1 0 1,5 6-1,2 0 1,2-2 2,0-3 0,0-1 0,4 0 0,-2 0 13,-1 0 1,-1 0 0,4 0-1,-2 0-7,-2 0 1,-6 0-1,4 0 1,-2 0 18,-3 0 0,3-5 0,-2-1 0,-1 2-13,-3 2 1,-1 2 0,-1 0-20,0 0 0,1 0 0,-1 0-13,1 0 0,-1 0 1,1 0-42,-1 0 1,1 0 0,-1 0 53,1 0 1,-1 0-1,1 0-54,-1 0 0,0 0 0,1 0-8,-1 0 1,1 0 0,-1 0 16,1 0 0,-1 0 0,-1-2 0,-3-2-3,-1-2 1,0 1-1,5 5 1,1 0-13,-1 0 1,-3-2-1,1-2 9,5-2 1,1 0 0,-4 6 0,1 0-17,-1 0 0,1 0 0,-1 0-3,1 0 0,-1 0 0,1 0 14,-1 0 0,-5 0 1,-1 0-1,3 0 10,1 0 0,3 0 0,-1 0 45,1 0 0,-1 0 1,1 0-17,-1 0 0,1 0 0,-1 0-19,1 0 1,-7 2 0,1 2 21,2 2 1,1 0-4,3-6 1,-1 1 5,0 5 0,1-4-5,-1 4 0,1-4 0,-1-2-30,1 0 0,-7 0 1,1 0 24,2 0 1,1 0-1,3 0-59,-1 0 0,-5 0 0,-1 0-17,3 0 0,-4 0 0,1 0 59,3 0 0,-4 0 0,1 0 19,3 0 1,-4 0 0,1 0 12,3 0 1,1 0-1,3 0 11,-1 0 1,-5 0-1,-1 0-39,3 0 0,2 0 0,1 0-29,1 0 0,-1 0 0,0 0-11,1 0 0,-6 0 0,-1 0 20,3 0 1,-5 0-1,3 0 34,2 0 0,-5 0 0,3 0 11,2 0 0,1 0 0,3 0-10,-1 0 0,-5 0 0,-1 0 0,3 0-3,1 0 1,3 0 0,-1 0-16,1 0 1,-1 0 0,1 0 0,-1 0-32,1 0 0,-7 0 0,1 0 0,0-2 6,-3-4 0,7 4-13,-4-4 1,-3 5 17,3 1 17,-8 0-192,4 0 215,-8 0 0,0 0 0,0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18.1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3596 18 6847,'10'0'1475,"-3"-7"-1289,-7 5-570,0-6-104,0 8 428,0 0 1,-2 8 0,-1 3 76,-3 5 1,0 1 0,6 1 0,0-1 2,0 1 1,-6-1 0,0 1 0,2-1-35,2 1 1,-3 1 0,-3 2-1,0 3 1,0-3 0,1-2 0,3-1 0,-4-1 34,-2 1 0,4-1 0,-3 3 0,1 1-15,4 2 1,-4-5 0,2-7 0,1 3 2,-3 1 0,4 3 0,-6-1 18,3 1 0,-1-3 0,4-1 16,-2-2 1,-6-1 0,5 7-17,-3-1 0,4-5 0,-4-1-28,3 3 1,-5-4 0,6 1 6,2 3 0,-3 2-11,1 1 0,-6 0-1,6 1 0,0-1 0,5-1 37,-5-4 0,4 3 2,-4-3 1,4-3 0,0 1-23,-4-2 0,4 5-14,-4-1 1,5-2-1,1 1-4,0 3 0,-6-4-6,0 1 1,-2 1 6,2 5 0,4-5 1,-3 0 13,3 1 1,-4-3 16,0 2 0,-2-3 1,4 5-9,-1-2 0,-1-7 0,4 5 0,-2 0 38,-2 0 1,0-5-31,6 7 0,-6 0-11,1 5 1,-1-5 0,4-3 10,-4-1 0,4 6-25,-4-3 0,-2-1 0,3 2-6,1 1 0,2-3 2,2 2 1,-6-6-5,0 5 0,0 1 20,6 5 1,-5-5 51,-1 0 1,0-1 10,6 7 1,-6-7-22,0 1 1,0 0-27,6 5 0,-5-5 1,-1-1-27,2 3 0,-4-4 13,2 1 1,-1 1 33,1 5 1,2 1 46,-8-1 1,8 1-108,-1-1 0,-3 1-1,2-1 0,0 1 0,4-3 36,-4-3 0,4 3 63,-3-3 1,3 4-46,2 1 0,0-5 1,-2-3-7,-4-1 1,4 6 9,-4-3 7,4-3-17,2 8 1,-2-9-7,-4 5 0,4-2 72,-3-4 0,1-5-34,-2 5 1,4-2-34,-4 2 0,2-4-1,-1 4-39,3 3 0,-12-5-18,8 8 0,0-6 84,6 5-20,-7-7-29,5 4 1,-6-6-529,8 4-677,0-4-272,0 6 1465,0-8 0,0 0 0,0 0 0</inkml:trace>
  <inkml:trace contextRef="#ctx0" brushRef="#br0" timeOffset="1816">68 1782 7422,'-17'-6'128,"-1"1"-81,9-1 1,-1 6-72,4 0 114,4 0 1,-4 0-31,12 0 0,-2 0-20,8 0 0,-1 6 1,7-1-8,-1-1 0,-5-2 1,-1-2-1,3 0-5,2 0 1,1 0 0,0 0-13,1 0 1,5 6 0,0 0 0,-1-2-18,-3-2 1,5-2 0,1 0 0,2 0 6,4 0 0,-4 0 0,0 0 0,0 0-11,1 0 1,-1 0 0,4 0 0,-4 0 6,-2 0 0,0 0 1,-3 0-1,1 0-2,-2 0 0,-1 0 0,-1 0 0,3 0 14,1 0 0,0 0 0,-5 0-33,-1 0 0,1 0 0,-1 0 0,0 0-12,1 0 1,-6 0 0,-1 0 19,3 0 1,1 0-1,3 0 84,-1 0 0,-5 0 0,0 0-38,1 0 0,3 0 1,1 0-24,1 0 1,-1 0 0,1 0 0,-1 0-32,0 0 1,-5 0 0,0 0-1,1 2 22,3 4 1,1-5 0,1 5 4,-1-4 1,1-2-1,-1 0 1,1 0-7,-1 0 0,1 0 0,-1 0 1,0 0-1,1 0 0,-1 2 0,1 2-3,-1 2 0,1 0 0,-1-6 0,1 0 11,-1 0 0,-5 0 1,-1 0-1,3 2 15,2 3 0,-5-3 0,1 4-12,1-4 1,3-2-11,1 0 0,1 0 0,-1 0-9,1 0 1,-1 0-1,1 0-5,-1 0 1,1 0 0,-1 0-47,1 0 0,-1 0 1,1 0 15,-1 0 0,0 0 1,1 0 52,-1 0 1,1 0 0,-1 0-2,1 0 0,-1 0 0,1 0 1,-1 0 12,1 0 1,-7 0-1,1 0-36,2 0 1,1 0-1,3 2 1,-1 2 33,0 2 1,1 0 0,-1-6-33,1 0 0,-1 0 0,1 0 0,-1 0 18,1 0 0,-1 0 0,1 0 0,-1 0 7,1 0 1,-7 0-1,1 0 1,1 0 5,3 0 1,1 0 0,1 0-23,-1 0 1,-5 0-1,0 0-2,1 0 1,3 0-1,1 0 7,1 0 1,-7 0 6,1 0 0,-6 0 1,5 0 15,3 0 1,-4 0-24,1 0 1,-5 0-12,6 0 0,-1 0 6,7 0 0,-6 0 0,-1 0-6,3 0 0,-5 0 1,3 0-15,2 0 1,1 0-1,3 0-18,-1 0 1,1 0 0,-1 0 11,1 0 1,-1 0 0,0 0 20,1 0 1,-1 0 0,1 0 30,-1 0 1,-5 0-1,0 0 58,1 0 0,-3 0 39,2 0 1,-7 0-6,7 0-50,-8 7-67,4-5 0,-8 6 0,0-8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24.7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36 8111,'-11'-2'1074,"-1"-4"-950,8 4-551,-4-14 0,16 14 0,4-3 230,3 3 0,3 2 0,-1 0 0,1 0-371,-1 0 0,6 0 568,1 0 0,7 0 0,-4 0 0</inkml:trace>
  <inkml:trace contextRef="#ctx0" brushRef="#br0" timeOffset="167">577 18 8111,'9'8'-283,"-1"-6"305,-8 6 1,2-8-170,4 0 1,-2 0-248,7 0 0,1 0 394,5 0 0,9 7 0,1 3 0</inkml:trace>
  <inkml:trace contextRef="#ctx0" brushRef="#br0" timeOffset="317">821 71 7207,'0'-10'2607,"0"0"-4089,0 4 928,0 4 1,2-5 553,4 7 0,4 0 0,7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24.2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70 8111,'-10'-2'-180,"4"-4"1,4 2-251,2-7 116,0 7 1,8-4 0,4 8 0,3 0 313,3 0 0,-1-8 0,8 6 0,3-5 0</inkml:trace>
  <inkml:trace contextRef="#ctx0" brushRef="#br0" timeOffset="159">542 18 8111,'-12'5'210,"0"1"0,7 0 569,-7-6-1166,8 0 1,-2 0-94,12 0 0,-2 0 0,8-2 1,1-2 479,3-2 0,1 1 0,8-3 0,3-2 0</inkml:trace>
  <inkml:trace contextRef="#ctx0" brushRef="#br0" timeOffset="309">908 0 8111,'18'0'-354,"-1"0"0,-5 0 191,0 0 1,-1 0 16,7 0 0,-1 0 1,1 0 145,-1 0 0,1 0 0,-1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23.3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105 18 8111,'10'-7'72,"-2"5"31,-8-6-166,0 8 0,0 2 0,0 4 16,0 5 1,0 5-1,0 1 50,0 1 0,0-1 1,0 1-1,0-1 30,0 1 1,0-1 0,0 1 0,0-1 7,0 0 0,0-5 1,0 0-1,0 1 25,0 3 0,0-4 0,0-1-63,0 3 0,0-5-425,0 3 1,0-6-793,0 6 1214,0-9 0,0 5 0,0-16 0,0-1 0</inkml:trace>
  <inkml:trace contextRef="#ctx0" brushRef="#br0" timeOffset="264">53 158 7530,'-12'0'210,"1"0"1,5 0 613,-6 0-699,8 0-251,-3 0 0,8 0 1,5 0-18,6 0 1,-2 2 0,1 2-1,3 2-148,1-2 0,3-2 0,-1-2-32,1 0 1,-1 1 0,1 3 322,-1 2 0,1 0 0,-1-6 0,1 0 0</inkml:trace>
  <inkml:trace contextRef="#ctx0" brushRef="#br0" timeOffset="683">367 176 8066,'10'0'1174,"-2"-2"-1118,-8-4 1,2 4-838,4-4 1,-3 4 230,9 2 1,-6 0 549,5 0 0,1 0 0,6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34.3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36 8334,'0'-12'1931,"0"0"-1467,0 8-1132,-8-3-1296,6 7 1057,-6 0 1,8 7 906,0 5 0,-7 4 0,-3 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34.6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0 8648,'-17'0'-193,"7"0"1,2 2-216,8 4 1,0-2 0,0 8 106,0 1 0,0 3 0,0 1 301,0 1 0,0-1 0,0 1 0,0-1 0,0 1 0,0-1 0,0 1 0,0-1 0,0 1 0,0-1 0,0 0-22,0 1 1,0-6 0,0-1 377,0 3 0,0-5 319,0 3 0,0-6-452,0 6-587,0-9 0,0 7 1,0-4-532,0 6 895,0-5 0,0 9 0,0-6 0</inkml:trace>
  <inkml:trace contextRef="#ctx0" brushRef="#br0" timeOffset="317">141 647 8214,'-6'11'-222,"0"1"1,-2-8 0,4 4-38,-1-1 0,-1-3 0,6 8-14,0 1 1,0 3 0,0 1 203,0 1 1,0-1 0,0 1 68,0-1 0,0 1 0,0-1 0,0 1 0,0-1 0,0 1-3,0-1 0,0-5 1,0-1 87,0 3 1,0-4 198,0 1 0,0 1-121,0 5 0,0-5 1,0 0-264,0 1 0,0-3 1,0 2-83,0 1 0,0 3 0,0 1 0,0 1 182,0-1 0,-8-7 0,6 13 0,-6-3 0</inkml:trace>
  <inkml:trace contextRef="#ctx0" brushRef="#br0" timeOffset="616">53 1398 6922,'-17'17'44,"5"-1"-98,1-5 1,7 5-34,-2-5 1,4-1 32,2 2 0,0-6-46,0 5 1,0 1 0,2 3-151,4-3 1,-4-2 249,3-4 0,-3 3 0,-2 9 0,0-1 0,0-5 502,0-1 0,0-5 877,0 6-1272,0-8 1,0 6-1284,0-5 1176,0-3 0,8 6 0,2-8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38.8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70 9134,'-10'-2'1680,"4"-3"-2466,4 3-1143,2-6 1454,0 8 1,2-6 0,4-2 474,6-1 0,3-3 0,3-5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39.0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1240 8175,'0'-10'488,"0"1"-1285,0 3 474,0 4 0,2-12 0,4 6 105,5-1 0,5 3 0,1-4 0,1 1 218,-1-1 0,16-10 0,4-7 0</inkml:trace>
  <inkml:trace contextRef="#ctx0" brushRef="#br0" timeOffset="150">367 961 8234,'-2'-10'436,"-2"2"114,-2 0-812,0 6-743,6-13 1,0 11 558,0-8 0,2 3 446,4-3 0,4-4 0,7 7 0</inkml:trace>
  <inkml:trace contextRef="#ctx0" brushRef="#br0" timeOffset="300">559 734 8166,'10'-8'784,"-3"-2"-743,-7-7 0,6 5 1,2 0-307,2-1 0,-5 3 0,7 0 0,0 1-310,-3-1 1,9-2 574,-1-5 0,9-1 0,9 1 0</inkml:trace>
  <inkml:trace contextRef="#ctx0" brushRef="#br0" timeOffset="467">996 384 8214,'0'-11'-47,"0"-1"0,-2 0 23,-4 3 0,4-1 1,-4 4-97,4-6 1,4 3-82,4-3 1,4 2-1,7-3-327,0 1 0,1 6 528,-1-5 0,1-1 0,-1-5 0</inkml:trace>
  <inkml:trace contextRef="#ctx0" brushRef="#br0" timeOffset="785">1223 140 8154,'0'-12'218,"0"0"1,-2 9-426,-4-3-282,4-4 0,-4 2 62,12-3 1,-4 1-1,6 6 427,-1-2 0,-3-5 0,8 5 0,-1-8 38,7 12 514,-8-5 511,-3 7-633,-7 0-756,0 0 0,6-2-828,0-4 1154,0 4 0,-6-6 0,0 8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45.5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78 33 8332,'-17'0'1054,"1"-2"-347,5-4 0,1 4-263,4-3 1,4 1-435,-4-2-74,4 4 1,2-4 0,2 12-144,4 6 0,-2-3 1,8 3 102,1 1 0,3 3 0,1 1 0,1 1 34,-1-1 0,1 1 0,-1-3 1,-1-1 70,-5-2 0,5-1 0,-5 5 0,5-3 34,1-1 1,-5-2-1,-2 3 1,-1-3-18,1-2 0,-6-1 27,2-1-47,-4 4 0,-4 6 0,-4-5 1,-4-3 17,1 0 1,-7-6-1,4 5 21,-3 1 0,-3 0 1,1 6-1,-1-5 19,1-1 0,0 4 0,-1-5-40,1 3 1,-1 0 0,3 3 0,1-3-140,2-2 1,7-2 0,-5-4-221,2 3 0,0-3-744,3 4 1,5-4-519,0-2 1605,7 0 0,19-8 0,1-1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43.366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43 385 8664,'-9'0'1127,"1"0"-1533,0 0-246,6 0 35,-6 0 0,16 0 1,2-2 619,0-4 1,5 4 0,-5-6 0</inkml:trace>
  <inkml:trace contextRef="#ctx0" brushRef="#br0" timeOffset="189">218 280 8815,'-8'-10'-611,"6"-5"682,-4 3 1,4 3-335,2-3 0,2 8-179,4-2 1,4-2 446,7 3 1,1-1-1,-1 6 1</inkml:trace>
  <inkml:trace contextRef="#ctx0" brushRef="#br0" timeOffset="328">375 140 8815,'-10'-2'-899,"3"-1"553,-1-3 282,6 0 60,-6 6 1,8-8 0,0-2 0</inkml:trace>
  <inkml:trace contextRef="#ctx0" brushRef="#br0" timeOffset="1333">340 71 8531,'0'-10'-766,"0"0"1419,0 4 0,2 4-97,4-3-1,-4 1 25,4-2-642,-4 4 0,-4-6-142,-4 8 1,-4 0 0,-7 2 0,-1 2 120,1 2 1,-3 2 0,-1-5 0,-2 3 55,1-2 1,-3 4 0,2-2 0,2-2 101,1-2 1,3 3 0,-1 1 0,1-2 50,-1-2 1,7-2 0,1 2 27,2 4-190,-5-4 1,13 5 0,0-7-12,9 0 0,7-2 1,1-1-1,3-3-9,3 2 0,-2-4 0,8 2 0,1 1-25,-3-3 0,6 6 1,-6-6-1,2 2 89,0 0 1,-8 1 0,5 3 0,-3-2 28,0-2 0,-1-2 0,-9 4 615,-1-2-200,-1 1-424,-1 5 1,-4 2-44,-12 3 0,4 5 0,-4 8-2,4-1 0,2 1 0,0-1-26,0 0 0,0 1 1,0-1-1,0 1-144,0-1 0,0 1 1,0-1-199,0 1 1,0-1 0,0 1-158,0-1 0,0 1-752,0-1 1288,0 0 1,8 1-1,2-1 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4:48.8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751 35 7983,'10'0'563,"-2"0"-520,-8 0-443,0 0 363,0 8 0,0-4 0,-2 7 0,-2 3 70,-2 2 0,-2 1 0,2 0 52,-5 1 0,3-1 0,0 1 37,0-1 1,5 1 498,-9-1-321,8-7-252,-11-2 0,13-10 0,-4-4-40,4-6 0,2-3 0,2-1 0,2 3-26,1 1 0,3 0 0,-4-5 0,4-1 64,2 1 0,-5 1 0,5 3 0,-2 1 91,-4-1 0,4 3 0,-3-2-23,-1-1 1,6 5-25,2 2 1,-3 4 29,3 2 1,-6 2 0,3 4-70,-1 6 1,6 3-1,-5 3 1,3-1-52,0 1 0,-1-1 0,5 0 0,-2 1-43,-3-1 1,1 1 0,5-1 0,-1 1-59,-5-1 1,5-5 0,-6 0-1,1-1-1049,1-1-281,-8 5-126,11-5 1557,-13 0 0,-2-2 0,-2-16 0,-5-2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5:24.3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121 280 8152,'-8'9'430,"6"7"0,-4-14-131,12 4 1,4-4-1,7-2-129,0 0 0,1-2 0,-1-2 0,1-4-15,-1-2 1,-1 5 0,-3-7 0,-1 0-119,2 3 0,1-7 0,3 4 0,-1-3-122,1-3 0,-7 1 0,-1 0 1,-2-1-48,-4 1 0,3-1 0,-1 1 0,-2-1 12,-2 1 0,-4 1 0,-4 3-38,-5 1 1,-11 8-1,-1-2 1,0 4 2,-3 2 1,-1 0 0,-6 2 0,2 4 186,2 6 0,6 3 0,-4 5 0,1 1 28,5 2 1,2 8 0,3-2 0,3 4 74,1 2 1,8 0 0,-2 0-1,6 0 38,6 0 1,4-6 0,9 0 0,3 0-1,1-1 0,8-3 0,-2-10 1,2-1-150,-2-2 0,4-9 1,-4 3-1,2-4-280,-2-2 1,2 0 0,-7 0 0,-3 0-191,-2 0 1,-1 0 0,-1-2 0,1-2 445,-1-1 0,1-9 0,-1 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5:26.99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35 350 8103,'-10'0'-316,"1"0"0,5-2 947,-2-4-411,0 4 0,14-6 0,4 8-87,3 0 1,4-2 0,3-2 0,1-3 11,-2-3 0,1 4 0,-1-6 1,2-1-2,-1-3 1,3-1 0,-2-1-1,-1-1-73,-3-4 1,-2 3-1,-1-3 1,-4 4-34,-7 1 1,3-5-1,-4 0-48,-6 1 0,-6 5 0,-9 5 0,-1 6-190,1 4 1,-2 2 0,-3 0-1,-1 2 59,2 4 1,-5 4 0,3 7 0,2 1 126,1-1 0,3 8 0,-1 3 0,3 1-6,3 0 0,-1 0 0,7 6 0,2 0 161,2 0 1,2-2 0,0-2 0,2-4-8,4-2 1,5-2 0,11-5 0,3-3-75,2-3 1,-4-4 0,7-8-1,-1 0-112,-2 0 1,6 0-1,-6 0 1,2 0-105,0 0 0,-7-6 0,3-2 0,-2 0-621,0 1 1,1-7 0,-7 4 776,1 1 0,-1-7 0,1 6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5:25.72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53 333 8230,'2'9'207,"3"-3"0,5-4 0,8-4-147,-1-4 0,0 3 1,1-9-1,-1-2-39,1-1 1,-1-3 0,1 1-1,-1-1 40,1 1 0,-7-1 1,1 1-1,0-2 4,-3-5 0,-1 5 1,-8-4-1,0 3-97,0 3 1,-8 1-1,-1 3 1,-5 1-48,-3-2 0,3 7 0,-9 1 1,3 4 23,3 2 1,-6 0 0,-1 2-1,3 4 31,2 5 1,1 5 0,3 3 0,1 3 95,2 1 1,7 6 0,-5-4 0,2 0-18,4 1 0,2 3 0,2-4 0,2 0 5,4 0 1,4 1 0,7-5 0,3 2-18,3-1 1,-2-5 0,6-3 0,1-5-205,-1-1 1,0 0 0,4-4 0,-2 2-192,2-3 0,-4-1 1,2-2-1,0 0-420,-1 0 0,3-5 772,-8-1 0,0-8 0,-5 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6:11.1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1014 542 13107,'21'27'-984,"0"-2"0,-36 1 534,13 1 573,-14 0-157,7-2-141,-9 0 224,1-5 263,-1-3 30,9-1-273,-7-14-148,14-33 72,-6 13 9,8-38 11,0 29 15,0-8-32,0-8-68,0 6-11,0-5 58,0 7 29,8 0 6,-6 8 262,6-6-214,-8 6-37,0-8-28,0 7-23,0-5 42,0 14 129,0-6-48,0 7-176,-8 9 156,-2-7-204,-7 14 291,7-13-193,-5 5 45,13-8-26,-6 1-624,8 0 655,-23 46-11,17-20-5,-25 48 0,21-30 34,0 8 14,-5 0-25,5-8-3,1 6-14,-7-22-23,6 13 22,1-15 82,-7 1-111,6 6-72,1-7 228,1 9 35,0-1-181,-2 1-368,1-9 311,1 15 41,0-13 178,6 15-132,-13-1-85,13-6-7,-6 14 165,0-13 186,6 5-94,-13-15-364,13 5 40,-14-5 107,7-1 186,-1 7-62,-6-6-71,14 7-68,-13 1 25,5-1 92,1-7-3,-7 5-77,6-5-31,1 8 5,-7 7 16,6-6 22,-7 6-16,-1 1-60,9-7 48,-7 6-3,7 0 25,-9-5 21,1 5 2,-1 0-13,1-5-3,-1 13 0,1-14 1,-1 6 0,1 1-1,-1 1 0,1 0-13,-1 6-31,1-6 5,-1 0 17,9 6 23,-7-21 24,14 11 29,-13-21-23,5 14-20,0-7-43,-5 1 25,5 6 11,0-7 19,-5 1 0,13 13-17,-14-19-10,15 19-72,-7-5 42,8-7 546,0 13-473,31-38 1,-6 8-45,27-23 0,-7 4-60,7-10 1,-13 10 27,14-10 0,-20 10 26,13-4 1,-15 5 22,10-5 1,-18 12-11,12-7 1,-6 1-42,18-12-25,-16 16 56,17-20-15,-18 25-146,12-19 3,-7 16 100,8 0 72,2-9-2,-1 7 8,-9-6-40,-10 15 221,-15 2-171,-18 47 109,-3-22 99,-30 40-46,-4-30-2,-17 8-78,0-8-22,17-10-115,12-9-951,24-8 833,1 16 314,8 3-54,0 8-14,0 6 147,-16-13 16,13 5-222,-21-8-187,15 1-235,-1-8 387,-6 5-205,14-5 203,26 0 4,-1 5 76,27-13-32,-7 6 20,2 0-20,7-7-51,1 7 21,-1-8 29,0 0-17,1-8-27,-1-1-16,0-9 7,-15 9-49,4-7 24,-21 14-89,13-6 51,-6 8 68,0 0 298,-2 0-349,-15 0 44,-49-7 549,4-3-277,-56-8 1,31-9-28,-4-8-208,27 8 0,13-23-118,13 3 13,3 12 1,10-29 50,15 12 46,-7 11 2,21-15-19,-19 19-16,13-8-7,-7-5 11,-1 13 273,-7-6-236,5 8-37,-5-7 6,0 5-17,-3-6-1,-7 16 22,0 2-1,0 7 12,-7 1-7,5-1-5,-14-7-11,14 6-24,-6-7 29,16 1 3,2-2-109,7-8-179,9 8 61,1 2 28,8 7-93,7 1 211,11 7-113,1 2 172,6 8 185,-23 0 541,-4 0-870,-23 0 69,-57 0 0,-3-5 60,-43-1 0,29-2 222,11 2 88,24 4-142,-35-13-228,25 5-258,2 0 687,14 2-193,70-7-296,-12-4-51,40-9 185,-14 11 0,1 9 27,7 8 10,-22 0-16,25 0-119,-24 8 70,30-6 63,-8 13-20,0-13 1,-8 6 24,-2-8-19,-8 0-5,1 0-72,-9 0-182,7 0 133,1 0 63,10-8-95,0 6 196,-1-5-29,-17 7-49,-1 0-10,-16 0-21,-2 0 327,-15 0-378,-41 23 69,13-17 91,-46 33 53,20-28 1,-13 26 33,-7-8 0,18 2-38,-7-8 1,21-7-62,-15 7 0,10-5 1,-10 11 0,-1-6 56,-10 6 0,13-7 165,-7 1-240,23-4 1,-28 1 57,17 3-52,7-4 105,-16 14 35,12-5-96,-15 6-50,-1 1-149,9 8-154,9-6 131,10 13 2,15-5 9,2 0-30,16-3 160,9-14 37,18-11 1,16-13 28,7-16 0,-8-1 17,3-16 1,-18 3-139,23-9 0,-2 4-54,20-9 1,2-3 74,3 2 1,4-2 5,-3 3 0,-4 3 47,-3-4 1,-1 4-80,2 2 0,-22 16-10,4 7 1,-9 3-3,15 3 206,-23-8 88,7 12 62,-29-6-99,-9 8-98,-43 24 1,-10-3-7,-26 20 0,14-8-24,-3 2 1,6-2-38,-12 13 1,0 7 9,-6 5 0,0 6-27,0-6 1,6 0 13,0-5 0,6-1 23,-6 1 0,5-1 1,-5 0 1,20-11-11,-3 0 55,20-16 91,-21 24-103,18-13-133,-12 9-9,22-10-42,5-10 321,23-15-169,17-2-24,19-16-49,19-2-32,6-7 112,1-1 4,0 9 0,0 1-9,0 16 83,0 1 9,-8 9-93,-2-9-38,-15-1-26,-10-8-10,-2 0 1,-22 0 451,12 0-486,-21-23-33,6 17 74,-8-40 1,8 14 35,4-26 0,5 12-3,6-13 1,-1 23 53,7-23 1,2 5 31,10-16 0,3 2-6,9 4 1,-3-2 38,-3 8 1,-3 4-33,-3 1 1,-14 24-126,8-6 0,-17 14-68,16-8 52,-22 15 11,19-9-474,-29 21 517,-25 41 0,3-8 0,-26 39 0,5-2 1,-6 5 66,7-5 1,9-8-60,2-1 1,-1 7-77,-4 21 1,4-13-28,1-4 84,8-12 110,-4 2-18,7-15-94,9-18 31,1-12 2,47-22-1,-30 5 0,38-14 42,-45 14 178,13-6 81,-5 32-116,0-19-238,5 19-73,3-40 53,1-3 63,14-24 8,-13 6 6,5-5-52,-8 7 6,8 0 23,3-8 198,7-2 89,0-7-233,-8 0-65,-2-1 11,0-7-13,-5 6 163,13-6-21,-14-1-93,6 7 16,-7-6-22,-1 8 131,1 7-110,-1-6 5,0 15-100,9-15-61,1 7 89,8-1 59,-8 10-65,-2 10-144,-15 7 396,-2 1-183,-8-1-137,-24 9 60,3 1 131,-29 8 34,5 0 33,-7 0-168,-1 0-6,1 0 92,7 0 20,-5 0-22,5 0-35,-7 0 43,7 0 108,2 0-84,16 0 64,-6-8-201,14 6-34,-6-6-532,15 8 389,41-15 40,2 3 118,43-13 97,-14 8-22,8-1-112,-8 1-64,-2-1 75,-16 8 108,-9 3 11,-9 7-132,-9 7-480,0-5 578,-7 14 0,6-6 0,-7 7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6:26.5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158 140 6683,'0'10'669,"0"-2"-314,0-8 1329,0 0-1616,0-8-170,0 6-150,0-6 66,0 8 254,0 0 0,0 8-39,0 4 1,0-3 0,0 3-31,0 1 0,0-3 0,0 2-12,0 1 0,0 3 0,0 1 0,0 1 8,0-1 0,0-5 0,0 0 0,0 1 2,0 3 0,0-5 0,0 1 0,0 2 0,0 1 1,0-3 0,0-1 0,0 3-25,0 1 1,0-3 0,0 0-18,0 1 0,0 3 0,0 1 22,0 1 0,0-7 0,0 1 27,0 2 1,0 1-1,0 3 43,0-1 1,-2-5 0,-2-1 2,-1 3 0,-1 2 0,6 1-20,0 0 1,0-5 0,0 0 9,0 1 0,0 3-12,0 1 0,-2 1 1,-2-1-20,-2 1 1,0-7-1,6 1-13,0 2 1,0-5-1,0 3 4,0 1 1,0-3 0,0 2 12,0 1 1,0-3-1,0 2-1,0 1 0,0-3 1,0 2 25,0 1 0,-2-3 1,-2 2-18,-1 1 1,-1-3-1,6 2 7,0 1 0,0-3 0,0 1-26,0 3 1,0-4-1,0 1-11,0 3 0,0-4 0,-2-1 2,-4-1 1,4 6 47,-4-3 0,4 5 34,2 1 1,0 1-36,0-1 0,-2 1-3,-3-1 0,3 1 1,-4-1 1,4-5-1,2-1-29,0 3 1,0-4 0,0 1 1,0 3 1,0-4-1,0 1 20,0 3 0,0-4 2,0 1 1,0 1 11,0 5 0,0-5 106,0 0-51,0-1 80,0 7-86,0-1-48,0 1 1,0-7-15,0 1-34,0-8 0,0 6-61,0-5-187,0-3-691,0 6-233,0-8-42,0 0 0,2-8 1215,4-3 0,-4 3 0,5-8 0,-7 7 0</inkml:trace>
  <inkml:trace contextRef="#ctx0" brushRef="#br0" timeOffset="866">88 105 8298,'0'12'1,"0"-1"0,-2 1 0,-2 6 48,-1-1 1,-7 1 0,4-3 0,-1-3 1,3 3 334,-6-3-266,8-4 0,-5-1 21,3-7 0,4-2-69,-4-3 1,4 1 0,2-8-16,0-2 1,0-1-1,0-2 1,2-1 15,4 1 0,-4-1 0,5 3 0,-1 1 65,0 2 0,2 1 0,-4-7-50,2 1 1,5 5 0,-3 2-44,2 3-53,-6-7 1,11 12 4,-3-4 0,-3 4 0,3 2 26,2 0 0,-5 6 0,3 2 1,2 2 0,1 1 1,1 7-1,-3-3-13,-1-3 0,-1 3 0,7-3-51,-1 4 1,1 1 0,-1 1-119,1-1 0,-3 1 0,-1-3-197,-2-3 1,-7 1-637,7-7-494,-8 8 1486,4-12 0,-16 5 0,-2-7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6:28.8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751 106 7524,'0'-18'-60,"0"7"493,0-1 1,6 6 160,0-5 0,0 5-386,-6-6 0,-2 2 1,-4-1-205,-5 5 1,1 4 0,-4 2 0,-3 0-71,-5 0 0,-7 0 1,4 0-1,-4 2-1,-8 4 1,2-2-1,-7 5 1,1 1-43,0 0 0,-6-4 0,7 5 0,1 1 85,2-2 1,-2 3 0,2-5 0,6 2 22,4 3 0,4-3 0,5 2 1,1-1-6,-1-1 1,7 5-1,1-3-62,2 4 1,3-5-1,5 1-37,0 1 0,0-3 1,1 2 36,5 1 1,2 3 0,6 1 0,-3-1-44,3-5 1,-4 5 0,1-6 0,3 1 61,1 1 1,-3-2 0,0 1 0,1-3 33,3 0 0,1-6 1,1 4 133,-1-4 0,1-2 11,-1 0 0,-1-2 0,-3-2 0,-3-4-12,-2-2 1,3 4-1,-5-5 1,-2-3-4,-2-1 1,-2-3 0,0 1-1,0-1-39,0 1 1,0-1 0,0 1 0,0-1-70,0 1 1,0 0 0,0-1-50,0 1 1,0-1-475,0 1 1,-2 7 64,-4 4 1,4 6-1,-4 6-148,4 6 1,2-3 598,0 3 0,-7 7 0,-3 9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6:40.2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0 245 6975,'12'0'1050,"0"0"-246,-9 0-567,5 0 1,-6 0-7,4 0 1,-2 0-11,7 0 0,-5 0-11,6 0 1,-6 0-4,5 0 0,1 0-102,5 0 1,1-2 0,-1-2-71,1-2 1,-1 0 0,1 6 0,-1 0-37,1 0 0,5 0 0,0-2 1,-1-1 13,-3-3 0,0 0 0,3 6 0,1 0 23,-2 0 0,1 0 0,-1 0 0,0-2-34,-5-4 1,7 4 0,-5-4-63,1 5 1,-5 1-1,-3 0 5,3 0 1,-4 0 23,1 0 1,-5 0 7,6 0 73,-8 0-29,11 0 0,-11 0-108,8 0 1,-6 0 26,5 0 1,-5 5-47,6 1 0,-7 0 31,7-6 1,0 0 45,5 0 0,-5 0 0,-1 0-65,3 0 1,-4 6 0,1 0 8,3-3 1,-4-1 0,1-2 46,3 0 0,-4 0 1,1 0-71,3 0 1,-4 0 0,1 0 34,3 0 0,-5 0 38,3 0 1,0 0 3,5 0 1,1 0 50,-1 0 0,-5 0 0,-1 0-11,3 0 1,-4 0-1,1 0 1,3 0 0,-4 0 1,-1 2-1,1 2-9,0 2 1,-4 0 0,5-6-1,3 0 1,-4 0 0,1 0 5,3 0 1,1 0 6,3 0 0,-1 0 1,1 0-1,-1 0 0,-5 0 1,-1 0-1,1 2 11,-2 4 1,5-4-22,-3 3 1,-2-3 178,1-2 429,-7 0-317,12 0-253,-14 0 1,5-2 0,-9-1-265,-3-3-83,3 0 16,-6 6 1,6 0 60,-4 0 245,4 0 109,-6 0 1,10 0 202,4 0-231,-4 0 0,8 0 1,-6-2 2,2-4 0,1 4-12,-1-4-159,-4 4 48,14 2 0,-13 0-26,9 0 36,-8-7 0,6 5 9,-4-4-24,-5 4 11,15 2 0,-12 0 10,8 0 1,-7 0 2,7 0 0,-6 0-1,5 0 1,-5-6-30,6 0 1,0 1 43,5 5 0,-5 0 0,-1 0 70,3 0 0,-4 0-47,1 0 0,1 0-25,5 0 1,1 0-35,-1 0 0,-5 0-13,0 0 1,-1 0 19,7 0 0,-7 0 16,1 0 28,-8 0 12,4 0-8,-8 0-242,0 0 0,-2-6 107,-4 0 0,2 0 0,-6 4 56,2-4 0,-5 2 0,1-5 59,-3 1 0,-3 0 0,1 4 91,-1-2 1,1-5-1,-1 5 1,3 0 79,3-2 0,-3 5 0,3-7 95,-3 2 1,-3-4-1,3 5-68,3-3 1,2 6 0,6-4 357,-1 1-491,-1 5 1,6-8-276,0 4 1,2 4 75,3-4 1,-1 4 0,6 4 32,-2 4 1,5-4-1,-1 6 72,4 0 0,1-4 0,0 5 54,1-1 1,-1 4 0,1-5-53,-1 3 0,1 0 1,-1 3-1,1-3-49,-1-2 0,1 5 0,-1-3 34,1 0 1,-7 0 0,1-7 15,1 3 1,-3 6 59,2-6 0,-8 1 54,2-1-68,-5-4 1,-8 8-29,-5-4 1,-3-4 0,-3 3 0,1-1-27,-1 2 0,1-4 1,-1 6-1,1-2-30,-1 0 0,-1 5 1,-2-3-1,-3 0-24,3-1 0,-4 7 0,-1-2 1,1 3-58,0 3 0,2-1 0,3 1-68,-3-1 1,4 1 0,-3-1 0,7-1-787,3-5 989,8 5 0,-4-7 0,8 9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6:45.5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18 315 8363,'-8'-10'1438,"6"-5"-1183,-3 3 1,3 2-85,2-1 0,2-1 1,3-5-231,7-1 0,4 1 0,1-1 0,-1 1-2,-5-1 1,11 1-1,-5 1 1,3 3-80,-1 1 0,0 0 0,3-3 0,1 1 37,-2 3 0,-1 5 0,-3-4 0,1 2-150,-1 5 0,1 1 1,-1 2-38,0 0 1,1 7 0,-3 5-42,-3 4 1,-2-5 0,-6 1 330,2 1 0,-1 11 0,-5 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6:49.5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1 105 7699,'0'-12'683,"0"1"0,0 5 139,0-6-227,0 8-591,0-11 0,0 11-72,0-8 0,0 7 58,0-7-31,0 8-142,0-4 1,0 10 197,0 4 1,0 4 0,0 7-1,0 1 28,0-1 0,0 6 0,0 3 0,0 1 16,0 4 0,0 0 0,0 0 0,0-2 26,0 2 0,0 0 0,0 0 0,2-2 52,3 2 1,-3-5-1,4-1 1,-4-2 80,-2 0 1,6 1 0,0-7-119,-2 1 1,0-1-105,1 0 1,-1-7-38,8-4 1,0-12-1,5-5-334,0-5 1,1-1 0,-1-1-212,1 1 1,-6 5 0,-1 0-1,3 1-453,1 1 1,-3-4 1038,0 9 0,-1-9 0,7 4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5:57:24.4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1503 5757,'-8'9'1490,"6"-1"-1100,-14-8 0,13 2 85,-9 4-146,8-4-295,-4 6-91,8-8 44,0 0 0,2-6 0,2-2 3,2-2 1,8 5-1,-3-7 6,5-2 1,1-1 0,1-3-23,-1 1 0,1-1 0,1 1 8,4 0 1,-9-1 0,3 1 0,-1-1-15,-1 1 0,5-1 0,-1 1 0,3-1-2,-1 1 0,-10-1 0,11 1 1,-1-1 17,-1 1 0,-1 0 1,-2-1 13,1 1 0,-1-1 1,1 1-1,-1-1 6,1 1 0,-1-1 0,1 1-31,-1-1 1,1 1 0,-1-1-19,1 1 0,-3 5 1,-1 1-1,-3-1 31,3 2 1,1-5-1,3 3 37,-1-3 1,-5 3-1,0 0 31,1-1 1,-3 3 0,0-2 0,-1 1 9,1 1 0,-4-4 1,5 7-46,3-3 1,-4 0 0,1-3-22,3 1 0,0 6 0,-1-3 0,-1-1-32,1 0 0,3 0 1,1-3 63,1 1 1,-1 3 0,1-5-1,-1 4 155,1 2 0,-1-3 1,1 3-102,-1-2 1,1 1-1,-1-5 1,0 2-36,1-1 0,-1 3 1,1 0-1,-3 1-30,-3-1 0,4 4 1,-5-5-28,5-3 1,-1 4-1,-1 1 1,-3-1 12,3 0 0,-4 0 0,1-3 0,3 3 22,2 2 0,-5-5 1,1 3-1,-1-1 14,-1-1 0,4 6 0,-7-4-44,3 3 1,-4-1-19,6 2 156,-8 4-113,3-6-132,-7 8 51,0 0 61,-7 0 1,3-6-12,-8 1 0,0-1 0,-5 6 0,-1-2 1,1-2 32,0-2 1,-1 0 0,1 6-1,-1-2 57,1-3 0,-1 3 0,1-4 154,-1 4 1,1 2 0,-1 0-90,1 0 1,5 0 0,1 0-102,-3 0-378,6 0 221,0 0 0,10 0 0,4 0 139,6 0 1,3 0 0,3 0-1,-1 0-4,1 0 1,1 0-1,3 0 1,1 0 3,-2 0 1,-1-2-1,-1-2 1,2-2-24,3 2 1,-1 2 0,-6 2-103,1 0 1,-1 0-39,1 0 45,-1 0-31,-7 0 107,-2 0 1,-8 8-1,-2 4 15,-4 3 0,4 3 1,-4-1-1,2 1-26,-2-1 0,5 1 0,-7-1 0,2 1-176,0-1 0,0 1 0,6-1 0,-2 0-383,-3 1 1,3-1 0,-4 1-666,4-1 1250,2-7 0,-8 13 0,-2-3 0</inkml:trace>
  <inkml:trace contextRef="#ctx0" brushRef="#br0" timeOffset="680">1782 298 6383,'0'9'1037,"0"-1"1,2-8 0,1-2-1,3-4-804,-2-5 1,4 1 0,0-2-1,-1-1-30,1-3 0,6-1 0,-3-3 0,5-1-141,1-2 1,1 0 0,-1 5 0,3 1-139,3-1 0,-2 1 0,7 1 0,-3 3-219,-4 1 0,4 8 0,-1-4 0,-1 3-116,2-1 0,-5 0 0,3 6 1,-4 2-184,-1 4 0,-1 3 0,-1 9 225,-5-1 1,3 1 0,-6-1 368,1 1 0,-5-1 0,2 1 0,-12 7 0,-3 2 0</inkml:trace>
  <inkml:trace contextRef="#ctx0" brushRef="#br0" timeOffset="999">2096 158 7202,'-10'0'2544,"-5"0"-2471,13 0 0,-6-2 0,6-2-467,-4-2 330,4 1 1,-5 7 0,7 3-37,0 7 1,0 4 0,0 1-1,0 0 71,0 1 0,0 7 1,0 2-1,0 2 29,0 1 1,5-3 0,1 4 0,0-4 3,2-2 1,0-2 0,5-5 0,-1-1-19,1 1 0,1-7 0,0-1 1,-3-2-232,3-4 0,3-2 1,5-2-1,1 0-1203,-2 0 1448,-1-8 0,-3-2 0,1-7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16:13:51.9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53 525 8293,'-17'-6'1477,"-1"0"-491,8 0-887,3 6 24,7 0 0,2 0 0,3 0-136,7 0 0,4 0 0,1 0 0,0 0 33,1 0 1,-1 0 0,1 0 0,-1 0-134,1 0 1,-1 0 0,3 0-160,3 0 1,2 0-1,4 0-400,-5 0 0,-5 0-1089,-2 0 1761,1 0 0,-8 0 0,-10 8 0,-10 2 0</inkml:trace>
  <inkml:trace contextRef="#ctx0" brushRef="#br0" timeOffset="298">88 734 8293,'0'10'965,"-2"3"689,-4-7-1056,4 0-635,-6-6 1,10 0 0,4 0-95,6 0 0,-2 0 0,1 0 0,3 0-29,1 0 0,3 0 1,-1 0-1,1 0 44,-1 0 1,3-2 0,1-2 0,2-2-9,-1 3 1,-3 1 0,-2 0-460,1-4 0,-1 4-180,1-4 1,-3 2 762,-3-2 0,-4 4 0,-8-5 0,0 7 0</inkml:trace>
  <inkml:trace contextRef="#ctx0" brushRef="#br0" timeOffset="948">1188 70 7929,'0'-17'1623,"-2"5"-1149,-4 1 1,3 1-455,-9-2 1,6 5-1,-6 7-300,-1 0 1,3 0 0,-3 0 0,-5 2 93,-3 3 1,-8 11 0,3 7 0,1 0 49,0 3 0,-4-5 1,4 8-1,-1 0 108,1-2 1,2 4-1,5-5 1,1-1 143,-1 0 1,7 0 0,1-3 58,2 1 0,5 0 0,8-5-25,7-1 1,5-7 0,5-2 0,3-2-44,2-1 1,-4 7-1,7-4 1,-1-1-77,-2 1 0,6 6 0,-4-3 0,2 5-99,-2 1 0,2 3 0,-8 1 0,-1 3-198,-3-3 1,-3 6 0,-5 2 0,-5 2 129,-4-2 0,-4 4 0,-4-4 0,-5 2 166,-5-1 1,-7-3-1,-2-6 1,-3 2 42,-3-1 0,0-3 1,0-3-1,4-5 300,2-5 1,-4-4-1,4-2-103,-3 0 1,7-2 0,-2-4 0,5-5-113,7-5 0,1-1 0,6-1 0,-2 1-60,2-1 0,2 1 0,4-1-127,4 1 0,-2 1 0,8 3-257,1 1 1,3 2-1,1-1 1,1 5-474,-1 4 1,1 2-1,-1 0-967,1 0 1726,-1 0 0,1 0 0,-1 0 0</inkml:trace>
  <inkml:trace contextRef="#ctx0" brushRef="#br0" timeOffset="1400">1503 717 7228,'0'-12'1342,"0"0"0,0 7-699,0-7-666,0 8 1,0-2 0,0 12 129,0 6 0,0-1 0,0 5 0,0 3 25,0 1 0,0 1 0,0 0 0,0 5-2,0 1 1,0-4-1,0 4 1,0 0-48,0 1 1,0-7 0,0 2 0,0-3-314,0-3 1,0 0-262,0 1 0,-2-3-339,-4-3 0,4-6 1,-4-12 157,4-6 0,2-9 0,2-4 672,4-2 0,-4-2 0,6-6 0</inkml:trace>
  <inkml:trace contextRef="#ctx0" brushRef="#br0" timeOffset="1584">1555 525 8267,'0'-18'-218,"-6"1"0,-2-1 1318,-1 1 0,3 5 1,-4 0 788,2-1-2849,3 5 408,5 0 0,5 10 0,3 4 1,2 6-671,3 3 1,3 3 1221,1-1 0,1 1 0,-1-1 0</inkml:trace>
  <inkml:trace contextRef="#ctx0" brushRef="#br0" timeOffset="2033">1817 752 8274,'10'-8'2530,"-3"6"-2183,-7-14 0,0 12-57,0-7-330,0 7 0,0-2 0,2 12 0,2 6-102,2 3 0,0 5 0,-6 3 0,0 6 102,0 4 0,0 2 0,0 2 0,2 3 91,4 7 0,-4 3 0,3 3 0,-3-3 40,-2-3 1,0 1 0,0-5 0,0 0 78,0-1 1,0-3 0,0-10-1,0-5 85,0-5 0,-7-1 1,-5-3-1,-2-1 28,3-3 0,-5-7 0,4 2 0,-3-4-148,-3-2 1,1 0-1,0-2 1,-1-2-282,1-2 1,-1-7 0,3 1-22,3-3 0,-2 3 1,7 0-1,-1-1-597,0-3 1,0-1 0,4-1-316,-1 1 0,-1-1 0,8 1 72,4-1 1,-3 1 1006,9-1 0,0-7 0,5-2 0</inkml:trace>
  <inkml:trace contextRef="#ctx0" brushRef="#br0" timeOffset="2315">1992 507 8267,'-18'-17'385,"8"5"0,3 2 650,-1 3 1,4-5 1206,-8 6-1705,8 0-1438,-3 6-499,14 0 0,1 2-661,4 4 2061,-4 4 0,-1 7 0,3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5:03.8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70 104 7779,'-12'0'599,"1"0"-248,-1 0 1,0 0-1,3-2 70,1-4-164,2 4-518,6-14 1,8 15-47,4-5 0,3 4 0,3 2-174,-1 0 1,-5 0 194,-1 0 1,-1 8 94,2 3 1,-5 5 124,-7 1 1,0 1-1,0-1 120,0 1 0,0-7 0,-2-1 98,-3-2 1,1 3 284,-8-5-272,8 8-203,-11-12 0,13 3-20,-4-10 1,12-5 0,3-8 20,1 1 1,0 5 0,-4 3-1,3-1-2,1 0 1,4 4-1,-7-5 17,3-3 0,-4 5 28,6-3 0,-7 6 96,7-6 0,-8 7 116,2-7-178,-4 8-19,-2-4 1,0 10-22,0 4 0,0 4 1,0 7 11,0 1 0,-6-7 0,0 1-24,2 2 0,2 1 0,2 3-9,0-1 0,2-7 1,2-3-49,2 1 0,6-4 0,-5 6-429,3-2 0,2-3 498,5-5 0,1-7 0,-1-3 0</inkml:trace>
  <inkml:trace contextRef="#ctx0" brushRef="#br0" timeOffset="599">297 86 6210,'10'-8'1164,"-1"7"-353,-3-5-612,-4 4-332,14-6 0,-7 6 0,9-4 1,-6 4-7,-1 2 1,-5 2-1,4 4 56,-3 6 0,-1-3 0,-6 3 44,0 2 1,0-5-1,0 3 47,0 2 1,0 1-1,0 3 23,0-1 0,-6-5 66,1-1 1,-3-5 261,2 6-336,4-8 1,-6 1-1,10-8-38,4-3 1,-2-8-1,8 3 4,1-5 0,-3 0 0,2 3 1,-1 1-2,-1-1 0,5 3 0,-5-2 0,2 1 20,-1 1 1,-5-6 0,4 5 80,-2-5 0,-1 7 0,-3 1 51,2 0 0,0 4-213,-6-7 1,-2 7 24,-4-2 0,2 10 1,-5 3 61,1 3 0,-4 2 1,4 5 73,-1 1 1,5-1-1,-2 1 52,4-1 1,2 1-1,0-1-55,0 1 0,2-3 0,4-1-49,6-3 1,3-1-1,3 2-133,-1-7 1,2-3 0,3-2 0,1 0-473,-2 0 1,-1 0 0,-3 0 568,1 0 0,-1-7 0,1-3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5:45.4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0 156 7520,'10'-2'652,"-4"-4"1,-4-3-438,-2-9 1,0 7-233,0-1 0,6 6-199,0-6 23,7 9 1,-3-5-83,7 8 1,-5 2 188,0 4 1,-9 3 0,3 9 55,-4-1 1,-2 1 0,0-1-1,0 1 1,0-7-1,0 1 62,0 1 1,-2 3 18,-4 1 172,5-7-120,-7-2-120,8-8 1,2-6-1,2-2 1,1-1-36,-1-5 1,4 4 0,0-1 0,0-3 22,-1-1 1,7-3 0,-4 1 56,-1-1 1,5 1-1,-6-1 39,1 1 0,-5 5-64,2 0-141,-4 9 0,-4-5 135,-4 8 0,2 8 1,-5 3-1,-1 5 11,0 1 0,6 1 0,-1-1 0,1 1 7,-2-1 1,4 1-1,-4-1 1,4 0-15,2 1 1,0-1-1,0 1-141,0-1 1,8 1 11,4-1 1,3-7 0,1-2-1,-3-2-169,-1-1 0,0 1 1,5-8 296,0-4 0,1-3 0,-3-9 0,-3 1 0,2 5 0,-9 1 0,17-9 0,-3-7 0</inkml:trace>
  <inkml:trace contextRef="#ctx0" brushRef="#br0" timeOffset="598">385 139 7779,'0'-12'-160,"0"0"0,0 1 517,0-7 0,0 7 242,0-1-682,0 0-61,0 3 1,0 3 40,0 12 1,0 3 0,0 9 25,0-1 1,0 1 0,0-1 45,0 1 0,2-7 0,2 1 63,1 1 0,1-3 1,-4 0 98,4-2 0,-2-3 25,7-5 0,1-1 0,4-5-32,-5-6 0,-1-2 1,-6 1-1,2 1-31,-2-1 1,-1-3 0,1-1 0,2-1-47,-2 1 0,-2 5 0,-2 0-383,0-1-370,0-3 609,0 7 0,0 3 0,0 12 0,0 5-15,0 5 0,0 7 0,0 0 0,0 1 33,0 1 0,2-4 1,2 6-1,2 1 51,-3-1 0,-1 0 0,-2 4 0,0-4 48,0-2 0,6 1 0,0-5 0,-2 2 105,-2-1 0,-2-3 245,0-2-36,0-7 1,-8-2-210,-4-8 1,3-2 0,-3-2 20,-1-2 0,3-7-93,-2 1 0,6-2 0,-3 1 1,1 1-20,4-1 1,2 3 0,0-2-44,-4-1 1,4-3-1,-3-1-141,3-1 1,4 7 0,3-1 0,7 0-226,4 3 1,1-7 0,2 4 0,3-1-850,1 1 1224,8-3 0,4-3 0,10-9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5:48.1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1 175 8125,'0'-12'47,"0"1"0,2 7 0,4-2-130,5 4 0,-3 0 0,0-2-110,0-2 1,1 0 105,9 6 0,-7 2 46,1 4 0,-8 4 1,2 7 41,-4 1 0,-2-7 1,-2 1 13,-4 2 0,4 1 54,-4 3 0,2-7 198,-2 1-123,4-8 1,-3 2-105,10-12 0,-3 2 0,6-6 0,0 1-43,4-1 0,-3-2 0,3-5 1,0-1-1,-3 1 0,5-1 0,-6 3 0,-1 1-18,1 3 1,6-1-27,-3-5-81,-3-1 5,8 8 0,-16 3 132,0 7 0,-2 7 1,-8 5 8,2 4 0,2 1 1,6 0-1,0 1 58,0-1 1,0 1 0,0-1-85,0 1 1,0-1 0,2-1-1,2-3-124,2-1 1,6-6-1,-5 3-197,3-1 1,2 0 0,5-4 64,1 2 0,-1-2 0,1-8 264,-1-2 0,1-15 0,-1 1 0</inkml:trace>
  <inkml:trace contextRef="#ctx0" brushRef="#br0" timeOffset="382">385 105 7821,'-10'-8'231,"5"-3"0,-3 1 0,2-2 200,2-1 1,2 3-239,2-2 0,2 6 0,4-3-235,6 1 1,3 2 0,3 6 42,-1 0 0,0 0 0,1 0-283,-1 0 0,1 2 192,-1 4 0,-7 4 0,-2 5 0,-2-1 70,-1-3 0,1 1 0,-6 6 1,-2-1 23,-4 0 1,3 1 0,-9-1 0,0 1 30,3-1 1,-5 1-1,6-1 1,-1-1 26,-5-5 1,4 5 0,1-4-1,-1 3 93,0 3 1,6-7 0,-3 1 134,-1 1 0,6-3-211,-4 2 0,6-8 0,6 1-68,5-3 1,-1-2 0,2 0 0,1 0-174,3 0 1,-1-2 0,-1-1 0,-2-3-265,1 2 0,3 2 0,1 0 0,1-2-53,-1-2 1,-5-1 0,-1 3-1,1-4 479,-2-2 0,5-1 0,-5-7 0</inkml:trace>
  <inkml:trace contextRef="#ctx0" brushRef="#br0" timeOffset="598">472 192 7779,'-11'-6'0,"-1"1"314,-2 1 1,5-4 326,-3 2 1,8-2-205,-2 3-488,5 3 1,8-4-1,5 10-10,3 2 1,3-1-1,-1-3 1,1 2-431,-1 2 0,3 0 0,1-6 1,2 0-631,-1 0 1121,-3 0 0,6 0 0,2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5:51.1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18 205 7599,'0'-10'-81,"0"-6"305,0 7 1,0-9-102,0 1 0,-2 7 1,-2 2-30,-1 0 1,-1 5-177,6-9-266,0 8 264,0-4 0,0 10 0,0 4 73,0 6 1,0 3-1,0 3 1,2-1 15,3 1 1,-1-1 11,8 1 0,-6-1-7,5 0 1,1-7-11,6-4 0,-3-6 1,-1-4 3,-3-2 0,-5-7 0,4 1 0,-2-3 0,-4-3 0,-3 1 0,1-1 1,4 1 1,-4-1-1,4 1-84,-4-1 1,-2 7-174,0-1 1,0 10 219,0 2 1,0 2 0,0 10 0,0 1 26,0 3 1,6 1 0,0 3 0,-3 1 2,-1 2 0,0 6 1,2-3-1,2-1 15,-2 0 1,-2 4-1,-2-6 1,0-1-16,0-3 0,0-1 0,0-1 1,0 1 18,0-1 1,-8-1 74,-4-5 0,3-3 0,-3-8-55,-1 0 0,3 0 1,0-2-1,0-2 46,1-2 0,5-7 1,-2 1-1,2-1-8,-2 1 0,4-4 0,-3 5 0,3-5-46,2-1 1,0-1 0,2 1-29,3-1 1,-1 3 0,6 1-59,-2 3 1,5 1 0,-1-4-228,3 3 1,-3 7 0,0-2 0,1 4-148,3 2 0,1-2 431,1-4 0,7-3 0,2-9 0</inkml:trace>
  <inkml:trace contextRef="#ctx0" brushRef="#br0" timeOffset="581">315 135 7653,'0'-10'677,"0"-6"0,8 9-743,3-5 1,-1-2 0,2 9-128,1 1 0,3 2 46,1 2 1,-5 2 0,-2 4 21,-2 5 0,-3 5 0,-5 1 0,0 1 54,0-1 0,0 1 1,-2-1-1,-1 1 56,-3-1 0,-2-1 1,4-3-1,-4-3 183,-1-2 16,5 5-93,-12-11 1,14 4 0,-4-12-30,4-6 0,4 3 0,2-3-14,2-1 1,6-3-1,-4-1 1,-1-1 8,1 1 1,4 5 0,-5 0-11,3-1 0,2-3 0,5-1-11,1-1 1,-7 1-41,1-1 1,-6 7-14,5-1 1,-7 6-377,2-5 360,-4 7 0,-4 2 0,-2 10 1,-2 1 39,3 5 0,-5 1 0,0 3 30,-2-1 0,6 1 0,-1-1 1,3 1 71,2-1 1,0 1 0,0-1-1,0 1 13,0-1 1,7 0-1,5 1-70,4-1 0,3-7 0,2-4-144,3-4 0,1-2 0,-4 0 0,4-2-469,3-4 1,-7 2-1,4-7 561,0-3 0,3-2 0,7-1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5:53.7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53 138 7558,'-2'-10'654,"-2"2"-439,-2 1 1,1 3-165,5-8 1,0 6-363,0-5 102,0 7 100,0-4 1,0 10 47,0 4 1,0-2 0,0 7 21,0 3 1,2 1 52,3 3 1,-3-7 0,6-1 83,0-2 1,-4-2-46,7-6 0,1 0 1,3-2-49,-3-4 1,2 2-1,-8-8 1,-1 1-10,3 1 0,-4-5 0,6 3-17,-3-4 0,-1 5-30,-6-1 0,2 8-180,4-2 0,-4 6 177,4 6 0,2 4 0,-3 7 0,-1 1 45,-2-1 0,-2 3 1,0 1-1,0 2 15,0-1 1,0 3-1,0 0 1,0 0 5,0 1 0,0-3 0,0-6 0,0 1 60,0-1 1,-2 1-1,-4-1-2,-5 1 0,1-9 0,-2-3 0,-1-4-20,-3-2 0,5 0 0,-1 0 1,-2 0 2,-1 0 0,-2-8 0,1-3 29,4-5 0,-1 5 0,5-1-20,-2-2 0,6-1-68,-1-3 0,3 1-62,2-1 1,5 7-1,3 1-51,2 2 1,2-3 0,5 3-6,1-2 1,-1 6 0,0-1-1,1 1-117,-1-2 1,1 4 0,-1-4-1,1 4-418,-1 2 659,1-8 0,7-1 0,2-9 0</inkml:trace>
  <inkml:trace contextRef="#ctx0" brushRef="#br0" timeOffset="664">350 68 7817,'2'-12'393,"4"1"-1075,-4 7 320,5-4 329,-7 8 1,0 2 0,0 4 46,0 5 0,0-1 0,2 0 0,2 0 10,2-1 1,0-3 0,-4 4 87,4-2 0,-4-1 0,5-3 108,1 2 1,-4 0-46,8-6 1,-7-2-101,7-4 0,-6-2 0,4-5 0,-3 1-53,-3-2 1,0 5-1,0-3-61,2-1 1,2 3-1,-5-2-633,3-1 533,0 5 0,-6 2 133,0 12 1,0 4-1,0 7 1,0 1-9,0-1 1,6 2-1,0 3 1,-2 3 39,-2 2 0,-2-4 0,0 7 1,0 1 17,0 2 0,0-6 0,0-2 0,0-2 17,0 0 0,0 1 0,0-7 0,0 1 105,0-1 0,-2-5 0,-4-2 44,-6-3 1,2-1-1,-1-6-23,-3 0 1,5-8 0,-3-3-163,-2-5 0,7-1 0,-1 1 0,2 3-44,0 1 1,0 0-192,6-5-1,0-1 1,8 3 0,4 1-190,3 3 1,3 7 0,1-4-1,2 2 400,3 0 0,15-7 0,-3 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5:56.4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0 123 6330,'12'0'0,"-1"0"0,-5 0 0,6 0-114,-8 0 406,11-8 0,-13 4 90,4-7 1,-4 5-17,-2-6 0,0 6-120,0-5-641,0 7 197,0-4 0,0 10 156,0 4 1,0-2 0,0 7 21,0 3 0,2-4 0,2 1 32,2 3 0,5-4 1,-3-1-5,2-1 1,-4-2 0,5-6-4,3 0 1,-4 0-1,-1-2 1,1-2-4,0-2 0,-5-5 0,5 3 1,0-2 6,0-4 1,-7 5-1,5-1 1,-2 0 9,0 1 0,0 3-91,-6-6 15,0 8 53,0-3 1,0 14 0,0 5-1,0 4-15,0 1 1,0 0 0,0 1-1,0 1 4,0 5 1,0-3 0,0 6 0,0 0 18,0 0 1,0-5-1,0 1 1,0-4-4,0-1 0,0-1 0,-2 1 32,-4-1 1,2-1 67,-8-5 0,7-3-17,-7-8 1,0-2 26,-5-4 0,7 3 0,2-9-42,1-2 0,5 5 0,-4-3-50,4-2 0,2-1 1,0-3-20,0 1 1,0 5 0,2 3-1,2-1-70,2 0 0,1 1 1,-3-5-1,4 4-165,2 3 0,-5-5 0,7 6-214,2 2 0,1 0 1,3 0 448,-1-1 0,1-1 0,-1 6 0,1-8 0,-1-2 0</inkml:trace>
  <inkml:trace contextRef="#ctx0" brushRef="#br0" timeOffset="469">437 71 7779,'0'-10'532,"0"-6"1,2 9-620,4-5 1,-3 4 0,7 6-1,0-2 3,0-2 0,-5 1 0,7 5-29,2 0 1,-1 2 0,1 1 77,-3 3 1,-7 8 0,4-2 0,-2 3 25,0 3 0,-1-5 0,-6 5 36,-5 7 0,4-2 1,-6 0-1,2-3 66,0-3 0,-5 1 1,3-1 61,-2 1 0,4-1 1,-3 1-8,1-1 0,-4 0 13,7 1-37,-1-8 1,8-3-91,3-7 0,-1 0 0,8 0 0,2 0-120,1 0 0,-3 0 1,-1 0-1,3-2-93,1-3 0,3 3 1,-1-4-167,1 4 0,-1-4 1,1 0-1,-3 0-239,-3-1 0,2 3 584,-9-8 0,9 1 0,-4-7 0</inkml:trace>
  <inkml:trace contextRef="#ctx0" brushRef="#br0" timeOffset="672">489 175 7875,'-2'10'1493,"-4"-4"-1403,4-4 0,-3-2-259,10 0 0,5 0 0,8 0 0,1 0-287,4 0 0,-1 0 0,5 0 1,0 0 455,0 0 0,2 0 0,6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5:58.9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70 8072,'-12'-15'143,"2"1"278,3 3 1,-1 7-175,2-2 0,4 2-307,-4-2 1,6 4-126,6-3 1,-2 3-1,8 2 101,1 0 1,-3 0 0,2 0 0,-1 2 8,-1 3 0,5-3 1,-3 4-89,4-4 0,-5 4 35,1 0 1,-2 7 114,1-1 0,3 3 24,-8 3 1,-2-1 0,-8 1 0,-4-1 19,-2 1 1,4-1 0,-3 1-1,-1-1 91,0 1 0,-1-1 0,-7 1 79,1-1 0,5-1 0,2-3 123,3-1 34,-7-1-237,12 7 1,-4-8 0,12-5-202,6-3 0,3-7 0,3-1-76,-1 2 1,1 0-1,-1 0 1,1-2-128,-1 2 1,0 2 0,1 2 0,-1 0-52,1 0 1,-1-5 0,1-1 0,-1 2 77,1 2 1,-7 0 0,1-2 255,2-2 0,1-7 0,3 3 0</inkml:trace>
  <inkml:trace contextRef="#ctx0" brushRef="#br0" timeOffset="548">313 140 7750,'0'-17'71,"0"5"0,0 1 632,0-3 1,-6 4-504,0-1 0,2 7 0,8-4-370,2 0 1,7 6-14,-1-4 0,4 5 1,-1 2-1,-1 3-9,-3 2 0,-5 6 1,4-4-1,-2 1 27,-4 5 1,-2 1 0,-2 3 0,0-1 116,0 1 1,0-1-1,0 1 1,0-1 12,0 1 1,0-1 0,0 1 0,-2-1 61,-4 0 1,4-5 0,-6-2 229,0-2 1,4 3 132,-7-5-312,7 0 1,-4-14-88,8-4 1,6-3 0,2-3-1,-1 1-30,1 0 1,6-1 0,-4 1-1,1-1 44,1 1 1,-2-1 0,3 1 0,-1-1 27,1 1 0,-3-1 0,0 1 0,-1 1 32,1 5 0,-6-5 59,2 5-270,-4 3 0,-2 2 38,0 12 0,-6 4 0,-2 7 104,-2 0 1,7 1 0,-3-1 40,4 1 1,2-1 0,0 1-1,0-1 109,0 1 0,2-1 0,2 1 1,3-1-4,3 1 0,-4-3 0,6-1 0,1-3-263,3 3 0,1-6 0,1-3 0,1-3-396,4-2 0,-3 0 516,3 0 0,4 0 0,0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01.2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105 28 8270,'-18'0'-118,"1"0"0,5 0 0,1 0 199,-3 0 1,4 0 281,-1 0-370,7 0-99,-4 0 1,10 0 125,4 0 1,4 0 0,7 0-58,1 0 1,-1 0 0,0 0 51,1 0 1,-1 0-1,1 0-79,-1 0 1,1 0 1,-1 0 0,-5 0 58,0 0 1,-9 2 9,3 4 0,-4 4 1,-4 7-4,-4 0 1,-3 1 0,-9-1-1,3 1 4,3-1 0,-3-1 0,3-3 1,-2-1 44,3 2 1,-5 1-1,4 3 4,-3-1 0,3-5 0,3-1 89,1 3 1,0-6-1,4-1 195,-2 1-51,1-6-226,5 6 0,7-8 0,3-2-63,0-4 1,5 4 0,-3-4 0,3 3-65,3-3 1,-1 4-1,1-4 1,-1 4-237,1 2 0,-1 0 0,1 0 0,-1 0-91,1 0 0,-1 0 0,1 0 0,-1 0 391,0 0 0,-5 0 0,0 0 0,-1 0 0,7 0 0</inkml:trace>
  <inkml:trace contextRef="#ctx0" brushRef="#br0" timeOffset="599">367 98 8270,'-6'-12'-1956,"0"1"2742,2-3 1,-3 4-332,1-1 1,0 5-888,6-6 313,0 8 0,0-1 0,0 10 104,0 7 0,2 4 0,2 1 0,2 0-102,-3 1 0,5-1 0,0 1 104,2-1 0,-4-1 0,3-3 0,-1-1 136,-4 2 1,0-7 0,0 1 128,1 0 1,9-6-190,-2 4 1,-3-6 0,1-6 0,0-6-23,-1-3 0,-5-3 0,4 1 1,-2-1 13,0 1 0,0-1 1,-4 1-1,1-1-26,3 1 0,0 0-27,-6-1-246,0 1 88,0 7 1,0 10-1,0 12 1,0 5 127,0 6 1,0-1 0,0 7 0,0 2 127,0 2 0,0 2 0,0 2 0,0 1 4,0 3 0,2 6 1,2-7-1,2 1 6,-2 2 0,-2-6 1,-1 4-1,3-5-27,2-1 1,0-6 0,-6-1 0,0-3 218,0-4 0,-2-3-42,-4-7 1,2-5 0,-7-12-106,-3-5 1,4-5 0,1-1 0,-1-3-136,0-3 0,1-2 0,-3-4 0,4 3-100,0 1 0,6 6 1,-3-6-1,3 1-203,2 1 0,0 0 0,0 5 1,0 1-148,0-1 1,7 1 0,5-1 0,4 1-297,1-1 0,6 7 726,1-1 0,14-7 0,-1-8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03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121 141 8275,'-12'0'-675,"3"-2"0,-1-2 904,0-2 0,5-2 509,-7 2 0,6-1-300,-6-5 1,9 2-234,-3 4-365,4 4 1,4-5-20,4 7 0,-3 0 0,9 0 90,2 0 0,1 0 0,3 0 51,-1 0 0,-5 0 0,-1 0 27,3 0 0,2 0-2,1 0 0,-5 0 0,-3 2-88,-1 3 98,-2-3 0,-6 8 1,0-4-26,0 6 0,-2 3 0,-4 3 15,-6-1 0,3 0 0,-3 3 0,-1 1 16,-3 2 1,4 1 0,1-7 0,-3 1 32,-1-1 0,3 1 0,0-3 0,1-1 79,1-3 1,-4-5 0,7 4 195,-3-2 1,4-3 126,-5-5-400,7 0 0,-2 0-136,12 0 0,3-5 0,9-1-25,-1 2 1,-5 2 0,0 0 0,1-2-6,3-2 0,1 1 0,1 5 0,-1 0-254,1 0 0,-1 0 0,0-2-42,1-4 1,-1 4 0,1-4 423,-1 4 0,1-6 0,-1-1 0</inkml:trace>
  <inkml:trace contextRef="#ctx0" brushRef="#br0" timeOffset="485">366 53 8248,'0'-11'130,"0"-1"0,2 8 0,1-4-165,3 1 1,8 5-1,-3-4 1,5 4 0,1 2-16,1 0 1,-6 0 0,-1 0-48,3 0 0,-4 0 0,-1 2 106,-1 4 0,-2 3 0,-6 9 56,0-1 0,-2 3 0,-2 1 1,-4 2-11,-1-1 0,-1-3 1,-4-2-1,3 3 36,-3 3 0,0-3 0,1 3 0,3-4 58,2-1 0,-5-1 0,3 1-12,0-1 1,-3 1 28,7-1 1,0-5 47,6-1 1,2-7-78,4 2 0,-2-4 0,7-2-116,3 0 0,2 0 0,1 0-150,0 0 0,1-2 1,-1-2-1,1-2-213,-1 2 1,1 1 0,-1-1-155,1-2 0,-1 0 0,1 6-165,-1 0 0,-5 0 661,-1 0 0,1-8 0,6-1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12.59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36 7787,'-10'7'156,"-5"-5"1,11 6 482,-8-8-451,8 0 1,-4-2-242,8-4 1,2 4-85,4-3 0,4-3 0,7 2 112,1 2 1,-7-4-1,1 2 1,2 3-14,1 1 1,-3 2 0,0 0 0,1 0-112,3 0 0,-5 0 1,1 0-18,2 0 1,-5 0 118,3 0 0,-8 2 0,2 3 46,-5 7 1,-1-2-1,0 1 36,0 3 1,-1 2-1,-5 1 26,-6 0 0,-3 1 1,-3-1-12,1 1 1,5-3 0,2-1 0,1-4 6,-1-3 1,6 1 0,-4-4-18,0 2 0,7 2 1,-7-4-38,0 1 47,6 1 0,-4-6 0,12 0-14,6 0 1,-3 0 0,3 0 0,2 0-66,1 0 0,3 0 0,1 0-70,4 0 0,-7 0 0,5 0 0,1 0-196,-3 0 1,0 0 0,-1 0-390,-1 0 684,1 0 0,-1 0 0,1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14.33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81 9127,'0'-12'-188,"0"0"117,0 8 0,0-5 0,2 5-10,4-2 1,-2 0 10,7 6 48,-7 0-8,4 0-7,0 0 0,-6 2 18,4 4 1,-5-2 0,-1 7 17,0 3 1,0-4-1,0 1 1,0 3 1,0 1 0,0 3 6,0-1 0,0-5 0,2 0-2,4 1 0,-4-3-2,4 2 53,4-9 1,-1 5-18,9-8 0,-3-8 0,-1-3 45,-2-5 1,-7-1 0,5-1-35,-2 1 1,0-1-1,-4 1-64,1 0 1,3-1 9,-2 1 1,-4 5-90,4 0 0,-4 7-667,-2-7 595,0 8 1,0 4 175,0 12 0,0 3 1,0 3-1,0-1 22,0 1 1,0-1-1,0 0 1,0 3 0,0 3 1,0-1 0,0 5-1,0 0 23,0 0 0,0 0 1,0 4-1,0-4-62,0-1 0,0-1 0,0-4 1,0 2 70,0-1 0,0-9 136,0-1 1,-2-2-73,-4 1 0,2-11 0,-6-11 0,3-5 1,-5 5 0,4-1-83,-2-2 1,7-1 0,-5-3-73,0 1 1,6-1 0,-4 1-71,4 0 0,4 1 1,2 2-1,4 3-68,2-3 0,3-1 0,9-1 0,3 3-838,2 1 1000,2 0 0,14-5 0,1-1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15.5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1 173 8169,'10'-8'-1791,"3"4"2441,-7-7 1,6 5-545,-7-6 1,3 8-222,-2-2 0,2 3 98,3-3 1,5 4-92,-4-4 1,-5 6 65,-1 6 0,-4-2 0,-2 7 45,0 3 1,0 1 0,0 3 47,0-1 1,-8 1 0,-1-1 21,-1 1 0,0-3 1,6-1 160,-1-2 1,-3-7 430,2 7-385,4-8-282,-6 4 1,8-10 0,2-2 0,2-4 25,2-2 1,6-1 0,-5-7 0,3 1 8,4-1 0,-1 1 0,1-1 0,-3 1-58,3-1 0,1 5 1,3-3 21,-1-3 1,-5-2-1,0 3 18,1 1 0,-5 5 12,-2 0 1,-4 7-140,-2-7-196,0 8 1,0-2 150,0 12 0,-6 4 0,-2 7 149,-1 1 0,5-7 0,-2 1 0,2 2 76,-2 1 0,4 3 1,-4-1-1,4 0-2,2 1 1,0-1 0,0 1 0,0-1 48,0 1 0,2-3 0,4-1 0,4-2-82,0 1 0,5-5 0,-3 0 1,3-3-244,3 1 0,-1 0 0,1-6 0,-1 0-665,1 0 875,-1 0 0,8-8 0,2-1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21.1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1 7515,'-10'2'-374,"2"2"924,0 1-38,7 1-423,-7-6-300,8 0 54,0 0 0,8 0 1,3 0 126,5 0 1,-5 0 0,1 0 27,2 0 0,-5 0 1,3 0 7,1 0 0,-3 0-119,2 0-3,-1 0 1,1 0 95,0 0 0,-8 2 11,1 4 0,-3-2 0,-2 8 17,0 1 0,-5-3 0,-1 1 0,0 1-4,-2-2 0,6 5 1,-6-5-1,3 2 14,-1-1 1,-2-5 0,4 6 20,-2 1 0,-5-3-29,5 2 0,-6-6-2,6 5 15,1-7 44,5 4 1,2-8-77,3 0 0,-1 0 1,8 0-93,1 0 0,-3-6 0,2 0-12,1 2 1,1 0-1,0 1 1,-3-3-88,3 2 0,-5 2 0,3 2-107,2 0 307,1-8 0,3 6 0,-1-6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24.6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71 6839,'-9'0'341,"1"0"1,8-2 0,-2-2-465,-4-2 37,4 0-8,-5 6 0,9 0 83,3 0 0,5-5 41,7-1 0,1 0 0,-3 4-8,-3-4 0,4 4 0,-7-6-21,1 1 1,6 5-307,-5-4 199,-3 4 111,0 2 1,-8 8 13,0 3 1,-2 5-1,-4 1 24,-6 1 0,3-1 1,-1 1-1,0-3-35,1-3 0,5 3 0,-4-5 1,2 2 11,0-1 1,-2-1 0,5 4-4,-3-3 0,0-5 0,4 6 10,-4 1-1,4-5 0,-6 2 0,10-6-4,4 2 0,-2-1 0,8-5-70,1 0 0,3-2 0,1-1-201,1-3 1,-1 0-1,3 4 1,1-2-373,2-2 621,1-7 0,1 3 0,2-7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26.8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0 138 7162,'12'0'104,"0"0"0,-6 0-35,5 0 1,-5 0 0,6 0-4,1 0 0,3-6-41,1 0 1,1-1-54,-1 1 1,-5 4 0,-1-4 0,-5 4-33,6 2 8,-8 0 102,4 0 1,-8 2-38,0 4 1,0-2 0,-2 7 0,-2 3-12,-2 2 0,-6-5 0,5 1 1,-1 1-1,0 3 0,-4 1 1,7 1-1,-1-1-9,-2 1 1,4-7-1,-6 1 4,3 2 1,-5 1 6,6 3 1,-2-3 20,3-3 1,3-2 124,-4-5-52,4-3 0,10 4-80,3-12 1,-1 4 0,2-5-70,1-1 0,-3 6 0,2-4-77,1 4 1,3 2 0,1-2 0,1-2 19,-1-2 0,0 1 1,1 5-1,-1 0-46,1 0 0,-1-6 0,1 0 1,-1 2-393,1 2 546,-1 2 0,8 0 0,3 0 0</inkml:trace>
  <inkml:trace contextRef="#ctx0" brushRef="#br0" timeOffset="2133">420 103 7869,'0'-10'-1450,"2"1"2060,3 3-305,-3-4 0,6-1-148,-8-1-349,0 8 95,0-4 0,0 10 1,0 4 37,0 6 1,0-3 0,0 3 38,0 2 0,0 1 0,0 3 48,0-1 1,0-5-1,2-3 48,4-1 0,-2 0 35,7-2 0,1-6 21,5 0 1,-7-2 0,-2-10-77,0-1 1,-6-3-1,5-1 1,-1-1-71,0 1 1,0 5-1,-6 0-74,0-1 1,2-1-1,2 1-349,1 1 182,1 8 1,-6-2 240,0 12 0,0-2 1,0 8-1,0 1 10,0 3 0,2 7 1,2 2-1,2 0 29,-2 1 0,-2 5 1,-2-2-1,0 4 28,0 2 1,0 0 0,0 0 0,0 0-32,0 0 1,0-3-1,2 0 1,2-5-4,1-2 1,1-2-1,-6-5 98,0-1 0,-2-7-50,-4-4 1,-3-4-1,-9-2 3,1 0 0,5-8 0,1-4-23,-3-3 1,0-3 0,3 1 0,3-1-60,0 1 1,6 5 0,-4 1 0,5-3-77,1-2 1,0-1 0,0 0-20,0-1 0,7 3 0,5 1 0,3 2-145,3-1 0,5-1 1,2 1 251,3 1 0,8-8 0,9-7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6:30.8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52 8357,'0'10'-109,"0"-2"1,0-10 81,0-4 0,2 4 41,4-4 0,3 4-119,9 2 0,-1-5-17,1-1 0,-1 0 77,1 6 1,-9 2 30,-3 4 0,-4-2 0,-2 7 40,0 3 0,-2 1 0,-2 3 0,-3-1 39,-3 1 0,0-1 0,-3 1 0,1-1-8,-2 1 1,-1-1 0,-1 1-1,3-1 5,1 0 0,6-1 1,-3-2 4,1-3 1,0-5 26,2 6 31,4-8 1,2 3 0,10-9-113,0-3 0,5 3 0,-3-6-37,3 0 0,3 6 0,-1-4-150,1 4 1,-1 0 0,1-1-1,-1-3-47,1 2 1,-1 2-1,1 2 1,-1 0-383,0 0 0,1 0 603,-1 0 0,9 8 0,1 1 0</inkml:trace>
  <inkml:trace contextRef="#ctx0" brushRef="#br0" timeOffset="643">412 87 8381,'0'-11'-85,"0"-1"206,0 0 1,0-5-190,0 0 0,2 7 0,3 4 77,7 4 0,-2 2 1,-1 2-1,1 2-106,0 2 0,0 7 0,3-1-80,-1 3 1,-8 3-1,2 1 130,-5 5 1,-2-5 0,-3 4 0,-4-3 35,-2-3 1,0 1 0,-3-1-1,3 1 16,2-1 1,-5 0 161,1 1 64,-3-1-215,5-7 1,2-4 0,10-12 0,4-4 14,6 1 1,-3-7 0,3 5 0,2-3-15,1 2 1,3-3 0,-3 3-1,-1-3-1,-3-3 0,1 1 1,5-1 9,1 1 0,-1-1 0,1 1 16,-1-1 1,-5 3-1,-2 1 9,-3 3 1,-1 5-34,-6-6-372,0 8 235,0-3 0,0 8 0,-2 3 0,-2 4 88,-1 2 1,-1-4-1,4 5 1,-2 3 68,-2 1 0,0 3 1,6-1-1,0 3 84,0 3 1,0-4 0,0 5 0,0-5 33,0-1 0,0-1 1,2 0-1,4-1-97,6-4 0,-3 3 1,3-5-1,2 0-139,1-5 1,-3-3-1,1-2 1,5 0-185,3 0 1,2 0 263,-5 0 0,-1-15 0,1-5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9:11.23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36 18 6011,'-10'0'0,"0"0"-123,4 0 483,4 0 192,-5 0-142,7 0-274,0 0-314,0-7 39,0 5 0,2-6 0,3 8-10,7 0 0,4 0 0,1 0 1,1 0 148,-1 0 0,0 0 0,1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9:15.7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53 6335,'7'10'0,"-5"-2"0,14-8 0,-6 0 0</inkml:trace>
  <inkml:trace contextRef="#ctx0" brushRef="#br0" timeOffset="898">297 36 7952,'-9'0'-10,"1"0"1,10 0-217,4 0 0,-2 0 0,7-2-413,3-4 639,1 4 0,3-14 0,-1 7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9:17.7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0 6994,'17'0'-289,"9"0"0,1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9:18.9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1 7944,'-5'11'-717,"-1"1"1187,0-8-101,6 4-2,0-8-359,0 0 1,6-2 0,2-2-160,1-2 0,-3 0 0,6 6-678,1 0 829,3-8 0,1 7 0,1-7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9:26.8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35 8429,'-9'0'-1669,"-1"0"2441,4 0-37,4 0-449,-13 0 1,13-2 58,-4-4-575,4 4-160,2-5 0,8 7 235,3 0 1,5 0 0,1 0 0,1 0-82,-1 0 1,3-6 0,1 0 235,2 2 0,8 2 0,-4 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9:27.9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35 7010,'-2'-9'1591,"-3"3"-1601,3 4 1,-6 0-307,8-4 263,0 4 0,2-6 0,4 8-149,5 0 0,-1 6 0,2 0 0,1-2-75,3-2 1,7 4 276,0-1 0,8 1 0,-3-6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1:59:28.9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35 7807,'-10'0'-109,"2"-2"182,8-3 0,2 3 1,4-4-53,6 4 1,-3 2 0,3 0-122,2 0 0,1 0 0,3 0-181,-1 0 1,1 0 0,-1 0 0,1 0-266,-1 0 546,0 0 0,1-8 0,-1-2 0</inkml:trace>
  <inkml:trace contextRef="#ctx0" brushRef="#br0" timeOffset="730">402 18 10040,'-10'0'-826,"4"0"654,12 0 1,-2 0 0,6-2-1,0-2-4,-1-2 1,3 0 0,5 6 0,1 0-77,-1 0 0,1 0 0,1 0 0,3 0 252,1 0 0,8 0 0,-4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02:18.9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453 192 6440,'10'-2'1976,"-5"-4"-1650,5 4 1,-8-7-191,4 3 1,-2-2 0,0-5-68,2 1 0,-1 6-42,-5-6 1,0 1-109,0-7 0,0 1 59,0-1 1,0 7-1,-2 1-32,-3 2 1,1-3 0,-8 5 0,-2 2-93,-1 2 1,-3 2-1,1 0 82,0 0 1,-1 0 0,1 0 0,-3 2 46,-3 4 0,4 2 0,-5 5 0,5-1 14,1 1 0,1 3 1,-1 1-1,1 1 27,0-1 1,1 1 0,2-1 0,3 1-9,-3-1 1,6 1-1,1-1 1,1 1 0,0-1 1,-2-5 0,4-1 0,-1 3 19,1 1 1,2-3 0,2 0-14,0 1 1,2-5-1,2 0 1,3-2 51,3-1 1,-4 3-42,5-2 0,1-4 1,4 6-1,-3-2-30,-1-1 1,0 3 0,5-4 0,-2 4-5,-3 1 1,4-3-1,-5 4 1,5 0-104,1-1 0,1-3 0,-3 6 1,-1-1 40,-2-1 1,-1 6 0,7-5 0,-1 5-52,1 1 0,-7 1 0,1-1 0,-1 1 92,-1-1 0,4 1 1,-8-1-1,-3 1-5,-1-1 1,-2 1 0,0-1 0,0 0 23,0 1 1,-2-1-1,-3 1 50,-7-1 1,2-1 0,-1-3 0,-3-3 9,-1-2 1,3 4-1,0-5 1,-1 1 38,-3 0 1,5 3-1,-1-5 1,-2-2 73,-1-2 0,-3-2 0,1 0 0,-1 0-54,1 0 0,-1 0 0,1 0 0,0-2 20,-1-4 0,3 2 1,1-5-1,2-1-3,-1 0 1,-3-1-141,-1-7 0,1 1 0,3 1-194,1 5 1,8 1-350,-2 4 1,2 4-427,-1-4 0,3 6-295,-4 6 1269,12-4 0,-4 14 0,5-7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02:19.5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0 8223,'-9'2'129,"3"4"1,2-4 1071,-2 4-390,4-4-418,-6-2-545,8 0 236,0 0 1,8 1-26,4 5 1,3-4 0,3 4-1,-1-4-19,1-2 1,-1 0 0,3 0 0,1 0-22,2 0 1,1 6-1,-7 0 1,2-2 40,5-3 1,-5-1 0,4 0-244,-3 0 1,-3 0 74,1 0 112,-1 0-516,-7 0-136,-2 0 1,-10 0-394,-4 0 1,2 0 531,-8 0 1,7 0 508,-7 0 0,6 0 0,-6 0 0,1 8 0,-7 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02:20.1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18 8223,'-17'0'-193,"-1"0"1,7 0 1583,-1 0-630,8 0-677,-3 0 0,8 0 5,5 0 1,4 0-113,7 0 0,1 0 1,-1 0-1,1 0 44,-1 0 0,1 0 0,-1 0-40,1 0 1,-1 0 0,1 0 0,-1 0-29,1 0 0,-1 0 0,1 0 0,-1 0-8,0 0 0,1 0 0,-1 0 0,1 0 27,-1 0 0,-5 0 1,0 0-4,1 0 34,3 0 13,1 0-5,-7 0-424,-2 0-360,-8 0 0,-2 0-500,-4 0 1273,4 0 0,-14-8 0,7-2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4:22.20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35 280 7801,'0'-10'729,"0"-5"-726,0 13 1,0-4 0,0 12 41,0 5 1,0 7 0,0 3 0,0 4 17,0 3 1,6 1 0,0 6-1,-2-1 29,-2 1 1,-2 6 0,0 0 0,0 0 12,0 1 0,5-5 0,1 4 1,-2-4 9,-2-2 0,-2 0 0,0-2 0,0-2-39,0-2 0,0-8 1,0 2-7,0-3 1,0-8-109,0-1-624,0 1-500,0-2-1161,0-3 2323,0-22 0,0 3 0,0-13 0,0 7 0</inkml:trace>
  <inkml:trace contextRef="#ctx0" brushRef="#br0" timeOffset="416">35 227 7340,'-10'-1'-1115,"3"-3"2121,-1-2 1,6-2-659,-4 2 1,4 2 0,2-7-148,0-3 1,0-1-1,2-3-157,4 1 0,4-1 0,7 3 0,1 1-103,-1 2 1,2 7 0,3-5-1,3 0-78,2 1 0,2 3 0,6-4 0,0 2-44,0 4 0,0 2 0,0 2 0,0 0-17,0 0 0,-6 0 0,-2 2 0,-2 2-31,-3 2 1,-9 8-1,-3-3 1,-2 5 4,-4 1 1,-3 1-1,-2-1 1,-5-1 223,-6-5 0,-3 5 0,-3 1 0,1 11 0</inkml:trace>
  <inkml:trace contextRef="#ctx0" brushRef="#br0" timeOffset="749">53 524 10873,'17'0'-58,"0"0"0,1 0 0,1 0 11,5 0 0,-3-2 1,8-1-1,0-3-64,-2 2 0,6 2 1,-4 2-1,3 0-44,-3 0 0,2-6 0,-8 0 0,-2 2-163,-1 2 1,-3 2-194,1 0 187,-9 0 0,-3 0-48,-12 0 0,2 0 0,-5 2-28,1 4 0,2-2 400,6 8 0,-8-1 0,-1 7 0</inkml:trace>
  <inkml:trace contextRef="#ctx0" brushRef="#br0" timeOffset="1697">769 682 7656,'0'-12'400,"0"0"0,0 6 185,0-5-451,0-1 1,-2-3-688,-4 3 277,4 4 1,-12 10 0,8 4 147,3 6 0,-5 3 0,2 3 0,0-1 123,-2 1 0,6 1 0,-3 2 1,3 4 89,2 3 1,0-7 0,0 2-1,0-1-13,0 1 0,0-4 1,2 3-1,2-7 51,1-3 1,9-6 0,-2 3-9,3-1 1,3-2 0,-3-8 0,-1-4-41,-3-5 0,-1-5 0,4-1 1,-5-3 4,-1-3 0,-2 3 0,-6-5 0,0 2-51,0 0 0,0-1 0,0 5 0,0-2-132,0-3 1,-8 1-1,-3 6 0,-5-3-68,-1-3 1,-1 5 0,1-1 0,1 5 39,4 1 0,-3 3 1,3 0-1,-3 3 38,-3 3 0,7 2 0,-1 2 72,-2 0 1,5 2-1,-1 4 48,2 5 1,2 5 0,6 1 0,0 1 23,0-1 1,6 1-1,2-1 1,2 1 2,3-1 0,1 1 1,-1-1-1,-1-1 22,2-5 1,7-1-1,2-6 1,-1 2-15,-3-3 0,-1-1 1,1-4-1,2-3-7,3-7 1,1-4 0,-4-3 0,2-4-40,-1-6 1,-3 1-1,1-1 1,1-2-79,2-2 0,-5-7 0,-7-1 0,3 2-37,1 2 1,-3 2-1,-2 2 1,-2 4-166,-5 6 0,-3 5 55,-5 7 1,-5 5 0,-8 12 137,1 5 0,-1 5 0,3 1 0,3 3 94,6 3 0,-1-4 0,1 5 0,2-5 10,2-1 1,2-1 0,0 1-1,0-1 56,0 0 1,6-5-1,2-2 1,1 0 11,5-1 0,1-5 1,3 4-1,-1-2-32,1 0 1,-1-1 0,1-5-1,-1 0-37,1 0 0,-1 0 0,1 0-4,-1 0 1,-5 6 0,-1 2 3,3 2 1,-6-5-1,-2 7 1,-4 2 80,-2 1 1,1 3 0,3-1 0,2 3 61,-2 3 1,-2-4 0,-2 6 0,2-1-60,4-1 1,-4 2-1,5-3 1,1 1-71,4-2 1,-2-3 0,-1-5 0,1-3-122,0-2 0,1-2 1,7-6-1,-1 0-190,1 0 1,-1-2 0,1-2 0,-1-4-337,1-2 0,-1-1 0,0-7 1,-1 1 600,-4-1 0,3-7 0,-5-2 0</inkml:trace>
  <inkml:trace contextRef="#ctx0" brushRef="#br0" timeOffset="2131">1939 542 7598,'7'-18'-21,"-5"7"1,6-1 272,0-2 0,-6 5 0,4-3 273,-4-1 0,-2-3-174,0-1 0,0 5-395,0 0 0,-2 8 1,-4-1-15,-6 3 0,3 2 0,-3 0 0,-4 0-80,-5 0 1,2 5 0,-5 3-1,5 2 31,1 3 1,-5 5 0,0 3 0,0 5 175,-3 1 1,7-4 0,-4 4-1,5 0 89,7 0 1,-5 1-1,6 3 1,1-4 14,3-2 1,4 0-1,4-3 1,4-1-91,5-5 1,5-1-1,1-7 1,3 0-76,3-1 1,-2-1 0,6-6 0,-1 0-362,-5 0 1,0 0-1,1 0 1,1 0-183,-2 0 1,5 0 0,-1-2 0,0-2-97,0-1 1,4-3 630,-5 2 0,7-4 0,-4-7 0</inkml:trace>
  <inkml:trace contextRef="#ctx0" brushRef="#br0" timeOffset="2682">2271 647 7656,'-12'-10'-1493,"2"2"2207,2 0 1,1 6 443,1-3-936,4-5 0,-4 8-188,12-4 1,4 4-1,7 2 1,1-2 13,-1-4 0,0 4 0,3-5 0,1 1-52,2 0 0,7-6 0,-5 5 0,0-3-41,0-4 1,0 5 0,-3-3 0,1-2-79,-2-1 1,-1-3-1,-5 1 1,-1 1-48,-2 5 0,-8-5 0,1 5 101,-3-5 1,-11 6 0,-7 5 0,-5 3 32,-1 2 0,-5 0 0,0 0 0,-2 0 64,0 0 1,6 7 0,-5 5 0,1 4 37,0 1 0,6 1 0,-3-1 0,5 0 28,2 1 0,1 5 0,2 2 0,5 1 31,1-1 0,2 6 1,6-4-1,0 2 2,0 0 1,8-7 0,4 1 0,3-4 21,3-1 0,1-7 0,2-1 0,4-2-106,3-4 0,-5 4 1,4-3-1,0-1-90,0-2 0,1-2 0,3 0 0,-2 0-128,2 0 0,-4-6 1,0 1-1,-2 1-365,-3 2 1,-3 2-1148,-1 0 1687,-9 0 0,-1 0 0,-16 8 0,-1 1 0</inkml:trace>
  <inkml:trace contextRef="#ctx0" brushRef="#br0" timeOffset="3364">3196 472 7656,'0'-18'-191,"0"1"554,0 0 0,0 5 1096,0 0-1360,0 1-285,0 1 0,0 4 20,0 12 1,0 4 0,0 7-16,0 1 0,0-7 0,0 1 180,0 1 0,0-3 1,-2 0 654,-4-2 166,4-3-602,-5-5 1,5 0-333,-4 0 0,4-2-361,-4-3 0,6 3 0,4-6 0,4 2-137,1 0 1,-3 0-1,6 6 612,2 0 0,1 0 0,3 8 0,-1 2 0</inkml:trace>
  <inkml:trace contextRef="#ctx0" brushRef="#br0" timeOffset="3716">3196 961 9108,'0'-18'670,"0"1"-638,0 0 1,0-1-1,2 3-50,4 3 0,-2 4 0,7 8-563,3 0 0,-4 0 219,1 0 0,-7 2 0,2 4 270,-4 6 1,-2 3 0,0 3 306,0-1 1,-2-5-1,-4-3 24,-5-1 1,1 4-1,-2-6 340,-1-3 1,3-1-363,-2-2 0,6 0 0,-3-2-761,1-3 1,2 1-358,6-8 1,2 8 900,4-2 0,4-3 0,7-1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4:44.1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507 35 8535,'10'-2'64,"-4"-4"1,-5 2 85,-1-7 1,-1 7 0,-5-2 0,-6 4-102,-3 2 1,-3 2 0,1 2 0,-3 2-2,-3-2 1,2 5-1,-7 1 1,3 2-61,4-1 0,-4 1 1,1 5-1,1 1 18,-2-1 0,5 1 0,-3-1 0,4 1-9,1-1 0,3 1 0,3-1 0,4 1-25,1-1 0,5 1 1,-2-3 6,8-3 0,5 1 0,9-7 0,1 0 1,4 2 0,3-6 1,5 3-1,-2-1-25,2 2 0,-4-2 0,2 6 0,2-1-34,2 1 0,0 2 0,-2 5 0,-2 1-4,2-1 1,-3 3 0,-3 1 0,-4 4 29,-5 2 1,-9 2 0,3 6-1,-2 0 86,-4 0 0,-10 0 1,-6-2-1,-5-2 107,-6-2 0,1-2 1,-5 3-1,0-7 75,0-4 1,0-1 0,-5-1 0,5-1 50,2-5 1,-4-3-1,4-8 1,-2 0-173,-4 0 1,3-2 0,1-4-1,0-5-55,0-5 1,6-3 0,-3-3-1,5-1-66,1 2 0,1-1 0,1 1 1,3-2-320,1 1 0,8 3-160,-2 2 0,5 5 0,2 2 0,5 2 0,6 3 1,9 7-1,4 1 506,3 3 0,9 8 0,7-4 0</inkml:trace>
  <inkml:trace contextRef="#ctx0" brushRef="#br0" timeOffset="433">1031 175 8144,'-12'-6'-968,"1"0"0,5-6 1481,-6 7 272,8-9-764,-3 12 1,7-4 0,0 12-1,0 6 112,0 3 0,1 3 0,3 1 0,2 4 105,-2 7 1,-2 4 0,-2 5-1,0 2 23,0-2 1,0 5-1,0 3 1,0 3-69,0 3 1,0-1 0,0-1 0,0-5 54,0-5 0,0-4 0,0-2-255,0 0 0,0-8-851,0-4-63,0-11 1,0-12 401,0-12 1,0 3 0,2-3 518,4-2 0,-4-1 0,5-3 0</inkml:trace>
  <inkml:trace contextRef="#ctx0" brushRef="#br0" timeOffset="667">699 524 8428,'-17'-8'-381,"-1"-1"0,3-3 30,3 0 0,-4 6 1707,5-5 0,5 1-1131,6-2 1,8-1 0,11 7 0,4 0-302,7-2 1,4 7 0,5-7 0,4 2-284,2 0 0,-1-2 0,5 4 1,-3-1-147,3 1 0,-5 2 0,1 2 0,-4 0 505,-8 0 0,2 0 0,-8 8 0,8 1 0</inkml:trace>
  <inkml:trace contextRef="#ctx0" brushRef="#br0" timeOffset="1432">1188 926 7015,'10'-2'547,"-2"-4"-487,-1-6 0,-3-5 0,6-5 0,0-3-78,-1-2 1,-3 0 0,6-4 0,-1 2-138,-1-2 0,4-2 0,-7-2 1,1 0-9,0 0 1,-2 8 0,-6 3-1,0 5-9,0 2 1,0-1 82,0 1 156,0 7 4,0 2 0,0 10 55,0 4 0,2-2-31,4 8 1,3-9-1,7 5-31,-5 0 0,5-6 0,-4 4 0,1-2-26,-1 1 0,3-3 0,-3 6 0,4-2 13,1 0 1,0 5-1,1-3 1,-3 2-22,-3 3 1,4 3 0,-7 1-1,3 1 76,0-1 1,-7 1-1,5-1 1,-2 3 39,-4 3 0,-2-4 1,0 7-1,2-3-19,1 0 0,1 0 1,-6-5-1,2-3 95,4-3 1,-4 4 0,6-7-127,-1 1 0,-3-2 0,8-8-70,1 0 0,3-2 1,1-4-1,1-8-102,-1-7 1,7 2 0,-1-7 0,0 3-204,2 0 1,-5-8 0,3 4 0,-3-2 1,-3-1 1,1 9 0,-1-4 0,-2 2-78,-3-1 0,-4 1 1,-8 6 247,0-1 0,0 1 0,-2 1 0,-4 3 38,-6 1 1,-3 8-1,-2-2 39,-1 4 1,-5 4 0,1 4 0,5 6 51,3 3 1,3 3 0,-7-1 0,3 1 45,3-1 1,-3 6 0,5 3 0,0-1 109,4 0 0,-1 6 0,1-4 1,2 2 40,2 0 1,4-5-1,4 3 1,5-2-77,5-4 0,3-3 0,5-5 0,3-3-160,0-2 0,6-2 1,-6-6-1,2 0-189,0 0 0,-5-2 0,5-4 0,0-4-1084,-2 1 1289,-2-7 0,0 6 0,3-7 0</inkml:trace>
  <inkml:trace contextRef="#ctx0" brushRef="#br0" timeOffset="1934">2463 507 8422,'-10'-8'-840,"3"-4"374,-1-3 1,6 3-1,-4 0 691,4-1 0,0 5 1,-2 0-105,-2 0 0,-1 7 1,1-5-136,-6 4 1,-3 4-1,-3 4-26,1 5 0,-1 5 0,1 1 0,1 1-14,5-1 1,-5 1 0,6-1 0,-1 0 86,-1 1 1,8-1-1,-4 1 1,3-1 57,-1 1 1,0-1 0,8 1-7,4-1 1,3-1-1,9-5 1,-1-3-55,1 0 1,1-6 0,5 6 0,3-3-46,0 1 0,4 0 0,-8-4 1,1 2-58,1 2 1,-6 5-1,4-3 1,-3 2-39,-3 3 0,-5-3 0,-2 2 114,-3 1 0,-3 3 0,-10-1 122,-5-3 1,-7 4 0,-3-7 0,-4 1-45,-2-4 1,-1 2 0,-3-3 0,4 1-90,2 2 1,2-6 0,5 4-382,1-4 0,-1-2 76,1 0 0,9-2 311,8-4 0,8 2 0,9-6 0,1 3 0,7-15 0,2 3 0</inkml:trace>
  <inkml:trace contextRef="#ctx0" brushRef="#br0" timeOffset="2400">2952 472 7300,'0'-18'-251,"0"1"1,0-1 0,-2 1 827,-4-1 1,4 7 0,-4-1-408,5-2 1,-1 7-1,-4 1-247,-6 4 1,-3 8-1,-3 1 1,1 5-90,-1 8 0,1-3 0,-1 6 0,3-1 91,3 1 0,-1-4 1,5 5-1,0-5 26,0-2 1,0 1-1,5-1 1,-3 1 74,2-1 1,2 1 0,4-3 86,4-3 1,3 2 0,9-9-1,-1-1-101,1-2 1,1 4 0,4 0 0,5-2-55,-1-2 0,4 0 0,-6 1 1,0 3-62,1-2 1,3 4 0,-6 0 0,-2-1 3,-1 1 1,-9 4-1,-1-4 1,-2 1 186,-4 5 0,-2-4 0,-4-1 0,-4 1 283,-6 0 0,-9-4 0,-4 3 0,-3 1-134,-3 0 1,-2-5 0,-1 5-1,-1-2-141,0-4 0,6 4 0,1-3 0,3 1-309,4 2 0,1-6-530,3 4 0,5-4 249,1-2 0,16 0 1,5 0 493,10 0 0,11-8 0,-4-2 0,8-7 0</inkml:trace>
  <inkml:trace contextRef="#ctx0" brushRef="#br0" timeOffset="2833">3720 507 8372,'-17'-16'0,"1"2"-10,5 3 1,-3 5 530,8-6-162,1 8 0,5-1 1,0 10-121,0 7 0,7 2 0,5 1 0,3 1-22,3 3 1,1 2-1,3-3 1,3 1-155,2 5 1,-4-5-1,6 6 1,3-1-151,1-1 1,-4 6-1,0-4 1,0 0-114,-2 1 1,4 3 0,-8-6 0,-1-2-377,-3-1 0,-1-3-937,-1 1 682,-7-9 1,-4-1 830,-12-8 0,2 0 0,-8 0 0,8-8 0,-3-1 0</inkml:trace>
  <inkml:trace contextRef="#ctx0" brushRef="#br0" timeOffset="3167">4087 541 8372,'-8'-17'-252,"6"0"1,-3-1 0,3 1-341,2-1 1,-6 7 1654,0-1-998,0 8 1,6-2-133,0 12 0,-8 4 0,-3 7 0,-5 1 114,-1-1 1,-1 6 0,1 3 0,-3 1 97,-3 4 1,2 8-1,-6 1 1,0-1 84,-1-2 1,-1-2 0,-6 2-1,2 2-9,4 1 1,2-7-1,8-9 1,-1-5 657,5-1-777,1-1 1,4-9-291,5-8 0,5-2 0,4-10 0,3 1-617,3 1 1,2-6 0,5 7-338,1-1 1142,-1-6 0,0 7 0,1-9 0</inkml:trace>
  <inkml:trace contextRef="#ctx0" brushRef="#br0" timeOffset="3998">4803 891 7414,'-17'8'440,"7"-7"0,-4 9 599,9-4 54,-1-4-405,6 6 0,2-10-629,4-4 0,-3-4 1,9-7-1,0-1-170,-3 1 0,7-8 0,-4-4 0,3-4-20,3-2 1,-1-2 0,1-2-1,-1-4 25,0-1 0,1-3 1,-1-5-1,1-1-5,-1 1 1,-5-1 0,-2 3 0,-1 1 70,1 3 0,-4 13 0,4 0 0,-1 6 86,1 5 0,-6 9 60,2 1-49,-4 8 1,0 4 0,1 12-31,3 3 1,0 5-1,-4 1 1,2 4 137,2 3 0,5 1 0,-3 8 0,2 3 22,3 7 0,3 3 1,1 3-1,1-1 47,-1 1 1,7 1 0,-1 2 0,0 0-146,2-5 0,-5-1 0,3-9 0,-3-2-114,-3-2 1,-5-10-1,-3-4-427,-1-3-174,-2-11 0,-6-3 261,0-12 0,-2 2 0,-4-5 0,-6 1-399,-3 4 0,-2-4 1,-1 3 763,1 1 0,-1-6 0,1 0 0</inkml:trace>
  <inkml:trace contextRef="#ctx0" brushRef="#br0" timeOffset="4248">4838 664 8178,'-10'-8'1098,"-5"4"-468,3-8 0,3 9 101,-3-3 0,10 4 0,2 2-440,10 0 0,13 0 0,6 0 0,4 0-287,2 0 1,0-6 0,2 0 0,2 2-423,1 2 0,9-3 0,-5-1 0,3 0-227,0-2 0,-9 6 1,1-4-1,-6 4-340,-4 2 0,-7 0 0,1 0 985,-4 0 0,-1 0 0,-1 0 0</inkml:trace>
  <inkml:trace contextRef="#ctx0" brushRef="#br0" timeOffset="4790">5554 943 8178,'0'18'-253,"2"-9"899,4-3 0,-2 2-279,7-2 1,-5-6-1,6-8 1,0-2-197,-3-3 0,7-9 0,-5-3 0,5-2-64,1-4 0,1-2 0,-1-2 0,1 0-316,-1 0 0,1-6 1,-3-1-1,-1-3-160,-3-3 1,-5 5 0,4 2 0,-2 4 52,-4 2 0,-2 8 0,-2 4 0,-2 5 22,-4 7 0,2 3 0,-8 10 219,-1 4 0,-1-2 1,1 7-1,3 3 276,2 1 1,-4 3 0,7-1 0,1 1 23,2-1 1,2-5-1,0 0 1,0 1-66,0 3 1,0-5-1,0 1 1,2 0 60,4-3 1,3 7 0,9-7-168,-1 1 1,1-2 0,-1-6 0,1 2-26,-1 2 0,1-1 0,-1-3 0,0 2-68,1 2 0,-1 6 1,1-5-1,-3 3 52,-3 4 1,-2 1 0,-6 3-1,1-1 95,-1 1 1,-2 5-1,-2 0 1,0-1 39,0-3 1,0-2 0,0 1 0,0-1-87,0 1 1,0-1-791,0 1 402,0-1 1,2-7-1,4-4-175,6-4 0,-1-2 0,5 0 0,3-2-1184,1-4 1685,7-4 0,0-7 0,8-1 0</inkml:trace>
  <inkml:trace contextRef="#ctx0" brushRef="#br0" timeOffset="5200">6358 838 8122,'-10'8'151,"-6"-6"1019,5 4-886,3-4 0,2-10 0,12-2-187,6 1 0,3-7 1,3 5-1,-1-5-208,0-1 0,1-3 0,-1-1 0,1-3 28,-1 3 1,1-4 0,-1 2 0,1-1-11,-1-1 1,-1 6 0,-5-5 0,-5 5-175,-4 2 1,-2-1 109,0 1 1,-8 7 0,-3 4-1,-7 4 108,-5 2 1,4 8-1,-5 4 1,3 3 158,-2 3 0,3 1 1,-3 4-1,4 4 48,1 1 1,3 5 0,3-4-1,6 4 162,4 2 0,2-2 0,0-2 0,0-4 19,0-2 1,14 4-1,5-6 1,6-3-188,6-7 1,2 1 0,2-8 0,0-2-195,0-2 1,0-2 0,0 0 0,0 0-26,0 0 0,-6 0 0,-2-2 0,-2-2-438,-3-2 1,-11-2 0,-3 4-613,0-1 0,-6-3-1001,4 2 2118,-4-4 0,-10-15 0,-2-2 0</inkml:trace>
  <inkml:trace contextRef="#ctx0" brushRef="#br0" timeOffset="5765">7143 716 8178,'-9'-2'-21,"3"-4"88,4-5 0,2 1 0,0-2 597,0-1 0,0 3 0,0-2-365,0-1 0,0-3 0,0-1-223,0-1 1,0 7 0,0-1-201,0-1 1,0-3 0,0-1-139,0-1 1,-2 8-1,-2 3 1,-4 1-93,-1 0 1,3 0-1,-6 6 1,-1 0 244,-3 0 0,-3 2 0,-3 4 1,-1 8 148,2 7 1,1 0-1,1 8 1,-2 2 81,-3 2 0,3 8 1,7 0-1,5-2 179,1-2 0,0-1 0,4 1 1,-2-2 96,3-8 1,3-5 0,5-5-138,7 1 0,3-9 1,3-3-1,-1-4-126,1-2 1,-1-13 0,1-5 0,-1-1-182,1-1 0,-1 1 0,-1-3 0,-3-3-279,-1-2 0,0 0 0,5-4 1,-1 4-95,-5 1 1,3 1-1,-6 4 84,1-2 1,-3 1-1,4 9 222,-2 1 1,-3 10 0,-5 4 215,0 14 0,0 3 0,0 8 0,2 0 169,4 0 0,-2 3 0,8 5 0,-1-1-51,-1 1 1,6-6-1,-5-1 1,5-1-162,1 0 0,-1-6 0,-3 3 1,-1-7-57,2-5 0,1 1 0,2-7 0,1-2-100,-1-2 0,1-2 0,-1 0 0,1-2-266,-1-4 1,7 2 0,1-7 0,0-1-339,0 2 0,4-5 0,-5 3 700,-3-3 0,6-3 0,0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4:52.98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35 8306,'8'-9'1512,"-7"1"-1413,7 0 0,-6 6-150,4-4 0,4 5 0,7 1-85,1 0 1,5 5 0,0 3 0,0 0 55,3 0 1,-5 3-1,6-5 1,-2 0 57,-3 2 1,3-6 0,-2 3 0,-3-1 59,-7 2 0,3-4 15,-5 4-501,-3-4 53,0-2 1,-22 0-1,-1 2 34,1 4 0,-3-2 1,5 5 360,-3-1 0,-11 6 0,-1-5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4:53.30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80 1 7834,'-17'0'141,"-1"0"1810,1 0-1004,0 8-728,7-7 1,12 7 0,13-8-181,7 0 0,3 0 0,-4 0 0,4 0-117,3 0 0,-1 2 0,4 2 0,-2 2-54,2-2 0,-4 0 0,0 0 0,0 1 45,1-1 0,-7 0 1,2 0-1,-3 2 54,-3-2 1,-5-2-1,-3 0-20,-1 3 1,0-3-627,-2 4-948,-4-4 916,-2-2 0,-4-2 711,-8-4 0,8-3 0,-3-9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4:54.22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523 140 7107,'10'-17'787,"-3"5"-463,-7 1 1,0 5-289,0-6 0,-2 8 0,-3-2 0,-7 4-59,-4 2 0,-3 0 0,-2 0 0,-5 2-33,-1 4 0,-2 4 0,-6 7 0,0 1 10,0-1 1,0 3-1,1 1 1,1 2 17,3-1 0,5 3 0,8-2 0,-1-1 41,1-3 0,7-2 1,4 1 72,4-1 1,10-1 0,4-4 0,5-7-11,7-3 0,3 4 1,8 0-1,0-2-26,-1-2 1,1-2-1,0 0 1,0 0-21,0 0 1,2 2 0,0 2 0,0 3-70,-4 3 1,-2 2-1,2 3 1,-4 1-43,-6 1 0,-3-3 0,-5 9 0,-3-2 13,-6 3 0,-4-3 0,-2 6 0,-2 0 47,-4 1 0,-4-7 0,-7 2 0,-1-1 92,1 1 1,-3-4 0,-1 3 0,-2-7 83,1-3 0,-3-8 0,0 3 0,-2-1 43,-4 0 0,3 0 1,1-6-1,0-2-83,0-4 0,0 2 0,-2-7 1,5-3-27,5-2 0,2 5 1,-1-1-1,3-1-119,3-3 1,-2 4-1,9 1-363,1-3 1,2 4-246,2-1 1,2 7-1,3-2 40,7 4 0,4 2 0,1 0 598,1 0 0,7 8 0,2 2 0</inkml:trace>
  <inkml:trace contextRef="#ctx0" brushRef="#br0" timeOffset="453">69 1101 7120,'-12'6'-149,"1"0"0,5 1 1440,-6-1 1,6-4 232,-5 4-1015,7-4 0,-2-2-369,12 0 0,5 0 0,11 0 1,1 0-207,-2 0 0,7 0 0,1 0 0,4 0-3,2 0 0,-1-6 0,1 0 0,0 2 1,0 2 1,2 0 0,2-1-1,2-3-12,-2 2 1,-8 2 0,-4 2 0,-2 0-243,-4 0 1,-7 0-562,-2 0 614,-9 0 0,-3 0 0,-11 2-61,-5 4-1,5-4 1,-1 5-57,-2 1 0,5-6 0,-1 6 1,0-2 386,1-1 0,3 3 0,-6-2 0,0 4 0,-5 7 0</inkml:trace>
  <inkml:trace contextRef="#ctx0" brushRef="#br0" timeOffset="851">104 1415 8088,'-18'0'413,"1"0"0,-1 0 1545,1 0-1009,7 0-868,2 0 0,10 0 0,4 0 0,8 0-69,7 0 0,0 0 1,9 0-1,1 0-140,2 0 1,2 0-1,-1 0 1,1 0-1,0 0 1,0 6-1,0 0 1,0-2 120,0-2 1,0-2-1,0 0 1,-2 0 47,-4 0 1,2 0 0,-8 0 0,-1 0-33,-3 0 0,-1 0-178,-1 0 0,-7-2-194,-4-4 1,-6 4-396,-6-4 1,2 4-180,-8 2 0,6 2 937,-5 4 0,7-4 0,-4 6 0,8-8 0</inkml:trace>
  <inkml:trace contextRef="#ctx0" brushRef="#br0" timeOffset="2050">1693 664 8088,'10'-2'177,"-4"-3"1,1 1-107,-1-8 1,0 6-1,-8-4 1,-2 1 36,-2-1 1,-1 6-1,1-4 1,-6 3-47,-3-1 1,-3-2 0,1 4 0,-3-2-100,-3 2 1,2-3-1,-7 1 1,1 2-22,0 2 1,0 2-1,-4 2 1,2 4-111,-2 5 0,4 5 0,-1 1 0,3 1 96,4-1 0,1 1 0,3 1 1,1 3 42,5 1 1,-3 6-1,8-4 1,3 0 15,1 1 1,7 3 0,3-6 0,2-2 41,3-1 1,9-9-1,1-1 1,0 0 33,3 0 1,-5-7 0,6 3-1,0-6-20,0-6 0,1 3 1,1-9-1,-4-2-26,0-1 0,-4-9 0,9-1 0,-1-2 25,-2-4 1,0-2 0,-6-2 0,3-2 79,-3-3 1,-2 1 0,-1-6 0,-1 0 55,1 1 1,-3 3 0,-1-6 0,-4 1 28,-3 1 0,-1-3 0,-6 7 0,0 2-128,0 2 0,-6 4 0,-1 4 0,-1 6 32,0 4 0,-5 3-140,1 4 0,-4 5-149,-1 7 1,7 2 0,4 3-1,4 7 92,2 4 1,-5 7 0,-1 2 0,2 2 101,2 4 1,2 2 0,0 4 0,0 4 120,0 5 1,0 3 0,2-1-1,2-1 5,2 2 1,1 3 0,-1 4 0,4 2-14,0-1 1,3-9-1,-5-3 1,2-2-7,3-5 0,-3-9 1,0-5-76,-3-5-161,-1-9 0,-6-4 1,0-12-261,0-6 0,0 3 0,-2-3-761,-4-2 0,5-1 44,-5-3 0,4 1 1090,2-1 0,0 1 0,0-1 0</inkml:trace>
  <inkml:trace contextRef="#ctx0" brushRef="#br0" timeOffset="2590">2077 874 8178,'-9'8'908,"-1"-6"353,4 3-981,4-3 0,-6-4 1,8-3-104,0-7 0,2-6 0,2-3-128,2-2 0,6-2 0,-5 3 0,3-3-87,4-2 0,-5-4 0,3-10 1,2-4-48,1 1 1,-3-7 0,-1 5-1,3-5 58,1-1 1,1 1 0,-2 5-1,-3 5 71,3 4 1,-6 4 0,-1 4 404,1 6-461,-6 3 1,6 13 0,-6 5-80,4 6 1,-4 9 0,5-1 0,-1 5-34,0 7 1,8-3 0,-3 8 0,3 4 121,-3 6 0,5 0 0,-4 5 0,3 1 98,3 0 1,-1-1 0,0 7 0,1-1 31,-1 4 0,-5-3 1,0-6-1,-1-1-38,-1 1 1,6-6 0,-7-1 0,3-5-64,0-3 1,-7-9 0,5 2-199,-2-3-562,-2-11-6,-6-1 0,0-10 243,0-4 0,-6 2 0,-2-5-187,-2 1 1,-1-4 0,-5 5 682,5-3 0,-13-2 0,5-5 0</inkml:trace>
  <inkml:trace contextRef="#ctx0" brushRef="#br0" timeOffset="2832">2095 752 8088,'-16'-18'10,"3"3"0,3 1 834,2 2-569,2 8 1,8-9 0,4 7-79,6 2 1,3 2-1,5 2 1,1 0-150,2 0 1,6 2-1,-3 2 1,1 2-163,4-2 1,-4-2 0,0 0-1,-2 2-99,-3 1 1,3 1 0,-2-6 0,-1 0-265,-3 0 1,-2 0-666,1 0 341,-1 0 801,-7 0 0,-2 0 0,-8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5:05.60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18 383 8578,'0'-12'325,"0"1"0,0 5 1,-2-4 195,-3 3 0,3-7 557,-4 2-706,4 5-1094,2-9 676,0 14 1,0 2 0,0 14-1,0 7 24,0 8 0,0 4 0,0 4 0,0 4 41,0 5 0,0 5 1,0 1-1,0 1-19,0-1 1,6 0 0,0 1-1,-3-3-5,-1-3 1,0-5 0,2-9 0,4-2-42,2-1 0,-5-9-30,7 2 0,-6-11 72,6-6 1,-7-10 0,5-4 0,0-2 35,-1-3 0,-3-3 1,6-1-1,0-3-38,-3-3 0,7 2 1,-6-6-1,1-1-71,1 1 1,-1 4 0,5-4 0,-2 0-92,-3-1 0,1 5 0,5-4 0,-1 2 42,-5 3 0,3 1 1,-6 0 91,2-3 0,-1 1 26,3 6-43,-4 7 0,-6 2 1,1 10-22,3 4 1,2-2 0,-4 8 0,2 1 128,-2 3 1,3 1-1,1 2 1,2 3 19,3 1 1,-3 2-1,2-1 1,1 3 35,3 0 1,-4 6 0,-1-6 0,3 2 24,1 0 0,3-1 1,-1 1-1,1-4-36,-1 0 0,1-9 0,-1 5-1,1 0 0,-1-7 147,0-8 1,-7-6-63,-4-6 1,-4-6 0,-2-9-1,0-4-111,0-3 0,0 5 1,0-6-1,0-2-95,0-2 1,0-2 0,0 0 0,0-2-106,0-3 1,0 1 0,0-6-1,-2 1 10,-4-1 0,4 4 0,-4-4 0,4 3 79,2 3 0,-1 2 0,-3 4 1,-2 2 54,2 2 1,2 8-1,2-3 1,0 5 36,0 1 1,0 7-277,0-1-428,0 8 1,0-2 133,0 12 1,0-2 0,0 8 0,0 1-221,0 3 0,0 1 734,0 1 0,8 7 0,1 2 0</inkml:trace>
  <inkml:trace contextRef="#ctx0" brushRef="#br0" timeOffset="966">1119 715 7689,'-16'-2'90,"4"-4"1,-3 4-191,3-4 1,3 4 127,-3 2 0,6 0 0,-4 2-6,3 4 0,-5 4 1,6 7-1,2 3 2,2 3 1,2-2 0,0 7 0,0-1 79,0 0 0,0 0 0,2 4 0,2-4-3,2-1 1,8 3 0,-5-6 0,3-2 55,0-1 0,-1-11 0,7-1 0,-1-2-9,1 0 1,-1-2-1,2-10 1,3-8-72,1-7 1,0 0 0,-5-9 0,-3-1-51,-3-2 1,4-7 0,-7-1 0,1 4-16,-4 6 0,-4-2 0,-2 4 0,-2-4-39,-4-2 0,-6 2 0,-9 2 0,-4 4-140,-2 2 1,-1-3 0,-1 9 0,4 5 1,0 5 1,5 3 0,-3 6-1,4 0 40,1 0 1,3 2 0,1 4-1,4 5 69,3 5 1,1 7-1,6 2 1,0 1 49,0-1 0,0 4 1,2-4-1,4 2 23,5 4 1,5-5 0,1-3 0,1-4-11,-1-1 0,6-1 1,3-1-1,-1-5 99,0-5 1,4-4 0,-4-2-1,1 0 37,-1 0 1,4-10-1,-6-5 1,-1-8-80,-3-5 1,2 5 0,-1-6 0,-5-2-55,1-2 1,-6 4 0,-1 0-1,-1 0-58,-4 2 0,-2-5 0,-2 9 0,0 2-87,0 1 1,-8 5 0,-2 1-1,-1 5-81,-1 1 0,0 2 1,-5 6 130,0 0 1,1 2-1,2 4 61,3 5 1,7 5 0,-2 1 107,4 1 1,2-6 0,2-1-1,4 1 108,6-2 1,3 5 0,3-5-137,-1-1 1,6-1 0,1-6 0,-3 2-29,-2 2 0,-1 0 0,-1-6 1,1 0-48,-1 0 1,1 0 0,-1 0 0,-1 2 33,-5 3 1,3-1-1,-8 8 1,-2 2 88,-2 1 1,-2 3 0,0-1 0,0 2 126,0 5 0,0-3 0,0 6 0,-2 0-90,-4 1 1,4-5-1,-4 4 1,4-2-73,2-3 0,0-9 1,2-1-1,4-1-80,5-1 0,5 4 0,1-8 1,1-3-314,-1-1 0,7-4 1,1-1-1,0-5-205,0-2 0,6-3 0,-3-9 529,-1-1 0,6-8 0,-6 4 0</inkml:trace>
  <inkml:trace contextRef="#ctx0" brushRef="#br0" timeOffset="1383">1957 174 8578,'0'-18'-21,"0"1"1,0-1 100,0 1 1,0-1-1,0 1 598,0-1 1,0 1 825,0-1-1274,0 9 0,0 3-156,0 12 1,2 3 0,2 11 0,2 3 12,-3 6 1,1 6 0,0 4 0,2 4-75,-2 1 1,0 3 0,0 5 0,1-1-28,-1-5 1,4 10-1,-2-3 1,-2 1 38,-2 1 1,4-9-1,-1 1 1,-1-1-60,-2-1 0,0-8 0,2-10 0,2-2 9,-2-3 1,-2-3-427,-2-2-380,0-7 1,0-4-148,0-12 0,0 2 429,0-7 1,0-1 0,2-4-1,1 3 549,3 1 0,0 1 0,2-15 0,2-1 0</inkml:trace>
  <inkml:trace contextRef="#ctx0" brushRef="#br0" timeOffset="1800">2324 505 8578,'0'-17'185,"5"5"563,1 1 1,0-1 1066,-6-5-1737,0 7 0,-2 2 0,-4 10-21,-5 4 1,-5 4-1,-1 7 1,-1 0-165,1 1 1,-7-1-1,1 3 1,2 1-72,1 2 1,-3 7 0,0-7-1,2-2 136,1-1 1,8 3 0,1 0 82,-3-2 0,6-1 0,3-3 97,3 1 1,2-7 0,2 1 63,3 2 0,7-5 0,9 1 0,3 0 9,-3-1 0,0 1 0,1 4 0,3-1-135,2 7 0,-4-3 0,5 7 0,-1-5-86,0-2 1,2 3-1,4 1 1,-4 2-10,-6-1 0,3-3 1,-3-1-1,-2-3-647,-1-3 183,-3 3 22,-7-5 0,-2-2 0,-10-6-371,-4-6 1,2-8 0,-6 4-610,3-1 1441,1-3 0,-2-5 0,-2-1 0</inkml:trace>
  <inkml:trace contextRef="#ctx0" brushRef="#br0" timeOffset="2266">3092 575 8222,'-2'-15'-651,"-2"1"2439,-2 2 0,1 7-1069,5-7 0,-6 6-676,0-5 0,2 1-307,10-2 1,-2 4-353,7 8 1,-5 0-67,6 0 0,-6 0 370,5 0 1,-7 2 439,2 4 1,-4-2 1237,-2 8-481,0-8-650,0 3 0,0-9-564,0-3 1,0 1-2163,0-8 56,8 8 2435,1-4 0,9 16 0,-1 2 0</inkml:trace>
  <inkml:trace contextRef="#ctx0" brushRef="#br0" timeOffset="2616">3179 994 8578,'-7'10'583,"3"-2"277,-8-8 0,6 0-457,-5 0 1,7-2 0,0-2-332,8-2 0,0-5 1,5 3-1,1 0 13,0 0 1,-4 1-1,5 3-622,3-2 1,-5 0-144,3 6 1,-8 2 397,2 4 1,-4-2 351,-2 7 0,-2-1 1,-4 4 392,-6-3 0,3-7 0,-3 2 652,-2-4 0,5-2-428,-3 0 0,6-8-925,-5-4 0,7-3-1781,-2-3 0,6 9 2019,6 3 0,-4-4 0,5 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5:34.168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70 245 8614,'0'-17'229,"0"0"1,0 5 0,0 0 139,0-1 1,0 3-1,-2-2 132,-3-1 1,3 3 239,-4-2-901,4 9 1,2-3 157,0 12 0,0 3 1,0 11-1,0 3 52,0 6 1,2-2 0,2 4 0,1 4 129,-1 4 1,-2 4 0,0-5-1,2 3-16,2-2 0,0 4 0,-4-1 0,2 1-35,1 0 0,1-2 0,-4-8 0,2-2-107,2-2 1,0-8 0,-6 2-202,0-3 0,0-3-762,0 1-632,0-1-210,0 1 231,0-9 813,0-1 0,0-10 739,0-4 1,0-3-1,0-9 1</inkml:trace>
  <inkml:trace contextRef="#ctx0" brushRef="#br0" timeOffset="284">18 263 8615,'-6'-18'20,"0"1"1,2 0 202,2-1 1,2 1 0,0-1 0,0 1 206,0-1 0,0 7 0,0-1 0,2 0-226,4 3 0,-2-7 1,8 6-1,1-1-219,3-1 0,7 6 0,0-3 0,1 1-20,1 4 1,2 2-1,8 2 1,2 0-506,4 0 1,-5 0 0,5 0-1,-6 0-160,-6 0 0,2 8 0,-7 3 0,-3 3 695,-2-2 1,-3 3 2,-4-3 1,-5 3-1,-7 3 1</inkml:trace>
  <inkml:trace contextRef="#ctx0" brushRef="#br0" timeOffset="700">140 525 9009,'-10'-8'1523,"1"6"-142,3-4-1169,4 4 0,2 2 1,12 0-180,3 0 1,8 0 0,3 0 0,-1 0-158,0 0 0,6 0 0,-2 0 0,4 0-102,2 0 1,0 0 0,0 0 0,-2 0-39,-4 0 0,2 0 0,-8 0-319,-1 0 0,-3 0-630,-1 0-186,-9 0 1395,-1 8 7,-8-6 0,-8 6 1,-1-8-1</inkml:trace>
  <inkml:trace contextRef="#ctx0" brushRef="#br0" timeOffset="1666">909 577 8326,'0'-11'1966,"0"-1"-1296,0 0 1,0-5-361,0-1-1327,0 9 653,0 1 1,-8 8 0,-2 2 203,0 4 0,-3 3 0,5 11 0,0 1 131,1 2 0,-5 7 1,6-5-1,0 2 64,-2 4 1,7 0 0,-5 0 0,4-4 33,2-1 1,8-1-1,3-6 1,5 1-28,1-5 1,1-7 0,-1 2 0,2-3-24,5-3 0,-5-10 0,6-5 1,-1-7-20,-1-5 1,0 2 0,-5-8 0,-1-1-25,1 3 1,-9-6 0,-3 4 0,-4-2 19,-2 2 0,0-2 0,-2 6 0,-6-1-5,-9 1 0,-1 0 1,-7 4-1,2-1-44,0 7 1,-6-3-1,5 9 1,1-1-53,-2 4 1,11 4-1,-3 2 96,1 0 0,3 8 1,-1 2-1,4 3 33,3 5 1,1-5 0,6 11 0,0-3 39,0 2 0,6-1 0,1 5 0,3-2 26,4-4 1,1 1-1,3-1 1,-1 0-67,1-5 1,-1 1 0,0-7-1,3 0 14,3-4 1,-3-5 0,5-1-1,-2 0-47,0 0 1,3-9 0,-5-7 0,4-7-26,2-4 1,-5 4 0,1-7 0,-4-1-96,-1-2 0,-1-2 0,-1 1 0,-3 1 63,-1 3 0,-8-3 1,2 6-1,-4-2-20,-2 0 0,0 8 164,0-3 42,0 13 0,-6 5-158,0 12 0,0 3 42,6 9 1,2-3-1,2-1 1,4-2-15,2 1 0,-1-3 0,5 0 0,-3-1-6,3 1 0,-4 0 1,-1 3-1,1-1 15,0 2 1,0 1 0,3 3-1,-3-1 57,-2 1 1,3-1-1,-3 2 1,0 3 140,0 1 0,3 2 1,-3-3-1,2 3 107,3 2 1,-3-4-1,0 4 1,-1-1-74,1-5 1,-4-2-1,5-1-146,3-1 1,2-1 0,1-4-528,1-7 0,-1-3 0,0-2-244,1 0 0,-1 0 0,1 0 0,-1-2-230,1-3 1,-7 1 915,1-8 0,7-7 0,9-9 1</inkml:trace>
  <inkml:trace contextRef="#ctx0" brushRef="#br0" timeOffset="2133">2166 473 7450,'0'-18'490,"0"1"102,0-1 0,0 1-68,0-1 1,0 7-515,0-1 1,-2 6 0,-4-4-103,-5 3 0,-5 1 0,-1 6-76,-1 0 1,-1 6 0,-3 1 0,-1 3 110,2 4 0,-4 7 0,1 4 0,1 2 120,-2 4 0,5 2 0,-3 2 0,6 0 222,5 0 1,2 0 0,6-2 0,-1-2 46,1-2 0,9-7 1,7 1-1,6-4-207,5-1 0,4-3 0,8-3 0,-2-6-59,-4-4 1,10-2 0,-4 0 0,2 0-513,0 0 0,-8 0 0,0-2 0,2-2-592,2-2 1,-6-6 0,-2 5 1036,0-3 1,-5-2-1,5-5 1</inkml:trace>
  <inkml:trace contextRef="#ctx0" brushRef="#br0" timeOffset="2616">2445 682 8501,'12'-6'439,"0"0"-41,1 3 1,-3-5-1,2 0-294,1-2 0,3 5 1,1-7-1,1-2-47,-1-1 0,1 3 1,-1 0-1,1-1-57,-1-3 1,-2-1 0,-1-1-1,-4 1-183,-2 0 1,-3-1-1,-5 1 1,0-1-64,0 1 0,-2 5 0,-3 2 1,-9 3-52,-7 3 0,1 2 0,-3 2 0,2 0 174,-3 0 0,5 2 0,-4 3 1,3 7 207,3 4 1,-1 3 0,1 4 0,-1 5 221,1-1 1,5 6 0,3-4-1,-1 4 40,0 2 0,6 0 0,-2 0 1,5-1 79,1 1 0,7-2 0,5-3 0,5-7-117,7-4 1,-3-1 0,8-3-1,2-3-418,2-6 1,8-4 0,0-2-1,-1 0-202,3 0 1,-6-8 0,4-2 0,-6-2-176,-6 1 1,2 1-1,-8-3 1,-2 3 483,-1 2 0,-3-5 0,1 3 0</inkml:trace>
  <inkml:trace contextRef="#ctx0" brushRef="#br0" timeOffset="3682">3703 455 8564,'-8'-17'177,"6"-1"1,-6 3 468,1 3 0,5 2-90,-4 4 1,2 3-42,-2-9-565,4 8 1,-4 4-1,12 12 1,4 3 172,0 3 0,5 5 0,-3 2 0,5 2-66,7 4 1,-5 2 0,6 2 0,0 0-58,4 0 0,-1-6 1,1 0-1,2 2-41,2 2 0,0-5 1,-2-5-1,-4-4-415,-2-1 0,4-7-247,-5 1 1,-9-10 337,-9-2 0,-4-2 0,-4-10 1,-4-1-281,-6-3 1,-3-1 0,-2-1 643,-1 1 0,-7-8 0,-2-3 1</inkml:trace>
  <inkml:trace contextRef="#ctx0" brushRef="#br0" timeOffset="4032">4017 420 8615,'0'-12'-324,"0"1"333,0-3 0,0 5 1252,0-3 0,0 6-868,0-6-403,0 9 0,-2-3 0,-2 12 0,-3 5 58,-3 5 0,-2 7 0,-5 2 0,-1 0-123,1 1 1,-1 5 0,-1-2-1,-2 2 48,-3-2 1,-1 4 0,4-4 0,-2 2 95,1-2 1,3-2 0,-1-5 0,-1 1-3,-2-2 1,5-3 0,7-5-116,-3-1 1,4-8-1239,-1 2 331,7-4 1,2-4 0,10-2 952,1-2 0,11-7 0,7 3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5:39.985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454 782 8520,'8'-9'-87,"-6"-1"540,4 4 0,-4-3 69,-2-9 0,0 6-271,0 1 0,0-1 1,-2-3-369,-4 3 0,-4 2 1,-7 6-1,-3-1 19,-3 1 1,2 2-1,-8 2 1,-1 0-49,3 0 0,-6 2 1,4 2-1,-4 3 6,-2 3 1,6 2-1,2 5 1,2 3-6,3 3 0,5-4 0,3 5 0,5-3 28,1 2 1,2-3 0,6 5 0,0-2 100,0 0 0,8 3 0,3-7 0,5 2-1,1 1 1,1-15 0,1 7 0,3-6 24,1-2 0,6-1 0,-4-7 0,0-3 66,1-7 0,3-4 0,-6-3 0,0-4 11,3-6 0,-7-4 1,6-4-1,-1-2 42,-1-2 0,0-7 0,-5 1 0,-3-3 25,-3-3 0,1 1 0,-5 0 0,0-1-113,0 1 1,-3 1-1,-5 3 1,0 3-56,0 2 0,0 3 0,-2 5 1,-1 2 101,-3 4 0,-8 5 0,5 11-77,-1 1 1,0 8 0,6 0-50,-2 8 1,-5 6 0,3 7 0,0 1-65,0-1 0,3 7 0,5 1 0,0 2 87,0 4 0,0 4 0,0 4 1,0 4 66,0 1 0,2 3 0,1 5 1,5 1-10,2-1 0,0 0 0,3 1 0,-1-1 83,1 1 0,-3-3 0,2-3 1,-1-9-41,-1-7 0,0 0 0,-6-7 34,2-3-508,-1-9 50,-5-5 1,0-14-420,0-5 0,0 2 0,0-1 759,0-3 0,0-9 0,0-4 1</inkml:trace>
  <inkml:trace contextRef="#ctx0" brushRef="#br0" timeOffset="281">786 608 8615,'-6'-12'90,"0"1"0,0 5 1,5-6 1007,-5-2-612,4 7-530,-6-1 1,8 10 0,0 4 0,0 5 118,0 5 1,0 3 0,2 3 0,2 3-23,2 2 0,1 2 0,-3 6 0,2-2-69,-2-4 0,4 4 1,0-6-1,-1 2-189,1 1 0,-2-9 0,-4 2-1283,4-3 744,-4-3 1,5-9 743,-7-8 1,8-16 0,2-11 0</inkml:trace>
  <inkml:trace contextRef="#ctx0" brushRef="#br0" timeOffset="447">856 328 8615,'0'-17'234,"0"-1"1,0 7-958,0-1 0,2 8-409,4-2 1127,3 5 0,16 8 0,3 3 0</inkml:trace>
  <inkml:trace contextRef="#ctx0" brushRef="#br0" timeOffset="882">1205 503 8615,'10'-2'168,"-4"-4"0,-3 4 0,1-5 412,2-1 1,0 4-427,-6-8 0,-8 8 1,-3-1-180,-5 3 0,4 2 0,1 0 0,-3 2-86,-1 3 0,-3-1 1,1 8-1,-1 1-102,1 3 0,-1 1 0,3 1 1,1-1-6,3 1 1,5-1 0,-4 1 194,2-1 1,-3 1-1,7-1 8,6 1 0,0-3 1,9-1-1,3-5 33,1-1 0,9 0 0,1-4 0,0 4-39,0 1 0,5-3 0,-5 6 1,2-1-8,4-1 1,-6 6-1,-2-5 1,-3 3-13,-3-2 0,-1 3 0,-3-5 217,-1-1 0,-10 7 1,-2-6 116,-10-1 0,-5-1 0,-5-8 0,-1 2-92,-2 4 1,-8-4-1,4 4 1,-1-4-153,5-2 1,-2 0-1,2-2 1,1-2-96,3-2 0,1 0 0,1 6 0,1-2-434,5-4-2851,-5 4 3332,14-13 0,2 5 1,10-7-1</inkml:trace>
  <inkml:trace contextRef="#ctx0" brushRef="#br0" timeOffset="1266">1572 293 8696,'-6'-17'0,"0"-2"200,2-5 0,2 5 0,2-4 502,0 3 0,-5 9 508,-1-1-1138,0 8 1,6-2-1,0 12 1,0 6-91,0 3 1,0 3 0,0 1 0,0 4 27,0 6 0,0 4 0,0 2 1,0 2 132,0 4 0,2 4 0,2 7 0,2 0-8,-3 1 1,1 1 0,0 0 0,2 1-48,-2-5 1,0-3 0,0-1-1,1-3-55,-1 0 0,0-14 0,0 0-1120,2-8 60,0-3 1,-6-10 270,0-8 1,0-8 0,-2-10 0,-2 1 754,-2-1 0,-7-7 0,3-2 0</inkml:trace>
  <inkml:trace contextRef="#ctx0" brushRef="#br0" timeOffset="1499">1450 451 8615,'-8'-10'1357,"6"-6"-930,-4 5 1,4 1 0,4 0-290,4 3 0,4 1 0,7 4 1,1-2-262,-1-2 1,6 0 0,2 6 0,1 0-270,-1 0 0,6 0 0,-4 0 1,2 0-258,0 0 0,-7 0 1,1 0-1,-4 0 649,-1 0 0,-1-7 0,1-3 0</inkml:trace>
  <inkml:trace contextRef="#ctx0" brushRef="#br0" timeOffset="2499">1991 835 8977,'0'-12'963,"0"1"0,0 5 1,0-6-758,0-1 0,0 3 0,0-2-238,0-1 0,0-3 0,0-1-439,0-1 1,-8 1 0,-3 1 17,-5 4 0,-1-1 0,-1 7 46,1 2 1,-1 2-1,1 4 1,-1 4 234,1 6 0,-1 3 0,3 3 1,1 1 158,3 4 0,1-1 0,-4 5 0,5 0 128,1 0 1,2-4 0,6 5 0,0-1-74,0 0 1,2-6 0,4 3 149,5-5 0,-1-9 0,2-4 103,1-5 0,3-2 0,-1-5 0,-1-6-110,-2-3 0,-1-3 0,7 1 0,-1-3-159,1-3 1,-7 2-1,1-7 1,0 3-68,-3 4 0,7 0 0,-6-1 1,-1-1-101,-3 2 1,2 7 0,-2 2-815,-3-1 661,-1 5 0,-2 2 0,0 12 262,0 6 0,0 5 0,0 4 0,2 3 6,4-3 0,-4-2 0,6-1 1,-2-1 131,0 1 0,7 5 0,-3 0 166,0-1 0,5-5 1,-3-3 92,3-3 0,-3-7 1,0 0-157,1-8 0,-3 0 0,1-7 0,3-3-117,2-1 1,-5-9-1,1-1 1,-1 0-153,-1 0 1,4 0-1,-6 3 1,-1-1-58,1 2 1,4-1-1,-6 1-429,-3-2 4,-1-1 1,-2 17 406,0 7 1,0 7 0,0 11 0,0-1 112,0 1 1,0 5 0,0 2 0,0 0 42,0 1 1,0 3 0,0-4 0,0 2 63,0 4 1,2-4 0,2 1 0,2-3 67,-2-4 1,4-2 0,-3-1 336,-1-1 46,6 1 0,-8-10 0,6-6-379,-1-6 0,-5-10 0,4 1 0,-2-7-187,2-3 1,-2-6-1,6 4 1,-1-3-163,1-3 1,-4 0 0,3 0-1,1 2 60,0-2 0,-4 4 0,3 0 1,1 1-113,0 5 1,-4 2 160,5 1 0,-5 9 0,6 5 18,1 8 1,-3 5 0,0 9 0,-3-1 74,-3 1 0,4 5 0,0 0 0,0 1 17,-1 1 1,-1-6 0,-6 4 0,0-3-52,0-3 1,0 1-1,0-1 1,0 1-42,0-1 1,0 1 0,0-1-463,0 1 1,0-7-1226,0 1 1749,0-8 1,-8-4 0,-1-10-1</inkml:trace>
  <inkml:trace contextRef="#ctx0" brushRef="#br0" timeOffset="3048">2934 748 8377,'-8'-18'-296,"6"1"1,-3-1 877,3 1 0,2-1 1,0 1-99,0-1 0,-2 7 1,-2-1-549,-2-2 0,-2 7-116,2 1 0,2 4 1,-5 4-1,-1 2-113,0 2 1,5 9 0,-5 1 0,0 7 105,0 4 1,1-4-1,-5 6 1,4 2 166,3 2 0,1 8 0,4 0 0,-2-2 88,-2-2 0,0-4 0,8-2 0,4-4 71,6-2 1,3-2-1,3-5 1,1-3 10,4-3 0,5-4 0,7-8 0,-1-2-46,1-4 0,2-4 0,2-9 1,2-4-98,-2-7 1,-8 3 0,-4-2 0,0-2-87,0-2 0,-5 0 0,1 2 1,-6 4-6,-5 2 0,-4-4 1,-8 3-1,0 1-61,0 0 0,0 2 0,0 5 0,-2 3-24,-4 3 1,2 4 0,-8 8 29,-1 0 1,-3 0 0,-1 0 107,-1 0 0,3 8 1,1 4-1,5 3 90,1 3 1,-4-1-1,6 1 1,1-1 113,-3 1 1,6 5 0,-4 2 0,4 0 68,2 0 1,0 5-1,0-5 1,0 0 1,0 0 0,6 4 0,2-5 0,1-1-200,5 2 1,1-11-1,5 3 1,3-3-227,6-4 0,0 3 0,4-7 0,4-2-528,0-2 1,6-8 0,-1-4 709,3-5 0,2 1 1,5-11-1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5:45.48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 70 8068,'-2'-10'-18,"-2"3"265,-2-1 1,-1 4 651,1-8-735,4 8 0,-6-5-234,8 3 1,2 4 0,4-4-30,6 4 1,5 2 0,4 0 0,3 0-184,-3 0 1,-2 0 0,-1 0 0,1 2-48,5 4 0,-5-4 0,4 4 0,-3-4 54,-3-2 0,-1 2 1,-3 1 274,-1 3 0,-2 2 0,1-2 0,-3-4 0,-8 6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5:45.81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0 7896,'-12'6'12,"0"0"0,6 1 665,-5-1-175,7-4-380,-4 6 1,16-8 0,4 0-172,3 0 0,3 0 0,1 0 0,2 0-32,3 0 0,-1 0 0,-4 0 1,3 0-5,1 0 0,6 0 1,-6 0-1,-1 0-73,-3 0 1,4 0-1,1 0-61,-3 0 0,-2 0-61,-1 0 0,-6 0-325,-1 0 409,-7 0 1,2 0 195,-12 0 0,-4-8 0,-7-2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11.53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402 88 7957,'10'-8'-701,"4"-1"988,-9-9 1,1 7-38,-6-1 0,0 6-198,0-5 0,-8 7 0,-3-2-106,-5 4 0,-1 2 1,-3 0-1,-1 0 21,-2 0 0,-6 8 0,3 1 0,-1 3-38,-4 0 1,4-1 0,0 9 0,0 1 51,0 2 1,5 1 0,-1-7 0,4 1 17,1-1 1,8 0 0,5 1 21,3-1 1,2-5-1,2 0 9,3 1 0,5-5 0,8-2 1,-1-2 26,0 2 0,7-5 0,1 7 0,0-2-16,0 0 1,1 7 0,-3-3 0,4 2-46,0-1 0,4 1 0,-5 6 0,-1-1 1,0 0 0,4 1 0,-6 1 1,1 3-46,1 1 1,-11 8 0,3-4 0,-3 2 0,-5 0 1,-1-5-1,-8 3 1,0-2 30,0-4 1,-2-1-1,-4-3 1,-5 1 103,-5-1 1,-3-5 0,-3-2-1,-1-1 72,2 1 1,-6-6 0,-1 2 0,-1-4-27,0-2 0,6 0 0,-4 0 0,0 0 0,-1 0 0,5-6 0,-4-2 0,2 0-146,3 1 0,3-5 1,3 4-1,3-2-69,1-3 0,8 3 0,-1-2-790,3-1 368,2 5 1,2 0 0,3 8-66,7 0 0,3 0 568,3 0 0,-1 0 0,1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11.91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51 1 7894,'-8'9'778,"-2"-1"0,-2-8-351,1 0-650,7 0 1,-2 0 146,12 0 0,4 6 0,7 0 0,1-2 6,-1-2 0,0 3 1,3 1-1,1-2 49,3-2 1,1-2-1,-4 0 1,4 2-82,2 4 1,-5-4 0,1 4 0,-3-4-410,-3-2 1,0 2-551,1 3 1061,-1-3 0,-7 6 0,-10 0 0,-10 2 0</inkml:trace>
  <inkml:trace contextRef="#ctx0" brushRef="#br0" timeOffset="300">85 193 7957,'-11'0'179,"-1"0"1,1 0 418,-7 0 1,6 0 85,1 0-651,7 0 1,-2 0 0,12 0-88,6 0 0,3 0 0,3 0 0,-1 0-105,0 0 0,7 0 0,1 0 0,0 0 46,0 0 0,5 0 1,-5 0-1,0 0 80,0 0 1,4 0 0,-5 0 0,-3 0-17,-2 0 1,-1 0-1,-1 0-157,1 0 1,-7 0-285,1 0 0,-8 2-579,2 4 1069,-4-4 0,-10 13 0,-2-5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15.96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507 619 7795,'0'-17'123,"0"0"0,0 5-64,0 0 0,-2 3 0,-3-3-84,-7 6 1,2-2 0,-1 3 0,-3 1-23,-2 2 0,-1 2 1,-2 0-1,-3 2 11,-1 3 1,-6-1 0,4 6 0,-3 0-15,-3-1 1,4 3 0,-2 6-1,0-1 18,2 0 1,2 1 0,5-1 0,1 3 13,1 3 1,-1-3 0,11 3 0,0-4 17,1-1 1,1 7-1,8 0 2,4-4 0,3 3 1,9-15-1,1 1 2,4-4 0,-3-2 0,5 0 1,-2 2-1,1-3 1,5-3 0,-4-3 0,0-5-8,0-2 1,5-2 0,-7-5 0,0 0 8,2-1 1,-5 1-1,3-3 1,-4-1 31,-1-2 1,-1-3 0,1 3 0,-3-4 77,-3 0 0,2-4 1,-7 5-1,1-1-100,0-4 1,-2-2 0,-6 0 0,0 2-30,0 2 0,0 2 1,0-4-1,0 4-21,0 1 0,0-3 1,0 6-1,-2 2 14,-4 1 1,4 3 0,-6-1 0,2 1 60,1-1 0,-3 9 171,2 3-299,4 4 1,-6 4 0,8 4 0,0 5 87,0 5 1,0 3-1,0 5 1,0 5 37,0 4 1,2 2 0,2 0 0,2 0 103,-2-1 0,4 7 0,-3 0 0,1 0-63,2 1 0,-6-5 0,6 4 0,-2-4 55,-1-2 1,1 0 0,-4-2-1,2-2 18,2-2 0,0-8 1,-6 3-1,0-5-120,0-2 1,0-5 0,0 0-199,0 1-724,0-5-706,0 0 282,0-8 1313,0 0 0,0-8 0,0-2 0</inkml:trace>
  <inkml:trace contextRef="#ctx0" brushRef="#br0" timeOffset="565">752 899 8282,'-10'8'-113,"0"-6"1,7 5 39,-3 1 1,-2-6 570,2 4 0,4-2 516,-4 2-914,4-4 1,2 3 0,0-10-36,0-7 1,2-4-1,2-1 1,4-2-111,2-5 1,-4 3 0,5-8-1,3-2-54,1-2 0,-3-8 0,0-2 0,1-1 37,3-5 0,1-1 0,1-3 0,-1 1 47,1 0 1,-1 5 0,-1 2 0,-3 3 35,-1 3 0,-3 4 1,3 6-1,-4 5 94,0 5 1,-6 7 79,3 1 1,-3 9-333,-2 2 1,0 2 0,0 9 0,2 5 76,4 5 1,-4 1-1,4 7 1,-2 4 118,2 6 1,-3-3 0,7 7 0,0-2 33,0 0 0,-5 5 0,7-3 0,0 2 71,-3 3 1,7 2 0,-5 1 0,5-4-63,1-7 1,1 3-1,-3-2 1,-1-2-108,-2-3 0,-3-3 0,5-4 0,-4-5-166,-3-5 1,5-1-723,-6-1 374,0-7 1,-8-2 0,-2-10 74,-2-4 1,-7 2-1,3-8 1,-2 1 443,1 1 0,-1-6 0,-6-1 0,1-10 0</inkml:trace>
  <inkml:trace contextRef="#ctx0" brushRef="#br0" timeOffset="814">874 724 8288,'-12'-15'-540,"3"1"0,-1 4 1137,0 3 0,6-1 936,-1 2-1360,-5 4 0,10-6-251,0 8 1,8 0 0,9 0 73,1 0 0,5 0 1,0 0-1,-1 0-164,-3 0 1,4 0 0,0 0 0,1 0-105,1 0 1,-6 2 0,5 2 0,-5 2-221,-1-2 0,-1-2-478,0-2 970,1 0 0,-1 8 0,1 1 0</inkml:trace>
  <inkml:trace contextRef="#ctx0" brushRef="#br0" timeOffset="1964">2131 672 8334,'16'-2'154,"-4"-4"1,-5 2 246,-7-7 1,0 5-359,0-6 1,0 6 0,-2-3-29,-3 1 1,1 2-1,-8 4 1,-1-2-128,-3-2 0,-7 1 0,-1 5 1,1 0-16,-2 0 0,0 0 1,-6 0-1,3 0-12,3 0 0,-4 0 0,6 1 0,0 3 40,-3 2 1,7 6 0,-4-4-1,3 1 40,3 5 1,5 1 0,2 3 0,3-1 16,3 1 0,2-1 0,2 1 1,0-1 27,0 1 0,8-7 1,3 1-1,5 0 39,1-3 0,3 5 1,1-8-1,4-2-13,2-2 1,-3-2 0,3 0 0,-2-2-41,-4-4 1,5 2 0,-3-8 0,0-1-10,2-3 1,-5-3 0,3-3 0,-3-1 49,-3 2 1,0-6 0,-1-3-1,-4-3 75,-7-1 0,3-1 1,-2-2-1,-2-2 2,-2-2 0,-2-5 0,0 5 1,0 2-66,0 2 0,-2-4 0,-2 1 0,-2 3-31,2 6 1,-3 0-1,1 7 1,0 3 126,-2 2 1,6 7-42,-4 0 1,-1 10 0,1 2-130,2 10 0,2 8 0,2 5 1,-2 6 142,-4 4 0,4 2 1,-4 2-1,5 2 70,1 1 1,1 9 0,3-4 0,2 1 35,-2 1 0,4-3 0,0 5 1,1-3-76,5 3 0,-4-6 0,1-3 0,1-5-46,-2-6 1,5 2 0,-5-7 0,1-3-57,1-2 1,-6-1-429,6-1-19,-9 1 1,5-10-107,-8-8 0,0-2-4,0-10 0,0 0 0,0-5 534,0-1 0,0 1 0,0 0 0</inkml:trace>
  <inkml:trace contextRef="#ctx0" brushRef="#br0" timeOffset="2564">2376 654 7910,'2'-11'-1550,"2"-1"2124,2-1 0,-1 3 1,-3 0-1,2 0-289,2 1 0,2 5 0,-4-4 0,3 2-122,3 0 0,-4-1 0,6 3 0,1-2-123,3 2 1,1 2 0,1 2 0,-1 0-87,1 0 0,-1 2 1,1 4-1,-1 6-90,0 3 1,1 4 0,-3 3-1,-1 1 39,-2-2 1,-8 5 0,1-3-1,-3-2-50,-2-1 0,0 3 1,-2 0-1,-3-1 14,-7-3 0,-4-1 0,-1-1 1,-1-1 122,1-5 1,1-1 0,3-6 0,1 2 170,-1-3 1,3-1 292,-2-2 1,8-2-370,-1-3 0,5-5 0,5-6 0,7 1-54,4-3 0,1 9 0,1-13 0,1 1-87,4 2 0,-1-1 0,7 1 0,0-3 52,-2-1 0,6 0 0,-6 3 0,2-1 93,0-2 0,-7 0 1,1 5-1,-4 1-52,-1-1 0,-3 7 1,-1 1-1,-4 0-2,-3 0 0,-3 7-149,-10-3 0,3 4 1,-9 2-196,-2 0 1,-1 2-1,-3 4 205,1 5 0,5-1 0,3 2 0,-1 1 57,0 3 1,4 1 0,-3 2 0,1 3 251,4 1 0,2 6 0,2-4 0,0 1 67,0-1 0,0 6 0,2-4 0,2 2-65,2 0 0,7-5 0,1 3 0,5-2-146,5-4 1,1-1 0,-2-3 0,4-1-36,0-5 1,6-3 0,-4-8 0,4 0-372,2 0 1,-5 0-1,-3 0 1,-2 0-472,-4 0 1,-1-6 815,-3 1 0,8-9 0,3 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21.23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18 435 8573,'6'-18'-156,"0"1"1,0-1 684,-6 1 0,0-1-124,0 1 0,-6 5-414,0 1-225,0 7 0,4-2 1,-2 12 174,-1 5 0,-1 7 0,6 5 1,0 6 9,0 4 1,0 4-1,0 4 1,0 3 61,0 1 1,0 6 0,0-3-1,0 4 54,0 1 1,0 3 0,0-11 0,2-1-39,4-3 0,-4-6 0,3-6 0,-1-6-33,2-3 0,-4-8-4,4-1 0,2-9 64,-3-2 1,3-8 0,-4-9 0,4-1-99,1 1 1,-3-2 0,4-3-1,0-3-1,-1-2 1,-3 4 0,6-7 0,0 1-92,-3 2 0,7-6 0,-7 6 1,3 0 43,0 4 0,-6-3 0,3 3 0,1 2 23,0 1 0,-5 3-84,7-1 0,-6 9 79,6 3 1,-1 6 0,5 6 71,-5 5 0,5 5 1,-4 3-1,3 3 20,3 1 1,-1 6 0,0-4 0,3 2 53,3 4 0,-3 2 0,3 2 0,-4-2-39,-1-4 0,5 4 0,0-5 0,-1 1 43,-3 0 1,-1-8 0,-1 2-22,0-3 0,-5-10 0,-2-3 143,-2 1 1,-3-8 0,-5 0 0,0-10-21,0-5 0,0-5 0,0-1 0,0-4-132,0-2 1,0-2-1,-2-8 1,-1-2-43,-3-2 0,-2-5 0,4 3 1,-2 0-93,2 0 1,2-5 0,1 3 0,-3-1-19,-2-1 0,0 8 0,4-3 0,-2 1 145,-2 0 1,1 8-1,5 8-32,0 0 0,0 5 1,-2-1-221,-4 7-205,4 7 1,-4 12 0,10 3-1,4 4 32,1 7 1,-3-1 0,6 7 0,1-2 383,3 1 0,1 7 0,1-4 0</inkml:trace>
  <inkml:trace contextRef="#ctx0" brushRef="#br0" timeOffset="865">1101 644 8319,'-8'10'-212,"4"-2"187,-7-8 0,5 0 29,-6 0 0,6 0-277,-5 0 0,5 0 173,-6 0 0,8 7 0,-1 5 155,3 4 0,2 1 0,0 1 1,0 1-4,0 4 0,0-1 1,2 5-1,2-2 37,1-4 1,9-1 0,-2-3-1,1 1 23,-1-1 1,3-5 0,-3-2 0,4-3-10,1-3 1,-5-2-1,-1-2 1,3-2-34,1-4 1,-3-3-1,-2-9 1,-3 1-16,-3-1 0,4-1 1,-2-3-1,-2-3-28,-2-2 1,-2 4-1,0-4 1,0-1-81,0 1 1,-6 0 0,-2-4 0,-2 4-86,-3 2 0,-3-1 0,1 5 0,1 0 11,3 5 1,-1-1-1,-5 7-87,-1 0 0,6 3 154,1 7 0,1 7 0,-2 5 0,7 4 72,3 1 0,-4 0 0,0 3 0,2 1 46,2 3 1,4 1 0,2-4-1,4 2-1,1-1 0,1-3 0,4-1 0,-3-3 62,3-3 1,3-3 0,5-5 0,1 2-26,-2-2 1,5-2 0,-3-4-1,-2-4-69,-1-5 1,3-11 0,0-1 0,-1 0-34,-3-3 0,-2 5 0,-1-6 0,-2 0-109,-3 0 0,-5 3 1,4-3-1,-2 2 20,-5 4 0,-1 1 1,-2 3-1,0-1-47,0 1 1,0 5 1,0 0 1,-2 9 0,-1-1 40,-3 8 1,0-1 136,6 9 1,0 0-48,0 5 0,2-1 0,4-3 79,5-1 1,3-6 0,-1 4 0,-1-3-8,2-3 1,1 4 0,3-2-93,-1-2 1,1 3-1,-1-1 1,1 0 1,-1 2 0,-5-4 0,-1 7 14,3 3 1,-4 1-1,-1 3 1,-1-1 58,-4 1 1,-2 1-1,-2 3 1,0 1 17,0-2 1,0 4 0,0-1 0,-2-3-32,-4-2 0,4-1 0,-4-1-13,4 1 0,4-3 1,4-3-1,6-6-53,3-4 0,3-2 0,-1-2 0,3-2-265,3-2 0,-2-9 1,6-1-1,1-5 300,-1-1 0,2-13 0,6-1 0</inkml:trace>
  <inkml:trace contextRef="#ctx0" brushRef="#br0" timeOffset="1250">1974 85 7946,'-2'-15'0,"-2"1"-239,-1 3 1,-1 5 0,6-6 1714,0-1-1513,0 5 0,0 2 1,0 12 81,0 5 0,0 5 0,0 3 0,2 3-1,4 1 0,-3 10 0,7 0 0,0 8 61,0 3 1,-5-3 0,5 4-1,-2-1-3,-4 1 0,5 2 0,1 5 0,0-2-49,-4-3 0,1 2 0,1-9 1,0-1-40,0-2 1,-2-4-1,-6-4 1,0-6-193,0-3 1,0-3-54,0 1 0,-8-9-84,-4-3 0,4-6 0,3-6 26,3-5 0,2-5 1,0-1-1,0-1-233,0 1 1,2-8 521,3-4 0,5-4 0,8-2 0</inkml:trace>
  <inkml:trace contextRef="#ctx0" brushRef="#br0" timeOffset="1600">2289 452 8573,'11'0'-60,"1"0"274,-8 0 1,-4 0 0,-12 0-145,-3 0 1,3 2 0,0 2 0,-1 4-53,-3 1 1,-1 1 0,-1 4-1,1-3-50,-1 3 1,1 0-1,1-1 1,3-1 50,1 1 0,6 1 1,-3 0-1,-1-5 30,0-1 0,6 6 0,-1-3 17,3 5 0,4-5 0,1 1 1,5 0-3,2-3 0,3 7 0,9-4 0,3 3-27,2 3 0,-4-1 0,7 0 1,-1 3-112,-2 3 1,6-2-1,-6 7 1,0-3-116,-4-4 1,-3-1-1,-3-3-685,1 1 262,-8-1 0,-5-1 42,-10-5 0,-11-5 570,-7-12 0,-8-4 0,3-7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25.397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69 331 7312,'6'-12'461,"-1"0"0,1 6-173,-6-5 1,0 5 130,0-6-543,0 8 0,0-1 0,0 10 200,0 7 0,0 6 0,0 5 0,0 6 81,0 4 0,0 4 0,0 2 0,0 3-3,0 3 1,0 0-1,0 3 1,0-3-83,0-3 1,0-1-1,0-6 1,0 0-97,0 0 0,0-8 0,0-4 0,0-3-535,0-3-927,0 1 1112,0-9 1,6-3-1,0-12 1,-2-5 382,-2-5-8,5-1 1,-5-8-1,6-3 1</inkml:trace>
  <inkml:trace contextRef="#ctx0" brushRef="#br0" timeOffset="482">51 435 8824,'-9'-25'-408,"-5"4"1,8-6 0,2 1 883,2 5 1,2 0-1,0-1 1,0-1-268,0 2 1,2 1 0,4 3-1,8 1-163,7 5 1,-2-5 0,7 6 0,-3 1-95,0 3 1,8 4-1,-2 2 1,4 0-61,2 0 1,-2 8-1,-2 3 1,-4 5-222,-1 1 0,-3 7 0,-7 1 0,-5 0 71,-5 0 1,-4 4 0,-4-3 0,-4 1 128,-5 4 1,-11-4 0,-3 0 0,-2 0 90,-4 1 1,-2-1-1,-2 2 1,0-6 105,0-3 1,2-3-1,2 0 1,4-1 115,2-4 1,1-5 0,7-7 444,-1 0-569,9 0 0,3 0 1,12 0 37,5 0 1,5 0 0,1 0 0,3 2 105,3 4 1,-2 4-1,6 7 1,1 1-121,-1-1 1,-4 3 0,6 1 0,0 4-6,-2 2 1,6-3 0,-5 3-1,1 0-33,0 0 1,-8-5 0,2 3 0,-3-4-80,-3-3 1,-1 3-1,-3-11 1,-3 1-412,-2 1-118,-2-8 1,-8 2 104,-4-12 0,4 2 0,-4-8 453,4-1 1,-6-3-1,-1-1 1</inkml:trace>
  <inkml:trace contextRef="#ctx0" brushRef="#br0" timeOffset="1264">890 837 8666,'9'-8'252,"-1"-1"-106,-8-9 0,0 1 0,0-1 0,0 1-327,0-1 0,0 1 1,-2-1-51,-4 1 0,-3 1 0,-9 3 100,1 1 1,-1 8 0,-1-2 0,-3 6-35,-1 6 0,0-2 0,5 8 1,3 3 157,3 7 0,-3-1 0,3 6 1,-2 0 64,3 0 0,-3-3 0,8 3 0,2 0 8,3 0 0,1-5 1,0 1 68,0-4 1,1-1 0,5-3 20,6-3 0,-2-4 0,1-10 0,1-4-17,-2-6 0,5-3 1,-3-3-1,3 1-119,3-1 1,-1 1-1,1-2 1,-3-3-362,-3-1 0,3 2 0,-3 7 0,2 2-2,-3-1 0,3 3 0,-6 0 39,1 3 1,3 3 374,5 9 0,-7 5 1,-2 8-1,0-1 73,3 1 0,-1-1 1,2 1-1,1-1-8,3 0 0,1 1 0,1-1 0,-1-1 0,1-4 1,1 1 0,2-7 0,3-2-14,-3-2 0,0-2 0,1-2 0,1-4-69,-2-6 0,-1-3 0,-3-5 1,1-1-51,-1-2 0,-1-6 1,-3 3-1,-1-3 101,1-8 1,-5 3 0,0-9-1,-2 0-44,0-3 1,1-5-1,-3-3 1,2-2-175,-2-3 1,-2 1 0,-2 6 0,0-1-14,0 1 1,0 9-1,0 6 64,0 6 0,-2 12 41,-4 1 0,4 11 4,-4 13 0,-1 9 0,1 8 0,2 1 26,2 1 1,2 4 0,0 10 0,0 2 92,0-3 1,2 7 0,2 2-1,2 3-17,-2 2 1,3 1 0,1-1 0,0 1-56,0-1 0,3 0 0,-3 1 0,0-3-87,-1-3 0,1-5 0,-4-9 0,2-3-901,-2-7 332,-2-4 0,-2-11 201,0-8 1,0-8 422,0-9 0,-8-8 0,-2-3 0</inkml:trace>
  <inkml:trace contextRef="#ctx0" brushRef="#br0" timeOffset="1481">1221 418 8824,'-7'-18'368,"3"3"1,-6 1-6,2 3 0,2 5 0,8-4-342,4 2 1,4 3 0,7 3 0,3-2-109,3-2 0,-2 0 0,7 6 0,-1 0-377,0 0 1,2 0 0,6 0 0,0 0 463,0 0 0,0 8 1,0 2-1</inkml:trace>
  <inkml:trace contextRef="#ctx0" brushRef="#br0" timeOffset="1883">1536 837 8824,'0'18'-438,"2"-3"555,3-3 1,5-5 0,8-7 0,-1 0 85,1 0 1,1-1 0,2-5 0,5-6-268,1-3 1,2-9 0,6 1-1,0 0-4,0-3 1,-2 1 0,-2-4 0,-4 4-42,-2 0 1,-2 3-1,-7-5 1,-5 2-121,-5 4 1,-4 1 0,-4 3 22,-4-1 1,-3 9 0,-9 3 0,1 4 120,-1 2 0,1 0 1,-1 2-1,1 2 86,0 1 1,-3 9 0,-1 0-1,-3 5 42,3 4 1,8 1-1,1-5 1,-2 2 80,-1 3 0,3 5 0,2-4 1,3 2 41,3 4 0,2-4 0,2 0 0,2-1 24,4-5 1,5-2 0,11-1 0,3-1-46,2 1 0,2-8 0,6-3 0,0-1-114,0 0 1,0 0 0,0-8 0,0-4-147,0-6 0,0-1 0,-1-1 1,-1 3-822,-3-3 1,-5 4 937,-8-1 0,1-1 1,-1-5-1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28.677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53 86 8824,'-10'-18'437,"2"3"343,0 3 0,6 2 22,-3 4 1,1 3-424,-2-9-1166,4 8 1,-6-2 0,10 10-246,4 2 1,-2 8 0,6-3 1029,-3 5 1,7 1 0,-4 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28.861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53 53 8824,'-12'10'781,"1"-4"0,5-4-354,-6-2 1,8-2 0,-1-4-376,3-6 1,4 3 0,3-3-1019,7-2 1,-2 7-1161,1 1 2126,-7 4 1,12 2 0,-6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30.312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278 138 8824,'0'-11'181,"0"-1"1,2 2-1,2-3 91,2 1 1,-1 6 0,-3-4 86,4 3 0,-4-7-202,4 2 1,2 3-534,-3-3-101,1 8 1,-14-2-1,-5 10 260,-8 2 0,1 8 1,-5-3-1,2 5 104,-1 1 1,-1 3 0,4 1 0,-2 2 70,1-1 0,3-3 0,1-1 1,1-1 105,-1 0 0,9 1 0,1-1 0,2 1 27,0-1 0,2-5 0,10 0 15,6 1 1,5-3 0,5 0 0,1-3 2,-2-3 0,6 4 1,3 0-1,1 0-26,-2-1 1,4 7 0,-4-4 0,2 1-76,-2 1 0,4 0 1,-6 5-1,2 0-48,0 1 0,-7 5 0,1 0 0,-6 1-18,-5 1 1,-4-6-1,-8 5 1,0-5 42,0-1 1,-2 5-1,-4-2 1,-6-3 87,-3-5 0,-8-3 0,-1 4 0,1-5 137,-2-1 0,5-2 0,-5-6 0,2 0-76,0 0 1,-6 0 0,5 0 0,3 0-48,1 0 0,3-6 0,0-2-171,-1-1 1,3-3 0,1-4-1,4 3-498,3 1 0,-1 6-1162,2-5 1197,4-1 1,-4 2 0,12 4 541,6 5 0,3 8 0,3 3 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32.07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559 662 7925,'0'-11'799,"0"-1"0,6 0-598,0-5 1,-1 5 0,-5 0-273,0-1 0,0 3 1,0-1-1,-2-1-99,-3 2 0,-5-3 0,-8 5 1,1 0-95,0 0 0,-3-3 0,-3 5 0,-6 2 57,-4 2 1,-2 2 0,0 0 0,-2 0 156,-4 0 0,4 8 0,-1 3 0,5 5 51,4 1 1,5 7 0,-3 1 0,4 0 1,7 0 0,1 5 0,9-7 0,2 0 11,2 2 0,2-5 0,2 3 0,4-4 1,5-1 0,7-3 0,3-1 0,5-4-7,1-3 0,-4-1 0,4-6 0,0 0-2,0 0 0,1-7 0,3-3 1,-2-2-7,2 1 1,-4-7 0,0-5 0,0-1-1,1-1 0,-7 4 0,2-8 0,-3-2 78,-3-2 1,0-2 0,1 0 0,-3 0 79,-3 0 1,2-8 0,-8-1 0,-3-1-77,-1 4 0,-2-1 1,0 3-1,0 4 22,0 4 1,0 10-1,-2-3 8,-3 5 0,1 3-266,-8 5 0,8 5 53,-2 12 1,-1 3-1,1 9 1,2 1 130,2 5 0,2-3 1,0 8-1,0 4 30,0 6 1,0-2 0,2 5 0,2 1 94,2 4 0,1-3 0,-3 1 0,4-2-26,2-5 1,-4 1 0,3-2 0,1 0-52,0-4 1,-5-10 0,5 0-1,-2-3-125,-4-3 0,-2 1-12,-2-1 1,0-5-617,0 0-206,0-9 0,2 5-456,3-8 1337,-3 0 0,14-8 0,-6-1 0</inkml:trace>
  <inkml:trace contextRef="#ctx0" brushRef="#br0" timeOffset="486">908 854 8215,'0'10'1003,"-6"-4"-773,1-12 0,-1 2 0,6-8 0,0-1-38,0-3 0,6-3 0,1-4 0,1-6-136,0-4 0,5-4 0,-3-2 0,2-4-118,-1-1 0,1-3 0,4-7 0,-3-3 53,-1-1 0,-2 4 0,1 5 0,-3 1 79,0 5 0,-6 4 0,3 6 0,-3 4 563,-2 6-453,0 11 1,0 6-300,0 12 0,6 6 0,0 9 0,0 4 145,2 3 0,-4 3 0,7 8 0,3 1-8,1-1 1,3 6 0,-3-1 0,-1 3 55,-3-1 1,1-5 0,6 6 0,-1 1-72,1 3 0,-1-7 1,0-3-1,1-4-71,-1-2 1,-5 0 0,-2-2 0,-1-4-107,1-6 0,-6-9 1,4-3-1000,0 3 719,-7-6 0,7-2 1,-10-10-162,-4-2 1,3-8 0,-9 3-455,-2-5 1069,-1-1 0,-3-1 0,1 1 0</inkml:trace>
  <inkml:trace contextRef="#ctx0" brushRef="#br0" timeOffset="683">943 645 8215,'-11'-6'769,"-1"0"1,6-6-530,-6 7 1,10-1-1,2 6-155,10 0 1,12 0 0,1 0-1,0 0-280,2 0 1,2 0 0,6 0 0,-1 0-298,-3 0 1,-2 0-1,4 0 1,-2 0-616,2 0 1107,-6 0 0,8-8 0,-6-2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30.66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103 18 8435,'-17'0'-185,"-1"0"1,3-2 0,1-2 1208,3-1 1,5-1 250,-6 6-1275,8 0 1,-2 0 0,12 0 63,6 0 0,3 0 0,5 0 0,1 0-156,2 0 1,7 0 0,-7 0-1,0 0-144,2 0 1,1 0-1,5 0 1,-4 0-98,-2 0 1,-2 0 0,-3 0 0,1 0-153,2 0 0,1 0 0,-7 0 0,1 0 485,-1 0 0,-7 8 0,-4 3 0,-4-3 0,-10 8 0,-2-7 0</inkml:trace>
  <inkml:trace contextRef="#ctx0" brushRef="#br0" timeOffset="266">121 245 8554,'-18'0'266,"1"0"1,5 0 445,1 0 1,5 0-194,-6 0 0,10-5-451,2-1 0,2 0 0,10 6 0,1 0-146,3 0 1,3 0 0,3 0 0,1 0-188,-2 0 0,6 0 0,1 0 0,1 0 4,0 0 1,-6-2 0,4-2 0,-2-2 76,-3 2 1,-1 2 0,0 2 0,3 0-263,-3 0 1,-7 0-1,-3 0 446,3 0 0,-6-7 0,-1-3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6:36.4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348 610 8202,'17'0'-130,"-5"-6"0,0-2 22,1-1 0,-3 5 0,0-4 192,-3 0 0,1 1 0,-4-7 113,2 2 1,0 1 0,-6-7-88,0 1 0,0 5 1,0 0-1,-2 1-81,-4 1 0,-4-5 1,-7 5-1,-1 0-88,1 4 0,-3-1 0,-1 1 0,-2 2-51,1 2 1,-3 2 0,0 0 0,0 0 44,-1 0 0,-3 2 0,6 2 0,2 4-34,1 1 0,3 3 0,1 5 0,3 3 15,1 3 1,6-4-1,-3 5 1,1-3 31,4 2 0,4-3 0,6 5 1,5-4 13,5-3 0,1 3 0,3-9 0,1 1 22,2-1 1,3-2-1,-5-6 1,2 1 41,-1-1 1,3-8-1,-2-3 1,0-3-10,3-4 0,-7-7 0,4-4 1,-3-2 20,-3-4 1,1-2-1,-3-2 1,-1 0 98,-3 0 0,-5 0 0,4-2 0,0-2-58,-1-2 0,-5 1 0,4 5 1,-2 0-1,0 0 0,-1 0 0,-5 2 0,0 4 188,0 6 1,0 9 20,0 2-221,0 8 1,0-1-196,0 10 0,-1 5 1,-3 8-1,-2-1 53,2 1 0,2 5 0,2 2 1,2 2 74,4 4 0,-2 2 1,5 2-1,1 0 99,0 0 0,-4 0 0,5 2 0,1 2-17,-2 1 0,5 1 0,-3-6 0,1 0-39,-1 0 0,3 0 0,-5-2 1,2-4-85,-1-6 1,-7-3-335,2-3-237,-4-7 1,-2-4 349,0-12 1,0 2 0,0-8 0,2 1 261,4 1 0,4-13 0,7 3 0</inkml:trace>
  <inkml:trace contextRef="#ctx0" brushRef="#br0" timeOffset="581">854 523 8202,'-9'-12'0,"3"0"237,4-1 1,0-3 0,-2-1 206,-2-1 0,0 1 0,6-1-195,0 1 1,8-1 0,4 1-106,3 0 0,3 5 0,-1 2-266,1 2 1,5 3 0,0 5-1,-1 0-146,-3 0 0,-2 7 0,1 5 1,-1 4-19,1 1 1,-3 2 0,-3 3-1,-6 3 106,-4 2 0,-2 0 0,0 4 1,-2-3 31,-4-3 1,-4 4-1,-7-4 1,-1 0 153,1 1 0,-1-3 1,3-6-1,1-1 133,3-5 1,1 5 0,-4-6 253,3-1-352,7-1 1,-4-16 0,10-1-1,2-5-73,2-3 0,7 3 1,-1-9-1,4 1 20,1-1 1,6 4 0,1-6 0,-3 1 37,-2 1 1,-1-2 0,-1 3-1,1-1 19,-1 2 1,1-1 0,-1 1 0,1-2 1,-1 1 1,-5 9 0,-3 1-1,-1-1 18,-4-3 1,-2 4-102,-2 1-174,0 7 1,-8-2 143,-3 12 1,-3 4 0,2 7 0,5 2 43,-1 5 0,6-3 1,-6 6-1,2 0 125,0 1 0,1-5 0,5 6 0,0 2 62,0 2 1,5 0 0,3-2-1,4-2-14,7 2 0,-1-4 1,7 1-1,-2-5-205,1-8 0,5 1 1,-4-8-1,0-1-100,0 1 0,-1-2 0,-7-6 0,1 0-661,-1 0 0,-5-6-290,-1 0 1105,-7-7 0,-4 3 0,-10-7 0</inkml:trace>
  <inkml:trace contextRef="#ctx0" brushRef="#br0" timeOffset="1017">156 1082 7953,'-8'-10'1062,"8"0"1,0 6-856,10-2 0,7 1 0,4 5 0,7-2-123,5-4 0,-2 4 1,11-4-1,1 4-49,4 2 1,9-2 0,4-2 0,0-2-37,0 3 1,-1 1 0,-9 2 0,-1 0-138,-3 0 1,-7 0 0,0 2-1,-8 1-211,-8 3 1,2 0 68,-1-6 98,-9 0-75,-7 0 1,-10 0-283,-4 0 0,2 0-346,-7 0 0,-1 0 885,-6 0 0,7 6 0,-1 0 0,1 7 0,-7-3 0</inkml:trace>
  <inkml:trace contextRef="#ctx0" brushRef="#br0" timeOffset="1948">470 1710 8202,'10'0'136,"-2"-2"239,-8-4 0,0 3-254,0-9 0,0 6 0,-2-4 1,-4 1-129,-6-1 1,-3 6-1,-3-4 1,1 3-88,-1-1 1,-5 0 0,-2 6-1,-1 0 51,1 0 1,-4 0 0,4 0 0,0 0 23,-1 0 1,-3 8-1,6 3 1,0 5 6,-2 1 1,5 1 0,-1-1 0,5 1-33,5-1 0,5 6 0,-4 1 0,2-3-67,4-2 1,4-1 0,4-1-1,4 1 35,2-1 1,3-5 0,9-2-1,1-3 36,-2-3 0,5-2 1,-1-2-1,0-2 28,0-3 0,4-5 0,-3-8 0,-1-1 50,0-4 1,4 1 0,-4-7 0,1-2 12,-1-2 0,0-2 0,-4 0 1,3-2 91,-3-3 0,-2 3 0,-1-4 1,-1 4 9,1 2 1,-7-5 0,-1-1 0,-2 4-126,-4 6 0,-2 0 0,-2 8 0,-2-1 3,-4-1 0,2 11 0,-8-3-68,-1 1 0,3 9-29,-1 1 0,7 6 0,-4 4 1,2 3-122,0 3 1,0 4 0,6 7 0,0 4 164,0 3 1,0 1 0,0 6-1,0-1 10,0 1 1,0 0-1,2 0 1,2 0 38,2 0 0,8 0 1,-3 0-1,5-2 42,1-4 1,1 2-1,-1-8 1,1-1 83,-1-3 1,3-3-1,3-5-19,6-5 1,-10-4-1,-1-4 1,-3-4-66,1-5 1,1-11-1,-1-3 1,-3 0-39,-1 0 0,-2-4 0,3 3 0,-1-1-46,2-4 1,-5 0 0,1 0-1,-2 4-27,-4 2 0,3-6 0,-1 3 0,-2-1 12,-2 0 1,-2 6 0,0-4 0,0 2 6,0 3 0,0 3 0,-2 1 0,-2 1 10,-2-1 0,-1 7-267,1-1 126,4 8 0,-12-2 1,8 12-1,3 8 301,1 7 0,2 4 0,0 8 1,0 0 69,0 4 0,0 2 0,0-2 1,0 4-22,0 5 1,2-3-1,1 0 1,3-3 26,-2 1 0,4 6 1,-2-5-1,0 1-174,1 0 1,-5-3 0,6-7 0,-2-1-275,0-3 1,0-8 0,-5 0-264,5-7 0,4-6 156,7-8 0,1-8 1,-1-4-1,1-5-412,-1-6 0,-5 3 1,-2-5 743,-3 0 0,7-3 0,-4-6 0</inkml:trace>
  <inkml:trace contextRef="#ctx0" brushRef="#br0" timeOffset="2197">784 1448 8331,'-17'0'652,"5"0"0,3-2-380,1-3 0,4 3 0,10-4-233,5 4 1,7-4 0,5 0-1,6 2-286,4 2 1,2 2 0,2-2 0,2-1-133,2-3 0,5 0 0,-5 6 0,-2 0 379,-2 0 0,5-8 0,3-2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05.67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87 71 8340,'-17'-10'-91,"7"0"0,2 6 356,1-2 1,3-1 28,-8 1 1,8 2 0,-3-6 221,-1 2-758,6 3 40,-6 5 1,16 0 0,4 0 0,3 0-63,2 0 1,1 0 0,1 0 0,3 0-9,1 0 0,8 0 1,-4 0-1,0 0-39,-3 0 0,1 5 311,-2 1 0,8 8 0,-4-4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05.96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 53 8340,'-11'-2'-473,"-1"-4"0,8 2 831,-2-7 0,4 5 1,4-4-262,4 2 1,4 3 0,7 5-1,1 0-140,-1 0 1,6 0 0,3 0 0,-1 0 16,0 0 0,4 0 0,-4 0 1,1 1-119,-1 5 0,4-4 0,-4 6 1,0-2-70,1 0 0,-3-1 0,-6-5 0,1 2-261,-1 4 0,1-4 474,-1 4 0,1-4 0,-1-2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06.92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435 140 7826,'-8'-9'-84,"6"-7"0,-5 6 329,7-7 1,0 5 0,0 1-51,0-3 0,0 4 39,0-1-328,0-1 1,-8 2 0,-4 4-108,-3 5 0,-5 1 0,-1 1 1,-4 3 125,-2 2 0,-2 8 0,-4-3 0,1 5 32,3 1 1,8 1 0,-4-1 0,2 3 56,-1 3 0,3-7 0,7 3 0,5-2 23,1-3 1,-4 0-1,6 3 2,3 0 1,3-5-1,5-2 1,7-2 71,3-5 0,3 5 1,1-2-1,3-2-37,1-2 0,6 4 1,-4 0-1,1-3-68,-1-1 0,0 4 0,-4 2 1,5 0-29,1-1 1,-6 5 0,4-4 0,-1 2 7,-1 3 1,6 3-1,-6 1 1,-1 1-48,-3-1 1,-2 2 0,-1 3 0,-2 3 26,-3 2 1,-7-5 0,2 1-1,-4-2 42,-2 2 0,0-3 1,0 3-1,-2-3 28,-4-3 0,-4-1 0,-7-3 0,-1-1 23,1 1 0,-2-3 0,-3 0 0,-1-2 64,2-5 0,-5 5 0,3-2 0,0-2-75,-2-2 1,5-2 0,-3 0 0,4 0-55,1 0 1,1-2 0,-1-4 0,1-4-6,-1 1 0,3-7 1,1 6-1,2-1-151,-1-1 0,3 0-430,-1-5-575,7 0 1167,-4-1 0,16 8 0,1 3 0</inkml:trace>
  <inkml:trace contextRef="#ctx0" brushRef="#br0" timeOffset="1549">1500 647 8438,'18'-2'25,"-1"-4"0,-5-2 1,-2-5 419,-2 1 1,-3 6-135,-5-6 0,0 1-204,0-7 0,-2 9 1,-3 1-1,-7 2-281,-4 0 1,-1-1-1,-2 3 1,-5-2-134,-5 2 1,2 2-1,-2 2 1,-2 0 64,-2 0 0,-4 0 0,0 0 0,0 2 126,4 4 1,4-2 0,-2 7 0,4 3 71,2 1 1,1 3 0,9-1 0,1 1 56,3-1 0,7 1 1,-2-1 39,4 1 0,8-1 0,4 1 0,3-3 59,7-3 0,1 1 0,-2-7 0,5 0-28,5 2 0,-2-6 1,0 3-1,0-3-54,0-2 0,1-7 0,1-3 0,-4-2-19,0 1 1,-6-1-1,5-5 1,-5-1 7,-1 1 1,-1-3 0,1-1 0,-3-2 2,-3 1 0,3-3 1,-5 0-1,2-2-8,-1-4 1,-1 0 0,2-1 0,-5 3-14,1-2 1,-4-2 0,6-2 0,-3 0-10,-3 1 0,-2 4 0,-2 3 1,0 2-23,0 4 1,0 1 69,0 3 0,0 5-43,0 1 1,-2 9 0,-2 2-25,-1 9 0,-1 7 0,4 1 0,-2 1 125,-2-1 1,0 8 0,6 5 0,0 3 162,0 1 0,0 3 1,0 2-1,0 2-10,0-2 0,0 3 1,2-1-1,2-2-112,2-2 0,6 0 0,-7 0 0,1-1-128,2-3 1,-6-9 0,4-1 0,-2-4-1144,1-1-1051,-3-1 1244,6-7 0,-8-4 939,0-12 0,-8-11 0,-1-11 0</inkml:trace>
  <inkml:trace contextRef="#ctx0" brushRef="#br0" timeOffset="2033">1780 804 8587,'10'-8'437,"-3"4"1,-5-7-315,4-3 0,2-7 0,5-3 0,-3 1-25,-2-2 0,6-2 1,-5-8-1,3-2-63,0-4 0,-1 2 1,7-5-1,-1-1-63,1 0 0,-3 5 0,-1-5 0,-3 2-47,3 5 1,-1 3 0,1 4 51,-2 1 1,-3 9 230,3-2-167,-4 11 0,-8 6 1,2 12-103,4 6 0,-4 5 0,3 5 0,-3 3 158,-2 2 0,2 2 0,2 6 0,2 0 33,-2 0 0,0 0 1,0 2-1,1 2-36,-1 1 0,4 1 0,-2-6 0,0 0-50,1 0 1,-3 0 0,6-2 0,0-2-23,-1-2 1,-5-2-1,2 2 1,-2-6-504,2-3 0,-4-3-368,4 1 1,-4-7-1285,-2 1 2133,0-8 0,0 4 0,-8-16 0,-2-2 0</inkml:trace>
  <inkml:trace contextRef="#ctx0" brushRef="#br0" timeOffset="2300">1850 559 8438,'-10'-7'1263,"-5"-3"-1043,13 0 0,-4 2 0,12 8-204,5 0 0,5 0 1,3 0-1,3 0-115,1 0 1,0 0 0,-5 0 0,1 0-181,4 0 1,-3 0 0,3 0 0,-4 0-109,-1 0 1,-1 0 0,1 0-1,-1 0-21,1 0 1,-7 0 0,1 0 407,2 0 0,1-7 0,3-3 0</inkml:trace>
  <inkml:trace contextRef="#ctx0" brushRef="#br0" timeOffset="2998">2688 751 8382,'-17'0'113,"-1"0"0,6 0 0,3-1 1,-1-3 145,0-2 0,6-2 1,-3 4-1,1-4 103,0-1 0,-6 3-120,7-6 1,-7 1 119,6-7-865,0 1-3,6-1 0,8 9 135,4 3 1,-3 4 0,3 2-2,2 0 0,-5 2 115,3 4 1,-2 3 181,1 9 1,-3-1 309,-8 1 1,0-7 119,0 1 1,-2-6-18,-4 5 0,-3-7-241,-9 2 1,8-6-1,3-4-151,-1-2 1,6-7 0,-4 1-257,4-3 1,4 3-168,4 0 0,-2 3 131,8-3 0,-1 4 15,7 8 245,-9 0 1,-1 8 110,-8 4 1,0-3-304,0 3 1,-2-8 277,-4 2 0,-3 3 0,-9 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07.32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121 18 8005,'-15'-2'-463,"1"-2"1086,2-1 0,7-1 289,-7 6-789,8 0 0,-2 0-127,12 0 1,4 0 0,7 0 0,1 0-57,-1 0 1,1 0 0,1 0 0,2 0-35,3 0 0,5 6 0,-4-1 0,0-1 19,0-2 0,4-2 0,-3 0 0,-1 0-140,0 0 0,0 6 0,-3 0 1,1-2-46,-2-2 0,-1-2 0,-5 2 0,-1 2-231,-2 1 0,-9 3 491,3-2 0,-4 4 0,-2 7 0</inkml:trace>
  <inkml:trace contextRef="#ctx0" brushRef="#br0" timeOffset="300">69 245 8357,'-12'0'-44,"0"0"183,-1 0 0,3 0 457,-2 0-416,9 0 0,-3 0-138,12 0 1,5 0 0,11 0 0,3 0-83,2 0 0,2 0 0,6 0 0,0 0-69,0 0 1,0 0 0,0 0 0,0 0-72,0 0 0,0 0 0,-2 0 1,-2 0-108,-2 0 0,-8 0 0,2 0-157,-3 0 0,-9 0 444,1 0 0,-8 8 0,4 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13.21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1 437 8428,'0'-17'-1,"0"5"1,0 0 48,0-1 1,0 3 0,0-2 31,0-1 0,0-3 0,2 1 0,2 1-28,1 3 0,9-1-88,-2-6 0,3 3 1,3 1-54,-1 3 1,1 7-218,-1-2 1,1 4 154,-1 2 1,-5 8 0,-3 5 152,-1 9 1,-2-3 0,-6 6 0,0 1 110,0 3 1,0-2 0,0 2 0,0 0 44,0-2 0,6 4 0,1-6 0,1 1-34,0-1 1,6-2 0,-3-5 0,5-1-66,1 1 0,7-3 0,-1-3 0,0-6 8,2-4 1,-5-2-1,5 0 1,-2 0-48,1 0 1,-1-6 0,-6-2-1,3-2-3,3-3 1,-4-3-1,5-1 1,-5-3-64,-1-3 1,-3 4-1,-1-7 1,-3 3-8,3 0 1,-1-6-1,-1 5 1,-4 1-95,0-2 0,-6 0 0,3-6 0,-3 3-51,-2 3 0,0-4 0,-2 4 0,-2-2 88,-1-4 1,-9 5 0,4 3 0,-1 4 28,-1 1 0,2 1 0,-3 1 1,3 3 38,2 1 1,-5 8-1,1-2 40,-3 4 1,3 2 0,0 0 0,1 2 102,1 4 1,-6 4 0,7 7 45,-1 1 0,0-1 1,6 1-1,-1-1-11,1 1 0,2-1 1,2 1-1,2-1 18,4 1 1,-3-7 0,9 1 0,2-1-138,1-1 1,3 4-1,1-6 1,2-1-43,3 1 0,-1-2 1,-6-6-1,1 2-248,-1 4 0,1-4 1,-1 3-1,1-3-391,-1-2 1,1 0 663,-1 0 0,1-7 0,-1-3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13.990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36 18 8693,'-2'10'-154,"-4"-4"815,4-4 0,-8-2 203,5 0-735,3 0 195,-6 0-265,8 0 1,10 0 0,5 0-56,6 0 1,5 0-1,-5 0 1,4 0-63,2 0 1,2 0 0,8 0-1,2 0-80,2 0 1,2 0 0,-5 0-1,3-2-23,-2-4 0,-2 4 0,-2-4 0,-2 4 100,-4 2 1,-2 0 0,-6 0 99,3 0 1,-7 0 207,-5 0 472,-8 0-578,-4 0-558,-2 0-803,-14 0 1220,14 0 0,-13-8 0,5-1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47.8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53 7594,'0'-12'241,"0"0"87,0 8 0,0-5 55,0 3-489,0 4-453,0-6 368,0 8 1,0 2 0,0 4 186,0 6 1,6 3-1,-1 5 1,-1 3 38,-2 6 0,0 4 0,2 2 0,2 0-4,-2 0 0,-2 2 0,-2 3 0,0 5 1,0 0 0,0 3 1,0-7-1,0 0-16,0 1 0,6-5 1,-1 4-1,-1-4 15,-2-2 1,-2-6-1,0 0 1,0 0-21,0-2 1,0-2 0,0-7 0,0-1 4,0 1 1,0 5-1,0 0 1,0-1 14,0-3 0,0-1 0,0-1-38,0 1 1,0-1-1,-2 1-12,-4-1 1,4 0 0,-3 1 7,3-1 1,0-7-1,-2-2-8,-2 0 15,0-6 70,6 5 71,0-7-91,0 0-168,0-7 1,8 5 60,4-4 0,3 4 0,1 0 1,-3-2 45,-1-2 1,0 0 0,7 6-1,2 0 6,3 0 1,5 0-1,-4 0 1,2 0 15,4 0 0,0 0 1,0 0-1,0 0 2,6 0 1,-2 6 0,6 0 0,-2-2-9,1-2 0,-3 0 1,4 2-1,-2 1 15,2-1 1,-5 0 0,5 0 0,-6 2 55,-6-2 1,2-2 0,-5-2 0,-1 0-33,0 0 1,-2 6 0,-5-1-32,-1-1 0,-5-2 0,-2 0-280,-3 4 152,-1-4 0,-8 6-77,-4-8 1,2 0-216,-7 0 1,5 0-505,-6 0 915,1 0 0,-7-8 0,1-2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48.3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43 53 7997,'-10'-8'136,"-3"-1"140,7-9 1,-2 8-240,2 5 0,6 3-84,0 2 0,2 0 1,10 2-1,2 3 88,1 7 0,3-2 0,1 1 0,2 3-36,3 2 1,1-1-1,-4-1 1,4-3 6,3 3 1,-7-4-1,4 1 1,-2 1-31,1-2 0,-1 5 0,-6-5 0,-1 1-62,-4 1 1,3-6-37,-3 6 1,-4-7 102,-3 7 1,-9-6-1,-3 4 1,-3-3 7,-4-3 1,-3 4-1,-4 0 1,-3 1 15,3 5 0,0-4 0,-1 1 1,-3 3-7,-2 1 0,6 3 1,-3-1-1,5 1-1,1-1 0,1-5 0,-1 0 0,1-1-16,0-1 0,5 4 1,2-7-198,2 3-211,-5-6 1,13 4 165,0-8 1,2 0-1,9 0 1,3 0 253,2 0 0,1-8 0,0-2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49.12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52 592 8138,'-1'-17'0,"-3"-3"0,-2-1 69,2-2 0,0-1 0,0 7 1,-2-1 198,2 1 1,3 5-1,1 1 1,-2-1 511,-4 2-806,4 3-170,-6 7 1,8 7-1,2 5 1,2 5 89,2 7 1,0 3 0,-5 8 0,3 0 80,2 0 1,2 0-1,-4 0 1,4 0 22,1-1 1,-5 1 0,4 0 0,-2 0 23,0 0 1,5-2 0,-5-2 0,0-4-34,2-1 1,-6-3 0,5-8 229,1-3-80,-6-4 1,8-16 0,-6-6 0,1-7-158,-1-8 1,4 2 0,-2-2 0,0-2-48,1-2 0,-5 4 0,6-1 0,-2 1-11,0 2 1,5-4 0,-5 6-1,0 0 35,2-1 1,-4 3-1,5 6 1,-1-1 18,-4 1 0,4 5 0,0 2-124,1 3 1,-3 1 0,4 8 52,-2 4 1,3 3 0,-3 9 0,2 1 69,3 4 1,3 3 0,1 5 0,1-2 44,-1 2 1,7 2 0,-1 2 0,-2-2 5,-1-4 1,3 4 0,0-6 0,0 0-9,3-3 0,-7-5 0,4-2 1,-3 1 12,-3-1 0,1-7 0,-1-4 38,1-4 1,-7-4 0,1-4-13,1-6 1,-5-3-1,0-5 1,-2-1-21,0-2 0,-1-6 0,-5 3 0,0-1 21,0-4 0,0-2 1,0-2-1,0 0-7,0 1 1,0-9-1,-1-4 1,-5-3-31,-6-3 1,4 1 0,1 0 0,1 1 46,0 5 1,-6-5-1,4 8 1,1 3 22,-1 5 1,0 6-1,4 0 1,-2 5 49,3 5 1,-1 9-351,-2 4 0,4 6 0,-4 6-209,4 6 1,2 3 0,2 3-1,4-1-22,6 1 0,-3 7 0,3 2 0,2 2 438,1 0 0,3 0 0,-1 6 0,0 0 0,1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49.9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88 280 6270,'-6'-12'414,"0"0"1,0 6 0,6-5 137,0-3 1,-6 4-540,1-1 0,-3 1-156,2-2 1,2 5 39,-7 7 1,7 2-1,-2 3 1,2 7 40,-2 4 0,4 3 0,-4 2 0,4 5 66,2 1 1,0 2 0,2 6 0,2-2 12,2-4 0,8 4 0,-5-6 1,3 0 36,0-3 0,-1-1 0,7-4 0,-3-3 64,-3-1 1,3-7-1,-3-2 9,4-4 1,1-10-1,-1-4 1,-5-3 55,-5-3 0,2-5 1,-2-2-1,-2-2-112,-3-4 0,-1-2 0,0-2 0,0 0-135,0 0 0,-5 0 0,-3 0 0,-2 0-197,-3 0 0,-3 0 1,-1 2-1,-1 4 65,1 6 1,-7-2-1,1 3 65,2 7 0,7 5 0,3 10 74,-3 0 0,6 8 1,2 3-1,4 5 80,2 1 1,0 7-1,0 1 1,2 0 75,4 0 0,-2 6 0,8-1 0,1 1-41,3-2 0,-5-2 0,1-6 0,2 3 33,1-3 1,3-4 0,-1-3 0,1-4-17,-1-3 0,1-1 0,1-6 1,2 0-41,3 0 0,-1-8 1,-6-5-1,1-7-23,-1-3 1,1-2-1,-3 4 1,-1-5-32,-3-1 0,-1 4 0,4-6 0,-5 0-102,-1 2 1,-2-1 0,-6 7-1,0-2-137,0 1 0,0 3 132,0 2 0,-2 7-52,-4 4 0,2 6 161,-7 6 0,7-2 1,-2 7 84,4 3 1,4-6-1,2-1 1,4-1 96,1 0 0,3 6 1,5-6-114,1-3 0,-1 1 0,1 0-19,-1 2 1,1 2 0,-1-4-63,1 2 0,-9 1 1,-1-3-1,-2 4 67,0 2 1,0 1-1,-6 7 110,0-1 1,0 6 0,0 1 0,0-1 25,0 2 0,0-5 0,0 3 0,0-2-21,0 3 0,2-5 0,3 4-121,7-3 0,6-5 1,3-3-1,4-6-381,2-4 1,2-2-1,6-2 1,0-4-391,0-6 1,0-5 738,0-7 0,0-3 0,0-8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0.3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18 156 8138,'0'-18'0,"-2"1"56,-4-1 0,4 1 1,-4 0 365,4-1 0,2 6 0,0 1 773,0-3-1175,0 6 0,0 3 1,0 10-87,0 7 1,6 11 0,2 6 0,1 4 18,5 2 1,-4 6 0,-1 2 0,1 3 10,0 9 1,-4-3 0,3 8 0,1-1-78,0-1 0,-6 2 0,3-4 0,-1 2-3,0-1 0,0-11 0,-6-5 0,0-4-27,0-2 1,0-8-136,0-4-161,0-11 0,0-6 81,0-12 1,0-4 0,0-7-99,0-1 1,0-1 455,0-4 0,8 3 0,1-5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0.7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210 70 8138,'10'-8'131,"-3"4"1,-7-7 242,0-3 0,2 6 1,2 1 902,2-1-985,0 6 1,-8-6-360,-4 8 1,2 0 0,-7 0 0,-3 0-77,-2 0 1,5 6 0,-1 2-1,-1 1-11,-3 5 1,-1-4 0,-1 1-1,3 3 50,3 1 1,-4-3 0,7 0-1,-3 1 72,0 3 0,7-5 1,-5 1-1,2 2 88,4 1 1,2-3-1,2-1 1,0 3 80,0 2 1,8 1 0,2 1 0,1-1-51,1 0 0,6 1 1,7 1-1,0 3-85,0 1 1,4 2 0,-3-3 0,1 1-94,4-2 0,-4-1 1,0-5-1,0-1-123,0-3 0,-5-1 0,1 2 0,-3-7-557,-3-3 93,-7 6 678,-3-6 0,-7-2 0,0-10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2.1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486 767 7728,'15'-2'-108,"-3"-4"1,-2 4 0,-6-6 550,2 1 0,-1 3-137,-5-8 1,0 1-300,0-7 1,-2 1 0,-3 1-57,-7 4 0,-4-1 1,-1 7-1,-2 2-52,-5 2 0,3 2 0,-6 0 1,0 0-26,-1 0 0,-1 0 1,-6 2-1,2 4-15,4 6 1,-4 3-1,6 3 1,-2 1 98,0 4 1,8-3 0,-3 3-1,7-2 31,5 3 0,-1-5 0,7 6 0,4-3-38,6-5 1,5 4 0,9-9-1,-1 2 24,1-3 0,7-1 0,4-6 0,4 2 2,2-2 1,-2-4-1,-2-6 1,-2-6 13,2-3 1,-4-3 0,3 1 0,-1-3 21,-2-3 0,0 2 0,-6-7 1,3 1 2,-3 0 0,-2-2 0,-1-8 0,-3-2 70,-3-1 1,2-3 0,-9 4 0,-1-4 124,-2-1 1,-2-3 0,0-3 0,-2 1-73,-4 3 1,3 1 0,-7-2 0,0 9 11,0 7 1,5 0-1,-5 7 327,2 3-457,-5 9 0,11 6 1,-6 12-111,0 6 0,6 5 1,-4 5-1,4 3 22,2 2 0,0 4 1,0 8-1,2 4 57,4 1 1,-2 3-1,6 5 1,-1 1 0,1-1 0,2 2 1,3 3-1,-1 1 57,-2-2 0,-1-7 0,5-5 0,-3-1 18,-1-4 1,-6-10 0,3-6-100,-1-3 1,-2-9-24,-6 1 1,0-10-168,0-2 0,0-8-289,0-9 1,0-1-1,0 1-482,0-1 994,0 1 0,0-1 0,0 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2.5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193 88 8098,'-10'-17'121,"0"5"100,4 1 1,-1 5-1,-7-4-261,2 2 1,7 2-1,-7 6 38,-2 0 0,5 2 1,-3 4-117,-2 6 1,-1 3 0,-1 5-1,5 1 45,5 2 0,-2 6 0,2-3 0,2 1 57,3 4 0,1-4 0,0 0 0,1 0 29,5 1 1,4-1-1,7 2 1,1-8-12,-1-7 1,7 1 0,1-5-1,0 0 33,0-4 1,-1-6 0,-7-6 0,3-6 51,3-3 0,-10-5 0,3-3 0,-4-4 30,-3 0 1,-5-6 0,2 3 0,-4-3-40,-2-1 1,-8 4 0,-4 3 0,-3 0-47,-2 0 1,-7 6 0,-1-3-1,0 7-162,0 5 1,-5-1-1,7 7 1,2 2-208,1 2 0,9 2 0,1 2-51,2 4 0,2 3 0,6 9 1,2-1 387,4 1 0,4-3 0,7-3 0,9 11 0,1-3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3.1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0 150 8133,'2'-18'-118,"4"1"1,-4-1-1,4 1 291,-5-1 0,-1 1 0,2 1 479,4 5-495,-4-5-200,6 14 0,-6 2 1,2 12-1,2 3-69,-3 3 1,-1 5-1,-2 2 1,2 1 5,4-1 0,-4 0 0,6-4 0,-2 3 61,0-3 1,1 4 0,-3-1 73,2-3 1,0-2-1,-4-1 292,4-1 118,-5-7 0,7-4-313,-8-12 1,0-4-1,0-7 1,0-1-119,0 1 0,0-1 0,2-1 0,2-2 19,2-3 1,6-5-1,-5 6 1,1 2-99,0 1 0,5 3 0,-3-1 0,2 1 11,-1-1 1,1 3 0,6 1 7,-1 3 0,0 7 0,1-2 1,-1 6 20,1 6 1,-1-2 0,1 9-1,-3 5-22,-3 3 0,3 8 1,-5-4-1,2 2 64,-1 5 1,-5-1 0,4 0 0,-2-2 16,-4 2 0,-2-6 0,-2 0 0,0-1 86,0-1 1,0 0-146,0-5-390,0-1-85,0-7 1,0-10 0,1-12 505,5-3 0,4-11 0,7-1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3.5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70 349 8133,'0'10'1027,"0"-2"0,0-10-940,0-4 1,2 2-1,2-8 1,6 1-103,5 1 0,-1-11 0,9 3 1,-2-3 47,3-4 0,-5 5 0,4-5 0,-3 2-93,-3 0 0,-1-1 1,-5 7-1,-5-1-105,-4 1 1,-2-1-1,0 1 1,-2 1-130,-4 5 0,-3 3 0,-11 8 0,-1 0 96,-2 0 1,-6 2 0,3 4 0,1 5 207,0 5 0,2 3 0,5 5 0,1 3 23,-1 0 0,7 6 0,1-4 0,2 4 226,4 2 0,2 0 0,2 0 0,0 0-98,0 0 1,10-6-1,5-2 1,9-2-42,3-3 1,4-5-1,8-5 1,3-7-108,3-3 1,-4-2 0,3 0 0,-1-2-61,-4-3 1,-2 1 0,-4-8-1,-4 0-428,-6 3 1,-3-5-1,-5 6-513,-3-1 0,1 3 988,-7-6 0,0 8 0,-6-3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4.5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70 113 8129,'-9'-18'-84,"-1"3"1,6 1 0,-2 3 79,2-3 1,-3 4 419,1-1 1,-2 7 0,4-4-370,-2 0 1,0 8 0,6 0-111,0 10 0,0 6 0,2 3 0,2 4 32,2 6 0,6 4 0,-4 4 1,-1 4-14,1 6 1,6-3-1,-5 3 1,3 1 78,0 3 1,-3 7-1,5-2 1,-4-3 25,-3-5 0,5-9 1,-4 2-1,0-6 105,-1-6 1,-1-4 79,-6-8 0,0-9 0,0-8-63,0-10 1,0-5 0,0-2 0,2-3-183,4-3 1,-2 3-1,5-5 1,1 0-186,0-4 0,-4 2 0,5 0 0,3 1-97,1 5 1,3-4 0,-1 1 0,1 3-11,-1 2 1,1 9 0,-1 4 0,1 4 133,-1 2 1,3 0 0,1 4 0,2 6 188,-1 7 1,-3 12 0,-2 0-1,-1 4 10,-4 2 1,-3 0 0,-5 0 0,2 0 92,-2 0 0,-4-2 0,-6-4 1,-6-6 144,-3-3 1,-8-3 0,-3 1 0,-1-3 43,-4-3 1,0-4-1,0-8 1,2 0-128,-2 0 0,4 0 0,0-2 0,1-4-171,5-6 0,2-3 1,3-3-465,4 1 0,-1-1 0,7 1-361,2 0 1,4 5 0,6 0-813,6-1 1611,11 5 0,4-8 0,8 7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5.1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18 201 8075,'-9'-8'-61,"3"-4"1,4-3 167,2-3 1,0 7-132,0-1 0,0 10-19,0 2 1,0 2-1,0 10 1,0 1-21,0 3 1,2 1-1,2 1 1,1-1 71,-1 1 0,6-1 0,0 1 118,-1-1 1,1-1 0,-6-3-1,4-3 39,2-2 1,-5-3 0,7-5-82,2 0 1,-5-2 0,3-3-1,0-7-17,-3-3 1,7-5-1,-5-1 1,3-4-62,-2-3 0,3 1 1,-5-4-1,2 4 68,-1 2 1,-7-4 0,4 5 188,0 3-381,-7 2 1,7 11-78,-8 8 0,0 8 0,0 11 1,0 4 201,0 6 1,0 4-1,0 2 1,0 2 41,0 4 0,6-2 0,2 9 0,2 7 10,3 7 0,3 0 1,1 2-1,1 2-30,-1 2 1,-1 7 0,-5 1 0,-5-4-89,-4-6 1,-2-6-1,0-10 1,-2-1 99,-4-2 0,-4-16 0,-7-2 0,0-10 75,-1-7 0,-5-4 0,0-8 0,-1 0 52,-1 0 0,6-8 0,-5-6 0,3-7-129,-2-8 1,9-4 0,-1-2 0,3 0-98,2 0 1,6-6-1,-1 0 1,3 1-90,2-3 1,0 6-1,2-4 1,1 5 18,3 1 0,8 0 1,-3 2-1,7 2-4,5 2 0,-3 5 0,5-3 0,0 2-209,4 3 1,4 3-1,2 4 1,0 1-1097,0 2 1436,8 1 0,-6-15 0,5-1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5.8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210 70 7740,'0'-17'586,"0"5"-507,0 1 1,0 5-1,-2-4 2,-4 2 0,2 3 1,-7 5-79,-3 0 1,4 0 0,-1 1 0,-3 5 14,-1 6 1,3-2 0,0 1 0,1 5 55,1 5 1,-4 1 0,7 7 0,-1 2 7,0 2 0,2 9 0,6 5 0,0 5 16,0 7 0,0 3 1,0 7-1,0 3-25,0 4 0,8-10 0,2 4 1,1-2-12,1 0 1,0-4 0,3-2 0,-1-2-132,-3-4 1,-5-7 0,4-5 0,-2-1-90,-4-4 1,-3-4 0,-2-6 4,-5-6 0,2-11 0,-8-6-288,-1-4 0,3-4 0,-4-4 0,-3-6-699,-5-3 1140,-1-3 0,6-7 0,-1-2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6.0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1 245 7650,'0'-17'35,"0"-1"406,0 1 1,2 1 0,2 3-1,4 3-292,1 2 1,3-3 0,5 5 0,3 0-286,3-2 1,4 6 0,10-5 0,2 1-178,2 0 1,1-2 0,-3 4 0,4-3-28,1-3 0,-5 4 0,2-4 1,-4 1 339,-2-1 0,-8-2 0,-2-5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6.9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0 165 7990,'0'-11'1,"0"-1"1,0-2 109,0-1 1,0 3 0,0 1 0,0-3 470,0-2 0,0-1-103,0 0-650,0-1 1,0 10 14,0 8 1,0 10 0,0 13 0,0 6 23,0 4 0,0 8 0,0 2 0,0 1 44,0 5 0,2 3 1,2 5-1,2-1 43,-2-6 1,3 3 0,1-9 0,0 3 62,0 0 0,5-11 1,-3-1-1,2-9 6,-1-7 1,1-7 0,5-3 0,1-1 9,-1-4 0,1-10 0,-3-6 0,1-3-11,1-2 1,-9-3 0,10-1 0,-3-4-17,1-3 1,-1 1-1,-1-4 1,-3 4-63,3 2 1,-6-4-1,-1 3 1,-1 1-57,0 0 0,6 2 0,-6 5-172,-3 1 166,-1 7 0,-2 4 1,-2 10-1,-1 4 118,-3 2 1,0 7-1,6 6 1,0 1 11,0 1 1,0 0-1,0 6 1,2-2 60,4 2 1,-2-4 0,7 3-1,3-1 53,1-2 1,3 0 0,-1-6 0,1 1 15,-1-7 0,1 1 1,-1-10-1,1-3 0,-1-1 1,1-2-1,-1-2 1,0-3-92,1-7 1,-3-6 0,-1-3 0,-4-4-9,-3-2 0,5-2 0,-4-6 0,0 2-133,-1 4 1,-1-4 0,-6 5-1,0-1-126,0 0 0,0 8 0,0-2-304,0 3 360,0 3 0,0 9 0,0 8 1,0 10 130,0 5 1,0 3-1,0 1 1,0 4 62,0 6 1,8-1 0,4 1 0,1 0 40,-1-2 1,3 0-1,-3-5 1,4 1 18,1-2 1,0-1-1,1-3 1,1-1 13,5-5 1,-5 3-1,6-8 1,-1-3-76,-1-1 1,0-2 0,-5-2 0,1-3-48,4-7 1,-9 0-1,3-3 1,-1-5 14,-1 1 0,-3-2 0,-2-1 0,-1-3 32,1-2 0,-6 4 0,2-6 0,-4-2-45,-2-2 0,0 3 0,0 1 0,0 0-41,0 2 1,0-4 0,0 8 0,0 1-109,0 3-33,0 9 241,-8 3 0,6 14 0,-4 7 1,4 5 47,2 5 0,6 7 1,2-4-1,0 2 14,-1 0 1,5 0 0,-4 4 0,0-2-134,-1-2 1,5-2-1,-4 4 1,0-3-477,-1-3 0,1-2 0,-4-5-946,2-1 1445,7-7 0,-11-2 0,6-8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7.1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78 7997,'-12'-15'-46,"0"3"1,9-3 0,-5 5-313,0 0 197,6-5 0,2 15 0,12 0-213,3 9 0,3 7 374,-1 1 0,8 1 0,3-1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7:57.7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328 854 8030,'-10'-1'510,"5"-5"0,3-4 0,2-7-331,0-1 1,0 1 0,0-3 0,0-1-69,0-2 0,0-1 0,0 7 0,0-1-354,0 1 0,-2-1 0,-4 3 0,-6 3-168,-3 6 1,-3-1 0,1 1 0,-3 2 21,-3 2 0,4 4 1,-7 4-1,3 5 220,0 5 1,0 9 0,5 2 0,1 2 186,-1 1 1,9-1 0,3 6-1,2 0 10,-2-1 0,4-1 0,-2-1 0,6-5 79,4-2 0,8 4 1,-3-6-1,5-3 29,1-7 0,1 1 0,-1-8 0,2-2-27,5-2 1,-5-8 0,4-4 0,-3-4 58,-3-5 0,7-4 0,-1-1 0,-2-5 25,-1-4 0,-5-2 0,-1-1 0,-3-5-104,3-6 1,0 3-1,-3-3 1,-5-2-106,-4-1 1,4-10 0,0-2 0,-3 0-39,-1 3 1,-4 5 0,-1 2 0,-3-1-107,2 1 1,-4 15 0,2 8 0,0 8 6,-1 3 134,5 8 0,-6 5 0,6 10 1,-2 7-12,-2 4 1,1 9 0,5 4 0,0 4 87,0 2 0,0 8 0,0 3 0,0 5 121,0 1 1,5 6-1,3 2 1,0 4-25,0 8 1,3-8 0,-3 6 0,2-2-53,3 0 0,3-6 0,3-4 1,3-7-16,1-11 0,2-1 0,-4-17 0,5-7-99,1-7 0,0-6 1,4-2-1,-4 0-184,-2 0 0,5-8 1,-5-4-1,0-5-566,0-6 0,4 3 1,-5-3 760,-3 4 0,6-7 0,0-1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22.5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70 837 8298,'-9'2'-1040,"3"4"910,4-4 1,2 7 277,0-3 0,0-2 28,0 8 0,2-8-51,4 1 1,-3-3 0,9-2-80,2 0 0,-5 0 0,3 0 0,0-2 20,-3-3 1,5 1-1,-6-8 1,1-1-19,5-3 0,-4-1 0,1-1 0,3-1-9,1-5 1,-3-3-1,0-8 1,-1 0 3,-1 0 0,4-5 1,-7-3-1,1 0-22,0 1 0,-2-5 0,-6 4 1,0 1-43,0-1 1,0 2-1,0 6 1,0 0-16,0 0 1,0 6 0,0 2 152,0 2 0,0 2-72,0 5 0,-2 8-114,-4 5 1,4 5-342,-4 5 0,4-1 226,2 8 1,0-6 133,0 5 1,0-5 273,0 6 69,0-8-156,0 11-103,0-13 0,0 8-56,0-4 92,0-4 1,0 13 0,0-3 28,0 3 1,0 3-1,0-1 1,0 3-30,0 3 0,0-2 0,0 9 0,2 2-58,4 7 0,-4-2 0,4 4 1,-2-2-4,2 1 1,-5-1-1,7 8 1,-2-1-10,0-1 1,2-2 0,-5-10-1,3-2-24,-2-2 1,4-8-1,-2 3 1,-2-5-61,-2-2 0,3-5 2,1 0 1,2-8-41,-2 1 0,-2-3 6,7-2 1,-5-5 0,6-3-232,1-2 1,3-2 0,1-5 74,1-1 0,-7 3 0,1 1 1,0 3 271,-3-3 0,-1-1 0,0-11 0,2-1 0</inkml:trace>
  <inkml:trace contextRef="#ctx0" brushRef="#br0" timeOffset="232">53 523 7981,'-16'-8'-72,"5"-4"0,-3 3 909,8-3 0,0 6-702,6-6 1,8 3-1,4-3 1,5 6-126,7 4 0,3-3 0,8-1 0,0 2-175,-1 2 0,7 2 0,2 0 0,2 0-301,3 0 1,-3 0 0,1 0 0,5 0-195,5 0 1,-7 0 659,3 0 0,-11-8 0,1-2 0</inkml:trace>
  <inkml:trace contextRef="#ctx0" brushRef="#br0" timeOffset="700">734 610 8782,'0'-10'-867,"-2"16"860,-4 12 0,2 9 0,-5-4 0,1 0 95,4 3 1,-4 1 0,2 8 0,2-2-36,2-4 1,2 2 0,2-8-1,2 0-24,2 3 0,8-13 1,-3 3-1,7-7-17,5-5 1,-2-2 0,9-4 0,-1-4-42,-2-5 1,4-5 0,-6-3 0,0-2-44,1-3 0,-3-5 0,-8 4 0,-1-2 43,-2-4 0,-9 4 0,3-1 0,-4 3 30,-2 4 1,-8 1 0,-3 3 0,-7-1 11,-5 1 1,2 1 0,-6 3 0,-1 3-70,1 2 1,6 1-1,-2 3 1,3-2-232,3 2 0,5 2-214,0 2 1,3 2 500,-3 4 0,12 4 0,10-1 0,7-1 0</inkml:trace>
  <inkml:trace contextRef="#ctx0" brushRef="#br0" timeOffset="1150">1991 208 8420,'0'-17'-74,"0"-1"0,0 1 1,0-1 122,0 1 0,0 0 1,0-1 529,0 1 0,-2 1 0,-2 2-404,-1 3 1,-9 7 0,2-2-194,-3 4 1,3 8 0,1 2-1,-3 1 20,-1 5 0,-3 4 0,3 3 0,1 4-28,2 2 0,3 2 1,-5 4-1,4 0 66,3 2 0,1-2 0,6 12 0,0 0 20,0-1 0,0 5 1,2 9-1,3 6 62,7 4 1,4 2 0,1 0 0,1-1-1,-1 1 0,-5 0 0,-1-2 0,1-4-94,-2-6 0,-1-5 1,-5-5-1,2-3-199,-2-2 0,-4-5 1,-4-7-1,-4-3-105,-1-3 0,-3-2 1,-5-5-1,-1-3-67,1-3 1,-1 1 0,1-7 0,-1-2-180,1-2 0,-1-4 0,1-4 1,-1-6 521,1-3 0,-1-10 0,1-2 0</inkml:trace>
  <inkml:trace contextRef="#ctx0" brushRef="#br0" timeOffset="1315">1537 1012 8420,'-9'-18'309,"-1"1"0,6-3 52,-2-3 0,0 4 1,6-5-1,2 5-109,4 1 1,4 1-1,7 1 1,1 3-178,-1 1 1,8 6-1,3-3 1,1-1-505,0 0 1,2 5 0,8-5-1,3 2-453,3 4 0,-6-4 0,2 1 882,-5-3 0,7-2 0,2-5 0</inkml:trace>
  <inkml:trace contextRef="#ctx0" brushRef="#br0" timeOffset="1947">2306 331 8420,'0'-24'0,"0"1"0,-2 0 183,-4-3 1,4 7 0,-4-4 0,4 3 559,2 3 1,0-1 327,0 1-1063,8 0 1,-4 7-276,7 4 1,-7 14 0,4 7 47,0 7 0,-6 3 0,4-2 0,-4 8 45,-2 8 0,0 0 0,0 7 0,0 1 141,0-2 0,0 5 0,0-3 0,0 3 121,0 2 1,5 1-1,1-3 1,-2-3 58,-2-6 1,4-5 0,2-3-1,-1-3 7,1-7 0,4-10 0,-4-3-4,1-2 0,3-4 0,3-10 0,-1-6-89,-2-3 0,-1-3 1,7 1-1,-1-3-189,1-3 1,-7 2 0,1-6 0,2-1-219,1 1 1,3 6 0,-3-2 0,-1 3-10,-3 3 0,-1-1 0,4 1-143,-3-1 0,-5 9 107,6 3 0,-8 6 0,1 6 372,-3 5 1,-2 7 0,0 3 0,0 4 150,0 3 0,0-7 1,0 4-1,0-2-14,0 1 1,0-1-1,2-6 1,2 1 213,2-1 1,8-1 0,-3-2-107,5-3 0,1-7 0,1 2 0,-1-6-100,1-6 0,-1-4 1,-1-7-1,-3-1-43,-1 1 0,-1-6 0,5-1 0,-4 1-29,-7-2 0,3 4 1,-2-7-1,-2 1-55,-2 0 1,-10 6 0,-4-5 0,-3 3-99,-3 0 1,-5 0 0,0 7 0,2 2-178,1 3 0,3 7 0,-1-4 0,1 2-291,-1 1 1,7-1-1,1 8 286,2 3 0,-3 5 0,5 8 0,2-1 281,2 1 0,2-1 0,8 1 0,1-1 0</inkml:trace>
  <inkml:trace contextRef="#ctx0" brushRef="#br0" timeOffset="2498">3161 662 7907,'0'-17'-149,"-2"5"1,-1 1-1,-3-3 1161,2-1 1,2-3-435,2 1-1513,0-1 659,0 8 0,0 5 0,0 10 0,0 7 145,0 4 1,0 7 0,0 0 0,0 0 5,0 3 0,0-5 1,0 6-1,0-2 148,0-3 0,0 3 1,2-2-1,2-1 164,2-3 0,-1-7 0,-5-1 1,2 1 283,4-2 0,-4-1 0,6-5-95,0 2 0,-4-6 0,5-8 0,1-3-192,0-9 0,1 3 1,7-8-1,-3 1-333,-3 1 0,3-6 1,-3 4-1,4-1-173,1 1 0,1 2 1,-1 5-303,0 1 0,1 7 344,-1 4 0,1 8 0,-3 8 259,-3 8 0,2 5 1,-7-2-1,1 4 51,0 3 1,5-7 0,-3 4 0,2-2-8,-1 1 1,-5-1 0,6-6 176,1 1 1,3-3 0,1-3 59,1-6 0,-6-4 0,-1-4 0,1-4 50,-2-6 0,-1-5 1,-5-6-1,2-4 17,-2-1 0,4-5 0,-3 4 1,-1-6-117,-2-5 1,-2 1 0,-2-8 0,-3 1-297,-7 1 0,-4 0 1,-1 9-1,-1-1-215,1 4 0,-1 5 0,1 3 0,0 10-1933,-1 5 2233,1 4 0,-9 14 0,-1 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26.2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383 360 8349,'0'-18'-19,"0"1"0,0-1 1,0 1 118,0 0 0,0-1 1,0 1 72,0-1 0,-2 6 0,-2 1 180,-2-3 1,0 5-171,6-3-381,0 8 1,0-2-1,2 14 128,4 9 1,-4 1-1,6 7 1,-2 0 77,-1 4-1,3 6 1,-4 4 0,2 4 24,-2 2 0,0 1 1,0 6-1,1 1 76,-1-1 1,-2 6-1,-2-1 1,2-5 24,4-3 1,-2-11 0,6 3 0,-1-4-86,1-2 0,4-8 0,7-5-80,2-9 1,0-5 0,-3-8 0,1-2-299,2-4 1,3-4-1,-5-9 1,2-2-448,-1-3 1,1 1 776,-6 6 0,13-9 0,-11-1 0</inkml:trace>
  <inkml:trace contextRef="#ctx0" brushRef="#br0" timeOffset="234">138 709 8349,'-35'-8'363,"2"4"1,4-5 248,6 1-380,11 2 1,7 6-113,10 0 0,11 0 1,9-2-1,4-2-235,8-1 1,0-3 0,10 2 0,1-4-123,2 1 0,-3-7 1,-2 6-1,-1-1-45,1-1 1,2 0 0,3-5-1,-3-1-275,-7 1 1,3 5 556,-2 1 0,-1-1 0,-5-5 0</inkml:trace>
  <inkml:trace contextRef="#ctx0" brushRef="#br0" timeOffset="800">924 203 8349,'-11'-14'-381,"-1"-3"1,8-5-1,-4 7 305,1 3 0,3-1 413,-8 7 1,8 2-340,-2 10 1,4 3-1,2 9 1,0 1 30,0 4 0,0 5 1,0 7-1,2 1-17,4 5 0,-2-2 0,6 8 0,-1 1 16,1 3 0,0 1 0,3-2 0,-1-1 66,2-3 0,-1-1 0,1 0 0,-5-8 30,-1-6 0,4-10 0,-4 2 27,1-3 0,-3-11 7,6-3 0,-8-12 0,3-5-86,1-5 0,-6-1 1,4-1-1,-4 1-98,-2-1 0,6-5 0,0 0 0,-1 1-94,3 3 1,-4 2 0,6-1 0,-1 1-46,1-1 1,2-5 0,3 0 0,-1 1 34,-2 3 0,-1 3 0,5 3 1,-3 1 121,-1-1 0,0 5 0,5 2 4,0 4 1,-5 2-1,0 2 1,-1 4 12,-1 5 1,4 7 0,-7 3-1,3 4 98,4 3 1,-5-5 0,1 6 0,0 0-47,0-2 1,-7 6-1,5-6 1,-2 3-65,0-1 0,0-8 0,-6 2 0,0-3-47,0-3 0,0 1 0,0-1-134,0 1 0,0-7-324,0 1 0,2-8 508,3 2 0,5-12 0,8-4 0</inkml:trace>
  <inkml:trace contextRef="#ctx0" brushRef="#br0" timeOffset="1600">1693 971 8028,'-12'0'607,"0"0"0,8-2 0,-3-2-324,-1-2 0,6-7 0,-4 1 0,4-3-259,2-3 0,8-5 0,2-2 1,1-4-148,1-8 1,0 2-1,3-6 1,-1 2-161,-3-2 1,-1 5 0,2-5-1,-6 4 8,-5 2 1,-1 6 0,0 2 0,0 2 146,0 3 0,-1 11 0,-5 5 100,-6 4 1,-3 8 0,-3 1 0,1 5 84,-1 7 1,3-1 0,1 5-1,4-3 55,3-3 0,-5 2 1,6 3 6,2 1 1,4 0 0,6-5 0,6-3-6,3-3 0,3-2 0,-1-6 0,1 1-103,-1-1 0,2 4 0,3-2 0,1-2-14,-2-2 1,1-2-1,-1 0 1,2 0-173,-1 0 0,-3 2 0,-1 2 73,-1 1 1,-5 7 0,-3-4 0,1 1 101,0 5 0,-6 2 0,2 1 0,-3 1 42,3-1 0,-4 0 1,4 1-1,-2-1 124,2 1 0,-4-1 0,4 1 0,-3-3 3,3-3 0,-2 2 0,6-7 0,-1 1-47,1 0 0,-4-2 0,6-6 0,1 0-96,3 0 0,1-2 0,1-4 0,-1-6-79,1-3 1,-1-3 0,1 1-1,-1-3 18,0-3 0,1 2 0,-1-6 0,1-1-118,-1 1 0,-5 6 0,-2-2 1,-1 3-373,1 3 0,-6-1 116,2 1 0,2 9 331,-3 8 0,1 8 0,-6 9 1,0 1 157,0-1 0,0 8 0,0 3 0,2 1 143,4 0 0,-2-8 0,6 2 1,-1-1-10,1 1 0,2-5 0,5 1 1,1-7-92,-1-5 0,6 5 0,1-6 0,-3-2-68,-2-2 0,3-10 1,-3-4-1,-3-3-79,-1-3 1,-1-1 0,-3-3 0,-5-3 28,-4-2 1,-2 4-1,0-4 1,-2 1-26,-4 5 1,-3-4 0,-11 2 0,-3 1-98,-6 3 0,-4 1 1,-2 3-1,2 1-24,4 3 0,-4 7 1,6-4-1,-1 2-309,5 0 1,10 0-1239,1 6 1688,8 8 0,12 2 0,11 7 0</inkml:trace>
  <inkml:trace contextRef="#ctx0" brushRef="#br0" timeOffset="2617">2828 657 8349,'0'-18'0,"0"1"237,0-1 1,0 1 0,0-1 101,0 1 1,0-1 0,2 1-182,4 0 1,-5 5 0,5 0-643,-4-1 298,-2 5 0,0 2 1,0 12-1,0 6 78,0 3 0,0 8 0,0 3 0,0 1 78,0 4 0,6-4 1,2 2-1,2 2 51,3 2 0,3-6 0,-1-1 0,-1-3 50,-3 0 1,3-5 0,7-7 0,3 1-31,-3-2 1,-2-3 0,-1-7 0,1-2-42,5-3 1,-5-5 0,4-10 0,-5-1-6,-7-2 1,5-8 0,-6 4 0,1-3-44,1 1 0,-6 2 1,3-4-1,-1 2-50,-4-2 1,-2 6 0,-2 1-317,0 5 137,0 2 0,0 9 191,0 8 0,2 8 0,2 9 0,2 2 156,-3 5 1,5-3-1,0 8 1,2 2 110,3 2 0,3-4 0,1 0 1,1 3 40,-1 1 1,3-1-1,1 0 1,4-5-85,2-2 1,4-4 0,8-7 0,2-4-74,-2-3 1,3-3 0,-1-10-1,0-5-82,2-5 1,-7-9 0,5-4-1,-6-4-72,-6-2 1,-3 0 0,-9 0 0,-2 0 30,-3 0 0,-4 0 1,-8 0-1,-4 0-104,-8 1 0,-1 6 0,-16 7 1,-4 7-54,-6 9 0,0 3 1,-6 2-1,3 0 133,3 0 0,2 7 1,4 5-1,2 4 55,2 1 1,8 6 0,-3 3-1,7 1 98,5 4 1,4-4 0,8 2 0,0 2 51,0 2 1,2-6 0,6-3 0,8-5-27,5-2 1,4-1-1,-1-4 1,3-7-59,0-3 1,4-2 0,-6-2 0,0-3-46,1-7 0,-1-4 0,-4-1 0,2-2-13,-1-5 0,-3 3 0,-3-6 0,-3 2-7,-1 3 1,-6-3 0,3 2 0,-1 1 14,-4 3 1,0 1 0,0 1-169,2 0 20,0 7 0,-6 4 0,0 12 0,-2 5 97,-4 5 1,4 7 0,-4 3 0,4 1 97,2 4 0,0 2 1,2 2-1,2 0 121,2 0 1,7 1-1,-1 5 1,3 6 69,3 3 1,-1 4-1,1 3 1,-1 3-125,1 2 1,-1 0-1,-1 4 1,-5-4-79,-5-2 0,-4-7 0,-2-9 0,0-1 25,0-4 0,-8-12 0,-3-8 0,-5-7 82,-1-4 0,-1-2 0,1-6 0,-3-2-129,-3-4 1,2-4-1,-6-9 1,-1-5 18,1-5 0,4-4 0,-4-2 0,2-1-47,3-5 0,3 4 1,1-6-1,1 3-30,-1-1 0,9-2 0,3 4 1,4-1-44,2 1 1,2 2 0,6 2 0,7 0-87,7 0 1,9 2 0,-2 2 0,4 4-183,2 2 1,2-4-1,3 3 366,7-1 0,3 6 0,3-4 0</inkml:trace>
  <inkml:trace contextRef="#ctx0" brushRef="#br0" timeOffset="3184">4260 80 8311,'0'-17'0,"-2"-1"557,-4 1 503,4 0-945,-6 7 1,8 10-1,0 13 1,0 7-153,0 3 1,0 14 0,0-2 0,0 4 103,0 3 1,2 3 0,2 7 0,2 1-126,-2-1 0,-2 6 0,0 3 0,2-3 119,2-4 1,1 2 0,-3-11 0,2 0 72,-2-5 1,4-5-1,-3-6 1,1-7 253,2-9 0,-4-5-148,8-8 1,-9-8 0,5-3 0,-2-7-129,0-5 0,5 2 0,-5-7 0,0 1-192,2 0 0,0 4 0,5-4 0,-1 1-196,1 5 1,1-4-1,0 2 1,-3 1 5,3 3 1,1 1 0,3 1 52,-1-1 0,1 9 1,-1 3 53,1 4 0,-1 2 0,1 2 81,-1 4 1,-5 3 0,-3 9 0,1 1 113,0 5 1,-4-3-1,3 6 1,-1 0 9,-4 0 0,0-3 1,0 3-1,2 0 110,-3 0 1,5-5 0,0 1 0,0-4 123,0-1 1,5-3 0,-1-1-1,3-4-29,3-3 0,1-1 0,2-6 0,5-2-226,1-4 1,-4-3 0,6-9-1,0 1-322,-1-1 0,3-1 0,-6-2 0,0-3-730,0 3 1031,-1 2 0,1-7 0,2-1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32.3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489 717 7937,'0'-18'-1107,"-2"3"1061,-3 3 0,1-1 1,-6 5 107,2-2 0,-5-2 0,1-3-4,-3 3 1,-3-1 0,1 7 0,-3 0-26,-3-2 0,3 6 0,-5-4 1,2 5-16,0 1 1,-3 0-1,5 1 1,-2 5-33,1 6 0,-3-2 1,2 1-1,2 3 59,1 1 1,5 9-1,1-1 1,4 0 51,3 2 0,-5-5 0,6 5 1,2-2-29,2 1 0,4-1 0,4-6 0,6 1 2,3-1 1,5 1 0,1-3-1,4-3-18,2-6 0,3-2 0,4 0 0,-1 1-45,-3-1 1,3-8-1,-4-3 1,4-3-19,2-4 0,-6-7 0,0-4 0,0-2-15,-2-4 0,0-2 0,-5-2 1,1-2 6,-2-4 0,-7 2 1,-5-7-1,1-3-26,0-1 1,-6-1 0,2 3 0,-4 3-66,-2 2 1,0-3 0,-2 5 0,-2 2 71,-2 2 1,-6 10 0,4 4-1,-1 4 47,-5 1 1,5 8 23,-3 5 1,6 3-26,-6 2 0,9 7 0,-3 5-31,4 4 0,-4 7 1,0 0-1,2 0 116,2 3 0,2 1 0,0 8 0,0 0 70,0 0 0,0 5 1,0 1-1,0 0-10,0 2 1,2-5 0,4 7 0,4 0 66,-1-1 0,7-3 0,-4 4 1,3-3-140,3-3 1,-7-2 0,1-2-1,1-2-107,3-4 0,-4-4 0,-3-7-142,-1-1 0,4-5-211,-6-1 1,-1-9-134,-5-2 0,6-2 0,0-9 511,-2-3 0,6-9 0,-1-4 0</inkml:trace>
  <inkml:trace contextRef="#ctx0" brushRef="#br0" timeOffset="516">961 839 8183,'0'10'-394,"0"-1"2170,0-3-1460,0-4 1,0 4-1,0-12-223,0-6 0,2 3 1,2-5-1,2-3-109,-3-5 0,5-7 0,0 2 1,0-4-86,-1-6 1,7-9 0,-4 1 0,1-4 46,1-3 1,0 4 0,5-9 0,1 5 20,-1 0 0,1 11 0,-1-6 0,-1 8 39,-5 4 0,3 8 1,-8 4-1,-1 4 338,3 1-110,-6 8-280,6 3 0,-8 9 0,0 3 1,0 9-74,0 7 0,0 1 1,0 7-1,0 2 137,0 2 0,2 2 1,4 2-1,3 3 129,1 7 0,6-2 1,-3 1-1,7 3-12,3 1 0,2 1 0,-4-3 0,5-1-61,1 1 1,0-7-1,2-4 1,-4-6-162,1 0 0,-7-4 1,4 0-1,-5-2-682,-7-3 0,-3-9-1061,-8-1 544,0-8 1286,0 4 0,-15-8 0,-5 0 0</inkml:trace>
  <inkml:trace contextRef="#ctx0" brushRef="#br0" timeOffset="714">1013 647 8155,'-9'0'923,"3"0"-718,12 0 0,3 0 0,11 0 1,1 0-176,2 0 0,8 0 0,-3 0 1,1 0-331,0 0 1,0 0 0,6 0 299,0 0 0,0-8 0,0-2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37.26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193 141 8408,'-6'-12'8,"0"0"1,-5 1 271,5-7 1,0 1-175,6-1 1,0 1-12,0-1 1,8 9-545,3 3 1,5 4 163,1 2 0,-1 8 1,-5 5-1,-5 7 125,-4 3 0,-2 0 0,0-3 0,-2 1 79,-4 2 1,3 1-1,-9-7 1,-2-2 204,-1-3 0,3 4 0,1-7 0,-3 1 189,-2-4 0,-1-4 0,0-2 0,-1 0-92,1 0 0,-1-8 0,3-4 0,3-3-138,6-3 1,-2-1 0,3-2-1,1-3-288,2 3 1,4 2 0,4 3-155,5 4 0,5 3 1,1 5 358,1-2 0,7 0 0,2 6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37.92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53 210 8431,'-10'-17'14,"0"5"0,4 1 335,-5-3 1,3-2-69,2-1 1,4-1-1,2 1-167,0 0 0,2 1 0,4 2 1,4 3-227,-1-3 0,7 6 0,-5 3 1,5 3-148,1 2 1,1 0 0,-1 2 0,-1 3-57,-4 7 0,-3 4 0,-5 1 0,2 2 170,-2 5 1,-2-3-1,-2 6 1,0-2 106,0-3 0,-2-3 0,-2-1 1,-4-1 264,-1 1 0,-3-3 1,-6-3 207,1-6 0,-1-4 0,1-4-261,0-4 1,5-4 0,2-7-1,0-1-127,1 1 1,5-7 0,-2 1 0,4 2-307,2 1 0,0 3 0,2-1 0,2 1-1131,2 0 1390,7 7 0,5-6 0,9 7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38.36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52 263 8284,'-2'-27'0,"-3"2"167,-7-1 0,2 7 0,1-4 0,1 3 250,4 3 1,2-1 0,2 1-233,0-1 0,8 1 0,3 1-209,5 5 0,-4 3 1,-1 8-1,3 0-76,1 0 1,5 0 0,1 2 0,2 4-36,-1 5 1,-3 5 0,-3 1 0,-3 3-328,-1 3 1,-2-2 0,1 7 0,-5-1 206,-4 0 0,-2 0 0,0 4 0,0-4 319,0-2 0,-8-1 0,-3-7 370,-5 1 1,-1-9 0,-1-3-89,1-4 0,-1-4 1,1-4-1,1-7-278,5-9 1,-3 1 0,8-6 0,2 0-344,2 0 1,2 3 0,2-3 0,2 2 274,2 4 0,15 1 0,-1 3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1.202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70 307 10142,'-7'-18'-705,"3"7"1,-6-1 720,2-1 0,-3-3 1,5-1 406,2-1 1,2 1 0,0-1 33,-4 1 0,4 5 29,-3 0-754,3 9 0,2-3 0,0 14 38,0 9 1,2 4 0,1 12-1,3 6 54,-2 4 1,4 5 0,0 9 0,-1 3 109,1 2 0,4 0 1,-4 6-1,-1-2 61,1 0 0,4 4 0,-6-12 0,-1-4-2,3-5 1,-6-3-1,6-11 150,0-8 0,-6-15 0,3-12-59,-3-10 0,4-7 1,2-4-1,0-5-94,-1-1 0,7-8 0,-2-7 0,1-1-129,-1 0 1,3-3-1,-3 3 1,4 0-84,1 1 0,-5-1 0,-1 4 0,1 0 103,-2 6 1,5-2 0,-5 8 0,2 2-143,-1 7 134,-7 1 0,6 23 0,-6 0 0,1 9 122,-1 8 1,0 5 0,0 7 0,4-1 81,2 1 1,-5 2 0,7 2 0,2 2 27,1-2 0,-3 3 0,-1-1 0,3-2-41,2-2 1,7-2 0,0-2 0,-2-4 44,-1-6 1,-3-6 0,1-3 0,-1-4 0,1-2 0,-7-5 0,1-8 0,0-7 4,-3-4 1,5-3 0,-6-2-1,-1-5-113,1-1 1,0-2 0,-4-6 0,2 0 18,-2 0 0,-2-5 0,-2-1 1,0 0 27,0-2 1,-2-1 0,-4-9-1,-4 1 44,0 0 1,-5-1-1,3-1 1,-3-2-70,-3-3 0,7 9 0,1 9 0,0 6-34,0 6 0,7-2-409,-3 8 70,4 7 0,2 16 0,0 12 1,2 4-563,4 1 1,3 6 911,9 1 0,-1 7 0,1-4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2.05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193 436 8348,'0'-18'-32,"0"7"0,0-1 97,0-2 0,-2 5 0,-2-3-92,-2-2 1,-2 5-131,2-3 1,2 6 39,-7-5 0,1 14 0,-2 3-17,7 8 0,-3 9 1,2 2-1,2 3 139,2 3 0,2 2 0,0 1 0,0 1 45,0 0 1,0 0-1,0 0 1,2-2 48,4-4 1,-2-2-1,7-5 4,3 1 0,0-5 0,-1-9 1,-1-1-13,1-4 0,3-16 1,1-5-1,-1-5-78,-4-3 0,3-2 0,-5-8 0,1 0-5,1 0 1,-8 0 0,2 0 0,-4 0-46,-2 1 1,0-1-1,0-2 1,-2-2-113,-4-2 0,-6 0 0,-9 7 0,-4-1-69,-2 0 1,-1 2 0,-3 4-1,4 5 203,2 5 1,2 3-1,5 5 1,1 5 69,-1 4 0,9 4 1,1 4-1,2 5 16,0 5 1,0 7-1,6 2 1,0 3 22,0 3 0,6 2 1,2 2-1,2-3 50,3-2 1,3 1 0,1-8 0,1-2-69,-1-1 1,1 1 0,-1-2 0,3-5-6,3-4 1,-4-4 0,6-6 0,-1-2 6,-1-4 0,2-12 0,-3-9 0,1-2-59,-2 0 0,-1 0 1,-3-6-1,-1 0-136,-5 0 1,3 0-1,-6 0 1,-1 2-188,1 4 0,-2 4 0,-6 7-170,0 1 1,-2 1 303,-4 5 0,-2 5 0,-5 10 0,3 4 137,2 1 1,-3 3 0,5 5 112,2 1 0,2-1 0,2 1 32,0-1 1,2-5 0,4-2-1,5-3-45,5-3 1,1 4 0,1-2 0,1-2-66,5-2 1,-3-2 0,6 2 0,0 1-57,0 3 0,-5 0 0,1-4 0,-2 4 69,3 6 0,-11-3 0,5 5 0,-5 3 163,-3 5 0,-2 9 0,-8-2 0,0 4 50,0 2 0,0 5 0,-2 1 0,-2 0 56,-2 2 1,-5-7-1,5 3 1,2-8-205,2-7 0,4-5 0,4-3 0,5-5-117,5-5 0,1-4 0,3-2 1,1 0-191,2 0 0,6-8 0,-3-3 0,-1-5 227,0-1 0,6-9 0,-4-1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2.41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17 156 8348,'0'-18'10,"0"1"1,0 0 0,0-1 0,-1 1 299,-5-1 1,4 6 0,-4 1 679,4-3-1039,2 6 0,0 3 0,0 10 1,0 7-57,0 4 0,0 3 0,0 4 0,0 6 119,0 4 1,0 10 0,2 4-1,4 3 36,5 3 0,-1 7 1,0 4-1,0 4-31,-1 2 0,-3 5 0,4 3 0,-1-1 3,1 1 1,-6-4-1,2-12 1,-4-8-104,-2-5 1,0-16-100,0 2 1,0-22 5,0-7 1,0-8 0,0-13-1,0-5-409,0 1 1,0-8 0,2-3 0,2-2 582,1-3 0,9-8 0,-4-2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2.73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367 35 7737,'0'-17'547,"-8"7"1,-1 2-659,-9 8 0,-5 2 0,0 4 0,1 5 38,3 5 1,-6 3 0,-2 3 0,-3 1 29,1-2 1,8-1 0,-2-3 0,3 1 70,3-1 0,1 1 0,3-1 164,1 1 0,8-1 0,-2 0-43,4 1 1,10-1-1,4 1 1,5-1 76,7 1 0,-3-1 0,8 1 0,2-1-141,2 1 0,2 1 0,0 2 0,-2 5-97,-4 1 1,4-6 0,-6 2-1,2-3 3,0-3 0,-7 1 0,1-1 0,-4 1-193,-1-1 0,-6-5-1117,-1-1 1319,-7-7 0,4-4 0,-8-9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3.56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452 889 8228,'0'-17'-58,"0"5"0,-2 1-42,-4-3 0,4-2 0,-5-1-11,-1-1 1,4 7 0,-8 1-1,-1 0 59,-3 1 0,-7 5 0,0-2 0,-1 4 42,-1 2 1,0 0-1,-6 0 1,4 2-86,2 4 1,-5 4-1,7 9 1,2 2-39,1 3 0,3 5 1,-1-4-1,3 2 93,3 4 0,3-4 0,5 2 0,-2 1 46,2-3 0,4 4 0,4-8 0,4-2 16,1-1 1,3-9 0,7-1 0,3-2 138,1-4 0,2-4 0,-3-6 0,3-6 44,2-3 0,-4-10 0,4-5 0,1-3-28,-1-1 1,-4-9 0,4-4 0,-2-3 5,-3-3 0,-3-1 0,-1-4 0,-1-6-78,1-4 1,-7 4 0,-1 2 0,-2 0-122,-4 0 1,-2 5-1,-4 1 1,-4 8-103,-6 7 1,2 6 0,-1 6 0,-1 5 0,2 5 0,-5 9 47,3 5 0,5 5 0,-1 3 0,2 7-102,0 6 0,0-1 0,6 14 0,0 2 128,0 2 0,0 8 1,2 2-1,4 1 52,6 5 0,3 9 1,3 4-1,-1 2 67,1 0 1,-1 0 0,1 6 0,1 0 10,4 0 0,-3-10 1,1-8-1,-6-9 152,-3-6 0,-6-10 0,4-4 8,-3-3-343,-1-10 1,-4-5-705,4-10 1,-2 1-394,8-8 1194,-1 0 0,7-13 0,-1-2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3.95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112 121 7676,'0'-18'-274,"0"1"0,0-1 1026,0 1 1,-2-1-529,-4 1 0,2 7-436,-8 4 0,6 6 1,-3 6 100,1 6 1,-4 5 0,7 5 0,-1 3 79,-2 2 1,6 2 0,-4 6 0,4 0 98,2 0 0,0 0 1,0 0-1,2 0 21,4 0 1,-2-6 0,8-2 0,3-2 33,6-4 1,-1-7 0,5-4 0,-2-3-29,1-3 1,5-10 0,-6-5-1,-2-7-89,-1-5 0,-3-4 0,-1-8 0,-5 0 41,-5 0 0,-4 6 1,-2 0-1,0-2-28,0-2 0,-13 4 1,-7 2-1,-3-1-147,-2 1 1,-6 6-1,2-2 1,-4 5-240,-2 7 1,7 1 0,5 6-1,4-2-395,1 2 0,7 4 762,-1 6 0,16 4 0,-2 7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4.4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35 106 8228,'0'-18'0,"-6"1"0,-1 1 543,-3 5 1,6-5 88,-2 4-1134,4 5 251,2-1 0,0 10 0,0 4 0,2 5 160,4 5 0,-4 9 1,6 2-1,-2 2 17,-1 0 0,1 0 0,-4 6 0,2 0 129,2 0 1,0-6 0,-6-1 0,0-1 209,0 0 0,0-6 1,0 2 260,0-3-205,0-3 0,5-9 0,1-8 0,-2-10-218,-2-5 1,-2-10 0,2-2-1,2-3-178,2 1 0,2 0 1,-5-6-1,3 0-80,-2 0 1,4 6 0,0 0 0,1 0 11,5 2 1,0 2 0,-1 7 0,-1 3 2,1 3 0,3 4 0,1 8 0,1 0 27,-1 0 0,1 8 0,-3 4 1,-1 5 103,-3 6 1,-1 5-1,4 7 1,-5-1 90,-1 1 0,0 0 0,-4 0 1,2 0-1,-2 0 0,-1-2 1,1-2-1,2-2 18,-2 2 0,-2-5 1,-2-3 283,0-4-413,0-9 1,-2-2-383,-4-8 0,4-8 0,-4-4-63,4-3 1,8 3-1,2 0 474,2-1 0,1-10 0,7-5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4.83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53 385 8228,'-15'11'-458,"1"-1"235,3-2 1,7 0 999,-2-3 0,4-5-558,2 0 0,2-2 0,4-9 1,5-3-83,5-1 0,1-3 0,1 1 0,1-3-161,4-3 0,-3 2 0,3-6 0,-1-1-97,1 1 0,-10 6 0,5-4 0,-5 1-136,-3 1 0,-2 0 0,-8 5 0,0 1 50,0-1 1,-8 3 0,-4 3 0,-3 6 56,-3 4 0,-5 2 0,0 2 1,2 6 149,1 10 1,-1 1 0,1 8 0,5 0 92,-1 1 0,3 3 1,1 7-1,4 3 163,1-2 0,5-2 0,-2-2 0,8 0-95,7 0 0,5-2 1,3-2-1,3-4-37,1-2 1,8-4-1,-2-9 1,4-4-157,2 0 1,6-7 0,-1 5-1,-1-4-262,-2-2 0,-4-6 0,-2-1 0,-4-1-674,-1 0 0,3-4 968,-6 7 0,0-17 0,-5 3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9.78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505 340 8030,'0'-17'-205,"0"5"0,0 1 570,0-3 1,0 4-1,0-1-124,0-3 0,0-2 0,0-1-141,0 0 0,0-1 0,0 1 0,0-1-69,0 1 1,0-1 0,0 1-300,0-1 1,-2 1 0,-3-1 76,-7 1 1,-4 7 0,-3 4 0,-2 4 58,-3 2 0,-7 2 0,2 4 0,-2 8 80,2 7 1,-4 6 0,4 10-1,-4 2 176,-2 2 1,2 7 0,2-1 0,4 3 46,2 3 1,7 7 0,8 2 0,3-2 56,3-8 1,15-1-1,9-10 1,5-3-84,6-1 1,2-15 0,2-7 0,2-3-112,4-2 0,-3-7 1,7 3-1,-2-4-171,-4-2 0,-3-6 0,-3-1 0,-2-1-388,-1 0 0,-3-6 0,4 5 1,-4-3-1171,-2 1 1695,-2-1 0,-5-6 0,-1 1 0</inkml:trace>
  <inkml:trace contextRef="#ctx0" brushRef="#br0" timeOffset="267">820 532 8333,'-10'-17'350,"0"7"1,6 2 83,-1 1 1,-1 3-293,6-8-926,0 1-461,0 1 792,0 2 0,0 10 131,0 4 0,0 4-24,0 7 346,0-7 0,7 5 0,3-5 0</inkml:trace>
  <inkml:trace contextRef="#ctx0" brushRef="#br0" timeOffset="768">1204 323 8145,'0'-18'0,"0"1"122,0-1 1,-6 1 0,0-1 0,0 1 146,-1 0 1,5-1-1,-4 1-7,4-1 1,2 7-1,-2 1-136,-4 2-292,4 2 1,-6 8 0,10 4-1,2 6 41,2 3 0,6 10 0,-4 4 0,1 4 132,5 2 0,-4 6 1,1 2-1,3 1 23,1 5 0,-3 5 0,0 1 1,1-5 30,3 1 0,1-1 1,1 0-1,-1-3 4,1-6 1,-1-12-1,-1-6 1,-3-5 150,-1-7 1,-6-3-1,5-12-8,3-7 0,-5-3 1,3-15-1,2-2-199,1-2 0,-3-8 0,-2-2 0,-1 1-125,1-1 0,0-4 0,3 5 0,-3-3-64,-2-3 1,3 3-1,-5-2 1,-2 1 61,-2 1 0,4-3 1,0 9-1,-2 4 34,-3 4 0,5 4 0,0-2 0,-2 5 37,-2 5 1,-2 7-162,0 1 0,0 9-123,0 2 0,0 2 1,0 9-42,0 3 0,0 1 1,0 3-1,0-1 372,0 1 0,8-1 0,1 1 0</inkml:trace>
  <inkml:trace contextRef="#ctx0" brushRef="#br0" timeOffset="1153">1902 724 8116,'-5'-17'132,"-1"0"0,-2 5 0,4 0 410,-2-1 0,1-3-184,5-1-663,0 7-627,0-6 492,0 15 340,0 1 1,0 3 657,0 9 445,0-8-383,0 4-1309,0-8-1292,0 0 1981,0 7 0,0-5 0,0 6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8:48.65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106 156 8058,'0'-17'-354,"0"-1"1,0 1-1,0-1 442,0 1 1,-2 5 550,-4 1 1,-4-1-36,-7-6-662,7 9 1,-4 3-5,9 12 1,-1 5-1,6 13 1,0 5 167,0 4 0,2 9 0,2 5 0,1 3-104,-1 3 1,0 5-1,0 2 1,4 2 17,1 4 1,-3 2 0,4 0 0,0-4 54,-1-6 0,-3-3 0,4-5 0,-2-5 73,-4-10 1,3-8 107,-1-10 1,0-9 14,-6-8 1,0-2-1,0-9-208,0-3 0,0-4 1,0-3-1,2-2-235,4 1 1,2-3 0,5 2 0,-1 2-20,1 1 1,-3 3-1,2-1 1,1 1-77,3-1 0,1 9 1,1 3-1,1 4 51,4 2 0,-3 0 1,3 2-1,-4 4 142,-1 5 0,-1 7 0,1 3 0,-1 4 71,1 3 1,-8-5-1,-5 6 1,-3 2 72,-2 2 1,-2-4 0,-5-2 0,-9-2-3,-5-3 1,-8-3 0,3-3 0,-1-3 138,-4-1 0,4-8 0,-2 2 1,-2-4-31,-2-2 1,4-6 0,0-2 0,0-2-43,1-3 1,1-3 0,6-1 0,-1-1-11,7 1 1,-1-1-1,11 1-290,1-1 0,2 7 0,4 1-419,4 2 1,5 2 0,14 6 0,8-1-308,6-5 0,8 4 891,-6-4 0,15 4 0,-2 2 0</inkml:trace>
  <inkml:trace contextRef="#ctx0" brushRef="#br0" timeOffset="598">612 977 8278,'-8'-10'155,"6"-5"0,-5 3 35,-1-3 0,6 3 0,-4 0 0,2-1-29,-2-3 0,4 5 0,-3-1-212,3-2 0,2-1 1,0-3-169,0 1 1,0 5-40,0 1 1,2 7 182,3-2 1,3 12-1,6 5 1,-3 5 30,3 1 1,-4 3 0,1 1 0,3 2 33,1-1 0,1 3 0,-2-2 0,-3-1 33,3-3 0,1-4 1,1-1-1,-3-2 159,-1 1 1,0-5 0,5-2-124,1-4 0,-7-2 0,1 0 0,0-2-38,-3-4 0,5-9 1,-6-11-1,-1 1-49,1 0 1,4-4 0,-6 3 0,-3-1-95,-1-4 0,-2 6 0,0 2 0,0 3 7,0 3 0,0-1 1,0 1-27,0 0 0,-2 7 0,-1 6-33,-3 8 0,-8 7 0,4 13 0,-1 5 157,-1 4 0,6 4 0,-3 3 0,1 7 88,4 3 1,2 3 0,2 1 0,0 4 52,0 6 1,6-1 0,2 1 0,1 2-59,5 1 1,-4 3 0,1-2 0,1-4 26,-2-6 0,-3-11 1,-7-6-1,0-6 78,0-6 1,-2-6 0,-3-11-1,-7-6 26,-4-4 1,-1-2 0,0 0-1,1-2-42,4-4 0,-5-10 1,3-7-1,-5 0-134,-2-3 0,11-1 0,-8-8 0,5-2-60,3-3 0,-3 3 0,7-6 0,2 2-104,2 1 1,2-3-1,0 4 1,2-4-160,4-1 0,3 5 0,9 0 0,1 6-84,5 4 0,-3 0 0,8-4 0,2 4-155,2 6 0,2 3 541,0 3 0,8-8 0,1-3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9:06.79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488 680 8612,'-2'-12'90,"-4"1"1,2 7 0,-7-2-146,-3 4 0,-1 2 0,-3 0 0,1 0-6,-1 0 0,-1 6 0,-3 2 0,-1 1 46,2 5 0,-1 1 0,1 3 0,-2-1 16,1 1 1,3-1 0,4 3 0,1 1 5,2 2 1,8 1 0,-1-7 0,3 1-40,2-1 1,2 1-1,3-1 1,7 0 29,4 1 0,7-6 0,2-1 0,0 3-8,1 1 0,3-3 1,-4 0-1,0 1-23,0 3 0,-1 1 0,-7 1 0,-1-1 10,-5 1 0,-3-1 1,-8 0-1,0 1 110,0-1 0,-2-1 0,-4-2 0,-5-3 104,-5 3 0,-7-5 1,-2 3-1,-3 0 62,-3-3 0,4-1 0,-2-8 0,0 0-54,2 0 0,-4 0 1,6-2-1,-1-4-155,1-5 0,2-5 1,5-1-249,1-1 1,5 1 0,3-1-236,1 1 0,4 1 0,10 5 0,3 3-100,1 0 0,11 6 1,-3-4-1,3 5 539,4 1 0,3-8 0,7-2 0</inkml:trace>
  <inkml:trace contextRef="#ctx0" brushRef="#br0" timeOffset="1134">628 1047 8116,'0'-18'-11,"5"1"1,1-1-1,-2 1 98,-2-1 1,-2 1-1,2 0 1,2-1 260,2 1 1,0 5 0,-6 0 111,0-1-747,0-3 79,0 6 1,0 10-1,0 12 1,0 4 88,0 1 1,0 3 0,0 1 0,0 4 85,0 2 1,5-3 0,3 5 0,0 0 34,0-2 1,3 4-1,-3-6 1,2 0 99,3 1 1,1-3-1,0-6 1,-3-1-44,3-4 0,1 1 0,3-7 0,-1-2-5,1-2 0,-7-4 1,1-4-1,2-6-30,1-3 0,1-8 0,-3-3 1,-3-1-63,-2-4 1,3 0 0,-3 0 0,0 2-108,0-2 0,3-2 0,-5 0 0,0 2-111,2 2 1,-6 7 0,3-1-80,-3 4 218,-2 9 0,0 4 1,0 12-1,0 8 214,0 7 1,0 0-1,0 8 1,0 2 117,0 2 1,0 2 0,2 0-1,2 0 8,2 0 0,8-6 0,-3-2 0,5 1-106,1-1 0,1-8 0,-1-1 0,1-9-19,-1-1 0,6-8 0,1 2 1,-1-10-76,2-7 1,-5-1-1,3-13 1,-4-2-151,-1-2 0,-1-2 0,-1 0 0,-3 0-45,-1 0 1,-8-2 0,2-1 0,-4-3-51,-2 2 0,0 2 1,-2 2-1,-2 2-35,-2 4 0,-8 0 1,3 10 169,-5 3 1,-1 10 0,-1 1 95,1 3 0,7 9 1,4 5 171,4 4 0,2 1 1,0 0-78,0 1 1,2-3-1,2-1 1,4-2-52,2 1 1,-5-3-1,7 0 1,2-1-64,1 1 1,3-4 0,-1 4 0,1-3-17,-1-3 1,6 4-1,1 0 1,-1 0 33,2-1 0,-6 7 0,5-4 0,-7 1 144,-5 1 1,3 1-1,-5 9 1,2 1 23,-1-2 0,-7 1 0,2-1 1,-4 2-12,-2-1 1,2 1 0,2-4 0,2-3-42,-2-1 0,-1 1 0,3 0-122,6-5 1,-2-3 0,1-8 0,3-2-48,1-4 1,5-5 0,1-11 0,2-1-140,-1 2 0,-3-7 1,-1-1-1,-1-4-8,1-2 0,-7 0 0,-1-1 0,-2-3 13,-4-2 0,3-2 0,-1 5 1,-2-3-68,-2 2 0,-4 4 0,-2 6 1,-4 6 95,-1 3 1,3 11 0,-4 1 70,2 0 1,-3 8-1,3 0 213,-2 10 0,6-1 1,-1 3-1,3 2 12,2 1 1,0-3 0,2-1-1,1 3-57,3 2 1,6-5 0,-4-1 0,1 0-56,5-1 1,-4-5 0,1 4 0,3-2-35,1 0 1,3-1 0,-1-3 0,1 2 10,-1 2 1,-5 2 0,0-4 0,-1 3 18,-1 3 0,3-4 0,-7 6 0,-2 1 159,-2 3 0,-2 7 0,0 2 0,-2 2 14,-4 4 0,2-3 1,-5 1-1,1 0 106,4-2 0,-4 6 0,3-6 0,1 0-181,2-3 0,4-11 0,3-3 0,9 0-293,7-1 0,1-5 1,5 0-1,0-6-164,0-4 0,2-7 0,6 1 1,-2-3 328,-4-3 0,4 1 0,-5-1 0</inkml:trace>
  <inkml:trace contextRef="#ctx0" brushRef="#br0" timeOffset="1882">2584 890 8116,'0'-18'-995,"0"6"1485,0 1 0,-2 1 0,-2-3 25,-2 1 0,0 6-612,6-6 0,-2 9 0,-4-3-29,-5 4 0,1 4 1,0 4-1,1 5-17,-1 5 1,0 7 0,-3 2 0,1 2 6,-2 4 0,7 2 0,1 2 0,4 0 115,2 0 0,0 2 1,0 0-1,2 0 45,4-4 1,3-10 0,9-2 0,1-5 24,5-4 1,-3-9 0,8 3 0,0-8 8,-2-9 0,0-3 1,-5-15-1,1-2 20,-2-2 1,-7-2-1,-4 0 1,-3 0 49,-3 0 0,-2 0 0,-2 0 1,-2 1-66,-3-1 1,-7 0-1,-11 2 1,-5 4-40,1 5 1,-4 5 0,6 3-1,0 5-101,0 5 0,1 4 0,7 2-340,-1 0 1,9 2 0,3 4 0,4 5-31,2 5 1,8 1-1,3-1 447,5-5 0,9 13 0,2-5 0</inkml:trace>
  <inkml:trace contextRef="#ctx0" brushRef="#br0" timeOffset="2783">2950 855 8116,'6'-12'-42,"0"0"0,-2-1 171,-2-3 0,4 5 0,0-1 1,-3-2 234,-1-1 1,-2 3 0,0 1-310,0-3 1,-5 4-391,-1-1 0,0 9 1,6 2 223,0 9 1,-6 7-1,0 3 1,2 3 43,2 1 1,2 10-1,0 0 1,0 6 52,0 0 0,2-3 1,2-1-1,4 0 167,2 0 1,-4 0-1,5-2 1,3-4 35,1-5 1,3-11 0,-1-3 0,1-2-76,-1-5 1,3-3 0,1-7-1,2-9-86,-2-5 1,-1-10 0,-3 2 0,1-4-50,-1-2 0,1 0 0,-3 0 0,-1 0-19,-2 0 1,-9 6-1,3 2 1,-4 2-135,-2 3 1,0 3 0,-2 1-205,-4 1 0,3 9 168,-9 8 1,8 2 0,-2 10-1,4 3 149,2 7 0,0-1 0,0 6 0,0 0 104,0 0 0,6 1 0,2 3 0,2-2 108,3 2 0,5-4 0,3 0 0,2-2 77,-1-3 0,3-9 0,0-3 0,0-2-30,0-4 1,1-2 0,-5-4 0,2-4-72,-1-6 0,-3-5 0,-1-5 0,-3-3-56,-3-2 0,3-2 0,-5-6 1,0 0-159,-5 0 1,-1 0 0,0 2 0,2 2-40,-2 2 1,-2 0 0,-4-4-1,-2 4-538,-2 5 0,-5 5 255,5 2 1,-6 9 0,6 8 286,2 10 1,0 11-1,1 4 1,-3 0 283,2 1 0,2 5 0,2-2 0,0 4-50,0 2 0,6 0 0,0 0 0,-1-1 67,3 1 1,-6-6 0,6-1 0,-2-3 0,0-4 0,5-1 1,-3-3 321,2 1-272,-6-9 0,9-3 1,-7-12-1,-2-5-109,-2-5 1,-2-1 0,2-1 0,2-1-26,1-5 1,3 3 0,-4-8 0,2 0-80,-2 2 1,4-6 0,-1 4 0,1-2-229,0 1 1,5-3 0,-1 6 0,2 0 97,-3 4 1,5 3 0,-5 5-9,5 3 0,1 5 1,1 7-1,-3 1 48,-3 5 1,4 6-1,-5 9 1,3 5 170,-3 1 1,3 0 0,-6 4-1,0-2-1,-1 2 1,5 2 0,-6 0-1,-2-2-126,-2-2 1,-2-6 0,0 5 0,0-3-103,0-4 1,0-7 0,0-3-1180,0 3 501,0-6 0,0-2-127,0-12 936,0-4 0,15-7 0,5-1 0</inkml:trace>
  <inkml:trace contextRef="#ctx0" brushRef="#br0" timeOffset="3532">4627 994 8116,'0'-11'321,"0"-1"91,0-2 0,0 5 1,0-3-266,0-1 1,0-3-1,0-1 1,-2-1-265,-4 1 0,-2 5 1,-5 0-1,1 1-86,-1 1 0,-3-4 1,-1 9-1,-1 1-145,1 2 1,-3 2-1,-1 0 1,-2 2 148,1 4 1,3 5-1,1 11 1,1 3 128,0 2 1,5-4 0,2 6 0,2 0 116,5-1 0,1 5 0,2-6 0,0 0 15,0-4 1,2-3 0,3-3 0,7-1 88,4-5 0,1-3 1,0-8-1,1 0-34,-1 0 1,3-8 0,1-3 0,2-7 28,-1-5 1,-3 2-1,-1-9 1,1-1-1,4-2 0,-3-4 0,3-1 0,-6-5-53,-5-2 1,4 3 0,-5-9 0,3-5-99,-2-4 1,1 2 0,-7-6 0,-2-2-14,-2-2 0,-2 6 0,0 3 0,0 7-29,0 5 1,-6 5 0,-2 9 0,-2 6-40,-3 9 0,3 3 0,-1 9-22,-3 2 1,0 12 0,1 7 0,3 8 86,2 5 1,1 7-1,3 7 1,-2 3 13,2 3 1,2 5-1,2 3 1,0 4 73,0 2 1,2 0 0,2 2 0,4-3-45,1-1 1,3-4-1,5 6 1,3-4-2,3-7 1,-2-7 0,9-9-1,-1-2 19,-2-4 0,6-5 0,-6-13 0,0-5 15,-4-4 1,3-4 0,-3-4 0,-2-5-27,-1-5 1,-5-3-1,-1-3 1,-3-3 44,3-2 0,-6-2 1,0-6-1,-3 2-146,1 4 1,0-4 0,-6 4 0,0-2-75,0 2 1,0 3-1,0 9 1,0-1-78,0 1 228,0 7 1,0 4 0,0 12 0,0 8 32,0 7 1,0 1 0,0 7 0,0 2-51,0 2 0,2 2 0,2-2 0,4-2-97,1-2 0,-3 0 0,6 4 0,-1-4-606,-1-6 0,6-5 714,-5-7 0,5 5 0,1-6 0</inkml:trace>
  <inkml:trace contextRef="#ctx0" brushRef="#br0" timeOffset="3732">5168 383 8116,'-7'-17'363,"-1"-1"0,-6 3 0,5 1-60,1 2 1,2 7-324,6-7 1,2 8-1,4 0-546,5 8 1,-1 6-1,2 7 1,1 1 565,3-1 0,1 8 0,1 3 0</inkml:trace>
  <inkml:trace contextRef="#ctx0" brushRef="#br0" timeOffset="4283">5273 1064 8982,'0'-17'711,"0"-1"0,0-1-629,0-4 0,6 1 0,2-5 0,-1 0-20,1 0 1,6 0 0,-4-4 0,1 3-136,1 3 1,-1 2 0,7 5 0,-1 3-55,1 3 1,-1-1 0,1 7-48,-1 2 0,1 4 0,-3 6 0,-1 5 56,-3 5 0,-5 3 1,4 3-1,-2 3-20,-4 2 1,-2 0 0,0 4 0,1-2 93,3 2 1,0-3 0,-6 1 0,0 0 29,0-2 1,0-2 0,0-5 446,0 3 71,-8-4 0,6-3-247,-3-16 0,3-8 0,2-11 0,0-3-196,0-1 1,0-8 0,0 2 0,2-4-101,3-2 0,-1 0 1,6 0-1,0 2-173,-1 4 0,3-4 1,5 4-1,1-2 11,-1 2 1,1 4-1,-1 9 1,1 2 82,-1 3 0,6 7 0,1-2 82,-3 4 1,-1 16 0,-3 3 0,0 5 125,1 3 1,-6 2 0,-3 10 0,1 2 58,0 1 1,-6 1 0,3-6-1,-1 0-111,0 0 1,0 4-1,-6-2 1,0-4-123,0 0 1,0-8 0,0-2-166,0-4-292,0-9 0,0-4 0,0-12-977,0-5 1518,0-5 0,-8-1 0,-2-1 0</inkml:trace>
  <inkml:trace contextRef="#ctx0" brushRef="#br0" timeOffset="4982">6461 872 8009,'-10'0'816,"2"-8"1,8-3 0,0-5-681,0-1 0,0-1 0,0 1 1,0-1-114,0 1 1,0-3 0,-2-1 0,-2-2-222,-1 1 1,-9 3-1,4 2 1,-1 1-137,-1 4 0,0 5 0,-5 7 1,-1 0 147,1 0 1,-6 2-1,-1 5 1,3 9 112,2 5 0,1 10 1,1-4-1,-1 3 105,1-1 1,7 0 0,2 6 0,3-2 115,-1-4 0,0 2 1,8-8 119,4-2 1,3-3 0,9-6-142,-1-7 1,1-5 0,-1-3 0,1-5-148,-1-2 0,1-4 0,-1-7 0,1-2-100,-1 2 1,0 1-1,1 3 1,-1-1 71,1 1 0,-1-3 1,1-1-1,-3-2 190,-3 1 1,2 9-1,-7 1 269,3-1-487,-6-3 0,4 8 0,-8 8 24,0 10 0,-6 5 1,-2 5-1,0 3 16,1 6 0,-5 4 1,6 4-1,0 2 115,-2 2 0,7 7 1,-7 1-1,2 7 157,0 8 0,0 4 0,6 4 1,0 3 45,0 7 0,-6 3 1,-1 1-1,-1-5-134,0-5 0,-3-12 0,3-4 0,0-6-211,0-7 0,-3-8 0,5-22 0,0-1 123,-2-5 0,4-3 0,-7-10 1,-1-6 61,2-9 0,-5-2 0,1-11 1,-5-1-39,-4-2 1,5-3 0,6-3 0,-1-4-12,-3-2 0,7 1 0,1-5 0,2 5-251,0 1 0,0-4 0,8 5 1,2-1-32,2 0 1,10 8 0,-1 8 0,6 0-71,1 0 1,3 6-1,0-1 1,2 7-195,4 3 0,-3 2 1,1-3-1,2 1-665,2-1 1,2-3 1137,0-1 0,0-1 0,-1 1 0</inkml:trace>
  <inkml:trace contextRef="#ctx0" brushRef="#br0" timeOffset="5434">7159 558 8116,'0'-18'-244,"0"1"0,0 5 0,0 1 186,0-3 0,0-2 0,-2 1 89,-3 3 0,-5 5 1,-8 7-1,1 0 51,-1 0 1,-7 1 0,-4 5 0,-4 6 49,-2 3 0,-4 5 1,2 1-1,6 2 27,4-1 1,-2 3 0,8-2 0,5-1 91,9-3 0,5-1 0,2-1 0,0 0-111,0 1 0,7-1 0,7 1 0,7-1-105,8 1 1,4-1-1,2 1 1,-2-1-226,-4 1 0,4-1 0,-3 1 0,1-1 4,-2 1 1,-2 5 0,-6 0 0,2-2 36,-1-1 1,-9-3 0,-3 1-1,-2-1 121,-4 1 1,-4-7 0,-6-1-1,-6 0 225,-3-1 1,-10-5 0,-3 2 0,-1-4 47,0-2 1,0 0 0,-6 0 0,2 0-331,4 0 0,-2-6 0,6-2 0,0 1-1557,-1-1 1642,3-6 0,6-3 0,-1-10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9:05.35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121 192 7533,'0'-12'483,"0"1"-437,0 7 0,-2-4-103,-4 8 1,-3 0 16,-9 0 0,3 8 1,1 4-1,4 3 69,2 3 1,-3-1-1,5 2 1,2 3-19,2 1 1,0 8 0,-2-2-1,-1 2-29,1-2 1,8 2 0,3-5-1,1-1 1,0 0 0,5-2 1,-1-7-1,4-2 3,1-3 1,1-7-1,1 2 1,2-4 4,3-2 1,-3-8-1,-8-4 1,-1-3 10,2-3 1,1-5 0,1-2 0,-3 0-8,-1-1 1,-6-5-1,4 2 1,-3-4 29,-3-2 1,-2 2 0,-2 2 0,-2 2 3,-4-2 0,-3 0 0,-9 2 0,-1 4-23,-5 0 1,5 5-1,-6-1 1,2 5-35,-1 5 0,1 7 0,6-2-60,-1 4 0,1 2 0,1 2 0,4 4-227,7 5 1,3 5 0,2 1 0,0 1 314,0-1 0,2 1 0,3-1 0,5 8 0,8 3 0</inkml:trace>
  <inkml:trace contextRef="#ctx0" brushRef="#br0" timeOffset="581">540 140 8116,'-10'-8'-54,"5"-4"1,-3-3-1,2-3 158,2 1 1,2 5-73,2 1 0,8 1-181,4-2 0,-3 4 1,3 8 37,2 0 0,1 2 1,1 4-1,-3 6 117,-1 3 0,-2 11 0,3 3 0,-1 4 25,1 2 1,-3 0 0,0 1-1,-1 3 43,1 2 0,-6 0 0,4-6 0,-2 0 51,-1 0 1,1-8-1,-4-4 1,2-4 819,2-1-676,0-8 1,-6-5-1,-2-10 1,-2-9-163,-2-7 1,0-1-1,6-5 1,-2 0-10,-4 0 1,5 0-1,-5-4 1,4 1-184,2-1 1,0-2-1,0 0 1,0 2-104,0 2 1,2 8-1,2-4 1,3 1 27,3 1 0,-4 2 1,6 7-1,1 5 51,3 1 0,1-4 0,1 6 0,-1 4 22,0 6 1,1 6-1,-1 7 1,1 1 63,-1-1 0,1 9 0,-1 1 0,-1 2 72,-5 0 1,5 0-1,-6 6 1,1 0 53,1 0 0,-8-2 0,2-2 0,-4-2-46,-2 2 1,0 0 0,0-2-1,0-6 2,0-3 0,0-3 0,-2-1-110,-4-5 0,2 3-883,-8-8 324,8 0 1,-3-8 143,7-4 1,0 2 465,0-8 0,0 1 0,0-7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9:37.7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297 132 12633,'19'-37'-984,"-3"-4"489,-16 22 464,0-6-64,0 15 42,-8 57 0,-7 3 1,-11 41-13,-1-17 0,0 7 0,-6 1 66,-2 11 0,12-19 0,-8 9 35,4-5 1,5-12 33,-7 10-14,16-32-48,-3 20-33,24-42 35,9 3 1,26-29 34,15-19 1,4-12-1,-2-16 1,-7 3 10,-3 1 0,1 1 0,5-11-56,8-7 0,-6 6 1,10-8-1,-6 8-2,-5 7 0,-3 9 1,4-7-79,12-5 0,-14 9-161,20-1 45,-20 15 158,12 13 1,-43 28 28,-19 19 0,-25 18 1,-22 11-1,2-2 27,2-2 1,2-1 0,0-1 0,0 3-4,1 3 1,-1-4 0,0 4-8,0-3 0,-6 14 1,-2 5-4,-1 2 0,11-18 76,-2 6-16,12-19-45,5-10 14,26-20 0,33-32-13,23-12 0,5-10 1,-6-10-1,-9 5-13,-6 1 1,-1-4-1,5 5 1,3-5-10,3-7 0,-4 1 1,4-5-1,-3 4-24,-3 2 0,1-1 0,-1 3 8,0 3 0,7-3-86,-1 3 10,0 4-31,-6 8 82,-15 18 0,-29 27 47,-31 19 0,-24 27 0,-13 16 34,4 0 0,5-4 0,16-16 0,0 0 22,0 1 0,1-1 0,-1 1-24,0-1 0,-6 20 0,0 3-19,2 1 1,18-18 5,6 1 6,30-30 1,18-14 43,19-26 0,7-13-82,-1-11 0,2-11 0,6-5-41,-2-3 0,-4 0 0,6-12 42,0 0 0,-8 2 0,-11 11 0,1 1-23,3-1 0,-3 5 0,7-4-12,11-9 0,-12 11 1,6 1-86,-2 5-77,-21 15 103,27 3 0,-52 38 133,0 23 1,-20 4 0,-25 17 15,-4 0 1,4-5 0,4-5 1,-2 3 1,-14 13 0,-1 2 0,3-4-7,4-4 0,4-9 0,-4 2 40,-7 5 1,11-8 87,-12 7-110,12-12-18,0-14 1,45-16-10,31-22 0,5-11 1,20-16-46,-1-3 1,-9 0 0,-6 0 29,10-11 0,-11 7 1,13-21 37,2-3 0,-15 8 0,13-7-37,2 1 1,-12 16 0,8-5-24,-9 9 0,3 1-69,10 5-501,-12 8 463,7 15 1,-42 22 130,-11 20 0,-16 7 0,-25 17 66,-7 1 0,1 5 1,-4-2-60,-3 16 1,3-9 0,-9 10 0,7-10-16,4-7 0,3 0 0,5 1-91,0-1 1,0 12 254,0 0-120,16-15-14,3-16 1,41-27-21,16-12 1,13-12 0,10-17 0,-5-2-25,-5-3 1,0 1 0,3-8-1,3-1-10,2-3 0,-6-1 0,2-2 0,-3-3 14,-3-1 1,2-8 0,3 4 0,1 2-3,-2 8 0,0-1 1,1 9-1,1-1-1,-2 4 0,-3 4-73,5 2-35,-16 8 97,17 10 1,-46 24 11,-19 17 1,-19 20-1,-29 13-3,-4 9 1,11-14 0,-1 4 0,5-7-1,2-5 0,-5 3 0,-1 9 1,-9 8 0,13-13 0,-13 9-3,3-2 1,20-11 8,-7 5-142,22-19 142,10-8 1,41-32 36,20-17 0,5-9 0,4-5-19,-2-3 1,-2-6 0,-5 6 0,-1 1-30,1-3 0,-7 4 0,1-5 0,1 1-15,3 4 1,5-9 18,8-11 0,2 5-19,-25 21 0,0 2-84,25-10 85,1 16 1,-39 37 13,-17 23 1,-24 3 0,-20 19 6,-6-1 0,-2 0 0,2 0 7,-7 8 0,7-7 0,-8 9 5,9-4 1,-3 8 0,0 7 35,2-3 1,8-10 64,2-12-108,8-11 6,3 2 0,30-29-32,23-20 1,-2-8 8,19-21 1,-1-2 0,17-15-6,1-6 0,-12 13 0,3-13 0,-10 7-1,-1 7 0,1-7 0,5 5 0,1-3 13,2 3 1,-5-5-1,-3 1 14,10-12 0,-11 11 184,9-7-67,-15 15-189,-9 8 38,-16 26 1,-39 47 9,-20 32 1,-6-2 0,3-2-12,1-2 1,-4-2 0,7-9 0,1-1-3,2 1 1,2-1 0,0 0 112,0 1 1,-11 5 136,-1 0-115,0-7-102,28-24 0,17-16 55,31-22 0,4-3 1,23-15-62,1-2 1,-7-2 0,-3-2 0,1-2-14,3-4 0,1 3 0,1-9 1,-1-1 8,0-3 1,7-1-1,-1-1 1,-2 1-3,-2 0 1,1 5 0,1 2 0,2 1-4,-2-1 0,-3 8 11,5-9-102,0 11-31,20-8 126,-32 26 1,-30 40-3,-39 23 1,-14 20 0,-10 4 0,6-8-25,5-5 0,7-11 1,-4 5 3,-10 9 0,4-4 1,-11 12 97,5-6 0,2-8 204,3-1-141,-5 3-82,8 14-96,20-31 0,50-10 130,31-35 0,-4-8-90,4-15 1,4-15 2,-28 13 0,1-2 0,35-31 0,-4 2-30,-6 3 0,-8 15 15,6-9 0,-2 7-255,2-1 41,-12 20 163,-24 12 0,-17 42 181,-22 19 0,-3 3-148,-15 21 1,-8 3 63,-10 15 1,23-43-1,-2-1 81,-26 32-62,-1-8-10,9-8-65,16-31 0,32-10-57,31-30 1,4-3 0,17-15-125,1-2 206,-9 6 0,34-16 0,1 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39:58.5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53 8289,'-17'0'-787,"5"-6"1530,1 0 0,7-2 0,-4 4 213,0-2-935,6 1 1,-6 3-58,8-4 1,2 4 0,4-4-1,6 4-68,3 2 0,3 0 0,-1 0 0,3 0-92,3 0 1,2 0-1,6 0 1,-4 0 68,-1 0 1,3 0 0,-4 0 0,0 0-3,0 0 1,-1 0 0,-7 0 0,1 0-333,-1 0 1,1 0-642,-1 0 1102,0 0 0,-7 8 0,-10 2 0,-10 7 0</inkml:trace>
  <inkml:trace contextRef="#ctx0" brushRef="#br0" timeOffset="350">36 367 8696,'-16'-2'1424,"5"-4"-1403,3 4 1,10-6 0,4 8 0,5 0-74,5 0 1,9 0-1,2 0 1,2 0-68,0 0 0,4 0 1,4 0-1,-4 0 53,0 0 1,-2 0-1,0 0 1,-2 0 47,3 0 1,-7 0-1,-2 0-157,-4 0-326,-1 0-440,-8 0-258,-3 0 1199,-7 8 0,8 2 0,2 7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40:00.0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61 1171 8294,'-18'0'-83,"1"0"1,7-2 778,4-4-745,-4 4 0,10-6 0,0 8-8,10 0 0,0 0 1,3 0-1,5 0 12,3 0 1,5 0-1,-5 0 1,4 0 5,2 0 0,-3 0 0,3 0 0,0 0 26,0 0 0,0 0 1,2 0-1,-3 0 10,-1 0 0,-6 0 1,4 0-1,-3 0-2,-3 0 1,1 6 363,-1 0 116,-7 0-615,-2-6-147,-8 0 1,-2 0-592,-4 0 878,4 0 0,-6 0 0,8 0 0</inkml:trace>
  <inkml:trace contextRef="#ctx0" brushRef="#br0" timeOffset="2001">1301 280 8485,'0'-18'-115,"0"7"0,0-1 160,0-1 0,0-3 0,0-1 59,0-1 1,0 1 0,0-1 81,0 1 1,0-1-134,0 1 0,0-1-20,0 1 0,-6-1-13,0 1 1,-8 7-20,3 4 0,1 5 0,-2 1-22,-1 0 1,3 0 0,-2 1-1,-1 5-18,-3 6 0,5 3 1,-1 3-1,0-1 8,3 1 1,-7 1 0,6 3-1,1 1 26,3-2 0,-2 6 0,2 1 0,3 1 3,1 0 1,2 0-1,0 6 1,0 0 6,0 0 1,0 2-1,0 1 1,2 5 24,3 2 0,-1 1 0,6 5 1,0-1 34,-1 3 1,-3-5-1,4 10 1,0-3-42,-1-3 0,-5 0 0,2 1 0,-2-3-10,2-3 0,-4 3 0,5-5 0,-1 1 26,0 1 0,0-6 0,-4 3 0,2-1-32,1-4 0,3-2 1,-4-2-1,2-2 29,-2-4 0,0 2 0,0-8 0,1 0 50,-1 3 0,-2-7 1,-2 4-59,0-3 1,0-9 0,0 1 78,0 2 1,-2-7 0,-2 1-24,-1 0 1,-9-6-1,2 4-75,-3-4 1,-3 3-1,1 1 1,-1-2-122,1-2 0,-1-2 1,1 0-115,0 0 0,-1-6 0,1-2 0,-1 1-337,1-1 0,5 0 0,0 4 562,-1-2 0,-3-7 0,-1 3 0</inkml:trace>
  <inkml:trace contextRef="#ctx0" brushRef="#br0" timeOffset="2899">1720 262 8503,'11'-1'-726,"1"-5"1,-8 2 1021,2-8 1,-2 6 50,1-5 1,-3 5 0,4-6 88,-4-1 0,-2 3-172,0-2 1,0 7 0,0-7 71,0-2 0,0 5-230,0-3 0,-6 6-147,0-6 0,-1 7-201,1-7 0,-4 8-173,-7-2 0,-1 4 289,1 2 0,1 8 0,3 2 0,1 1 34,-2 1 1,5 0 0,-1 7 0,0 3 65,1 1 0,3 2 0,-4-2 0,2 6 52,5 4 1,-5 2 0,2 0 0,2 2 26,2 4 1,2 2 0,0 5 0,0-1 9,0 1 0,6 1 1,2-1-1,1-1 55,5 1 1,0 1-1,-1-1 1,-1-3-38,1-2 1,3 3 0,1-3-1,-1 0 0,-4-1 1,3-1 0,-5-6 0,1 0-21,1 0 1,-6 2 0,4 1 0,-3 3-21,-3-2 1,0-2 0,0-2-1,2-2-5,-2-4 1,-2 4 0,-2-6 0,0 2-10,0 0 1,0-5-1,0 3 1,0-2-56,0-4 0,-2-1 1,-2-3-1,-2 1 17,2-1 1,-4 1 0,1-1-36,-3 1 0,0-7 0,-3-1 26,1-2 0,6-1 0,-6-3 42,-1 2 0,-3 0 1,-1-6-1,-1 0-73,1 0 0,-1-6 0,1-2 0,0 1-74,-1-1 0,6 0 1,1 2-1,-3-3-140,-1-1 0,3 0 0,0 4-140,-1-5 1,3 3 0,0 0-373,3 0 0,-1 6 777,2-3 0,4 3 0,-6 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40:17.4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280 193 7964,'9'-8'-86,"-1"4"427,-8-8 1,2 3 0,2-5-54,2 2 0,0 7-331,-6-7 1,0 6-150,0-6 0,-2 3 13,-4-3 0,2-1 0,-8 7 1,-1 2 37,-3 2 1,-1 4-1,-1 2 1,1 3 115,-1 3 1,-1 4 0,-2 7 0,-5 4 44,-1 2 1,6 3 0,-2 5-1,3-1 194,3 1 0,7 0 0,4-2 0,4-2-45,2-2 0,2-7 0,6 1 1,8-4-99,5-1 1,8-6-1,-4-3 1,2-1-73,4-4 0,-3-2 0,-1-2 0,0 0-578,0 0 0,-6 0 579,3 0 0,-5 0 0,-1 0 0</inkml:trace>
  <inkml:trace contextRef="#ctx0" brushRef="#br0" timeOffset="214">472 350 8359,'0'-18'-616,"0"7"991,0-1-1528,0 8 1153,0-4 0,0 8 0,0 0 0</inkml:trace>
  <inkml:trace contextRef="#ctx0" brushRef="#br0" timeOffset="683">891 140 8503,'0'-17'-229,"0"-1"438,0 1 1,0 5 0,0 1 121,0-3 0,0 4-266,0-1 1,0 5-221,0-6 1,-2 8-1,-4-2 26,-5 4 0,-3 4 0,0 4 1,3 4 78,-3 0 0,-1 5 0,-3-3 0,1 3 25,-1 3 1,7-1 0,-1 3 0,0 1 32,3 2 0,1 1 0,8-7 1,0 0 30,0 1 0,2-1 0,4 1-55,5-1 0,11 1 0,1-1 0,0-1-17,2-5 1,-5 3 0,3-6 0,-2 2-81,3 3 1,-11-3-1,5-1 146,-3-1 0,-1 6 276,-2-3 1,-7 5-1,-10 0-41,-7-5 0,-6 3 1,-3-6-1,-2-1-138,1 1 0,3 0 0,2-4 0,-1 1-59,1-1 0,-1-2-499,1-2 1,1-2-451,5-3 1,3 1 877,8-8 0,8 0 0,1-5 0</inkml:trace>
  <inkml:trace contextRef="#ctx0" brushRef="#br0" timeOffset="898">1240 297 8426,'-11'-11'1768,"-1"-1"-1865,8 8-1886,-4-4 1983,8 8 0,8 8 0,2 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40:22.5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18 8287,'-12'0'1252,"0"0"-342,1-8-1008,1 6 9,2-5 1,16 7-1,4 0 1,5 0-23,6 0 1,-1 2-1,5 2 1,0 1 27,0-1 0,2-2 0,6 0 1,0 2 59,0 2 0,0 0 0,0-6 0,-2 2-10,-4 3 0,4-3 1,-6 4-1,0-4 53,-3-2 0,-5 0 106,-2 0 249,1 0-510,-8 0-963,-10 0 1098,-10 0 0,-8-8 0,1-1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40:22.0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1 403 8062,'10'-8'-59,"-5"-4"1,-3 2 115,-2-1 0,2 1 0,2-3 49,2 1 0,2 0 1,-4-5 5,1-1 0,3 7-197,-2-1 0,-4 6 1,6-3-179,-1 1 0,-3 2 200,8 6 1,-6 8 0,4 3 0,-1 5 77,1 1 0,-4 7 0,3 1 0,1 2 23,0 4 0,-4 0 1,3 0-1,1-2 39,0 2 0,1 0 0,5 0 0,-2-3 3,-3-3 0,1 4 0,5-6 0,1-1-44,-1-3 0,1-7 0,-1-3 0,3-1 11,3-4 0,-4-2 1,5-2-1,-5-2 55,-2-4 1,1-4-1,-3-7 1,-1-2-34,-2-5 1,-7 5 0,5-6-1,0-1-78,0-3 1,-7 2 0,5-2-1,-2-2-140,0-2 0,0-2 0,-6 0 0,0 0 5,0 0 0,0 0 0,0 0 0,0 0-5,0 1 0,-2 4 0,-4 3 0,-4 2 98,0 4 1,-5 1 0,3 3 0,-3 1 63,-3 5 1,1 3 0,-1 8 0,1 0 38,-1 0 1,7 0 0,-1 2-31,-1 4 1,3 3-1,0 9 1,0-1 23,1 1 1,5 5-1,-2 0 1,4-1-6,2-3 0,2-1 0,4-1 0,6-1-44,3-5 1,3 5 0,-1-7 0,0 1-87,1-4 0,1 2 1,3-2-1,3-3-59,2-1 1,-4-2-1,5 0 1,-1 0-158,0 0 1,-6 0 0,2 0 304,-3 0 0,5 8 0,2 2 0</inkml:trace>
  <inkml:trace contextRef="#ctx0" brushRef="#br0" timeOffset="1297">1223 647 8302,'-9'-17'-786,"-1"5"1233,4 0 1,4 1-483,-4-7-1014,4 9 924,10 1 1,0 10-1,4 4 118,-7 5 0,-3-1 180,-2 2 1,0-1-1,-2 5 1247,-3-5-1048,3-3 0,-8-8-159,4 0-799,4 0-983,-6 0 1569,16 0 0,2-8 0,7-1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40:25.1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437 70 7791,'-2'-12'513,"-4"1"1,2 5-445,-7-6 1,-1 8 0,-4-3-40,5-1 1,-5 6 0,5-4 16,-5 4 1,-7 2 0,-1 2-1,1 2-125,-2 2 1,6 7-1,-7-1 1,3 2 65,0-3 1,-2 5 0,3-5 0,-1 5 21,2 1 0,3 1 0,4-1 1,5 3-29,1 3 1,2-4 0,6 5 0,0-5-9,0-1 1,8-1 0,6 0-1,7 1 7,8-1 0,4-1 0,2-2 1,0-5-84,0-1 0,6 6 1,1-5-1,1 3 24,0 0 1,-1-3 0,-3 5 0,2-3-1,-2 3 1,-4 2-1,-4 1 1,-4 1-4,-2-1 0,-2 0 1,-5 1-1,-3-1 29,-3 1 0,-6-1 0,-12 1 146,-6-1 1,-3-1-1,-3-3 1,-1-1 139,-4 2 1,1-7-1,-7 1 1,0-2-71,2 0 0,-6 0 1,4-6-1,-2 0-10,2 0 0,-4 0 1,5 0-1,1 0-120,4 0 1,4-2-1,1-2 1,1-4-291,-1-2 0,7 6 0,1-3-1045,2-1-13,2 6 1314,6-6 0,8 8 0,2 0 0</inkml:trace>
  <inkml:trace contextRef="#ctx0" brushRef="#br0" timeOffset="386">157 1083 8307,'-11'0'-434,"1"-2"626,2-4 1,-3 2 892,5-7-947,0 7 0,8-4 1,4 8-1,5 0-158,5 0 1,7 0 0,2 0 0,1 2-41,-1 4 1,6-4 0,-4 3 0,2-3-2,0-2 0,-2 0 0,5 0 0,-5 0-108,-2 0 0,4 6 1,-6 0-151,-1-2 0,-3-2-71,-1-2 0,-9 8 46,-3 3 0,-12-1 0,-5 2 344,-5 1 0,-9 3 0,-2 1 0</inkml:trace>
  <inkml:trace contextRef="#ctx0" brushRef="#br0" timeOffset="667">192 1310 8301,'-17'0'-247,"-1"0"437,1 0 1,-1 0 1483,1 0-1514,7 0 0,4 0 0,12 0-298,6 0 1,3 0 0,3 0-1,1 0 113,5 0 1,-5 0-1,6 0 1,0 0-90,5 0 0,-3 0 0,0 0 0,0 0 3,0 0 0,-3 0 0,3 0 0,0 0-46,0 0 0,-6 0 0,3 0-57,-5 0 0,-1 0-436,-1 0-412,-7 0 1062,-3 0 0,-7 0 0,0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9T22:40:31.6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437 639 8122,'0'-18'17,"0"7"509,0-1 0,0 0-115,0-5 1,0 5-202,0 1 0,0 5 0,0-6-216,0-1 0,0 3-25,0-2 0,-8 6 1,-3-3-115,-5 1 0,-3 2 0,-4 6 0,-6 0-62,-4 0 0,-2 2 1,0 4-1,0 5 10,0 5 0,2 7 0,2 1 0,4-1 62,1 2 0,5-6 0,9 7 0,7-3 31,3 0 1,2 3 0,4-5 64,7 2 1,3-2-1,15-9 1,2-4 40,2 0 0,0-6 0,-2 1 0,-2-4 30,2-5 1,0-8-1,0 2 1,-4-3 47,-1-2 0,3-7 1,-6-1-1,-2 0-28,-1 0 0,-3-7 0,1 3 0,-1-4 30,1-2 0,-7-1 0,-1-3 0,-2-2-36,-4 2 0,3-3 1,-1 1-1,-2 0-82,-2-2 0,-2 8 0,0 0 1,0 8 57,0 2 1,0 12-1,-2-3 232,-4 6 1,2 4-227,-7 6 1,7 2 0,-2 4 0,2 6-62,-2 3 0,4 5 1,-4 1-1,5 4 88,1 3 0,0 1 0,0 8 1,0 1 13,0 3 1,0 8 0,1-5 0,3 3 102,2-1 1,2 1 0,-4 3 0,4-1-74,1-3 0,-5-7 1,4 2-1,-2-4-10,0-2 1,-1-8-1,-5-4-152,0-3-543,0-3-160,0-7 1,0-4 338,0-12 0,6 2 0,2-6 0,0 1 427,0-1 0,5-2 0,-3-5 0</inkml:trace>
  <inkml:trace contextRef="#ctx0" brushRef="#br0" timeOffset="501">804 866 7221,'10'0'1147,"-3"-8"1,-7-4-1001,0-3 0,2-3 0,2-1 1,2-4-11,-2-6 1,4-4-1,-1-2 1,3-2-131,4-4 1,-5-6-1,3-9 1,2-4-57,1-2 1,3 6 0,-1-3 0,1 7 9,-1 5 0,-5 5 0,-3 9 1,1 4 128,0 5 136,-6 5-473,3 9 0,-7 10 0,2 12 202,4 3 0,-4 3 0,6 1 0,-2 3 24,0 1 1,7 8-1,-3-2 1,2 4 105,-1 2 1,1 6 0,5 1 0,1 3 107,-1 4 0,1 1 0,-1 2 1,1 1 54,-1-1 0,1-1 0,-1-3 0,0-3-152,1-2 1,-1-3 0,-1-5-1,-3-2-56,-1-4 1,-6-3-469,6-9-1,-9 0 1,3-7 0,-10-6-181,-1-8 0,-7 0 1,4-7-1,0-3-1050,1-1 1659,-7-3 0,4 1 0,-7-1 0</inkml:trace>
  <inkml:trace contextRef="#ctx0" brushRef="#br0" timeOffset="732">944 639 8186,'-18'-8'41,"1"-4"1,7 3-1,2-1 963,1 2 1,5 0-813,-4 3 0,12 3 0,5-4 0,7 4-218,5 2 1,-2 0 0,8 0-1,2 0-23,2 0 0,2 0 0,0 0 0,-2 0-170,-4 0 0,2 0 0,-5 0 0,-1 0-445,0 0 1,-2 0-82,-5 0 0,-6 0 745,-1 0 0,-7 0 0,4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0:36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1290 19016,'-10'1'-837,"3"0"944,6-1 698,0 0 1,8-1-806,5 0 1,-3 0-14,3-1 1,-7 1-2,7 0 0,-1 0-20,7-2 1,-7 2-20,0 0 1,1-1-127,5 0 18,-7 1 129,5-1 17,-5 1 0,1 0 36,0-1 0,-5 1 4,6 0 0,-7 0-15,7 0 0,-6 0 0,6 0 1,-6 0-4,6-1 1,-6 2 5,6-2 1,-7 2 5,7-2 1,-6 1-4,6 0 0,0 0-17,6-2 0,-7 2 4,1-1 0,-6 2-10,5-2 0,-5 2 3,5-2 0,-5 2 1,5-2 1,-5 1 2,6 0 0,-7 0 0,7 0 0,-6 0 0,5 0 0,-5 0-5,5 0 1,-5 0 3,5 0 0,-7 0 1,12-1 0,-5 1 2,-3 0-1,7-1 35,-6 1 1,9-1 1,0 0-13,0-1 0,-6 2 33,-1-1 0,-5 2-49,5-2 1,-5 2-16,6-2 1,0 1-4,6-2 0,-6 2 4,-1 0 0,1-1-7,5 0 0,-5 1 3,0-1 0,0 1 7,5-2 1,-5 2 1,0 0 1,-1-1-1,6 0 1,-5 1-14,-1-1 1,1 1 10,5-1 1,-5 0 2,0 1 1,-5 0-1,4 0 0,-5 0 2,5-1-3,1 1 1,5-1-1,0 0 0,-5 0-13,-1 1 0,-4 0 12,5 0 0,-6 0-1,6 0 1,-1-1 0,6 0 0,-5 1 0,-1-1-8,3 1 1,-4-1-4,2 1 1,-6 0 0,6 0 0,0-1-8,5 0 1,-6 1-30,1-1 0,-1 1 33,6-1 0,-5 0 17,-1 1 0,1 0 6,5-2 1,-6 2-7,1 0 1,-1-1-9,7 0 1,-1 0-7,0 0 1,1 0-2,0-1 1,0 1 1,-1 0 1,0 0 4,0 0 0,1 0 8,0 0 1,-7 0-1,2 1-20,0-1 1,-3 1 18,1-1 1,1 1-1,6-1 1,-6 0 5,0 1 0,-1-1 0,7 0 1,-7 1-2,1-1 0,0 1-7,6-1 0,-6 0 20,-1 1 0,-5 0-9,5 0 1,2-1-1,5 0 0,-6 1-10,-1-1 0,-5 1-4,5 0 0,1 0 2,6-2 0,-6 2 1,0-1 0,-6 2-8,5-2 0,1 1 0,5-1 1,-6 0 7,1 1 0,-1 0 2,7-2 0,-6 2 0,0-1-1,2 1 0,-4 0-16,1-1 1,1 1-23,5-1 1,-6 0 5,1 1 1,-1-1 29,6 0 0,-5 1 0,-1 0 1,1-1 7,5 0 1,-6 1 0,1-1 1,-1 1-8,7-1 1,-7 0-1,1 1 0,-1-1 4,6 0 0,-5 1 13,-1-1 1,-5 2 3,5-2 0,1 1-7,5-1 0,-5 0 18,-1 1 1,0 0 0,7-1 1,-7 0-34,2 1 1,-2-1-3,7 0 0,0 0 19,-1 0 1,-5 0-1,-1 1-4,4-1 1,-5 1 0,1-1-10,3 1 1,-5 0 0,3-1-12,2 0 0,2 1 1,1-2 0,1 1-2,-1 0 1,0 0 6,0 0 1,1 0 0,0-1 0,0 1 0,-1 0 0,1 0-3,-1 0 0,0 0 1,1 0 0,-6 0 0,0 1 0,2-1 1,-5 1 0,3-1 0,-1 1 1,6-1 0,-5 0 0,-1 1 1,1 0-1,5-1 1,-6 0 0,1 1-1,2-1 0,-4 1 0,2-1 0,0 1 0,5-1 0,0 0 0,1-1 0,-1 1 0,1 0 0,0 0 0,-1 0 0,1 0 0,-1 0 0,-6 0 0,1 1 0,1-1 0,-3 1 0,1-1 0,1 1 0,5-1 0,-6 1 0,1-1 1,-1 1 6,7-1 0,-7 0-7,0 1 1,-5 0 1,6 0 0,-1-1 1,6 0 1,-5 1-5,-1-1 1,-5 2 0,5-2 0,-5 2-1,6-2 1,-7 1-1,7 0 0,-6 0 2,5 0 1,1 0-2,5-2 1,-6 2-1,1 0 0,-1-1 0,6 0 0,-5 1 0,-1-1 0,2 1 5,4-1 0,-4 0 13,-2 1 0,1-1-10,5 0 0,-6 1 4,1-1 1,-1 1 7,7-1 1,-6 0-1,0 1 13,2-1 1,-4 1-1,2-1-58,2 1 0,2-1 41,1 0 1,0-1-1,1 1-18,0 0 1,-6 1 0,0-1 3,2 0 0,1 1-1,3-2 1,0 1-1,-1 0-5,0 0 0,-5 1 1,0-1-5,2 0 1,-4 1-1,2 0-6,1-1 1,-4 1-1,3-1 4,1 1 0,-3 0 0,1-1 8,3 1 0,-4-1 4,2 1 0,-1-1-1,7 0 1,0 0 0,-1 0 1,-6 1 0,1-1-4,2 0 1,-4 1-1,2 0 0,0-1 1,5 0 0,-5 1 0,0-1-1,2 0 1,-4 1 0,2 0 1,-1-1-18,6 0 0,-5 1-41,-1 0 1,1-1 64,5 0 0,-6 1 7,1-1 0,-1 1 4,6-1 0,-5 0 1,-1 1 22,3-1 0,-5 1-37,3 0 0,-1-1-9,6 0 0,-5 1 0,-1-1 4,3 1 0,-5-1 1,3 1-8,1-1 0,-3 1 7,1 0 0,-5 0 0,5 0 1,3-1 0,-4 1 0,2-1 0,-6 2 0,6-2 0,-6 1 0,5 0 10,3-1 0,-5 1 12,3 0 1,-6 0-16,5 0 1,1-1-8,6 0 0,-6 0-106,0 1 0,-1 0 227,6-1 0,-5 0-118,-1 1 1,-5 0 0,6 0 1,-1-1-3,6 0 0,-5 1-10,-1-1 0,-5 2 13,5-2 0,-5 1-4,6 0 0,-1 0 2,6-1 1,-5 0 18,-1 1 0,1-1-7,5 0 0,0 0 1,0 0 23,0 0 0,1 0 0,-1 0-41,0 0 1,-5 0 0,-1 1-5,2-1 0,3 0-6,2 0 1,0 0 0,0 0 6,0-1 0,-6 2 1,0-1 31,1 1 1,-3 0-1,1-1-9,3 0 1,-4 1 0,2 0 12,2-1 1,-4 1-21,2-1 0,1 1-14,4-1 0,1-1-4,0 1 1,-6 1 6,-1-1 1,1 1 1,5-1 0,-6 0 0,1 1-2,2-1 1,-4 1-1,2 0 0,-6 0 0,6-1-3,1 1 0,-3 0 2,1-1 0,0 1 3,7-1 0,-1 0 3,0-1 0,-5 2 0,-1 0 0,3-1 1,2 0-1,2 0 1,-1 0-7,0 0 0,1-1 0,-1 1 0,0 0 0,0 0 0,0 0 0,-5 1 0,-1-1-107,3 1 0,1-1 0,3-1 187,0 1 1,-6 1-1,0-1-56,1 1 0,2-1-21,2 0 0,1 0 5,-1-1 1,0 1-21,0 0 1,0 0 14,1 0 0,0 0-1,-1 0 1,-4 0-2,-2 1 0,1-1 4,5 0 0,-6 1-4,1-1 1,-7 2 4,7-2 1,-1 1 0,7-1-6,0 0 1,-7 0 4,2 1 1,-7 0-1,5-1 5,2 1 0,-3 0-11,1-1 0,1 1 1,5-1-86,0 0 1,-5 0-1,0 1 115,2-1 0,1 0 0,3 0-31,0 0 1,-7 0 0,0 1-3,3-1 0,1 0 0,2 0 11,1 0 0,-1 0 0,0 0 0,0 0-16,0 0 1,-5 0 0,0 1-49,2-1 1,2 0 15,1 0 1,0 0 22,1 0 1,-1 0 19,1-1 0,-6 2-4,0 0 0,-6 0 10,5-1 1,-5 2-9,6-2 1,-7 2 1,7-2 1,-6 1 3,5 0 0,-5 0 13,6 0 1,0-1-1,6 0 0,-7 1-13,1-1 0,0 1 10,6-1 1,-1 0 6,1-1 0,-1 1 0,1 0-16,-1 0 1,-6 1 0,1-1 6,2 0 1,-4 1 0,2 0-6,2-1 1,-5 1 0,3 0-9,1-1 1,-3 1 0,1-1-3,2 1 0,3-1 11,1 0 0,1-1-39,0 1 0,0 0 2,-1 0 0,0 0 7,1 0 0,0-1-6,0 1 1,-1 0 6,0 0 0,-5 1 0,-1-1 11,3 0 1,-4 1 0,2 0-5,2-1 0,-4 1 1,1-1 9,2 1 1,-3 0-3,1-1 0,2 1-3,5-1 0,-1-1 11,1 1 0,-7 1 1,1-1-4,1 1 0,-3 0 0,1-1 0,-5 2-1,5-2 1,-5 1-11,5 0 0,-5 0 9,6 0 22,-9 0 0,7 0 11,-4 1 1,-2-1-12,7 0-12,-7 0 0,11-1 11,-2 1 1,-4 0-21,4-1 0,-8 1 25,7 0 1,0-1 5,6 0 0,0 0 0,-1 0-36,0 0 0,-5 0 0,0 1-5,2-1 1,1 0-1,3 0-17,-1 0 0,-5 1 0,-1-1 3,3 1 0,1-1 23,2 0 1,1-1-1,-1 1 3,1 0 1,-6 1 0,0-1-32,1 0 0,-3 1 4,1 0 0,-5 0 0,6 0 10,-9 0 21,5 0 0,-6 1 54,4-1-43,-4 1 1,7-1-4,-3 0 0,-2 1 20,9-2 1,-7 1-9,6 0 0,-1 0-19,7-2 0,0 1-2,-1 0 0,1 0 0,0 0-5,0 0 0,-6 0 0,0 1-9,2-1 1,1 0 1,3 0 1,0 0 1,0-1 0,-1 1 2,1 0 1,-6 1 1,1-1 0,-1 1-25,5-2 1,-6 2-64,1 0 1,0-1 90,6 0 1,-6 0 0,0 1-15,1-1 1,-3 1-2,1 0 1,1-1-1,6 0 1,-6 1 0,0-1-63,1 1 1,-3-1 27,1 1 0,1 0 35,5-2 1,-6 2-8,1 0 1,0-1 29,5 0 1,-5 1-13,0-1 1,-6 1-50,6 0 14,-1 0 26,6-2 10,1 1 0,-1 0 13,0 0 0,-5 1-8,-1-1 0,0 1-5,7-1 1,-7 0-1,1 1 0,-1 0 2,6-2 0,-5 2 0,-1 0 0,1-1-2,5 0 0,-6 1 1,1-1-2,1 1 1,-3-1 9,1 1 1,-5 0-5,5 0 1,1 0-3,5-2 0,-5 2 34,-1 0 1,1-1-2,5 0 1,0 0-33,0 0 0,0 0 0,1 0-4,-1 0 1,1-1 0,0 1-14,-1 0 0,1 0 0,-1 0-10,0 0 0,0-1 18,1 1 1,-1 0 0,0 0 6,0 0 1,-5 1-1,-1-1 73,2 1 0,-3-1-40,2 1 1,-6 0 1,7 0-13,-9 0 1,5 0 11,-3 0-3,-4 1-19,5-1 1,-4 1-8,3-1-16,-4 1 1,14-2 7,-4 0 1,-3 1-7,3 0 0,-6 0 1,5 0 1,-4 0 0,5-1 4,2 1 0,-5-1 0,3 1 0,-6 0 4,5 0 0,1 0 0,5-2 0,-5 2 0,0-1 2,2 1 1,-4 0-5,1-1 0,-4 1 1,5 0-3,2-1 1,-5 1 0,3 0 0,-1-1 0,7 0 0,-6 1 4,0-1-20,0 1-3,5-2 16,1 1 0,-7 1 3,1-1 1,-8 2 0,6-1-23,-4 0-16,-3 1 28,4-1 50,-7 1 27,0 0-1,8-1-42,-6 1 0,7-2-9,-3 2 1,-2-1-26,7 0 1,-5 0 3,6 0 0,-1-1-28,6 0 0,-5 1-21,-1-1 0,-5 2-3,5-2 0,-4 1-58,5 0 88,0-1 0,0 1 18,-1 0 1,-5 0-36,5 0 29,-7 0 1,6 0 27,-4 0 28,-5 1 53,7-1 31,-8 1 295,0 0-434,8-1 2,-6 1-62,5-1-24,-7 1-328,0 0-22,-7 1 120,5-1 0,-8 1 329,4 0 0,-3 0 0,-8 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06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71 721 18331,'-10'1'0,"1"0"-235,3-1 439,4 0 35,-6 1 192,0-1-78,5 1-34,-4-1-62,-1 1-119,6-1-150,-6 0 10,8 0 643,0 0-565,8 0 1,2-1-61,7 0 1,0 0 0,1-1-25,-1 1 0,1 0 0,-1 0-17,0 0 0,1-1 0,0 1 11,0 0 1,-1 0 0,0-1 28,1 1 0,0 0 1,-1 0-13,1-1 0,0 1-5,-1 0 0,0 0-3,1 0 0,-7 0 4,1 0 20,-1 0-14,7 0 0,-1 0 13,1 0 0,-7 0-17,1 0 1,-6 0-5,5 1 0,1-1 1,6 0 1,-1-1-18,1 1 0,-1 0 5,1 0 1,-1-1-1,1 1 12,-1 0 1,1 0-1,0 0 1,-1-1 0,-5 2 1,0-1-19,1 0 1,2 0 0,3-1-27,0 1 1,-1 0-2,1 0 1,0 0-1,-1-1 22,0 1 0,-5 0 0,0 0-3,1 1 1,-3-1-1,1 0 32,3 0 0,1 0 1,3 0-5,0 0 1,-7 0 0,1 0 5,2 0 0,1 0-35,3 0 0,-1-1 4,1 1 1,-1 0 21,0 0 0,1 0 0,-1-1-3,0 1 0,-5 0 0,0 1 13,1-1 0,-3 0 1,1 0-5,3 0 0,-4 0 1,1 1-4,3-1 1,1 0-2,2-1 0,1 1 0,-1 0 0,1 0 0,-1 0 0,1-1 17,0 1 1,-1 0-1,1 0 0,-1-1 0,-5 2 0,-1-1-14,3 0 1,2 0 0,1-1 4,1 1 1,0 0 5,-1 0 1,0 0 0,1-1-4,0 1 0,0 0 0,-1 0 2,0-1 1,1 1 0,0 0-3,-1 0 0,-5 0 1,0 0-1,1 0-7,3 0 0,-4 0 1,-1 0-1,3 0-8,1 0 1,-3 1 0,-1-1-6,3 0 1,1 0-1,3-1 1,0 1 1,-1 0 1,-5 0 0,0 0 0,1 0 3,3 0 1,-5 1 0,1-1-15,1 0 0,3 0 0,1 0 9,1-1 1,-1 1 0,0 0-6,1 0 1,-1-1 0,0 1-3,1 0 0,-7 0 0,1 0-26,2 0 1,1 0-1,2 0 22,0 0 0,-5 0 1,-1 0-22,2 0 1,-3 1 0,1-1 30,3 0 1,1 0 0,3 0 11,-1-1 1,-5 2 0,-1-1 6,3 0 1,1 0 0,3 0-7,-1-1 0,0 1 0,1 0 0,-1 0 1,1 0 0,-1-1-5,1 1 0,-6 0 1,0 0-1,1 0 0,3 0 0,1 0 1,0 0-1,1 0 0,0 0 0,-1-1 0,1 1 0,-6 0 0,-1 0 0,3 0 9,1 0 0,-3 1 0,0-1 0,2 0 23,2 0 0,-5 0 1,1 0-43,1 0 1,3 0-1,1 0-16,1 0 0,-1-1 1,0 1 62,1 0 0,-1 0 0,0-1-23,1 1 1,-1 0-1,1 0-4,-1 0 1,1-1 0,-1 1 0,1 0-7,0 0 1,-1-1-1,0 1-6,1 0 0,0 0 0,-1 0 0,1-1-2,0 1 0,-1 0 0,0 0 1,1-1 0,-1 1 1,1 0-1,-1 0 1,1 0 1,-1-1 1,1 1 0,0 0-1,-1 0 1,0-1 0,1 1 0,-1 0 0,1 0 0,-1 0 0,1-1 0,0 1 0,-1 0 0,1 0 0,-1-1-12,0 1 0,1 0 0,-1 0-19,1 0 0,-7 0 0,1 0 21,1 0 0,-3 0 0,1 0-10,3 1 0,-4-1 0,1 0 16,3 0 1,-5 0-1,3 1 7,1-1 0,3 0 0,1-1-20,1 1 0,-7 0 1,1 1 11,1-1 0,3 0 0,1-1 3,1 1 0,-1 0 0,0 0 0,0-1 0,0 1 0,0 0 15,1 0 1,-1 0-1,0-1 1,1 1 8,-1 0 1,1 0 0,-1 0-16,0-1 0,1 1 1,-1 0-1,0 0-6,1 0 1,-1-1-1,1 1 1,-1 0 2,0 0 0,-5 0 0,0 0 1,1 0 10,2 0 1,3 0 0,-1 0-27,1-1 1,-1 1 0,0 0-16,0 0 1,0 0 0,0-1 10,1 1 0,-7 0 0,1 1 0,1-1 19,3 0 0,-5 0 0,1 0-4,2 0 1,1 0 0,2 0 15,1-1 1,-1 1-1,0 0 1,1 0-12,-1 0 0,-5 0 0,-1 0 0,3 0-6,2 0 0,1 0 1,1-1-1,0 1 2,-1 0 0,1 0 0,0 0 1,-1-1-5,1 1 1,-1 0 0,1 0 0,0-1-39,-1 1 0,-5 0 0,0 0 0,1 1-25,3-2 0,1 1 0,1 0 82,-1 0 1,1 0-1,0-1-21,-1 1 1,1 0 12,-1 0 0,0-1 1,1 1 17,-1 0 1,-5 0 0,-1 0-32,3 0 1,-5 1 0,3-1 3,2 0 1,2 0-1,1 0 5,1-1 0,0 1 0,0 0 10,-1 0 0,1-1 0,-1 1-6,1 0 0,0 0 0,0 0 1,-1-1-10,1 1 1,0 0 0,-1 0 0,1-1 9,-1 1 0,1 0 1,0 0-1,-1-1-9,1 1 0,-6 0 0,0 1 0,1-1-1,3-1 1,1 1 0,1 0-2,-1 0 1,1 0-1,0-1-4,-1 1 0,1 0-10,-1 0 1,1-1 13,-1 1 0,-5 0 0,-1 1 1,3-1 0,-5 0-81,3 0 1,0 0 40,5 0 1,-6 0 0,1 1 12,2-1 0,-5 0 12,3 0 1,-1 0 28,7 0 1,-7 0 0,1 0-9,1 1 0,-4-1 0,3 0 5,1 0 0,-3 0-8,1 1 0,1-1 1,5 0-2,1-1 1,-7 2 0,1-1-4,1 0 1,3 0 0,1 0 0,1-1 0,-1 1-13,0 0 0,1 0 0,-1-1 11,0 1 1,1 0-1,-1 0-34,1 0 1,-1-1-1,0 1 65,1 0 0,-1 0 0,0 0-25,1-1 1,-1 1 0,1 0-2,-1 0 0,0-1 1,1 1-1,-1 0 1,0 0 0,1 0-4,-1-1 1,-5 2-1,0-1-1,2 0 0,2 0 2,1-1 0,0 1 31,1 0 1,-1 0 6,1 0 0,0-1 11,-1 1 0,1 0-62,-1 0 0,1-1 101,-1 1 1,0 0 0,1 0-83,0 0 0,-6 0 0,0 0 24,1 0 0,2 0 0,3 0-12,-1-1 0,-5 2 0,0-1 1,2 0-12,2 0 1,-5 0 0,1 0 0,1 0 2,3 0 1,-5 0-1,1 0 1,1 0-17,3 0 0,-5 1 1,1-1-1,2 0 7,1 0 0,-3 0 0,-1 0 3,3 0 1,1 0 0,3 0 20,-1 0 1,1-1-25,0 1 1,-1 0-1,1 0 0,-1 0 0,-5 0-5,-1 0 0,1 0-4,5 0 0,1 0 7,-1-1 0,-6 2 0,1-1 1,2 0 0,-5 0 0,3 0-17,1 0 0,-3 1 0,2-1-73,1 0 1,-3 0-1,1 1 113,3-1 1,-4 0 0,1 0-22,3 0 1,-5 0 0,3 1 0,1-1-2,3 0 0,-5 0 0,1 0 8,2 0 1,1 0-1,3 0-13,0-1 1,-1 1 0,1 0 2,-1 0 1,-5 0 0,0 0 0,2 0 0,1 0 0,3 0-5,-1 0 1,-5 0-1,-1 0 11,3 0 1,1 0 0,3 0 15,0 0 1,-7 0 0,1 0-14,2 0 1,-4 0 0,1 0-5,3 1 1,-5-1 26,3 0 0,0 0-25,5 0 0,-5 0 1,-1 0-9,3 0 0,-5 1-2,3-1 1,-6 1-1,6-1 4,2 0 1,-4 0 0,1 0-5,3 0 0,-5 1 1,3-1 2,2 0 0,-5 0 1,3 0 0,1 0 0,-3 1 0,2-1 18,2 0 0,1 0 0,3 0 20,-1-1 1,1 1 0,-1 0-69,1 0 0,-7 0 0,1 0 1,1 0 35,3 0 1,-5 0-1,1 0 13,1 1 0,3-2 0,1 1-20,1 0 0,-1 0 0,0 0-5,1-1 0,0 1 4,-1 0 1,1 0 0,-1-1-5,1 1 0,-1 0 4,1 0 1,-1 0 0,0-1-21,1 1 1,-7 0 0,1 1-23,1-1 0,3-1 27,1 1 1,1 0 8,-1 0 0,0 0 13,1-1 1,-1 1 0,1 0 17,-1 0 0,-5 0 0,-1 0-4,3 0 1,-5 1-1,3-1-5,2 0 0,2 0-5,1-1 0,1 1 1,-1 0 5,1 0 0,-6 0 0,0 0-8,1 0 1,-3 0 0,2 1-11,1-1 0,-3 0 0,2 0 38,2 0 0,-5 1 1,3-1 0,2 0 0,1 0 17,3-1 1,-1 1-25,1 0 0,-1 0 0,1 0-31,0-1 1,-7 1 0,1 1-5,2-1 1,-5 0 0,3 0-2,1 0 1,-3 1-1,2-1-52,1 0 1,3 0 18,1 0 0,-5 0 0,-1 0-12,3 0 1,-4 0-36,2 0 0,-6 1 35,5-1 0,-5 1 68,6-1 0,-6 1-7,5-1 1,-5 0 12,6 1 1,-7-1-14,7 0 0,-6 1-8,5-1 0,-5 1 17,6-1 1,-1 0-102,7 0 0,-7 0 0,1 0 185,1 0 0,-3 1-34,2-1 1,-1 0-1,7 0-51,-1 0 0,-5 0 0,-1 0-3,3 0 1,-5 0-1,3 1-12,1-1 1,-3 0-1,2 0 7,1 0 0,3 0 0,1 0-5,0 0 1,-5 0 0,0 0-7,1 0 0,-3 0 0,1 1-4,3-1 1,-5 0-1,3 0-39,2 0-49,-7 1 45,9-1 33,-14 0 10,5 1-23,-7 0 25,0 0-3,-7 0 16,5 1-5,-6-1-5,8 0-673,0 0-605,-8 1 1278,-1-1 0,-9 2 0,1-1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10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18519,'12'-1'378,"-1"0"1,-5 1-176,6-1 0,-7 1 7,7-1 1,-6 0-38,5 1 1,-5-1-113,6 0 1,-6 1-1,5-1 10,3 0 0,-5 1 1,3-1-66,1 0 0,3 0 0,2 0 74,-1-1 0,1 1 0,0 0-55,-1 0 0,0-1 0,1 1-8,0 0 1,0 0 0,-1-1-69,0 1 1,-5 0 0,0 1-118,1-1 42,-5 0 90,7 0 0,-13 1-17,6-1 36,-8 1 60,0 0-103,8 0 30,-6 0 28,5-1 24,-7 1 87,0 0-32,8 0-37,-6-1-163,6 1-598,-8 0 507,0 0 0,-8 0 0,-2 1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25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2308 19084,'1'10'242,"-1"-2"-184,1-1-35,-1-5-46,0 6 61,0-8 1,0-2-13,0-4 1,-1-4 0,0-7 0,1 5 28,-1 0 1,0 0-31,0-5 1,1 5 1,-1 0 1,1 6 10,-1-5 1,1 5 12,-1-6 1,1 6 10,-1-5 1,1 5-19,0-6 1,-1 6-42,1-6 1,-1 6-16,1-6 1,-1 7 60,1-7 35,0 8 1,-1-11-3,0 3 1,1 2-59,-1-1 1,1 5-31,-1-6 1,1 6 12,-1-6 0,1 6-3,-1-5 0,1 5 26,-1-6 0,1 6-18,-1-5 0,1 5 10,0-6 1,-1 7-10,1-7 1,-1 6-24,1-5 1,-1 5 3,1-6 1,-1 6-6,1-5 7,0 7 1,-1-6 2,1 4 1,0 3 16,-1-9 1,1 6-1,-1-6 1,1 7 17,-1-7 1,1 6-25,-1-5 1,1-1 7,-1-5 1,0 5 10,1 0 1,-1 1-8,0-7 0,0 7 0,1-1-18,-1-1 0,1 3 0,-1-2-7,0-1 0,1 3 2,-1-2 1,1 1 23,-1-7 0,0 7 0,0-1 4,1-1 1,-1 3-1,1-2 0,-1 1-9,0-7 0,0 7-10,1-1 0,-1 1-12,0-7 0,1 7 16,-1-1 1,1 6 4,-1-5 1,1-1-9,-1-6 1,0 7 29,0-1 0,1 6 1,0-5-36,-1-3 1,0 5 9,1-3 1,-1 6-1,1-6-7,-1-2 0,1 4 0,-1-1 1,0-3 1,1 5 0,-1-3 2,0-2 0,1 4 0,-1-2-2,1-1 1,-1 3-4,0-2 1,1 1-12,-1-7 0,0 7 6,1-1 1,-1 0-12,0-5 0,1 5-4,-1 0 1,0 0 11,0-5 0,1 5 3,-1 1 0,1 5-1,-1-6 1,1 6 0,-1-5 1,1-1 9,-1-6 0,0 6-13,1 1 0,-1 5-55,1-6 0,-1 1 48,0-7 0,1 7 4,-1-1 1,1 6 22,-1-5 0,1 5 2,-1-6 0,1 6-12,-1-5 0,1 5 6,-1-6 0,1 7-3,-1-7 1,1 6 4,-1-5 0,1 5-18,0-6 0,-1 1 1,0-7 0,0 7 0,1-1-7,-1-2 0,1 5 3,-1-3 1,0 1-1,0-7 18,1 1 1,-1 5 0,0 0 3,1-1 0,-1-3 1,0-1 8,0 0 0,0-1-4,0 1 1,0-1-20,0 1 0,0 0-11,0-1 0,1 6 1,-1 1 41,1-3 0,-1 5-20,0-3 0,1 6 1,0-5-12,-1-3 1,0 4-5,1-1 1,-1 5-7,1-6 1,-1 1 0,0-7 1,1 7 0,-1-1 3,0-1 1,1 3 3,-1-2 1,1 0 2,-1-6 0,0 7 12,0-1-16,1 8 1,0-5-2,-1 3-2,1 4-3,0-6 4,0 8 0,0-2 1,-1-4-1,1 4 1,0-8-32,0 4 31,-1 4-17,1-6-15,0 8 1,0-2-12,0-3 19,0 3 92,-1-6 57,1 0-67,0 6-51,-1-5-332,1 7-297,0 0 1,0-8 0,-1-2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31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2791 19043,'-1'-11'22,"1"1"1,0 5-27,-1-7 1,1 7-1,-1-7 64,1 9 0,-1-7-42,1 5-21,0 3-5,0-6-10,0 8-328,0 0 226,0 7 0,0-4 0,1 7 8,-1 3 1,1 2-1,0 2 112,0 0 0,0-6 0,-1 0 0,1 2 0,0 2 0,-1-6 0,1 5 0,-1-5 0</inkml:trace>
  <inkml:trace contextRef="#ctx0" brushRef="#br0" timeOffset="2216">155 2942 18665,'-1'-9'-498,"1"1"493,0 8 588,0 0-468,0-7-75,0 5 0,-1-8-21,1 4 0,0 3-5,-1-9 1,1 7-33,-1-6 1,1-1 21,-1-5 1,0 6 0,0-1 15,1-1 1,-1 3 0,1-1 6,-1-3 0,0 5 1,1-3-5,-1-1 1,1 3 0,-1-2-5,0-1 1,1 3 0,-1-2-8,0-1 0,1 3 0,-1-1-12,1-3 1,-1 4 0,0-1 9,1-3 0,-1 4 0,1-1 3,-1-3 0,0 5 0,1-3 23,-1-1 1,0-3-15,0-2 0,0 0-19,1 1 1,-1-1-5,0 1 0,0 0 1,0-1 0,0 6 0,1 0 12,-1-1 1,0 3 0,1-2 1,-1-1 0,1 3 36,-1-2 0,1 7-30,-1-7-16,0 0 1,1 1 54,-1-1-11,1 8-22,-1-11 0,1 11-9,-1-8 0,1 7-28,-1-7 1,1 0 2,-1-5 0,0-1 5,0 1 1,1 5-1,-1 1 12,0-3 0,1 5 1,-1-3 13,0-2 1,1 5 0,-1-3 2,1-1 1,-1 3 0,0-2-12,1-1 0,-1 3 0,1-1-20,-1-3 0,0-1 1,0-2 0,0 0 0,0-1 1,1 1-3,-1-1 0,0 1 18,0 0 1,0 0-10,0-1 1,0 1 9,0 0 1,0-1 0,0 1-5,0-1 1,1 7 0,-1-1-8,0-1 0,1-3 1,-1-1 1,0-1 0,0 1-3,0 0 1,0-1-5,0 1 1,0-1 5,0 1 1,0-1 70,1 1 0,-1 0-50,0-1 1,0 7-1,1-1-11,-1-2 0,0 5-2,1-3 0,-1 6 23,1-5-10,-1-1-1,0-5 1,0-1-23,0 1 0,1 5 17,-1 1 1,1-1-26,-1-5 0,0 5 2,0 0 0,1 1 0,-1-7 1,0 1 3,0 0 0,0-1 0,0 1 0,0-1 1,1 7-1,-1-1 11,0-1 0,1-3 0,-1-1 0,0-1 0,0 1 8,0-1 1,0 1 0,0 0-1,0-1 1,1 7 0,-1-1-10,0-2 1,1-1 0,-1-3 11,0 1 0,0 5 1,0 1-17,1-3 0,-1-1 0,0-3 15,0 1 0,1 5 0,-1 1 4,0-3 0,0-1 1,0-3-25,1 1 0,-1 5 0,0 1-4,1-3 1,-1-1 0,0-3-3,0 1 1,0-1 23,0 1 1,0 0 0,0-1-7,0 1 0,1 5 0,-1 1 4,1-3 0,-1 4-7,0-1 0,1-1-14,-1-5 1,0 5-4,1 0 1,-1 1 4,0-7 1,1 7-2,-1-1 1,1 6 1,-1-5 1,0-1 1,0-5 0,1 5-1,-1 1 1,1 5 0,-1-6 0,1 0-1,-1-5 0,0 5-17,1 1-4,-1 7 11,1-12 0,-1 13-11,1-9 21,0 8 0,-1-6 10,1 4-7,0 4 0,-1-8 2,1 4-5,0 4 1,-1-7 0,1 3 22,0 4 5,-1-6-28,1 8 1,0-2 6,0-4-11,0 4 12,-1-13 0,1 10 22,-1-6-25,1 7-4,0-4 0,0 6-14,-1-4-19,1 4-24,0-5-43,0 7-474,0 0 0,-1-8 0,1-2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55.2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839 35 7576,'10'0'1102,"-3"0"-475,-7 0-75,0 0-632,-7 0 0,3 0 59,-8 0 0,6 0 0,-5 0 99,-3 0 0,4 0-72,-1 0 1,-1 0 3,-5 0 1,5 0 0,0 0-7,-1 0 1,3 0 0,-2 0 20,-1 0 1,-3 2 96,-1 4 0,-1-4-92,1 4 0,5-4 1,3 0-1,-1 1 11,0 3 1,4 0-56,-5-6 1,-1 6-3,-5 0 1,5 5-1,0-5-9,-1-2 1,3 4 20,-2-2 0,1 7-14,-7-1 1,7-4-1,-1-1 12,-2 1 0,7-4 0,-1 6 4,0-2 1,-2 5 1,-7-1 1,5-3 0,1 3 0,-3 2 0,6-5 0,1 1 0,1 0 7,0 0 1,-6-5-1,4 7 7,-1 2 1,5-5-1,-4 3 1,0 1 0,4 3 0,-5 1-3,1 1 0,2-6 0,4-3 0,-2 1 66,-1 0 1,-3 1-117,2 7 0,2-1 1,-6 1 69,3-1 0,-1-5 1,4-1-39,-2 3 0,-2 0 0,5-1-32,-3-1 0,-2 0-33,2 5 0,4 0 33,-4 1 0,-1-6 0,1-1 24,2 3 1,2-5 17,2 3 0,-2-2 0,-2 3 3,-2-1 1,0-6 0,6 6-4,0 1 1,0-3-20,0 1 0,-5 1 3,-1 6 0,0-7 1,6 1 4,0 1 0,0-3 0,-2 0-1,-4-2 1,4 5 3,-3-1 0,3 3-15,2 3 1,-6-7-1,0 1-4,2 2 0,2-5 0,2 3 20,0 2 0,0-5 0,0 3 0,0 2 1,0-5 0,0 3-2,0 1 0,-2 3 9,-4 1 0,4 1-6,-3-1 0,3 1 0,2-1-3,0 1 1,0-7-1,0 1 0,0 2 1,0-5 0,0 3-3,0 2 1,0-5-7,0 3 0,0 0-30,0 5 1,0-5 0,0-1 34,0 3 0,0-4 1,2-1-5,3-1 1,-3 6 11,4-3 0,-2 5 2,2 1 1,-4 1-1,6-3-4,-1-3 0,-5 3-2,4-3 0,-4-2 0,0 1-1,4 3 0,-4-4 1,4 1 0,-5 1 1,1 4 19,4-5 0,-4-1-5,4-4 0,-2 1 0,0 7 19,2-2 1,-1-7-22,-5 7 1,2-6-8,4 6 0,-4-7 0,6 5 1,0-2 1,-6 0 3,3-3 0,-1-1 6,2 8 1,-2-2-10,8 1 0,-7 5-14,7-5 1,-8-1 0,4 0 5,0-2 1,-7-1 7,5-1 0,2-2 0,0 6 20,1-2 1,-3 5 4,6-1 0,-6-2-28,5 1 1,-7-5-1,4 4-5,0-3 0,-4 5-8,7-6 0,-5 6 5,6-7 0,-6 7 4,5-6 0,-7 2 1,2-3 6,4-3 1,-8 8 0,5-6 7,1 2 0,-4 0-7,8-6 0,-8 2 3,1 3 1,-1-3 0,0 6 3,2 0 0,2-6 10,-2 4 0,-5-3 1,7 1-19,0 2 0,-4 0 0,6-4 10,-3 4 0,1-4 0,-2 5 9,6 1 0,-3-6-10,3 4 0,-6 2 0,5-2-14,3-3 1,-6 1 0,-1 0 26,1 2 0,2 2-13,7-2 1,-5-4-20,0 3 0,-1 3-5,7-2 0,-7 0 0,1-4 34,2 4 1,-5-5 10,3 5 0,-2-2 1,3 0-35,-1 2 0,-6 0 3,5-6 1,1 0 49,6 0 0,-7 0 14,1 0 1,-1 0-58,7 0 0,-6 0 0,-1 0 26,3 0 1,-5 0-115,3 0 0,0 0 46,5 0 1,1 0 55,-1 0 1,-5 0-1,-1 0-5,3 0 0,-4-2 0,1-2-13,3-2 1,-4 0-14,1 6 0,1 0-25,5 0 1,-5 0-1,0 0 2,1 0 0,-5-2 0,0-2 18,0-1 0,-5-1 0,9 6 16,2 0 0,-5 0 2,3 0 0,-6 0 1,4-2 8,-3-4 1,1 4 0,-2-4-5,6 4 1,-5 0 0,1-2-1,0-1 0,2-1 0,5 4-10,-3-4 0,-3 4 0,-3-6-3,6 1 1,-2 5 0,-1-6-1,1 2 7,0 0 0,-1-1 0,5 3 0,-4-4-3,-3-2 1,7 4-1,-2-3-2,3 1 1,-3-4-1,-1 4-3,3-1 1,-6 3-1,0-4-5,-1 2 1,3-5 4,7 1 1,1-3 9,-1-3 1,1 1-9,-1-1 0,1 1 1,-3-1-2,-3 1 1,-2 5-1,-4 1-27,5-3 0,-3-1 0,0-1 7,-1 4 1,-5 3 0,6 5 0,-2-4-18,0-2 1,0 5 20,-6-7 1,5 0 13,1-5 0,6 5 0,-6 0-31,-2-1 1,3-3-1,1 1-46,2 3 1,-4-3 17,5 3 1,-5-2-1,4 1-16,-2 1 0,-1 1 62,-1-7 1,-4 1 0,6 1 24,0 4 0,-6-3 0,5 5 15,1 1 0,-6-7 0,4 4-72,-4-3 1,-2 3 0,2 3 0,2-1 18,1 0 1,1 4 0,-6-5 6,0-3 1,2 0-1,2 1-9,2 1 0,0 1 36,-6-7 1,0 1-1,0-1 15,0 1 1,0-1 5,0 1 0,0-1 0,0 1-2,0-1 0,0 1 1,0 0-3,0-1 0,0 1 1,0-1-7,0 1 0,0 5 0,0 0-12,0-1 0,0-3 0,0-1 9,0-1 0,0 1 0,0-1 25,0 1 0,-2 5 0,-2 1-10,-2-3 0,0-1-12,6-3 1,-6 1 0,1-1 0,1 1 1,0 5 0,0 0 46,-2-1 1,-2-1-1,4 1-27,-1 1 1,-3 2 0,4-3-14,-2 1 1,-2 0-19,3-5 1,-3 0 0,-6-1 9,3 1 0,7 5 0,-4 2-24,0 2 1,6-5 0,-5 3 0,1-1-20,0-1 0,-6 6 1,4-6 35,-1-1 0,5 3 0,-4 0 0,2 1 2,0-1 0,-1 4 1,1-5 5,-6-3 0,5 4 1,-1 1-1,2-1-14,0 0 0,-6 4 1,5-5-36,-3-3 0,4 4 0,-4-1 0,1-1 44,-1 2 0,6 1 0,-4 5 0,3-4-21,-1-2 0,-6 5 0,4-5 36,-1 2 1,-1 0 0,-4 4 58,3-1 0,-1-7 29,-5 6 1,-1-5-78,1 5 1,-1-6-32,1 6 1,-1-5 0,1 3-3,-1-2 0,1 6 1,-1-3-78,1-1 1,5 6-1,1-4 55,-3 4 1,-1-4 0,-3 0 64,1 3 0,1-1 0,3 0 0,1-2-32,-2 2 1,5 2 0,-3 0 0,-2-2 28,-1-2 1,3 1-1,1 5-16,-3 0 0,-2-6 0,-1 0-43,0 2 0,5 2 0,0 2 0,1-2 9,1-4 1,-6 4 0,5-5-15,-5-1 0,-1 6-13,-1-4 1,1 4 0,-1 2-230,1 0 1,5 0-1,1 0-65,-3 0 1,4 6 0,1 2-1,-1 0-491,0-1 0,6 1 816,-1-2 0,3-4 0,2 6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59.8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769 18 7363,'12'10'-984,"-1"-5"1305,-7-3 1,6-2 218,-4 0-218,-4 0-58,6 0-124,-8 0 0,-2 0-209,-4 0 213,4 0 49,-6 0-41,8 0-113,0 0-62,-8 0 1,-1 2 53,-9 4 0,6-4 0,1 4 1,-1 2 0,-5-3-25,-1-1 0,7 4 0,1 0 0,0 0-2,1-1 0,-3 1 1,-6-2-2,1 6 0,1-3 0,3 1 0,1 0 3,-1-1 0,3-3 1,-2 6 102,-1 1 0,3-3 0,-2 0 72,-1-2 0,-3 5-128,-1-1 1,-1 3-69,1 3 0,-1-1-16,1 1 0,1-1 0,3-1 20,1-5 0,6 3 0,-3-6 0,-1-1 5,0 1 1,6 6 0,-3-4 0,1 1 1,0 1 1,-2-6 0,4 5 11,-2 3 0,-1-1 1,3 1-1,-2-2 4,2 1 1,-4-3-1,1 2-13,-3 1 0,6 3 0,-4-1 0,2-1 0,1-3 0,-3-1 1,4 4-1,-4-3-20,-1 3 0,5-4 1,-4 1 7,0 3 1,0 1 0,-5 3-1,1-1 1,6-5-1,-3 0-5,1 1 1,-4 3 0,4-1 0,1-1-19,-1-3 1,2-5-1,4 6 13,-4 2 1,4 1-1,-3 3 1,1-3 21,-2-3 1,4 3 0,-4-3 14,4 3 0,-4 3 0,1-1-3,1 1 1,2-1 0,2 1-5,0-1 0,0 1 1,0-1 28,0 1 0,0-7 0,0 1 0,0 1-1,0 3 0,0-4 0,0-1 1,0 3 0,0 1 1,0 3-25,0-1 1,0 1 0,0-1-1,0 1-5,0-1 0,0-5 0,0-1 1,0 3 14,0 2 1,0 1 0,0 0-15,0 1 0,0-6 0,0-1 1,0 3 9,0 1 0,0-3 0,0 0 0,0 1-5,0 3 0,0 1 1,0 1-13,0-1 1,0 1 0,0-1-7,0 0 0,0-5 0,0 0 0,0 1-4,0 3 0,0-4 0,0-1-26,0 3 0,0 1 11,0 3 1,2-1 0,2 1 6,1-1 0,1-5 1,-4-3 4,4-1 1,-4 6 13,4-3 1,-2 3 0,-1 0 34,3-3 1,0-5 0,-4 4-1,2-1-9,2 1 0,0-4 1,-5 4 18,5-3 0,-4 7-46,4-2 1,-2-3 3,2 3 0,-4 0 0,5 3 37,1-3 1,-6 3-7,4-3 1,-4-2 0,0-1-1,4-1 1,-4 6 0,5-5-33,1 1 1,-6 0-1,4-4 0,-2 1 1,0 7-15,2-2 0,1-8 1,-3 3 6,2 1 0,2-6 0,-4 6-5,1 0 1,3-6 0,-4 5 4,2 1 1,2-6 0,-4 6 0,1-1 0,7-3 1,-6 8 0,5-6 8,-5 5 0,6-5 0,-4 4 27,1-2 1,-5 0-33,2-3 1,2-1-23,-2 8 0,5-6-6,-5 5 1,2-7 0,-4 4 4,2 0 0,1-6 0,-3 5 20,2 1 1,2-6 0,-4 6 31,2 0 1,1-6 0,-3 5-18,2 1 0,2-6 1,-4 6-84,1 0 1,3-5-14,-2 9 1,-2-6 123,8 6-14,-9-9-21,13 13 1,-12-8-6,8 3 1,-9-1 0,5-6-15,0 2 0,-4 2 3,7-3 0,-5-1 4,6 8 0,-6-8 4,5 2 0,-7-3 0,4 1 0,0 2 0,-4 0 0,5-4-1,-1 4 1,0-4 0,-2 4 0,-2-5 0,5 1-1,-1 4-6,6-4 0,-5 8-38,9-4 0,-7-4 16,1 3 0,0-1 24,5 2 0,-5-4 10,-1 4 0,-5-4 0,6 0-2,2 4 0,-5-4 3,3 3 1,-2-1 0,3 0 15,-1 2 1,-6 0-18,5-6 0,1 0-6,5 0 1,-1 2 0,-3 2-16,-1 1 0,-6 1-20,6-6 0,-1 0 11,7 0 0,-9 2 0,-1 2 22,0 2 0,-4 0 6,7-6 0,-5 0 3,6 0 1,-6 0-2,5 0 1,-5 0-1,4 2 19,-2 3-18,5-3 10,-3 6 0,7-8-8,1 0 1,-6 0-1,-1 0 3,3 0 1,-5 0 0,3 0-3,2 0 1,-5-6-1,3 1-11,2 1 0,-5 2 0,1 0-9,-2-4 0,5 4 0,-1-4 2,4 4 0,-5-4 2,1 1 1,-3-3 0,5 4 11,-2-2 0,-1-5 0,5 3 9,-4-2 0,-3 6 0,-5-4 0,4 3-10,2-1 1,-5-2-3,7 2 0,-2-4 0,3-5-5,-1 3 0,-6-1 0,3 5 12,-1-2 0,4-1 0,-4-5 5,1 4 0,-5 3 0,4 5 0,-2-4-13,0-2 1,-1 5-1,-3-5 1,2 0 2,2 0 1,6 5 0,-6-7 0,-1 0 15,3 3 1,-4-5-1,6 6 18,-2-1 0,5-3-35,-1-5 0,-3 1 0,1 2 0,0 5 0,0 1 1,-5-4 0,5 5 41,-2-3 1,5-2 0,-3-5-81,0-1 1,0 9 0,-7 1 0,5 2-48,2 0 0,-4-7 91,5 1 0,-5-2 0,4 1-7,-2 1 0,-1 2 1,-3-3-5,2 1 0,6 1 1,-6-7-29,-3 1 1,1 5 0,0 0-1,2-1 0,6-3 0,-7-1 8,-1-1 0,4 1 0,-2-1 2,-2 1 0,4 5 0,-3 1 0,-1-3-19,-2-1 0,4-3 1,0 1-26,-2-1 1,4 1 0,-3-1 51,-1 1 1,0-1 0,0 1 3,2-1 1,0 1-1,-6-1-9,0 1 1,5-1 0,1 1-1,-2 0-44,-2-1 1,-2 6 0,0 1 0,2-3 27,4-1 1,-4-3-1,4 1 28,-4-1 0,-2 1 0,0-1 13,0 1 0,1-1 1,3 1-1,2 0-1,-2-1 0,-2 6 0,-2 1-44,0-3 0,0-1 0,0-3 25,0 1 1,0-1 0,0 1-18,0-1 1,0 1-1,0-1 30,0 1 1,0-1 0,0 1 1,0 0 0,0-1 0,0 1 15,0-1 0,-6 1 0,0-1 0,2 1 0,3-1 1,1 1-18,0-1 1,-6 1 0,0-1 4,2 1 0,0 5 0,0 1 0,-2-3 1,1-1-1,5-3 50,0 1 0,-6-1 0,0 1-43,2-1 1,0 1-1,0-1 10,-1 1 1,-1-1-1,4 1 27,-4-1 1,4 7 0,-4-1 0,2 1-19,-2 1 0,5-6 0,-7 7 0,2-3 31,0 0 0,-2 3 1,4-5-1,-3 4 0,-3 3 1,6-7-1,-4 4 1,3-1-28,-1-1 1,-6 6-1,6-5 1,0-1-13,-1 2 1,-1-5 0,-6 5 0,3 0 1,5-3 0,-4 5 0,0 0 1,1 0 0,-3-5-35,-5 1 1,1 2-1,3 1 1,3-1-10,2 0 0,-6 5 1,3-5 6,-5 2 1,-1-5-12,-1 1 0,1-2 1,-1 1 4,1 1 1,5 6 0,1-3 0,-1-1 13,2 0 1,1 6 0,5-4-1,-4 3-95,-2-1 0,-1-8 66,-7 3 0,7 3 0,1 0 1,0 2 8,0 0 1,5-1 0,-7 3-4,-2-2 1,5-2 0,-3 4-85,-2-1 1,5-3 35,-3 2 1,1 4 34,-7-4 0,1 4 0,1 0-67,4-4 1,-3 5 41,3-5 1,-3 4 52,-3 2 1,1 0 2,-1 0 0,7-6 0,-1 0 8,-2 2 1,5 2 0,-3 2 1,-1 0 0,3-2-60,-2-3 1,1 3-4,-7-4 1,1 4 0,1 0-47,4-4 0,-3 4 1,3-4-95,-3 4 1,3 2-1,0 0-262,-1 0 1,-3 0-1,-1 0 462,-1 0 0,1 8 0,0 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11.62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1206 6923,'0'-10'2164,"0"2"-1867,0 8-420,0 0 90,0 8 1,0 2-1,0 7-3,0 1 0,0-7 1,0 1-1,0 2-69,0 1 0,0-3 0,0 0-226,0 1 1,0 3 0,0 1 1,0 1-210,0-1 1,0-5 538,0-1 0,0-7 0,-8 12 0,-1-7 0</inkml:trace>
  <inkml:trace contextRef="#ctx0" brushRef="#br0" timeOffset="467">1 1643 8353,'9'-8'-68,"-1"6"534,0-6 1,-6 6 245,4-4-426,-5 4-584,-1-5 277,0 7 0,0 2 3,0 3 0,0 5 1,0 8 26,0-1 1,0-5 0,0-1-34,0 3 1,0 1 0,0 3-158,0-1 1,0 1-232,0-1 1,0-5-836,0 0 764,0-1 1,0 1 482,0-1 0,0-7 0,0 4 0,0-8 0</inkml:trace>
  <inkml:trace contextRef="#ctx0" brushRef="#br0" timeOffset="968">35 2079 7898,'0'-10'-143,"2"3"641,4 7-241,-4-8-91,6 6 0,-8 2-98,0 12 1,0-3 0,0 3-6,0 2 1,0 1-1,0 3-103,0-1 1,0-5 0,0-1-90,0 3 0,0 1-142,0 3 0,-6-1-547,0 1-183,0-1 1001,6 1 0,0-7 0,0 1 0,0-8 0,0 4 0,0-8 0</inkml:trace>
  <inkml:trace contextRef="#ctx0" brushRef="#br0" timeOffset="1467">53 2568 7537,'0'-10'690,"0"-5"0,0 11-715,0-8 99,0 8-58,0-3 165,0 7-75,0 0-82,0 7 0,0 3 0,0 8-23,0-1 1,0-5-1,0-1-20,0 3 1,0 2 0,0 1-5,0 0 1,0 1 0,0-1-155,0 1 1,0-1-98,0 1 0,0-1-314,0 1 0,0-1-497,0 1 1085,0-9 0,0 7 0,0-14 0,0 13 0,0-5 0</inkml:trace>
  <inkml:trace contextRef="#ctx0" brushRef="#br0" timeOffset="1800">53 3075 9299,'10'0'448,"-3"0"-547,-7 0 0,0 2-212,0 3 0,0-1-253,0 8 1,0-6-17,0 5 1,0-5 579,0 6 0,-7-8 0,-3 3 0</inkml:trace>
  <inkml:trace contextRef="#ctx0" brushRef="#br0" timeOffset="2715">18 1188 8229,'0'10'1175,"-2"-2"-1173,-4-8-215,4 0 1,-3 0 174,10 0 1,-1 0-1,8 0 1,1 0 1,3 0 1,-2-2-1,1-2 1,4-2-61,1 2 1,1 1-1,1-1 1,1-2 36,-2 2 1,4 2 0,-1 0 0,-1-2-120,2-2 0,-5 1 0,5 5 0,-2 0-5,0 0 0,1 0 0,-7 0 0,1 0 27,-1 0 1,6 0 0,1 0-1,-3 0 156,-2 0 0,-1 0 0,-1-2 0,1-4 0,-1-4 0,1-7 0</inkml:trace>
  <inkml:trace contextRef="#ctx0" brushRef="#br0" timeOffset="3281">839 1101 8322,'11'0'-143,"1"0"1183,-8 0-486,4 0-448,-8 0-305,8 0 1,1-2 0,9-4 0,-7 4 1,1-3-1,2 3 11,1 2 0,3 0 0,-1-2 0,2-2-45,5-2 0,-3 0 0,8 6 0,0-2 86,-2-4 1,6 4-1,-3-5 1,3 1 145,1 0 0,-1-2 0,-2 4 0,-1-1 0,-1-9 0,6 4 0</inkml:trace>
  <inkml:trace contextRef="#ctx0" brushRef="#br0" timeOffset="3849">1730 996 8699,'0'-9'38,"1"1"1,5 8-193,6 0 0,3 0 0,3 0 1,1 0-121,5 0 1,-3 0 0,8 0-1,2 0 63,2 0 1,8 0 0,2-2 0,1-2 210,5-2 0,-3-2 0,3 5 0,-1-3 0,7-8 0,-11 4 0</inkml:trace>
  <inkml:trace contextRef="#ctx0" brushRef="#br0" timeOffset="4448">2655 909 7522,'0'-10'-112,"2"3"117,4 7 1,-2-6-22,7 0 1,1 0 0,6 6-31,-1 0 1,0 0 0,1-2 0,-1-2-116,1-2 0,7 1 0,2 5 0,4 0 29,4 0 1,-4-6 0,12-2 0,-2 0 131,-1 1 0,11-5 0,1 6 0,1-8 0,7 5 0</inkml:trace>
  <inkml:trace contextRef="#ctx0" brushRef="#br0" timeOffset="5064">3720 804 7758,'2'-9'156,"4"3"0,-2 4 0,8 0-179,1-4 1,3 4 0,1-4-60,1 4 0,1 2 0,3 0 0,3-2 22,2-3 0,4 3 1,8-6-1,3 2-82,3 0 0,2-2 1,5 5-1,0-5-64,1-2 1,-1 4 0,1-5 0,-3-1 205,-3 2 0,1-5 0,-7 3 0,-2-1 0,-2 1 0,-4-2 0,-4 8 0,4-7 0,-6 3 0</inkml:trace>
  <inkml:trace contextRef="#ctx0" brushRef="#br0" timeOffset="5714">5187 525 8898,'0'10'-129,"2"-3"58,4-7 0,4 0 1,9 0-1,3 0-57,1 0 1,8-2 0,0-2 0,6-1-93,4 1 0,7-4 1,-1 2-1,1 0 34,-1-1 1,3 3 0,-5-6-1,1 2 186,1 4 0,-10 0 0,0 1 0,-6-3 0,-2-8 0,6 4 0</inkml:trace>
  <inkml:trace contextRef="#ctx0" brushRef="#br0" timeOffset="6314">6410 420 7879,'0'10'-468,"2"-3"489,4-7 0,-2 0 1,7 0-9,3 0 1,1 0 0,3 0 0,-1-1 11,1-5 0,1 4 0,2-6 0,5 2-46,1 0 1,2-1 0,6 3 0,0-4-134,0-2 1,0 6 0,-2-1 0,-2 1 22,-2-2 1,-2 4 0,4-4 0,-4 4-94,-2 2 1,-1 0 223,-7 0 0,-7 0 0,5 0 0,-5 0 0</inkml:trace>
  <inkml:trace contextRef="#ctx0" brushRef="#br0" timeOffset="6898">7458 315 8234,'-10'2'-136,"2"2"972,1 2-292,5 0-343,-6-6-408,8 0 1,8 0 0,3 0 32,5 0 0,-5-6 0,1 0 0,2 2-46,1 2 0,3 2 1,1 0-1,2-2 56,3-4 0,1 5 0,-4-5 0,4 2 32,3-2 0,-5 4 1,4-4-1,-2 4 26,-3 2 1,-3 0 0,-1 0 0,-1-2 105,0-3 0,-5 3 0,0-4 0,-8 4 0,-4-6 0,-10-2 0</inkml:trace>
  <inkml:trace contextRef="#ctx0" brushRef="#br0" timeOffset="7465">8506 193 8322,'-12'0'249,"0"0"867,8 0-343,-11 0-999,13 0 133,-6 0 0,16 0 0,4 0-54,3 0 1,8 0-1,1 0 1,-1 0-121,2 0 1,-3 0 0,7-2 0,2-2 65,2-2 0,2 1 0,-2 5 0,-2 0-1,-2 0 0,-2-2 1,2-2-1,-6-2-43,-3 2 0,-3 2-59,1 2 304,-9 0 0,-1 0 0,-8 0 0</inkml:trace>
  <inkml:trace contextRef="#ctx0" brushRef="#br0" timeOffset="8064">9414 88 8248,'-10'0'283,"2"0"0,10 0 0,4-2-194,6-4 1,3 4 0,3-5 0,1 1-197,4 0 1,-3 0-1,3 4 1,-2-2 5,3-1 1,-3-3 0,6 4-1,-2-2-78,-3 2 0,-3 2 0,-1 2 0,-1-2-3,1-3 0,-1 3-211,1-4-445,-9 4 838,-1 2 0,-8 0 0,0 8 0,0 1 0</inkml:trace>
  <inkml:trace contextRef="#ctx0" brushRef="#br0" timeOffset="8648">9903 88 8322,'9'0'-28,"1"-2"-161,-4-4-141,-4 4 219,6-5 1,-8 9 83,0 3 0,0-1 1,0 8 5,0 2 0,0 1 0,0 3 0,0-1-12,0 1 1,0-1 0,0 0-1,0 3-47,0 3 0,0-2 0,0 9 0,0-1 97,0-2 0,0 4 0,0-8 0,0 0-26,0 3 0,0-7 0,0 4 0,0-3-8,0-3 1,0 1-278,0-1 0,2-1 294,3-5 0,-3-3 0,6-16 0,-8-1 0</inkml:trace>
  <inkml:trace contextRef="#ctx0" brushRef="#br0" timeOffset="9264">9903 874 8322,'8'10'-880,"-7"-2"0,9-3 1959,-4 1-770,-4 0 0,6-4 146,-8 4-267,0-4 0,0 7-77,0-3 0,0 4 0,0 7-93,0 1 1,6-6-1,-1-1 1,-1 3 30,-2 1 0,-2 3 0,0-1 0,0 1-28,0-1 1,0 6 0,0 1 0,0-3-6,0-2 0,0 1 0,0 1 0,0 2 15,0-1 1,0-3-1,0-1 1,0-1 6,0 1 1,0-7 0,0 1-26,0 1 0,0 3-188,0 1-247,8-7-451,-6-2-132,6-8-127,-8 0 1132,0 0 0,0 8 0,0-6 0,0 13 0,0-5 0</inkml:trace>
  <inkml:trace contextRef="#ctx0" brushRef="#br0" timeOffset="9810">9990 1800 7818,'2'-10'1102,"4"4"-945,-4 4 1,6 0 421,-8-4-450,0 5 0,2-7 0,1 10-70,3 4 1,0 3 0,-6 9-1,0-1-37,0 1 1,0-1 0,0 1 0,0 1 4,0 4 1,2 2 0,2 7 0,2-3 30,-2 2 1,-2-4 0,-2 0 0,0 0-11,0 0 1,0-5 0,0 1-111,0-4 0,0-1-488,0-1-390,0-7 13,0-2 206,0-8 1,0-2-542,0-4 1262,0 4 0,0-6 0,-8 8 0,-2 0 0</inkml:trace>
  <inkml:trace contextRef="#ctx0" brushRef="#br0" timeOffset="10115">9973 2428 8322,'0'-11'-55,"0"-1"1,0 6 232,0-5-116,0 7 433,0-4-384,0 8 0,0 8 1,0 3-129,0 5 0,0 1 0,0 1 0,0-1-346,0 1 1,0-7 0,0 1-452,0 2 814,0-7 0,0 9 0,0-6 0</inkml:trace>
  <inkml:trace contextRef="#ctx0" brushRef="#br0" timeOffset="11534">70 3162 6794,'0'-10'1923,"0"1"-1810,0 3-230,0 4 106,0-6 0,2 8 0,4 0-54,6 0 1,-2 0 0,1 0-1,3 0-7,1 0 1,9 0-1,1 0 1,4 0-28,8 0 1,-2 0 0,7 0 0,1 0-18,4 0 0,-3-2 0,3-2 0,-1-2-4,-1 2 0,4-3 1,-9 1-1,-1 2-42,-2 2 0,-4 2 0,-2 0 1,-4 0 161,-2 0 0,-1 0 0,-7 0 0,1 0 0,7 0 0,2 0 0</inkml:trace>
  <inkml:trace contextRef="#ctx0" brushRef="#br0" timeOffset="12097">1241 3005 8350,'-12'0'-528,"0"0"899,1 7-46,-7-5-266,8 6 70,3-8 1,14 0 0,5 0-84,4 0 1,1 0 0,1 0 0,-1 0-28,0 0 0,1 0 1,-1 0-1,3-2-162,3-4 0,-2 4 0,7-3 0,-1 3-34,0 2 0,-4 0 0,4 0 1,1-2-29,-1-4 0,-4 4 1,4-4-1,-2 4-75,-3 2 0,3 0 0,-2 0 106,-1 0 1,-3 0 0,-2 0 173,1 0 0,-8-7 0,5 5 0,-5-6 0</inkml:trace>
  <inkml:trace contextRef="#ctx0" brushRef="#br0" timeOffset="12930">2149 2935 8380,'11'0'-1000,"1"0"0,-6 0 1096,5 0 0,-5 0 64,6 0 1,0 0-70,5 0 1,0 0 0,1 0-57,-1 0 1,1 0-1,-1 0 1,3-2-24,3-4 1,4 4 0,6-4 0,-2 4-62,-2 2 1,0 0 0,6 0 0,0-2 30,0-3 1,0 3-1,0-4 1,0 2-18,0-2 0,-6 4-1,-2-6 1,-2 3-66,-3-1 1,-9 0 0,-1 6-328,2 0-14,-7 0 442,1 0 0,-16-8 0,-1-1 0</inkml:trace>
  <inkml:trace contextRef="#ctx0" brushRef="#br0" timeOffset="13482">3389 2795 7945,'-12'0'289,"0"0"-278,8 0 16,-3 0 1,9 0-1,3 0-56,7 0 0,2-2 1,-1-2-1,1-1-66,5 1 1,1 2 0,7 2 0,0 0-27,0 0 0,2-2 1,6-2-1,0-2 80,0 2 0,0 2 0,0 0 0,0-2-98,0-1 0,0-1 1,0 6-1,0-2-12,-1-4 0,1 4 0,0-4 0,-2 2 151,-4-1 0,4 1 0,-5-6 0,-1 2 0,-4 4 0,-4-5 0,-1-1 0,-1-8 0</inkml:trace>
  <inkml:trace contextRef="#ctx0" brushRef="#br0" timeOffset="14214">4611 2673 7386,'12'0'119,"-1"0"1,1 0 0,6 0 0,-1 0-99,0 0 0,9 0 0,3 0 0,6 2-28,5 4 1,-1-4 0,8 3 0,1-3-51,3-2 1,-5 0 0,-1 0 0,-2 0-34,-4 0 0,3 0 1,-1 0-1,-4-2-24,-6-3 0,2 3 1,-6-4-1,0 4 2,-4 2 0,-3-6 0,-3 0 43,1 2-225,-1-5-28,-7 7 322,-2-6 0,-8 8 0,0-8 0,0-1 0</inkml:trace>
  <inkml:trace contextRef="#ctx0" brushRef="#br0" timeOffset="14847">6043 2603 8393,'-17'0'691,"-1"0"-694,9 0 1,3 0 27,12 0 1,5 0-1,11 0 1,3 0-73,2 0 0,2 0 1,8 0-1,4 0-24,5 0 1,-3 0 0,0 0-1,-1 0-22,5 0 1,-2-6 0,-1 0 0,-1 3-52,-4 1 0,-2 2 1,-3 0-1,1-2 30,0-4 1,-8 4 0,-3-4 0,-5 4-195,-1 2 1,-7 0 44,1 0 0,-8-2 263,2-4 0,-4 4 0,-10-13 0,-2 5 0</inkml:trace>
  <inkml:trace contextRef="#ctx0" brushRef="#br0" timeOffset="15514">7370 2533 8239,'-9'-8'-553,"-1"6"855,4-3 1,4 1 400,-4-2-409,-3 4 1,5-6-334,-8 8 69,8 0 0,-1 0 0,10 0-46,7 0 0,4 0 1,3 0-1,4 0 8,6 0 0,0 0 1,4 0-1,4 0-30,0 0 0,8 0 1,-1 0-1,3 0-77,0 0 0,-1 0 1,7 0-1,-3 0-58,-3 0 1,-3-2-1,-7-2 1,2-1 12,0 1 0,-14 2 1,4 2-382,-8 0 308,-11 0 0,-4 0-523,-12 0 756,-4 0 0,-7 0 0,-1 0 0</inkml:trace>
  <inkml:trace contextRef="#ctx0" brushRef="#br0" timeOffset="16130">8820 2428 8393,'-17'0'-303,"-1"0"0,1 0 1132,-1 0-165,8 0-447,3 0-194,7 0 0,2 0 0,3 0-47,7 0 0,-2 0 0,1 0 1,3 0-11,2 0 1,7 0 0,0 0 0,0 0 2,3 0 1,1 0 0,6 0 0,-2 0-124,-2 0 1,0 0 0,6 0 0,-2 0-31,-4 0 0,4 0 0,-6 0 0,2 0 53,0 0 0,-7 0 1,1 0-54,-4 0-7,-1 0-264,-8 0-156,-3 0 611,-7 0 0,8 0 0,2 0 0</inkml:trace>
  <inkml:trace contextRef="#ctx0" brushRef="#br0" timeOffset="16497">9641 2463 7812,'-18'0'-197,"7"0"0,1-2 1247,2-3 0,0 3-375,3-4-772,3 4 1,2 2-18,11 0 1,5 0 0,1 0 0,1 0-133,-1 0 1,1 0-1,-1 0 1,1 0-10,-1 0 0,6 0 1,1 0-1,-3 0 20,-2 0 0,5 0 0,-1 0 1,-2 0 234,-1 0 0,-3-8 0,1-2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30.04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507 435 8002,'0'-10'815,"0"0"-517,0 5 1,-2 3 0,-2-6-161,-2 0 0,0 4-139,6-7 0,0 5 0,-2-4-87,-4 2 1,4-5 0,-5 3-77,-1 0 1,4 2 0,-6 7 0,1-3 65,-1-2 1,-2 0 0,-7 6-1,-2 0 86,-3 0 1,-1 2-1,2 2 1,-4 4 5,-1 1 0,-5 5 0,6 7 0,-2 4 47,0 3 0,8-5 1,-3 6-1,5 0 23,2-2 1,1 6 0,2-6-1,5 3 17,1-1 1,2-2 0,8 2 0,2-4 19,2 0 1,13-5 0,-1 3-1,1-5-26,0-7 1,5 3 0,1-6 0,2-1-50,4 1 0,0-2 0,0-6 0,-4 0-51,-1 0 0,5 0 0,-4 0 1,2-2-109,0-4 1,-8 2 0,3-5 0,-5-1-403,-1 0 0,-3 4 1,-1-3-815,-3 1 1349,-7 2 0,4-2 0,-8-1 0</inkml:trace>
  <inkml:trace contextRef="#ctx0" brushRef="#br0" timeOffset="350">804 627 8004,'0'-12'57,"0"1"1,0-3 241,0-2 0,0-1 1,0 0 96,0-1 0,0 1-208,0-1-1280,7 1 860,3 7 1,0 4 0,-4 12 0,-5 6 50,-1 3 0,0-3 0,0-1 0,-1 3 148,-5 2 1,4-5-1,-6-1 331,0-2 1,4 3-33,-7-5 0,5 0-342,-6-6 1,8-2-180,-1-4 1,5 4 0,3-6 0,5 3-243,2-1 0,-4 0 497,5 6 0,1-8 0,5-1 0</inkml:trace>
  <inkml:trace contextRef="#ctx0" brushRef="#br0" timeOffset="851">1205 347 8004,'-6'-17'13,"1"-1"0,-3 1 0,4 0 537,-2-1 0,0 1 0,6-1 90,0 1 1,0 5-587,0 0 1,2 9-207,4-3 0,-2 12 0,6 5 1,-1 5 44,1 1 0,0 6 1,3 3-1,-1 1 73,2 4 0,1 0 0,1 0 0,-3-2 66,-1 2 0,-1 0 0,7 0 0,-3-2 13,-3 2 1,4-5-1,-7-3 1,3-4 63,0-1 0,-7-1 169,7 1 0,-8-11-164,2-7 0,-4-7 1,0-13-1,2-1-68,1-2 0,1-3 1,-4 3-1,2-6-37,2-4 1,5-2 0,-3 0 0,0-2-92,0-3 1,3 1 0,-3-6-1,2 2-2,3 5 1,-3 1 0,2 4 0,-1 2 55,-1 2 1,4 7 0,-8-1-148,-3 4-382,7 9 1,-8 4-18,4 12 0,-4 4 0,-2 7 0,0 1-30,0-1 0,0-3 604,0 3 0,8-3 0,1 11 0</inkml:trace>
  <inkml:trace contextRef="#ctx0" brushRef="#br0" timeOffset="1201">1834 470 8004,'0'-18'-256,"0"1"0,0-1 495,0 1 0,0-1 0,0 1 0,0-1 95,0 1 1,0 5-1,2 3-389,4 1 1,-2 0-10,7 2 0,-1 6 1,3-2-1,-3 8-114,-2 4 1,-2-4-1,-6 5 1,0 3-50,0 1 1,0 3 0,0-1 201,0 1 1,-2-3 0,-2-1 491,-2-2 1,-2-7 88,3 7 0,-5-8-87,-8 2 0,7-4 0,1-4-354,2-4 1,1 2-2221,1-8 2105,4 8 0,-14-3 0,7 7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35.6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490 438 7848,'-2'-16'-1438,"-2"2"3304,-2 3-1077,0 7-680,6-4-77,0 8 0,0 2 0,0 4 74,0 6 1,0 3 0,0 3 0,0-1-7,0 1 0,0 5 0,0 2 0,0 0-12,0 0 1,0 1-1,0-5 1,0 2-40,0-1 0,2 3 0,2-2 0,2-1-110,-2-3 1,-2-2-1,-2 1 1,0-1-109,0 1 1,0-7-708,0 1 347,0-8 1,0 2-5,0-12 0,0 2 0,0-8 533,0-1 0,0-3 0,0-1 0</inkml:trace>
  <inkml:trace contextRef="#ctx0" brushRef="#br0" timeOffset="1082">542 106 8271,'-8'-10'0,"6"-5"57,-4 3 1,-3 2-46,-3-1 1,-3 7-1,-3-2 107,1 4 0,-9 2 0,-1 0-30,0 0 0,2 0 0,7 2 0,-1 4-74,-4 5 0,3 5 1,-5 1-1,2 3 52,0 3 0,-7-2 0,7 7 0,0-1-32,-2 0 0,5 2 0,-1 6 0,5 0-9,5 0 1,1 0 0,-2 0-1,7 1-15,3 5 0,2 2 0,0 3 0,0-5 2,0-4 1,7-2 0,5 0-1,4-2-81,1-4 0,2 2 0,3-8 1,3 1 23,2 1 0,0-6 0,4 5 0,-2-7 33,3-5 1,0 3 0,3-5 0,0 0 13,0-5 0,-6 3 0,0-2 0,4-2 5,6-2 0,-4-4 0,2-2 1,-6-4-6,0-1 0,-4-3 0,1-6 0,-3 1-2,-4 0 1,4-1 0,-1 1 0,-3-3-4,-2-3 0,-1 3 0,-1-5 1,1 2 37,-1 0 1,-5-6-1,-2 3 1,-1-1 29,1-4 1,-6 4-1,2-4 1,-4-4-51,-2-4 0,0-2 1,-2 5-1,-2-3-15,-2-2 0,-8 0 0,3 6 0,-7 0-32,-5 0 1,4 2 0,-7 2 0,3 2-12,0-2 0,-6 6 1,5 2-1,1 3-17,-2 3 1,4 5-1,-7 3 1,1 1-127,0 4 1,6 2 0,-3 4-1,3 2-268,-2 2 1,5 13 0,-1-2 0,5 3 452,1-1 0,-3 7 0,-1 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38.0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454 350 8201,'0'-12'-1595,"-2"3"2400,-3 1 1,3-6-429,-4 3 1,2-5-91,-2-1 1,4-1-252,-4 1 1,5 5 0,2 2-97,5 3 0,4 1 1,7 6-92,1 0 0,-1 0 0,1 0 0,-1 2-54,1 4 1,-1 3 0,-1 9 0,-3-1 92,-1 1 1,-6 1 0,3 2 0,-1 3 89,-4-3 0,-4 4 0,-4 1 0,-4-1 30,-1 0 0,-3 4 1,-5-6-1,-1-1 94,1-3 1,-1-1-1,1-1 1,-1 1 91,1-1 0,-1-7 1,3-3 39,3 1 0,3-6 14,3 4-105,4-4 1,2-4-1,13-2-85,9-2 1,-3 0 0,4 6 0,-3-1-71,-3-5 1,3 4-1,1-4 1,4 2-59,2-2 0,-5 4 1,3-4-1,-2 3-29,1-3 0,-1 4 0,-6-4 0,1 4-160,-1 2 0,1-2 0,-1-2-415,1-2-77,-9 1 471,-1 5 1,-16 0 0,-3 0 279,-5 0 0,-1-8 0,-1-2 0</inkml:trace>
  <inkml:trace contextRef="#ctx0" brushRef="#br0" timeOffset="617">507 1 8201,'-18'0'-808,"1"0"1,-1 0 1141,1 0 1,0 0 0,-1 0 0,-1 2-164,-5 4 1,5-5-1,-6 5 1,1-2-98,1 2 1,0-2 0,3 8 0,-1-1-46,-2-1 0,0 5 0,5-3 0,1 4-39,-1 1 0,1 2 1,-1 3-1,3 3 86,3 2 1,-2-4-1,7 7 1,-1 3 2,0 5 1,2-1 0,6 4 0,0-4-28,0-2 0,8 0 0,4 0 0,3 0-54,3-1 0,5-4 0,0-3 1,1 0 38,1 0 1,0-6 0,6 5 0,-4-3-59,-1 0 1,5 1 0,-2-9 0,4-1 27,2-3 1,0-7-1,-1 2 1,1-4 2,0-2 1,0 0 0,0 0 0,0-2-58,0-4 1,-6-4 0,-2-7 0,-1 0-32,-5-1 1,4-1-1,-2-3 1,1-3-33,1-2 0,-6 0 0,5-4 0,-5 2 72,-2-2 1,1 3 0,-1-1 0,-1-2 62,-4-2 1,-5-2 0,-7 0 0,0 0 14,0 1 0,-2-1 0,-3 0 0,-7 2 122,-4 4 1,-7-4-1,0 3 1,0-1-85,-3 2 0,7 4 0,-6 10 0,1 1-102,1 2 0,-6 3 1,4-3-1,0 6-213,-1 4 0,-5 2 1,4 0-1,0 0-130,4 0 1,-3 2-1,3 4 1,0 6-1022,-2 3 1388,5 3 0,-13-1 0,6 1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41.6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18 315 6359,'-9'-8'2583,"1"4"-2402,8-8-328,0 8 0,2-3 94,4 7 1,-3 0-21,9 0 1,0 0 0,5 0 45,1 0 0,-7 0 1,1 0-1,2 0 7,1 0 1,3 0 0,-1 0 0,0 0 0,1 0 0,1 0 1,3 0-1,3 0-4,2 0 0,-4 0 0,5-2 1,-1-2 8,0-2 1,0 0 0,4 6 0,-2 0 8,2 0 0,-4-6 0,1 1 0,-3 1 3,-4 2 0,4 0 1,-1-2-1,-1-2 2,2 2 1,-5 2-1,3 2 1,-4 0 4,-1 0 1,-1-5-1,1-1 8,-1 2 1,1 2 0,-1 2-1,0-2-11,1-4 1,-6 4 0,-1-4-1,3 4-7,1 2 1,3 0 0,-3-2-1,-1-1-12,-2-3 1,-1 0 0,7 6 0,-1 0 10,1 0 0,-1-2 0,1-2-9,-1-2 1,0 0 0,1 6 0,-1 0 5,1 0 1,-1 0 0,1-1 0,-1-3-1,1-2 0,-1 0 0,1 6 8,-1 0 1,1-6 0,-1 0 0,0 2-2,1 3 1,-6 1 0,-1 0-26,3 0 1,-4 0 0,1 0-61,3 0-28,-6 0 59,7 0 41,-13 0 56,6 0-8,-8 0-10,0 0-20,8 0-4,-7 0 4,7 0 0,-8-2 93,0-4 0,2 4 241,4-4-145,-4 4 1,6 0-68,-8-4 1,-2 4 0,-2-5-22,-2-1 1,-2 6 0,4-6 0,-3 2-25,-3 1 0,4-3 0,-6 4-40,-1-2 0,3-6-98,-1 7 0,1-3-194,-2 2 0,2 4-78,5-4 229,3 4 0,2 10 80,11 4 1,5 1-1,1 1 27,1-2 1,-7-7 0,1 7 28,2 2 1,-7-5 0,-1 3 72,-4 1 1,-2-3 0,0 2-1,0 1-130,0 3 0,-8-4 1,-3-1-1,-5 3-219,-1 1 1,-1 1-1,-1-3 1,-2-3-168,-3-2 0,1 5 1,6-3-1,1 2 408,4-1 0,-11-7 0,4 4 0</inkml:trace>
  <inkml:trace contextRef="#ctx0" brushRef="#br0" timeOffset="1550">53 839 8462,'-9'0'362,"3"0"-280,12 0 0,-3 0 1,9 0-43,2 0 1,-5 0 0,3 0 0,2 0-26,1 0 0,3-6 0,-1 0 0,0 2-8,1 2 0,1-4 0,3 0 0,3 3-5,2 1 0,2-4 1,4 0-1,-2 0-15,-2-2 1,0 6 0,4-3 0,-2 3 4,-1 2 0,-3-6 0,4 0 1,-4 2 6,-2 2 0,4 2 1,-5-2-1,-3-2-42,-2-1 1,-1-1-1,-1 6 1,1 0-18,-1 0 1,1 0-1,-1 0 29,1 0 1,-1 0 0,0 0 6,1 0 1,-1 0 0,1 0-2,-1 0 1,1 0 0,-1 0 0,1 0-31,-1 0 0,1 0 0,-1-2 34,1-4 0,-1 4 1,1-4-1,-1 4-29,0 2 0,1-2 0,-1-1 40,1-3 0,-7 0 1,1 6-1,2 0 2,1 0 0,-3 0 0,0 0 0,-1-2-16,-1-4 0,5 4 0,-3-4 16,4 4 0,-5 2 0,1 0 17,1 0 1,-3 0 0,2 0-12,1 0 1,-3 0 16,2 0 0,-6 0-27,5 0 1,-5 0 44,6 0 151,-8 0 114,3 0-188,-7 0 0,-2 0-63,-3 0-105,3 0 7,-6 0 0,6 0 16,-4 0 1,4-2 147,-4-3 0,2 3-47,-1-4 0,1 2 0,-8 0 12,-2-2 1,5-1 0,-3 3 61,-1-2 0,3-2-87,-2 2 1,3 2 0,-5-5-50,2 1 1,6 2-472,-5 6 297,7 0 1,-2 0 116,12 0 1,4 0 0,7 0 54,1 0 1,-1 6 0,0 2 40,1 1 1,-3-3-1,-1 4 1,-4 0-19,-2-1 0,-1 1 0,-3 4 1,2-3-14,-2 3 1,-2 1-1,-2 3-129,0-1 0,-8 1 0,-4-1 0,-3 1-298,-3-1 0,-1 1 0,-2-1 0,-5 1 415,-1-1 0,-10 0 0,-7 1 0</inkml:trace>
  <inkml:trace contextRef="#ctx0" brushRef="#br0" timeOffset="3017">106 1415 9498,'17'0'4,"1"-2"0,-1-2 0,0-2 45,1 2 0,5-3 1,2 1-1,1 2-61,-1 2 1,6-4 0,-2 0-1,2 2 20,-2 3 0,4-5 0,-6 0 0,2 2-13,1 2 1,-7 2 0,4 0 0,-2 0 23,-3 0 1,3 0 0,-2-2 0,-2-2-27,-1-2 0,-7 1 1,3 5-7,3 0 1,3 0-1,-5 0 1,1 0-7,-1 0 0,1 0 0,-1 0 0,0 0-93,1 0 0,-1-2 0,1-2 87,-1-2 1,1 0-1,-1 6 1,1 0-2,-1 0 1,1 0 0,-1 0-7,1 0 1,-1-6-1,1 0 1,-1 3 22,0 1 0,1 2 0,-1 0 1,1 0-4,-1 0 1,-5 0 0,0 0 0,1 0-8,3 0 1,1 0-1,1-2 9,-1-4 0,1 4 0,-1-4-12,0 4 0,1 2-20,-1 0 1,-1-2-1,-2-2 20,-3-1 6,1-1 86,-2 6 323,-3 0-328,-7 0 0,0-2-56,0-4 1,-2 2-41,-3-8 0,1 9 0,-6-5 14,2 0 1,-3 4-1,3-6-11,-2 3 0,4-5 169,-5 6-94,-1-7 1,-4 9 0,3-6 24,1 2 1,6 2 43,-5 6-82,7 0 1,-6 0 14,4 0 0,2 0 122,-7 0 40,7 0 0,-4 2 438,8 4-245,0-4-234,0 6-214,0-8-845,0 0 764,8 0 0,-4 0 13,7 0 1,1 6 102,6 0 1,-3 1-1,-1-3 46,-3 2 0,-1 8 1,4-5-1,-3 1 1,-7 0 0,2-4-62,-4 5 0,-2 5 0,0 1-180,0 1 1,-6-1 0,-2 1-1,-1-1-214,-5 1 0,-2-1 0,-1-1 0,2-3-87,3-1 1,-4-1 0,5 5 504,-5-4 0,-9 3 0,-2-5 0</inkml:trace>
  <inkml:trace contextRef="#ctx0" brushRef="#br0" timeOffset="4300">263 1817 6524,'0'9'875,"0"-1"0,0-6-266,0 4-138,0-4-70,0 6-376,0-8 0,2 0 0,2-2 0,3-2-49,3-2 0,-4 0 0,6 4-22,1-4 1,3 4 0,1-5-1,3 1 65,3 0 0,-4 0 1,4 4-1,-1-2-17,1-2 0,-3 1 0,5 5 0,-2 0 13,0 0 0,6-2 0,-5-2 1,-1-2-20,2 2 1,-5 2-1,5 2 1,-2 0-135,0 0 0,3-2 107,-3-4 0,2 4 1,4-3-21,-5 3 1,-5 2 0,-2 0 27,1 0 1,-1 0 0,1 0 0,-1 0-3,1 0 0,-1-2 0,1-2-1,-1-2 0,1 0 1,-1 6-1,1 0-4,-1 0 0,0 0 0,3-2-12,3-3 1,-3 3-1,3-4 1,-4 4 29,-1 2 0,-1 0 0,1-2-2,-1-4 0,1 4 1,-1-4 6,0 4 1,1 2 0,-1 0 8,1 0 1,-6 0 0,-1 0-14,3 0 1,1 0 3,3 0 1,-7 0 11,1 0 0,-6 0 36,5 0 82,-7 0 1,4-2 238,-8-3-268,0 3 1,0-8 8,0 4 0,-8 2-16,-3-7 1,1 5 0,-2-6-20,-1-1 0,3 3 1,-2 0-68,-1 2 1,3-3 0,0 3-15,3-2 1,-1 6 0,4-3-246,-2-1 133,0 6 76,6-6 1,2 8 0,4 2 40,6 4 1,3-2 0,3 7 35,-1 3 0,1 0 0,-3-1 1,-1-1 56,-3 1 0,-7 3 0,2 1-24,-4 1-1,-2-1 1,0 1 0,-2-1-97,-4 1 1,-9 5 0,-8 0 0,1-1-367,3-3 1,-4-7-1,-1-1 1,3 1-1224,1-2 1625,11 5 0,-14-5 0,3 7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50.7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53 271 8021,'-8'-18'733,"-2"1"0,-1 1-229,-1 4-606,8 5 0,-4 14 0,10 3 0,4 4 13,6 3 1,-3-3 0,3 9 0,2-2 21,1 3 1,3-5-1,-3 6 1,-1-1 36,-3-1 0,1 2 0,5-4 0,1 3 25,-1-3 1,-5 2-1,-2-3 1,-1-5 29,1 1 1,-4-3-1,4 1 90,-3-2 0,1-8 104,-2 1 1,-4-10-1,4-7 1,-4-4-95,-2-1 1,0-8-1,0-2 1,2-3-79,3 1 1,-3 0-1,6-6 1,-2 0-47,0 0 0,0 0 1,-4-1-1,1-3-62,3-2 1,6 0-1,-6 8 1,0 4-2,1 6 1,-5 4-1,4 1-98,-4 1 1,-2 9-369,0 8 0,6 8 0,0 9 84,-2 1 1,-2 5-1,-2 2 1,0 0 443,0 0 0,7 7 0,3-5 0</inkml:trace>
  <inkml:trace contextRef="#ctx0" brushRef="#br0" timeOffset="266">472 550 8144,'0'-10'1182,"0"-5"1,0 15-1091,0 0 0,0 2 0,0 9 0,0 3-83,0 1 1,0 9 0,2-1 0,2 0-53,1 3 0,7-7 1,-6 4-1,-2-3-84,-2-3 1,4 1 0,-1-1 0,-1 0-433,-2 1 1,-2-6-1,0-1-870,0 3 1429,0-6 0,0 7 0,0-5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52.7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86 332 7567,'-10'0'806,"-6"0"1,13 0 195,-9 0-673,8 0 1,-4-2-295,8-3-311,0 3 259,0-6 1,2 8 0,4 0-52,6 0 0,-3 0 0,5 0 0,3 0 45,5 0 1,7 0-1,-4 0 1,2 0 16,4 0 0,2 0 0,2 0 0,2 0-4,4 0 1,-2-6-1,5 0 1,-1 0-15,-4-1 1,5 5-1,1-6 1,0 2 21,-5 0 0,3-1 0,-2 3 0,0-2 4,1 2 0,-5-4 0,2 2 1,-6 3-1,-4 1 1,0-4-1,4 0 1,-2 0 0,-2-2 0,-7 6 0,1-5 0,-2 1-1,3 0 1,-7-2 0,2 4-1,-5-1 1,-4-3 198,1 2-20,-3 4-149,-8-13 1,-2 11-45,-4-8 0,3 8 0,-7-4-64,2 1 0,-6 5 1,5-6-1,-1 0 0,-5 6 1,5-6 39,0 1 0,0 5 0,7-6 0,-5 2 24,-2 0 0,4 1 0,-3 3 30,1-4 0,-6 2-30,3-8-265,3 8 226,-8-3 1,16 7 0,0 0 44,10 0 1,0 0 0,1 2 30,3 3 1,1 5 0,3 8 4,-1-1 0,-5 0 0,-2 1-165,-2-1 1,-3 1 0,-5-1 0,0 1-255,0-1 1,0 1-1,0-1 1,-2 1-679,-3-1 1067,-5 1 0,-8-1 0,1 0 0</inkml:trace>
  <inkml:trace contextRef="#ctx0" brushRef="#br0" timeOffset="1336">68 979 8118,'-9'-8'-389,"1"6"703,0-6 0,4 8-64,-8 0 1,9-2 12,-3-4-193,4 4 1,0-5-116,-4 7 231,4 0 1,-4 0-136,12 0 1,4 0-1,7 0-19,1 0 0,-1 0 0,1 0 0,-1 0-12,1 0 0,1-6 1,2 0-1,5 2-16,1 2 1,-4 2 0,6-2 0,2-2-19,2-1 0,2-1 1,0 4-1,0-2 15,0-2 1,2-2-1,2 4 1,1-1-25,-1 1 1,-2-4-1,-2 2 1,0 2-11,0 2 0,-2-3 0,-2-1 0,-2 2-2,2 2 1,-4 2-1,0 0 1,-1 0 32,-5 0 0,0 0 0,1 0 1,1 0-2,-2 0 1,-1 0 0,-3 0 0,1 0 7,-1 0 0,0 0 1,1 0-1,-1 0-8,1 0 0,-1 0 1,1 0-1,-1-2-46,1-4 1,-1 4 0,1-6-12,-1 1 1,-5 5 0,-1-4-20,3 4 1,-4 2 52,1 0 1,-5 0-1,4-2 137,-2-4 0,-1 4 73,-1-4 1,-2 4 150,8 2-31,-8 0 21,3 0-280,-7 0 0,0-1-62,0-5-20,0 4-171,0-6 1,-2 2-1,-3 0 1,-3-1 0,-6 3-25,3-2 0,5-6 153,-6 6 1,2-1-1,-3 3-12,1-2 1,8-2-39,-1 2 197,3 4 39,2-5 1,2 7 52,3 0 1,-1 0 0,8 2-105,1 3 0,3 3 0,-1 6 12,-3-3 0,-2-1 0,-6 4-205,2-3 1,-1 1-1,-5 5-251,0 1 1,-2-1-1,-3 1 1,-5-1-87,0 1 1,-11 5 0,3 0 473,-1-1 0,-8 5 0,0 0 0</inkml:trace>
  <inkml:trace contextRef="#ctx0" brushRef="#br0" timeOffset="2552">243 1503 7387,'-18'0'-1353,"7"0"1399,-1 0 477,0 0-226,-5 0 0,7-2 360,4-4-471,-3 4 0,7-8-309,-4 4 71,-4 4 148,1-5 1,-3 7 401,0 0 8,8 0-143,-3 0-357,7 0 168,0 0-93,7 0 0,-3 0 0,8 0 20,2 0 0,1 0 1,3 0-51,-1 0 0,2 0 1,3 0-1,1 0 0,-2 0 0,5 0 0,-1 0 0,0 0-31,0 0 0,6 0 0,-3 0 0,1 0-4,0 0 1,0 0 0,6 0-1,-2 0-32,-4 0 1,2-6-1,-6 0 1,2 2-24,4 2 1,-3 0-1,-1-2 1,0-2-14,0 3 1,-4 1 0,4 2 0,1-2 26,-1-4 1,-6 4-1,4-4 1,-1 4-18,-1 2 0,6 0 0,-6 0 0,1 0 2,1 0 1,-6 0-1,6 0 1,-1 0 15,-1 0 1,0 0 0,-5 0 0,-1 0-6,1 0 1,5 0-1,0 0 1,-1-2 14,-3-4 1,-1 4 0,1-3 0,2 3-12,3 2 1,-1 0-1,-6-2 1,1-2-7,-1-2 0,1 0 1,-1 6-1,1-2 4,-1-3 0,-5 3 0,-1-4 51,3 4 57,1-6 34,3 6-83,-8-13 106,-3 13 135,-7-6-141,0 8 1,0-2-143,0-4 0,-2 4 0,-1-6 1,-5 3-27,-2-1 0,4 0 0,-3 4 0,-1-2-64,0-2 1,4-1 0,-5 3 16,-3-2 0,-1-2 0,-3 4 36,1-2 1,5 1 91,0 5-30,1-8 1,1 6 1,4-6 0,12 8-3,6 0 0,-3 0 0,3 0 0,2 2 21,1 4 1,3-4-1,-3 6 1,-1-3-51,-3 1 0,1 8 0,4-3-108,-5 5 0,-3-4 0,-8-1 0,0 3-227,0 1 1,-2 3 0,-4-1-1,-5 1-393,-5-1 0,-7 1 743,-1-1 0,-14 1 0,1-1 0</inkml:trace>
  <inkml:trace contextRef="#ctx0" brushRef="#br0" timeOffset="3703">243 2061 6755,'-12'0'1107,"1"0"-544,-3 0 1,4-2-95,-1-3 1,5 3 0,-6-4-340,8 4-118,-3 2 0,8 0-17,5 0 1,-2 0 0,8 0 0,1 0 60,3 0 1,7 0 0,2 0-1,1 0-12,-1 0 1,6 0-1,-2 0 1,4-2-62,2-4 1,2 4-1,2-4 1,1 4-19,-1 2 0,-2 0 0,0-1 0,2-3-45,2-2 0,-3 0 0,-5 4 0,-2-2 45,0-2 0,4 1 1,-9 5-1,-1-2 8,0-4 1,4 4-1,-6-4 1,-1 2 17,-3-2 0,1 4 0,1-3 1,2 3 14,-1 2 0,3 0 0,-2 0 0,-2 0-3,-1 0 1,3-6-1,2 0 1,1 2-12,-1 2 0,0 2 0,-4 0 0,5 0-48,1 0 1,-6 0 0,4 0 0,-1 0 16,-1 0 1,0-6 0,-5 0 0,-1 3-4,1 1 1,-1 2 0,0 0 24,1 0 1,-1 0 0,-1-2 17,-4-4 121,-5 4 33,-7-6 0,0 6-23,0-4-102,0 4 1,-2-7-51,-3 3 0,1 4 1,-6-6-109,2 1 0,-5 3 56,1-8 0,2 8 0,1-4-5,1 1 0,0 5 29,2-4 1,2-2-117,-7 2 142,7 0 0,-2 6 38,12 0 1,-2 0-1,5 2 1,1 4 23,0 6 1,-6-2-1,3 1 1,-1 3-50,0 1 1,2 3 0,-4 1 0,2 2-277,-3 3 0,-1-1 0,-2-5 1,0 1-566,0 4 0,-7-3 850,-5 3 0,-4 4 0,-1 0 0</inkml:trace>
  <inkml:trace contextRef="#ctx0" brushRef="#br0" timeOffset="4733">173 2603 8040,'-12'0'-156,"1"0"1,5 0 618,-6 0 1,6 0 405,-5 0-299,7 0-317,-4 0-293,8 0 1,2 0 35,4 0 0,4 0 1,7 0 11,1 0 1,-1 0 0,0 0 0,1 0 33,-1 0 0,7 0 0,1 0 0,2 0-12,4 0 1,-4 0-1,4 0 1,4 0-51,4 0 0,2-2 0,-6-2 0,2-2 15,3 2 1,3-4 0,4 3 0,-5 1-15,1 2 0,-6 0 0,6-2 0,-3-2 2,1 2 0,0 2 1,-6 0-1,-2-1-10,-4-3 1,8 0 0,-6 6 0,-2-2 23,-2-4 0,2 4 0,-4-4 0,1 4-28,-1 2 1,-2 0 0,-3 0 0,1 0-33,2 0 0,0-5 0,-5-1 55,-1 2 0,1 2 0,-1 2 17,1 0 1,-7 0 3,1 0 1,0 0 37,5 0 84,-7 0-107,5-8 12,-13 6-24,6-13 1,-8 11 68,0-8 1,0 6-27,0-5 1,0 5-1,-2-4-49,-4 2 1,2 1-1,-7 1-11,-3-6 1,5 4 0,-3 3 0,0 1-4,3-2 1,-1 4-1,6-6-71,-2 1-394,-7 5 258,3-6 204,0 8 0,4 2 0,12 4 38,6 5 1,-3-1-1,1 2 126,-2 1 0,4 3 1,-7 1-1,-1 1-24,-2-1 0,-2 1 0,0-1 0,-2 2-235,-4 5 1,-1-5 0,-7 4-1,2-3-204,-1-3 0,-3-5 0,1 0 0,1-1-420,3-1 1,1 0 0,-4-7 725,3 3 0,-1 0 0,-5-6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58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1 225 8048,'0'-17'736,"0"-1"386,0 1-688,0 7-352,0 3 0,0 8 0,0 5 1,0 6-63,0 3 0,5 3 0,3-1 0,0 1-89,0-1 0,3 7 0,-3-1 1,0 0 5,0 2 1,3-5-1,-3 3 1,0-4-12,-1-1 1,1-1 0,-4 1 0,4-1-104,2 1 1,-7-1 0,5-1 18,0-5 0,-6-1 249,4-4 0,-2-4 0,0 2 26,1-8 1,1 0-1,-4-8 1,2-1-45,2-3 1,0-1 0,-4-3 0,1-1-23,3-2 0,6-6 0,-6 3 0,0 1-35,1 0 1,-3-6-1,6 2 1,0-4 14,-1-2 0,-3 6 0,4 2 0,0-1 44,-1 1 0,-5 6 0,4-2-25,0 3 0,-6 9-556,3-1-154,-3 8 0,-2-2 0,0 12 201,0 6 1,0 3-1,0 5 1,0 1 458,0 2 0,0 1 0,0-7 0,0 1 0</inkml:trace>
  <inkml:trace contextRef="#ctx0" brushRef="#br0" timeOffset="443">332 627 7667,'16'-17'-287,"-5"-1"1,3 1 0,-6 1 915,2 4 1,-7 3-1,5 5 1,-2-4-387,0-2 0,7 7-227,-1-3 0,-2 4 0,1 2-102,3 0 1,-4 0 0,-1 2 0,-1 4 53,-4 5 1,4 5 0,-2 1-1,-3 1-15,-1-1 1,-4 1 0,-1 1 0,-5 2 35,-2 3 0,-1-1 0,-5-6 0,2 1 71,3-1 0,-1 1 1,-3-1-1,1-1 26,2-5 1,7 3 0,-5-6-1,0 0 180,0-1-114,7-1 0,-3-6 0,12 0-59,5 0 0,5-2 0,1-2 0,3-2-96,3 3 0,-4-5 0,7 2 0,-1 0-173,4-2 1,-2 6-1,0-5 1,0 1-49,1 0 0,-5 0 0,4 6 0,-2 0-433,-3 0 1,-3 0 0,-2 0 656,1 0 0,-1-8 0,1-1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3:02.3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51 437 10378,'0'-17'102,"0"-1"1,0 1-1,2-1 11,4 1 0,-4-2 0,6-3 0,-3-3-120,1-2 0,0 3 0,-4-3 0,2 2-28,2 4 0,-1-4 1,-5 1-1,0 3 13,0 1 1,0 3 0,0 0-136,0-1-1,0 8 1,2 3 78,4 7 0,-4 2 0,4 3 112,-4 7 1,4-2 0,0 1 0,-1 3 52,3 1 1,-4 3-1,6-1 1,-1 1-44,1-1 0,-4 7 0,6-1 1,1-2-84,3-1 1,-5-3-1,-1 1 1,0-1-132,-1 1 1,1-1 0,2 0 0,-4 1-161,-1-1 0,-5 1 0,4-1-55,-4 1 1,-2-7 0,0 1-407,0 2 1,0-5 791,0 3 0,0-8 0,0 4 0</inkml:trace>
  <inkml:trace contextRef="#ctx0" brushRef="#br0" timeOffset="199">69 385 8290,'-12'0'132,"0"-2"395,-1-4 0,3 4 10,-2-4 0,8 2-411,-1-1 1,5 3 0,5-4-415,7 4 0,-2 2 0,1 0 0,3 0-173,2 0 0,1 0 0,2 0 1,3 0-60,1 0 1,0 0-1,-5 0 520,-1 0 0,8 0 0,3 0 0</inkml:trace>
  <inkml:trace contextRef="#ctx0" brushRef="#br0" timeOffset="468">400 280 8421,'0'-10'676,"0"3"0,-2 7-658,-3 0 0,3 7 0,-4 5-110,4 4 1,2 3 0,0 2 0,2 4-97,4 3 1,-4-5-1,3 4 1,-1 0-93,2 0 0,-4-5 0,6 1 0,-2-4 280,-1-1 0,9-1 0,-4 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3:04.1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36 429 8308,'-12'0'562,"1"0"1,7-2-407,-2-3 0,4 1 0,2-8-92,0-2 0,0 5 1,2-3-3,4-1 0,-2-3 1,5-1-1,1-1-55,0 1 0,-5-1 0,5-1 0,0-3-43,0-1 1,-5 0 0,5 5-1,-2 1 44,-4-1 0,0 1 0,-1-1 1,3 1 30,-2 0 0,0 1 0,0 2 83,2 3-57,0-1-10,-6 2 0,2 10 0,1 12 5,3 4 0,0 1 0,-6 1 0,2 1 22,4 4 0,-4-3 0,6 5 0,-3-2-53,1 0 0,6 1 0,-6-5 0,-1 2-219,3 3 1,-4-1-1,6-5 1,-1-1-313,1 0 1,-6 1 0,2-1-1804,-4 1 2305,-2-1 0,0 1 0,8-9 0,1-1 0</inkml:trace>
  <inkml:trace contextRef="#ctx0" brushRef="#br0" timeOffset="217">88 359 8290,'-17'0'806,"-1"-7"32,1-5 0,5 4-120,1 2 1,7 3-360,-2-3-469,4 4 0,10-6 0,3 8-307,5 0 1,1 0-1,1 0 1,-1 0-238,1 0 1,1 0 0,2 0-1,3 0-284,-3 0 0,-2 0 938,-1 0 0,7-8 0,2-1 0</inkml:trace>
  <inkml:trace contextRef="#ctx0" brushRef="#br0" timeOffset="619">315 307 8596,'-11'-6'2574,"-1"0"-2508,8 1 1,-2 5-215,12 0 0,-2 0 1,8 0-46,1 0 1,3 0-1,-1 2-19,-3 3 0,1-1 0,-7 8 160,-2 1 1,4 3 0,-2 1 0,-2 1 77,-2-1 0,-2 1 0,-2-1 0,-2 1 44,-2-1 0,-6 3 0,4 1 0,-1 2-53,-5-1 0,1-3 1,-1-3-1,4-3 0,3-1 0,-5-1 0,4 5 39,-2-4 1,7-3 417,-3-3-341,4-4 0,10 6 0,3-8-111,5 0 1,1 0 0,1 0 0,-1 0-265,1 0 0,-1 0 0,1 0 0,-1 0-284,0 0 0,1-6 0,-1 0 1,1 2-1252,-1 2 1777,1 2 0,-1-7 0,1-3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8:21.805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36 5536 7655,'-10'0'-505,"-5"0"393,13 0 48,-6 0 0,8-2 93,0-4 1,2 5 22,4-5 0,1 2 0,7 0 0,-4-4 7,-2-2 1,5 5 0,-1-7-35,3-2 0,3-1 0,-1-3 0,1 1-17,-1-1 1,1 1 0,-1-2-1,1-3-18,-1-1 1,0 0 0,1 3-1,-1-1 9,1-2 0,-1-3 1,1 5-1,-1-2-2,1 1 0,-1 3 0,1 2 0,-1-3 0,1-3 1,-3 9 0,-1-3 0,-3 1-2,3 1 0,1-3 0,3 1 0,-1 1 1,1 5 1,-3-5 0,-1 5-1,-2-5 23,1-1 1,3-1-1,1 1 1,1-3-19,-1-3 1,6 4 0,1-5 0,-3 5 0,-2 1 0,-1 1 0,-1-1 0,1-1-6,-1-4 1,1 3 0,-3-3 0,-1 4-2,-3 1 1,1 1 0,6-1 0,-1 1-3,0-1 0,-1 1 0,-2-1 0,-3 1 4,3-1 0,-1 1 1,1 0-1,-2-1 1,1 1 0,-3-1 1,2 1-1,-1-1 1,-1 1 0,5 5 1,-5 0-1,2-1 1,-1-3 0,1-1 0,4-1 0,-3 1-1,-1 0 1,-1-1-1,7 1 1,-1-1-1,1 1 0,-3-1 0,-1 1 0,-2-3 0,1-3 0,3 4 0,1-5 0,1 7 0,-1 5 0,1-3 0,-3 3 0,-1-3 0,-3-3 0,1 1 0,5-1 0,1 1 0,-1-1 0,1 1 0,-3-1 0,-1 1 0,-2-1 0,-1 1 0,7-1 0,-3 1 0,-3 0 0,3 1 0,-3 0 0,4 1 1,1-4 0,-5-1 1,-3 7-1,1 1 3,0-2 1,1-7 0,5-2 0,-3 1-5,-1 3 0,-2 1 0,3 3 0,-1-1 0,2-1 1,-5 9-1,3-9 1,0 1-2,-3 1 1,7-3 0,-6 1 0,1-1-1,1 1 0,-2 5 0,3 1 0,-1-3 33,1-2 0,-3-1 0,2 0 0,-1-1-18,-1 1 1,6-1 0,-7 1 0,3 1-6,0 5 1,-1-5-1,7 4 1,-1-3-3,1-3 0,-7 1 1,1-1-1,0 1-8,-3-1 1,7 7 0,-7-1-1,3-1 2,0-3 0,-6 4 0,3 1 0,1-3 2,0-1 0,-1 3 0,5 0-4,-2-1 1,-1-3 0,7-1 17,-1-1 0,-5 3 0,-1 1 0,1 3 12,-2-3 1,5 0 0,-5 1 0,2 1-22,-1-1 1,1-1-1,3 1 1,-1 1-12,-2-2 1,-6 5-1,3-3 1,1-2-20,0-1 1,-1 3 0,5 2 0,-4 1 11,-3-1 0,7-2 1,-4-5 9,-1 0 1,1 5 0,-6 0 0,4 1 11,1 1 0,-3-6 0,4 5 0,0-3-8,-1 2 1,-3-3 0,6 3-3,1-3 1,1-3 0,0 1 55,-3-1 0,1 1 0,3-1 0,-1 1-11,-2 0 0,-1-1 0,7 1 0,-3-1-48,-3 1 0,3-1 0,-3 3 0,2 1-16,-3 2 0,5 1 1,-5-7 5,5 1 1,1-1-1,-1 1-2,-4 0 1,3 5 0,-5 0-4,0-1 1,5 3-1,-5-2-4,-1-1 1,5 3-1,-6 0 1,1 1 4,5-1 1,-4 4 0,1-6-31,3-1 0,2-3 40,1-1 1,-1-1-1,-3 3 1,-1 1 6,1 3 1,-3 1 0,0-4 0,-1 3-8,1-3 1,0-1-1,3-1 7,-1 4 1,-6-3-1,6 3 0,1-3 1,-3-1 0,0 3-1,-3 1 1,5 0 32,-6-5 1,5 5-6,-5 1 1,2 7 0,-4-4 127,2 0 11,-1 6-129,-5-5-69,0 7 554,0 0-497,0 7 0,-1-5-328,-5 4 41,4-4 242,-6-2 1,6 0 15,-4 0 1,-1 2-1,-7 2 11,2 2 1,6-1-1,-5-5 9,-3 0 1,5 0-1,-3 0 1,-2 2-27,-1 4 0,-3-4 0,1 4 1,-1-2-6,1 2 0,-1-4 0,1 3 0,0-1 18,-1 2 1,-5-4-1,-1 4 1,3-2 35,2 2 0,1-4 0,-1 3 41,-4-3 0,3-2 1,-3 0 196,3 0-154,3 8-292,7-6 52,3 6 0,14-10 0,5-2 89,3-2 1,3 0 0,-1 6-1,-1-2 9,-4-3 1,3 3 0,-3-6 0,3 2 44,3 0 0,5-2 0,0 5 0,-1-3-16,-3 2 1,-1-4 0,-1 2 0,0 0-11,1-1 0,-1 5 1,1-6-4,-1 0 1,1 6 0,-1-5-13,1-1 0,-1 6-92,1-4-10,-9 4 66,-1 2 54,-8 0 0,0 8 7,0 3 0,0-1 19,0 2 0,0-1 0,0 7 36,0-1 1,0 1 0,0-1-1,0 1-10,0-1 1,0 7 0,0-1-1,0-2 54,0-1 1,0 3 0,0 0 0,0-2 27,0-1 1,0-3 0,0 1-150,0-1 0,0 1 0,-2-3-212,-4-3 1,4-2-955,-3-5-105,3-3 1280,2 6 0,0-8 0,0 0 0</inkml:trace>
  <inkml:trace contextRef="#ctx0" brushRef="#br1" timeOffset="1583">1870 332 14487,'11'0'-1515,"1"0"1,-8-2 1778,2-4 0,1 2-71,-1-7 1,0 5-120,-6-6 1,0 6-54,0-5 1,0 5-77,0-6-74,0 8 0,-2-3 0,-4 7-15,-5 0 0,-3 1 0,0 3 0,3 4 124,-3 2 0,-7 1 1,-2 7-1,1-1-33,3 1 0,-1 1 1,-1 3-1,-4 3 55,-2 2 1,5 2 0,-1 6-1,4 0 42,1 0 1,1 0 0,-1-2 0,3-2 36,3-2 1,4-6 0,8 4 0,0-1-48,0-5 1,2-4 0,4-3 0,6-4-25,3-2 0,3 3 0,-1-5 0,1 0 8,-1 2 0,6-7 1,1 5-1,-3-4 9,-2-2 1,5-6 0,-1-1-1,-2-1-9,-1 0 1,-3-5-1,1 1 1,-1-4 10,1-1 0,-1-1 0,1-1 0,-1-2 0,0-3 0,1 1 1,-3 4-1,-1-3 1,-2-1 1,-1-2 0,5 4-1,-3-3 55,-1 3 0,-6 2 1,4-1-1,-1-1 50,1-3 0,-6 1 1,2 6-91,-4-1 1,-2 1-1,-2 1 1,-4 3-134,-6 1 1,3 6 0,-3-5 0,-2-1-68,-1 2 1,-3-3 0,1 7 0,-1 0-34,1-2 1,-1 6 0,3-5 0,1 1-18,3 0 0,-1 0 0,-5 6-134,-1 0 0,1 0 1,-1 0 142,1 0 0,1 8 0,3 2 0,3 1-488,2 1 724,2-1 0,-1 7 1,-3-1-1</inkml:trace>
  <inkml:trace contextRef="#ctx0" brushRef="#br1" timeOffset="2263">2690 87 11869,'0'-17'-308,"0"-1"1,0 7-61,0-1 404,0 1 1,-1 1-231,-5 4 0,-4 4 0,-6 4 306,5 4 1,-5 4 0,5 7 0,-5 0-13,-1 1 0,1 1 1,3 3-1,-1 3 22,-5 2 0,7 2 0,-6 6 0,3 0-20,-1 0 1,-1 2 0,1 2-1,3 1-32,1-1 1,8-2 0,-1-2 0,3 2-67,2 4 0,0-6 0,0 1 0,2-5 47,3 0 0,-1-3 0,8-1 1,-1-2 10,-1-4 0,6-1 0,-5-3 0,5 1-183,1-1 1,-5-5 0,0-1 0,1 1-13,3-2 0,-5 3 0,1-5-118,2 2 1,1-6 0,1 4-1184,-5-1-310,5-5 1729,-14 6 0,13-8 0,-5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8:26.504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298 360 7616,'10'-8'-1666,"-1"6"1641,-3-4 1,-4 2 490,4-2 202,4 5-470,-8-7 1,5 6 118,-7-4-346,0 4 1,-2-6 0,-3 10 16,-7 4 0,-4-2 0,-1 6 0,-1-1-29,1 1 0,-6 2 0,-1 5 0,3-1 23,2-5 0,1 5 0,1-5 0,1 5 12,5 1 1,-5 1-1,6-1 7,1 1 1,1-1 18,8 1 1,8-3 0,3-3 0,5-6 18,1-4 1,7 4 0,1-1-1,2-1-19,4-2 0,-4 0 0,0 2 0,0 4-24,1 1 0,-7-3 1,4 4-1,-2 0-2,1-1 0,-3-3 1,-7 6-1,-5 1 37,-1 3 0,-2-4 0,-6-1 0,-2 3 40,-4 1 0,-3 3 0,-11-1 0,-3 1-2,-6-1 1,2-1-1,-3-3 1,1-1-20,2 2 0,-6-7 1,6 1-1,-2-2-17,0 0 1,7 0 0,-3-6 0,2 0-53,0 0 1,1-8 0,9-2 0,1-2-45,-1 1 0,5-1-159,2-5 0,4-1-705,2 1 459,0 7 0,8 2 468,3 8 0,5 0 0,1 0 0</inkml:trace>
  <inkml:trace contextRef="#ctx0" brushRef="#br0" timeOffset="516">700 325 8484,'0'-18'-52,"0"1"0,0 5 1,0 1 239,0-3 0,0 4 77,0-1-246,0-1 1,2 2-34,3 4 1,-3 12 0,4 6 0,-4 3 93,-2 3 0,0-1 0,0 3 1,0 3 85,0 6 0,6 2 0,0 0 1,-2-2-20,-3 2 0,-1 2 1,0 2-1,0 0-51,0 0 1,0 0 0,-1 0-1,-3 0 7,-2 0 1,0-2-1,6-4 1,-2-6-75,-4-3 1,4-3 0,-3 1-166,3-1 1,4-7 0,3-4-40,7-4 0,3-4 0,3-2 0,1-4-140,5-2 1,-3-1 0,8-7 0,0 3-212,-2 3 1,4-4 0,-5 7 525,1-1 0,2-13 0,6 3 0</inkml:trace>
  <inkml:trace contextRef="#ctx0" brushRef="#br1" timeOffset="799">577 482 11600,'-9'-8'-1060,"-5"4"1073,8-7 1,-2 7-24,3-2 0,5 4 1,0 2 101,9 0 1,13 0 0,1 0-1,0 0-189,2 0 0,1 0 0,5 0 1,-2 0-216,2 0 0,2-2 1,2-2-1,0-2 329,0 2 0,7 3 1,3 1-1</inkml:trace>
  <inkml:trace contextRef="#ctx0" brushRef="#br0" timeOffset="1731">1014 796 7641,'12'6'63,"-1"0"1,-5 0 0,6-8 166,1-4 1,1 2 0,-1-6 0,1 1-122,5-1 0,-1-2 0,5-5 0,-3-1-29,-3 1 0,6 0 0,1 1 1,-3 2-78,-2 3 1,-1-1 0,-1-5-1,-1-1-45,-5 1 0,-1 5 1,-6 0-192,2-1 1,-2 3-1,-10 0 59,-6 3 1,3 1 0,-5 6 0,-3 0 23,-5 0 0,-1 6 0,3 1 0,-1 1 130,-2 0 0,0 6 1,5-3-1,1 3-6,-1-3 0,1 5 0,-1-4 0,1 3 105,-1 3 0,7-1 0,1 1 27,2-1 1,0 4 0,5-1 0,-3-5-45,2 1 1,8-1 0,4 1-1,1-3 46,5-1 0,1-2 0,5 3 0,1-3 10,2-2 1,8-2 0,-3-4 0,1 1-67,0 3 1,-2 0 0,4-6-1,-2-2-19,2-4 1,2 2 0,2-7 0,-2-3-7,-4-1 0,4 3 0,-6 0 0,2-1-46,1-3 0,-9-1 0,4-1 0,-2 1 44,1-1 0,-1 1 1,-6 0-1,-1-1-9,-4 1 0,1-1 0,-7 1-51,-2-1 1,-4 3 0,-4 1 0,-4 4-55,-1 3 0,-3 1 0,-6 6 0,1 0-86,-1 0 1,-5 0-1,0 0 1,2 0 25,1 0 0,-3 2 1,0 4-1,1 3 92,3 1 0,1 5 1,3-3-1,1 2 85,3-3 0,1 5 0,-4-4 0,5 3 117,1 3 0,2-1 0,6 0 0,0 1 47,0-1 1,0-5 0,2 0-85,4 1 1,4-3 0,7 0 0,0-3 132,1-3 1,-1-2-1,1-2 1,-1-2-155,1-4 1,-1 3 0,1-9 0,-1 0-118,1 3 0,-1-7 0,1 4 1,-1-1 14,0 1 0,1-3 1,-1 3-1,1-3-104,-1-3 1,-5 3-1,-2 1 1,-1 2-80,1-1 1,-4 5 0,4 0-472,-3 0 553,-1 6 1,-6-3-1,0 10 305,0 7 1,0 4-1,0 1-45,0 1 1,2 1 0,2 2 44,2 3 1,2-1-1,-5-6 1,5-1-239,2-4 1,-4 1 0,3-5-1,1 0-270,0-1 1,-4-1 0,5-6-1,3 2-492,1 4 0,3-4 811,-1 4 0,1-4 0,-1-2 0</inkml:trace>
  <inkml:trace contextRef="#ctx0" brushRef="#br0" timeOffset="2982">2463 674 8559,'-5'-12'-4,"-1"1"1,-6-1 469,6-5 0,-5 5-663,5 0 1,-6 7-1,4-5-127,-1 2 0,-3 2 0,-5 6 27,-1 0 0,1 2 0,-1 4 72,1 6 1,-1-3-1,1 3 157,-1 2 0,1 1 0,1 3 0,3-1 109,1 1 1,6-1 0,-3 0 0,-1 1 7,0-1 1,6 1 0,-1-1-1,3 1-22,2-1 0,0-5 1,2 0 90,3 1 1,-1-5 0,8-2 0,1-4 35,3-2 0,3 0 1,3-2-1,1-4-95,-2-6 0,5-3 0,-3-5 0,0-1-13,2-2 1,-5-3-1,5 5 1,-2-4 4,1-2 0,-1-2 0,-4-6 0,1 0 4,-3 0 1,5 0 0,-13-2 0,3-2-34,0-2 0,-9-5 1,3 5-1,-4 2-54,-2 2 0,0 1 0,0-1 0,0 2-27,0 8 0,-2 5 1,-2 5 0,-1-1-43,-1 9 0,0 3 0,0 12 12,2 5 1,-4 7 0,1 3-1,-1 4 130,0 2 1,2 3 0,6 5 0,-2 1 70,-3 5 0,3-2 0,-4 6 0,4-3-10,2-3 0,2 4 0,2-2 1,3-1 4,3 3 1,2-6 0,3 2 0,-1-6-51,-2-4 1,-1-8 0,7 2-1,-1-3-29,1-3 1,-1-7-1,0-4-17,1-4 1,-6-4 0,-1-4-19,3-6 1,1-3-1,1-3-23,-4 1 1,1-1-1,-7 1 1,0-1-39,1 1 1,-5 5-1,6 1 1,-2-3-138,0-1 1,0 3-1,-4 0-383,3-1-219,-3-3 748,6 6 1,-8 5 0,0 10 135,0 7 1,0 4 0,0 1-1,0 1 148,0-1 0,6 1 0,2-1 0,-1 0-6,1 1 0,4-1 0,-4-1 0,-1-3-40,1-1 1,6-2-1,-3 1-61,5-5 1,1-4 0,1-2 0,-1 0-81,1 0 0,-1-8 0,1-5 0,-1-7-51,1-3 1,3-6 0,0 4-1,-1 0-39,1-1 1,-5-3-1,-5 4 1,1 0 44,-2 0 0,3 1 0,-7 7-167,-2-1-77,-2 1 1,-4 9 39,-4 8 0,2 2 1,-6 10-1,1 1 161,-1 3 0,0 7 0,-3 2 0,3 1 66,2-1 0,-3 6 1,5-2-1,2 4 157,2 2 1,-4 4 0,0 5 0,2 11 150,3 5 1,2 4-1,5 6 1,4 2-179,0 3 0,3 3 0,-7 1 0,0-7-135,2-6 1,-4-12-1,5-1 1,-1-12-7,-4-10 1,-2-6 10,-2-8 1,-8-7 0,-4-6 0,-3-6 91,-3-4 1,-1-9 0,-2-1 0,-3-7-153,3-4 0,-4 3 0,2-5 0,-1-2-107,-1-2 0,6 4 1,-3 2-1,7 0 93,3 0 1,6-1-1,-3-3 1,1 4 24,4 2 1,2-4 0,2 4 0,0-1 57,0 1 1,8-4 0,5 4 0,7 0-152,3-1 0,6 1 0,-4 4 0,3-2-190,3 1 0,-4 3 0,2 3 0,2 3-684,2 1 1000,2 0 0,0-5 0,0 0 0</inkml:trace>
  <inkml:trace contextRef="#ctx0" brushRef="#br1" timeOffset="3400">3703 63 11621,'0'-18'-393,"0"1"0,-2 5 1013,-3 1-542,3 7 1,0 4 0,10 11 0,1 7-70,5 5 0,1 0 0,3 10 1,-1 4 36,1 0 0,-1 6 1,1-1-1,-1 5-120,1 7 0,-1-5 0,1 7 0,-1 0-14,0-1 1,-5 5 0,-2 0 0,-2 0 49,-5 0 1,-1-3 0,-2-9-1,-2-1-10,-3 1 1,-5-5 0,-8-2 0,-1-4-71,-4-2 1,1-3-1,-5-2 1,0-7 10,0-4 1,6-1 0,-3-3 0,3-1-132,-2-2 1,5-7 0,-1 5 0,5-2-699,1-4 930,5-2 1,-8-2 0,7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8:54.151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0 3616 7299,'0'-12'-759,"0"0"885,0 8 0,2-11-35,4 3 0,-2 2 0,8-1-26,1-3 1,-3 5 0,2-3-11,1-2 0,-3 1 1,0-1-1,-1 3-27,1-3 0,2-2 0,3-1 0,-1-1-9,-3 1 0,1 0 0,6-3 0,-1-1-15,0-2 0,1-3 0,-1 5 0,1-4 21,-1-2 1,1-1 0,-1-3-1,1 4 3,-1 2 0,5-6 1,-3 4-1,-4-2-7,1 0 0,-1 1 0,3-3 0,-1 4-27,1 2 1,-1-4-1,-1 6 1,-3-1 1,-1-1 1,0 6-1,3-5 1,-1 5 0,-3 1 1,-1-1-1,4-2 1,-3-3 23,3 3 1,0 2 0,-1 1 0,-1 1 0,1-1 0,3-5 1,1 0-1,-1 1-9,-4 3 0,3-4 0,-3-3 1,3 1 7,3 0 1,-1-4 0,1 6-1,-1-1-22,1-1 1,-3 6 0,-1-7-1,-3 3-11,3 0 0,1 0 0,3 5 0,-1 1-5,1-1 0,-7 1 0,1-1 0,0 1 11,-3-1 0,7-5 1,-4 0-1,1 1 2,-1 3 0,3 2 1,-3-1-1,2 1 6,-3-1 1,5-1 0,-5-3 0,5-1-1,1 2 0,-1 1 0,-3 1 0,-1-2-2,2-3 1,1 1 0,3 6 0,-3-1-13,-3 1 1,3-1 0,-5 1 0,2-1 5,-1 1 0,-1-1 0,4 1 0,-3-1 4,3 1 1,-4 0-1,1-3 1,3-1 2,1-3 1,-3 1 0,0 6 0,-1-1-1,-1 1 1,6-5-1,-7 1 1,3 4 0,-1 1 1,1-11 0,6 6-3,-1-5 0,-5 3 1,-3 10-1,1 1 8,0-2 1,0-1 0,3-3-1,-1 1 5,1-1 0,-3 1 1,0-1-1,-1 3 15,1 3 0,-4-3-6,6 3 0,-7-1 1,5-1 14,-2 2 0,-2 6-21,-6-5 0,0 5 0,2-4 10,3 3 119,-3 1 71,6-2-258,-8 6 1,-8-6-83,-3 8 1,-5 2 0,-1 2-1,-1 2 46,1-2 1,5 4 0,1-3 0,-3 1 66,-2 2 0,-1-6 1,0 4-1,-1-2 75,1 1 1,5-3 0,0 4 0,-1-4 71,-3-2 0,-1 6 1,-1 0-1,1-2 1,5-2-1,1-2 276,-3 0-428,6 0-118,0 0 0,10 0 65,4 0 0,4-6 1,7-2-1,1 0 24,-1 0 1,1 1 0,1 3 0,2-4 47,3-2 1,1 5-1,-4-5 1,3 2 3,-3 4 1,-2-4 0,1 3-1,1 1 0,2 2 0,1-4 0,-7 0-32,1 2 1,-1 2 0,1 2-59,-1 0 0,-7 2 80,-4 4 0,-5-2 0,-1 8 0,0 1 38,0 3 1,0 1 0,0 1 0,0-1 69,0 1 1,0-1 0,-1 2-1,-3 3-63,-2 1 1,-2 0-1,4-5 1,-2-1 11,3 1 1,-1-1 0,0 1-1,-2-1-167,2 1 0,2-1-565,2 1-506,0-1 361,0-7 823,0-3 0,0-7 0,0 0 0</inkml:trace>
  <inkml:trace contextRef="#ctx0" brushRef="#br1" timeOffset="798">1642 35 18464,'-8'-9'-6035,"4"-1"5596,-7 4 1,5 4 734,-6-4 0,6 4 135,-5 2 0,-1 2-88,-5 4 1,5-2 0,2 8 0,3 1-118,3 3 0,-4 7 0,2 0 0,2 1-67,2 1 1,-3-4 0,-1 8-1,2 2-142,2 2 0,2 0 1,0-2-1,0-3 176,0-3 0,8 4 0,1-4 0,3 0-176,0 1 1,-1-5 0,7-7 0,1-3-40,4 3 0,-3-6 0,3-3 0,-3-3 43,-3-2 0,0 0 0,1-2 0,-1-2-5,1-1 1,-3-9 0,-1 2 0,-2-5 62,1-6 0,1 3 0,-1-3 0,-3 4-29,-2 1 1,3-5 0,-3 0 0,0 1-9,0 3 1,-2-4-1,-6-1 1,0 3 1,0 1 0,0 3 1,-2 0-1,-2-1 2,-2 1 0,-8-1 0,3 1 0,-5-1-43,-1 1 0,-1 1 0,1 3 0,-1 3-54,1 2 0,-1 0 0,1 5 0,-1-3-283,1 2 0,0 2 0,-1 2-90,1 0 0,1 2 0,2 4 3,3 5 0,1 5 475,-1 1 1,3 1 0,8-1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8:57.435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280 367 8021,'0'-11'-185,"0"-1"0,0 0 377,0-5 0,0 5-100,0 0 1,0 7-63,0-7 0,-2 8-137,-4-2 1,-4 4-1,-7 4 78,0 4 1,-1 6 0,1 9 0,-1 4 17,1 3 1,-7 1 0,1 7 0,2 3 96,1 2 1,3 2-1,1-4 1,3 3 16,1 3 1,8-4-1,-2 3 1,5-1-35,1-4 0,5-8 1,3-2-1,2 0 14,3-2 0,9-4 0,1-9 1,-2-2-55,-1 1 1,-3 1 0,1-3 0,-1-3-49,1 0 0,-1-6 0,1 4-82,-1-4 1,-5-2-888,-1 0 82,-7 0-156,4 0 1062,-8 0 0,8 0 0,1 0 0</inkml:trace>
  <inkml:trace contextRef="#ctx0" brushRef="#br0" timeOffset="383">594 489 8536,'-2'-15'-480,"-2"1"1,-1 3 628,1-3 1,-4 4 61,2-1 1,-2 7-113,3-2 1,3 6-126,-4 6 0,4-2 1,2 7-1,0 5 150,0 5 0,0-1 1,0 5-1,0 0-20,0 4 1,0-2 0,0 2 0,0 3-41,0 1 0,2-4 1,2 0-1,2 0-95,-3-2 1,-1 4 0,-2-8 0,0-1-297,0-3 1,0-1-364,0-1 0,2-1-444,4-5 1134,-4-3 0,14-24 0,-7-3 0</inkml:trace>
  <inkml:trace contextRef="#ctx0" brushRef="#br0" timeOffset="632">420 542 8536,'-8'-18'-80,"4"1"0,-8-1 240,-1 1 0,5-1 142,2 1 1,4 5-60,2 1 1,2 7-1,4-2-271,6 4 0,3 2 0,5 0 0,1 0-42,2 0 1,2 0 0,-1 0 0,3 0-76,0 0 1,0 2 0,-5 2-1,3 2-127,2-2 0,-4 5 0,4 1 1,-1 2-173,-5-1 1,-4-5 0,-3 6 443,-2 1 0,-1 11 0,7 3 0</inkml:trace>
  <inkml:trace contextRef="#ctx0" brushRef="#br0" timeOffset="899">315 1118 8584,'-12'-8'-52,"1"-3"0,7 1 424,-2-2 1,10 7-1,4-5 1,1 2-273,5 4 0,7-4 0,4 3 0,1-1-146,-1-2 1,0 6 0,-4-4 0,5 4-176,1 2 0,-4 0 1,4 0-1,-2 0-100,-3 0 1,3 0 0,-2 0 0,-1 0-1006,-3 0 1326,-1 0 0,7 0 0,2 0 0</inkml:trace>
  <inkml:trace contextRef="#ctx0" brushRef="#br0" timeOffset="1449">682 856 8584,'-6'-17'-45,"-2"-1"83,-2 1 1,6 5 0,-1 0 85,3-1 1,9-3-3,5-1 0,4 1 1,1 5-1,-1 3-203,-5 0 1,5 6 0,-5-4-1,5 5 20,1 1 1,-5 0 0,0 1 0,1 5-24,3 6 0,-5-2 0,-1 1 1,0 3 18,0 1 1,-7 5-1,3 1 1,-4 2 61,-2-1 1,0-3 0,0-1 0,0-1 36,0 1 0,0-1 1,0 0 67,0 1 0,0-1 301,0 1-368,0-8 1,0-10 0,0-12 0,0-4-27,0-1 1,0-1-1,0 1 1,0 0-32,0-1 1,2-1 0,2-3 0,2-1-27,-2 2 0,3 1 1,-1 3-1,0-1-23,2 1 0,-4-1 8,7 1 1,1 1-85,6 5 1,-1 3 0,0 8 133,1 0 0,-3 8 0,-1 2 1,-2 1 26,1 1 0,1-1 0,-1 9 1,-3 1 50,-2 2 1,4 1 0,-7-7 0,1 1 29,2-1 1,-6 1 0,4-1 4,-4 1 1,-2-1 0,0 0-150,0 1-932,0-8 183,0 5 798,0-13 0,0-2 0,0-10 0</inkml:trace>
  <inkml:trace contextRef="#ctx0" brushRef="#br0" timeOffset="1897">1345 716 8584,'-7'-17'-86,"3"5"398,-8 1 1,6 1 568,-5-2-905,7 5-160,-4 7 1,10 2 0,2 3 0,3 7 154,3 4 0,-4 1 1,4 0-1,-1 1 71,1-1 0,0 3 0,3 1 0,-3 2 69,-2-1 1,3-3 0,-3-1 0,0-1 30,0 1 1,5-1 0,-3 0-47,0 1 1,-1-6-14,-3-1 0,-4-5 0,6 4 136,0-2 1,-6-5-132,4-8 0,-5 1 0,-1-8-89,0-2 1,6-1 0,0-3 0,-2 1-56,-2 0 0,4-1 0,0-1 0,-1-3-57,3-1 1,-6 0 0,6 3 0,-2-1-73,-1-2 0,7-1 0,-4 5 0,0-2 15,-1-3 0,1 3 1,-4 7-1,4 3-149,2-3 0,-7 5 1,5-1-400,0 2 1,-4 2 717,7 6 0,-7 0 0,4 0 0</inkml:trace>
  <inkml:trace contextRef="#ctx0" brushRef="#br0" timeOffset="2216">1799 716 8584,'0'-11'212,"0"-1"1,-2 2 190,-3-1-935,3 3 515,-6 8 0,8 2 1,0 4-1,0 5 119,0 5 1,0 1-1,0 1 1,0-1 106,0 1 0,0 5 1,0 0-1,0-1-61,0-3 0,0-1 1,0-1-213,0 1 1,0-1 0,0 0-182,0 1 1,0-6-1189,0-1 124,0-7 1309,0 4 0,0-16 0,0-2 0</inkml:trace>
  <inkml:trace contextRef="#ctx0" brushRef="#br0" timeOffset="2380">1904 420 8584,'0'-18'-314,"-6"6"1,-1 1 1777,-3-3-2142,6 6 0,-4 3 238,8 10 0,6-1 0,2 8 440,1 2 0,3 9 0,6 4 0</inkml:trace>
  <inkml:trace contextRef="#ctx0" brushRef="#br0" timeOffset="2849">2218 594 8410,'-11'-17'-357,"-1"-1"0,8 7 1,-3 1 613,-1 2 0,6 0 0,-6 5 84,0-3 1,4 0-499,-7 6 0,-1 2 0,-5 4 76,-1 5 1,7 5 0,-1 1 0,0 1 39,3-1 1,-5 1-1,6 1 1,0 2 37,1 3 0,1-1 0,4-6 71,-4 1 1,4-1-1,-4 1 11,4-1 0,4-1 0,4-5-46,6-5 1,3-4-1,5-2 1,1 2-25,2 4 0,1-4 1,-7 4-1,1-4-68,-1-2 1,1 2-1,-1 2 1,0 1 94,1-1 0,-6 4 1,-1-2 121,3-2 1,-6 5-25,-3 3 1,-5-2-91,-5 1 1,-5-7 0,-8 4 0,-1-2-57,-4 0 0,3-1 0,-3-3 0,4 2-36,1 2 1,1 0-1,-1-4 1,1 2-236,-1 2 0,7-1-917,-1-5 268,0 8 932,3-6 0,9-2 0,9-10 0</inkml:trace>
  <inkml:trace contextRef="#ctx0" brushRef="#br0" timeOffset="3216">2498 699 8378,'0'-17'124,"0"5"351,0 0 0,0 1-316,0-7 1,0 6-153,0 1 0,-6 5-187,0-6 1,-7 8 3,1-1 0,2 5 0,-1 4 1,-1 3 127,2 3 0,-3-4 0,5 5 0,-2 3 41,-3 2 1,3 1 0,0 1 0,3-1 76,3 0 0,-4 1 0,2-1 0,2 1 54,2-1 0,2 1 0,0-1 1,0 1 43,0-1 0,8 1 0,4-1-129,3 1 0,8-9 0,1-3 1,-1-4-153,2-2 0,-3 0 1,5-2-1,0-4-324,0-5 1,0 1 0,4-2 436,-2-1 0,1-3 0,4-1 0</inkml:trace>
  <inkml:trace contextRef="#ctx0" brushRef="#br0" timeOffset="3516">2760 629 8579,'0'-17'-223,"0"5"423,0 0-357,0 8 290,0-3 0,-2 9 0,-2 3 11,-2 7 0,0 9 0,6 3 0,0-1-15,0 2 1,0-3-1,0 5 1,0 0-119,0 0 0,0-6 1,0 3-1,0-5-376,0-1 1,0-1 0,0 1-190,0-1 0,2-1 554,4-5 0,-4-3 0,6-8 0</inkml:trace>
  <inkml:trace contextRef="#ctx0" brushRef="#br0" timeOffset="3680">2830 367 8579,'-10'-17'431,"-4"5"0,7 0 555,-3-1-1091,6 5-551,-4 0 1,10 16 0,2 4 655,2 3 0,15 10 0,-1 3 0</inkml:trace>
  <inkml:trace contextRef="#ctx0" brushRef="#br0" timeOffset="4313">3231 612 8252,'0'-12'312,"0"0"1,0 1-54,0-7 1,-5 1-264,-1-1 0,-2 9 0,4 1 0,-4 2-140,-1 0 1,3 0 0,-6 6 0,-1 0-23,-3 0 1,-1 8-1,-1 2 1,-1 3 67,-5 5 0,5-5 0,-4 11 0,3-5 57,3-1 0,5 5 1,1 2-1,-1 0 57,2 1 1,-3-3 0,7-4 0,2 3 56,2 1 0,2-4 1,2-5 38,4 0 1,4 3 0,7-11-1,0-2-1,1-2 1,5-4-1,2-4 1,1-6-89,-1-3 0,0-5 0,-4-1 0,3-4-36,-3-2 0,4 3 0,-1-5 1,-1-2-82,2-2 0,-7-2 1,1 0-1,-5 0 77,-1 0 1,-3-1 0,0-3-1,-3-2 10,-3 2 1,-2 2 0,-2 2 0,0 0 15,0 1 0,-6 6 1,-1 5-1,-1 4-5,0 1 1,-4 7 0,5 1-87,-3 2 1,4 4 5,-6 10 0,9-2 0,-3 8 0,2 1 71,-2 3 1,4 3 0,-4 2 0,4 3 53,2-3 0,0 6 1,0 2-1,0 4 193,0 2 1,0 0 0,0 0 0,0 2-19,0 4 0,0-4 0,0 3 0,2-3-19,4-2 1,-4 0 0,4-2 0,-2-2-79,2-2 1,-4-7-1,3 1-195,-3-4 1,0-3-962,4-5-578,-4-3 129,6-8 1478,-8-8 0,7-1 0,3-9 0</inkml:trace>
  <inkml:trace contextRef="#ctx0" brushRef="#br1" timeOffset="4714">3563 53 13786,'-2'-12'-1938,"-2"1"1744,-1-3 135,-1 6 1,8 0 220,4 8 1,3 8-1,9 4 1,-1 3-151,1 3 1,-1-1 0,1 3 0,-1 3-20,0 6 0,1-2 1,-1 2-1,1 4-52,-1 6 0,-5 0 1,-2 8-1,-3 3 5,-3 6 1,-2-1 0,-2 3-1,0-4 76,0-1 1,-7-3 0,-5-3 0,-4-5 108,-1 1 1,-1-8 0,1 0 0,-1-10-3,1-6 1,-6-1 0,1-1 0,5-1-210,3-5 1,3-3-348,-7-8 1,7 0-1094,-1 0 1580,8 0 1,-4 0-1,8 0 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9:10.90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 4122 7989,'-9'0'-555,"-1"0"575,4 0-22,4 0 1,-5-2 29,7-4 1,0 2 0,1-6-1,3 1 44,2-1 1,8-2 0,-3-7-44,5-4 1,1 3 0,-1-5 0,-2 2-18,-3 0 0,1-7 1,5 5-1,3-2 10,3-4 0,-4-2 0,5-2 0,-5 0-1,-1 0 1,-1 0-1,0 0 1,1 0-10,-1 0 1,1 1-1,-1 1 1,-1 2 2,-5 1 1,5 1-1,-4-4 1,3 2 37,3 2 0,-3 6 0,-1-4 1,-3 0-36,3-1 0,1 7 0,3-4 0,-1 2 12,1-1 0,-6-1 0,-1 2 1,3-4 2,1-1 0,1 1 0,-3 6 0,-1-4-4,2-3 0,-1 5 0,1-4 0,-3 0-20,3 0 0,2 3 0,1-3 0,0 0-15,1 0 0,-6 0 1,-1-2-1,3 3 6,1 1 0,3 0 0,-1-6 0,1 4-3,-1 2 1,1-7 0,-1 5 0,-1-2-1,-5 0 1,5 6 0,-5-4-1,5 1 18,1 5 1,1-4 0,-3 2 0,-1-1 5,-2-1 0,-1 4 0,7-6 0,-1 1-15,1 5 0,-1 0 0,1-1 0,-1-1-3,1 2 0,-1-1 1,0 1-1,1-2-3,-1 1 1,1 1-1,-1 0 1,1-3 8,-1 3 1,1 0 0,-1-1 0,1-3 12,-1-2 0,-1 6 0,-3-5 0,-1 3-15,1 0 0,3-2 0,1 3 0,-1-1-1,-4 2 0,3-5 0,-5 3 1,1 2-12,1 1 0,-2 1 1,3-2-1,-1-3 11,2 3 1,-5 2 0,1 1-1,0 1 41,-1-1 0,-5 1 0,4-1 0,-2 1-4,0-1 0,1 7 0,-3-1 1,2-2-23,-2-1 0,4 3 1,0 1-5,1-3 0,-3-1 1,6-3-46,1 1 1,-3-1 1,2 1 1,-7-1 46,7 1 0,-6-1 2,6 1 0,-9 5-22,3 1 1,-4 5-7,-2-6 5,0 8 1,0-11-47,0 13 0,-2-6-64,-4 8 1,3 0 0,-9 0 35,-2 0 1,5 0 0,-3 0 62,-2 0 1,-1 0 0,-3 2 51,1 4 0,5-4 0,1 3 42,-3-3 0,1 0 0,-1 2 46,2 2 0,6 0-107,-5-6-95,7 0 94,-4 0 0,10 0 0,4-2 5,6-4 1,3 4 0,3-6 0,-1 1 1,1-5 0,-7 2 1,1 1-1,1-1-3,3 0 0,1 4 0,1-3 0,-3-1-3,-3 0 1,4 6-1,-7-3 1,3 1-95,-1 0 0,-5 0 23,6 6 1,0 0 54,5 0 1,-7 2 0,-4 4 52,-4 6 0,-1 5 1,3 4-1,2 3 30,-2-3 0,-2-2 0,-2-1 0,0-1-63,0 1 0,0 1 0,0 3 0,0 1-68,0-2 1,0-7-1,0-3 1,0 3-492,0 2 1,-6-5-277,0 1 0,1-6 809,5 5 0,-8-7 0,-2 4 0</inkml:trace>
  <inkml:trace contextRef="#ctx0" brushRef="#br0" timeOffset="1384">1747 123 8583,'0'-12'-924,"0"0"0,0 6 1273,0-5 0,0 5-14,0-6 0,-2 6-83,-4-5-292,4 7 1,-13-4 1,3 8 1,-3 8 0,-1 4 8,4 3 1,-3 8 0,5 3 0,-1-1 69,-1 0 1,8 4 0,-4-4 0,2 3 1,1 3 0,-1-4 0,6 0 0,2 0-33,4 0 0,-3-5 0,9 1 0,2-4 6,1-1 1,3-3 0,1-3 0,2-6 34,3-4 0,5-2 0,-6 0 0,0 0-43,3 0 0,-7-6 1,4-2-1,-3-2-39,-3-3 1,1-8 0,-1-3 0,1 3-15,-1 1 1,0 3 0,-1 0 0,-2-1 12,-3 1 1,-7-7-1,2 1 1,-4 2 34,-2 1 0,0 3 0,0-1 0,-2 1 34,-4-1 0,2 1 1,-7 1-1,-3 3 11,-2 1 0,-1 1 0,0-7 0,-1 3-5,1 3 0,-1-2 0,1 7-90,-1-3 1,1 6 0,-1-2-193,1 4 0,-1 8 1,3 2-1,1 2-187,3 3 1,7 3 425,-2 1 0,-4 8 0,1 3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9:13.781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280 211 8051,'0'-18'-490,"0"6"0,-2 3 460,-4 1 0,2-6 124,-7 3 1,5 3-61,-6 2 1,7 4-9,-7 2 1,0 2 0,-5 4 3,-1 6 0,3 3 0,1 3 0,3-1 18,-3 1 1,0 5 0,1 2 0,1 2 110,-1 4 0,-3 2 0,1 2 0,3 0-27,6 0 0,-2 0 0,3 0 0,1 0-25,2 0 0,2 0 0,2 0 0,2-2-76,1-4 1,9-4 0,-2-8 0,3-1-28,3-4 0,-3 3 0,-1-5 1,-3-1-48,3-3 1,1 2 0,3-2-11,-1-2 1,-5-2-512,0-2-751,-9 0 197,5 0 1118,-8 0 0,0-8 0,0-2 0</inkml:trace>
  <inkml:trace contextRef="#ctx0" brushRef="#br1" timeOffset="667">437 752 9282,'-9'-8'294,"-1"6"32,4-4 1,2-1-173,-7 1 1,7-2-92,-2 2 0,2-2 1,0-5-28,-2 1 0,0 1 0,6-7 1,0 1-67,0-1 1,0 1-1,0-1 1,2-1-46,4-4 1,-4 3-1,4-3 1,-2 2 20,2-3 1,-4 5 0,3-4 37,-3 3 1,4 3-1,0-1-169,-2 1 1,0 7-57,2 4 0,-3 6 214,9 6 0,-8 4 0,4 7 1,0 1 48,3-1 1,-1 6 0,0 3-1,-1-1 18,1 0 0,2 4 0,3-4 1,-1 1-32,-3-1 1,-1 0-1,4-4 1,-3 3-29,3-3 1,-4-1 0,1-5 0,1-1-4,-2-3 0,-1-7 0,-5 4 55,2 0 1,2-6 86,-2 3 1,-5-10 0,5-7-53,-4-4 1,-2 5-1,0-1 1,0-1-50,0-3 1,0-1 0,0-1 0,0-1-15,0-5 1,0 5-1,0-4 1,0 1-39,0-1 0,0 2 1,-2-6-1,-2-1 23,-1 1 1,-1 4 0,6-4 0,-2 0 15,-4-1 0,4 7 0,-4-2 51,4 3 1,2 3 0,-2 1-307,-3 5-238,3 3 0,-6 10-201,8 4 0,0 4 681,0 7 1,8 8-1,1 2 1</inkml:trace>
  <inkml:trace contextRef="#ctx0" brushRef="#br1" timeOffset="1150">926 577 9084,'0'-17'-426,"0"5"454,0 1 59,0-1 1,0 0 0,-2 3-380,-3 1 105,3 2 0,-8 8 0,6 4 128,-2 5 0,0-1 0,4 2 17,-3 1 1,3 3 0,-4 1 43,4 1 1,2-1-1,0 1 11,0-1 1,6 1 0,1-3-24,3-3 0,-4 1 1,4-5-3,-3 2 1,7-6 43,-2 1 1,3-3-1,1-4 1,-5-3 12,-5-7 1,2 2-1,-2-1 1,-2-3-16,-2-1 0,-2-3 0,0 1 0,0-1-8,0 1 1,0-1 0,0 1 0,-2 1-25,-4 5 1,2-5 0,-8 6 0,-1-1-19,-3-1 1,5 8 0,1-4 0,0 3-229,0-1 1,5 0-290,-7 6 0,8 2 521,-2 4 0,12 3 1,4 9-1</inkml:trace>
  <inkml:trace contextRef="#ctx0" brushRef="#br1" timeOffset="1693">1468 438 9639,'6'-12'-242,"-1"0"0,1 1 160,-6-7 0,0 7 314,0-1 0,0 6-213,0-6-242,0 9 1,-2-5 101,-4 8 0,3 2 0,-9 4 60,-2 5 1,1 5 0,-1 1 0,2 1 36,-1-1 0,3 1 1,0-1-1,1 0-17,-1 1 0,6-1 0,-2 1 39,4-1 1,2 1 0,0-1-10,0 1 1,2-9 0,4-1-1,6-2-9,3 0 0,3 2 1,-1-5-1,1 3 3,-1-2 0,1 0 0,-1 0 0,1 2 41,-1-2 1,1-2 35,-1-2 0,0 5 57,1 1 0,-8 2 18,-5-2 0,-10-4 0,-7 4-107,-4-4 0,-3 3 0,-2 1 0,-3-2-25,3-2 1,2 0-1,1 2-353,1 2 0,-1-1-4,1-5 0,5 0 362,1 0 0,7 0 0,-4 0 0</inkml:trace>
  <inkml:trace contextRef="#ctx0" brushRef="#br1" timeOffset="2250">1712 123 9123,'0'-17'-448,"0"-1"1,-2 3-1,-2 1 920,-1 3-345,-1 7 1,6-2-107,0 12 1,0 3 0,0 9 0,0 1 66,0 4 1,0-1 0,0 5 0,0 0 0,0 0 0,0 2 0,2 6 0,2 0-63,1 0 0,3 0 1,-4 0-1,2 0-27,-2 0 0,3-6 0,-1 0 1,0 0 25,2-2 0,-6-1 0,4-9 0,-4 1-30,-2-1 202,7-7-70,-5-2 0,6-10 0,-8-4-153,0-6 1,0-3 0,0-3 0,0 1-28,0-1 0,6 1 0,2-1 0,-1 1-98,1-1 0,4 1 0,-4 1 1,1 3-24,5 1 0,-4 0 0,1-5 96,3 0 0,-5 5 0,3 2 68,2 2 1,-5 3 0,3 7 37,2 3 0,-5-1 0,1 8 0,-2 3 20,-4 7 0,3-3 0,-1 4 0,-2-3 93,-2-3 1,-2 3-1,0 1 1,0 2-97,0-1 1,0-9 0,0-1-243,0 2 0,0-5-441,0 3-382,0-8 1016,0 4 1,8-16-1,2-2 1</inkml:trace>
  <inkml:trace contextRef="#ctx0" brushRef="#br1" timeOffset="2800">2236 455 9662,'0'-12'-558,"0"1"495,0-3 1,0 4-1,0-1 1,-2-1 483,-4 2 1,4-5 130,-3 3-781,3-3 0,-4 3-102,0 0 1,-2 9 0,4-1 104,-1 8 0,-7 5 0,4 9 102,-2-1 1,7 7-1,-5-1 1,2-2 138,0-1 1,0-1-1,4 2 1,-1 3 82,-3-3 1,0-2 0,6-1 0,0-1 29,0 1 0,0-7 1,0 1 381,0 2-332,0-7 0,2 1 1,2-10-151,2-4 0,5-3 1,-3-9-1,0 1-127,-1-1 0,5 1 0,-4-1 0,0 1-93,-1-1 0,7 3 0,-4 1 0,-1 3 40,-3-3 1,4-1 157,2-3 0,-3 6 192,3 1 0,-6 9 1,3 2 22,-1 10 0,-2-1 0,-6 3 0,2 1-123,4 3 0,-4 1 0,3 1 0,-1-1-86,2 1 1,-2-1-305,8 1 1,-6-3-308,5-3 0,1 2 0,5-9-286,1-1 896,-1-2 1,1-17 0,-1-5-1</inkml:trace>
  <inkml:trace contextRef="#ctx0" brushRef="#br1" timeOffset="3217">2795 211 9098,'0'-18'0,"0"1"-141,0-1 0,0 1 0,0-1 201,0 1 1,0-1 0,0 1 171,0-1 0,0 7 0,-2 1-264,-4 2 1,2-3-4,-7 5 1,5 0-14,-6 6 0,3 2 0,-5 4 41,2 5 0,3 7 1,-5 3-1,4 2 96,3-1 0,-5 3 0,4 0 1,0 0 56,1 1 1,1 5 0,4-2 0,-2 4 22,-2 2 0,0 0 0,6-2 0,0-2-117,0-2 0,6 0 0,2 6 0,0-2 43,-1-4 1,5 2 0,-6-8 0,0-1-147,1-3 1,-5-1 0,4-1-1,-4 0-296,-2 1 0,6-6 1,0-1-493,-2 3 0,-2-5-10,-2 3 0,-2-6 869,-4 6 0,-4-9 0,-7 5 1</inkml:trace>
  <inkml:trace contextRef="#ctx0" brushRef="#br1" timeOffset="3417">2533 490 9677,'-8'-18'553,"-3"1"0,3 5-899,2 1 291,4 7 1,10-4-1,3 8-109,5 0 0,1 0 0,1 0 1,1 0-112,5 0 0,-5 0 1,4-2-1,-1-2-890,1-2 1184,-4 1 0,14-3 0,-6-2 0</inkml:trace>
  <inkml:trace contextRef="#ctx0" brushRef="#br1" timeOffset="3735">2987 53 9688,'10'-7'-1030,"-2"3"0,-7-6 1656,5 2 0,-4 0 36,4 3-840,-4 3 1,-4-6 205,-4 8 1,2 8-1,-5 3 1,1 5 69,4 1 0,0 1 0,0 1 0,-2 4 6,3 7 1,-1-3-1,0 2 1,-2 2-57,2 2 0,2 8 0,2-1 0,0-1-95,0-2 0,0-8 1,0-2-1,0 1-15,0-1 0,0-6-339,0 2 0,8-5-8,4-7 0,-3-5 1,1-12 405,-2-5 1,13-5-1,-2-1 1</inkml:trace>
  <inkml:trace contextRef="#ctx0" brushRef="#br0" timeOffset="3933">2882 263 8572,'-11'-16'-153,"-1"5"1,8 1 0,-4 6 1529,1-2-1149,5 1 0,-4 3 0,12-2 0,5-2-472,5 2 0,1 2 0,1 2 0,-1 0-186,1 0 1,5 0-1,0 0 430,-1 0 0,5-8 0,0-1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9:20.050"/>
    </inkml:context>
    <inkml:brush xml:id="br0">
      <inkml:brushProperty name="width" value="0.08" units="cm"/>
      <inkml:brushProperty name="height" value="0.08" units="cm"/>
      <inkml:brushProperty name="color" value="#004F8B"/>
    </inkml:brush>
    <inkml:brush xml:id="br1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18 663 10951,'-2'-10'-1263,"-2"2"1079,-1 0 0,-1 4 374,6-7-38,0 7-474,0-4 383,0 8 0,0 2 1,0 4-1,0 6 29,0 3 1,0 3 0,0 1 0,0 2-134,0 3 0,0 7 0,0-4 1,0 0 79,0-4 0,0 2 0,0-1 0,0-3-29,0-1 1,0-3 298,0 0-342,0 1 0,6-16 0,1-8 1,1-8-40,0-3 0,4 0 0,-7-3 0,1-1-34,2-3 0,0 1 1,3 6-1,-3-1-25,0 1 1,-4 5-1,6 1 13,-3-3 1,7 6 252,-2 2 0,3 6 0,2 6-47,1 6 1,-3 3-1,1 5 1,-2 1-74,-1 2 1,7 1 0,-9-7 0,5 1 80,1-1 0,-1 1 1,-3-3-1,-3-1-31,-2-3 1,3-5 346,-5 6 1,0-10-313,-6-2 0,0-2 0,0-10 0,0-2-87,0-1 1,0-8 0,0-3 0,0 1-50,0 0 1,-2-4 0,-2 4 0,-2-2-3,3-5 0,-1 1 0,0 0 1,-2 4-147,2 2 1,2 2-1,2 5-640,0 1 273,0-1 1,2 9 0,2 5-352,2 8 875,7 5 0,-3 9 0,8-1 0</inkml:trace>
  <inkml:trace contextRef="#ctx0" brushRef="#br0" timeOffset="780">595 697 9441,'0'-11'-592,"-2"-1"0,-2-1 364,-2-3 0,0 4 1,6 1-1,0-3 298,0-1 0,0 3 0,0 0 251,0-1 0,0-3-528,0-1 19,0 7 1,0 4 0,0 12 195,0 6 0,0 5 0,0 5 0,0 1 57,0-2 0,0 4 0,0 1 0,0-1 117,0 0 0,6 4 0,2-5 0,0-3-39,-1-2 1,1-1 0,-4-1-1,4 1-88,1-1 0,-3-7 0,4-2 0,0-3-19,-1 1 0,-3-2 1,6-12-77,1-9 0,-3-1 0,0-7 1,-2 2-80,-5 0 1,1-6 0,0 3-1,2 1-26,-2 0 0,-2-6 1,-4 4-1,-2-2-23,-2-1 0,-5 9 0,3-2 0,-2 3 122,-4 3 0,1 5 0,-1 3 0,3 1 9,-3 4 1,4 2 73,-1 2 1,1 8-1,-2 3 55,7 5 0,3 1 0,2 1 69,0-1 0,0 1 0,2-1 0,1 1-53,3-1 1,6 1 0,-4-3 0,-1-1-42,1-3 1,6-1 0,-3 2-32,5-6 1,-4-3 0,-1 1-1,3 2-33,1-2 1,-3-10 0,0-5 0,1-5-152,3-1 1,-1-7 0,-1 1 0,-3 0-37,3-3 0,2 1 0,-1-6 0,-1 2-7,-3-2 1,-1 6 0,2 0 0,-5 1 1,1 1 1,-6 0 292,4 5 1,-6 9-1,-6 3 74,-5 4 1,-5 10 0,-1 3-1,-1 5 59,1 1 0,-1 1 0,3-1 0,1 1-73,2-1 1,7 1-1,-5-1-215,2 0 1,2 1 49,6-1 0,2-7 1,4-4-16,6-4 1,3-2 0,3 0 0,-1 0-63,1 0 0,-1 0 0,1 0 0,-1 0-17,0 0 0,1 8 59,-1 3 0,-1 5 0,-3 1 0,-3 1 47,-2-1 1,0 1-1,-4 1 1,1 2-90,-1 3 0,0-1 0,0-6-357,2 1 1,6-1 426,-7 1 1,9-9 0,-4-1 0</inkml:trace>
  <inkml:trace contextRef="#ctx0" brushRef="#br0" timeOffset="1332">1206 156 9217,'-2'-17'-612,"-4"-1"1,4 1 1670,-4-1-934,4 1 1,2 9-1,0 8-157,0 10 1,0 5 0,0 5 0,0 1 109,0 2 0,0 8 1,0-2-1,0 4 18,0 2 0,2 2 1,2 2-1,2 2-56,-2-2 1,-2 3 0,-2-1 0,0-2-12,0-2 1,0-2 0,0-2 0,2-2-55,4-2 1,-4-14-1,3 3 33,-3-3 0,-2-9 59,0-6 0,0-8 1,0-9-1,0-1-236,0 1 1,0-2 0,0-3 0,0-1-7,0 2 1,2-5 0,2 3 0,4 2 106,2 1 1,-5 1 0,5-2 0,0-3 19,0 3 1,-5 7-1,5 3 1,-2-3-10,-4-1 1,3-3-1,1 3-27,2 3-39,-6 4 0,2 10 124,-12 4 0,4-2 0,-6 7 1,0 3 82,-3 2 0,1 1 0,0 1 0,1-3 146,-1-3 0,6 3 0,-2-3 0,2 3-10,-1 3 0,3-1 1,-4 1 65,4-1 1,2 1-333,0-1 1,8-1 0,3-3-247,5-1 0,1-8 1,1 2-1,-1-4-149,1-2 0,-1 0 0,1 0 447,-1 0 1,8 0-1,2 0 1</inkml:trace>
  <inkml:trace contextRef="#ctx0" brushRef="#br1" timeOffset="1681">1520 51 8521,'0'-17'222,"0"5"36,0 1-107,0 7 0,6-2 1,0 12-1,0 5-38,1 5 0,-3 3 1,8 5-1,0 5-82,-3 4 0,7 2 0,-6-1 0,1 1-78,1 0 0,-6 0 1,3 2-1,-1 2-57,-4 2 0,-2 1 0,-2-3 1,0 2-77,0-2 1,0-4 0,-2-4-1,-2-2-20,-2 2 0,-7-4 1,1 0-1,-3-2-90,-3-3 0,1-1 0,-1 0 290,1 3 0,-9-1 0,-1-5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9:50.564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3441 0 7841,'-2'10'66,"-1"-2"-45,-3 0 1,-2-5-14,2 9 1,2-2-1,-5 3 1,-1-3 3,0-2 1,6 5 0,-3-3 0,1 2 0,0-1 0,-6 1 0,4 4 1,1-3-21,-1-1 1,-4-1 0,5 7 0,-1-1 0,0 1 1,-6 1-1,5 3 1,-3 1-1,0-2 0,3-1 0,-5-1 1,3 2 0,-3 3 1,4-1 0,-1-4 0,-3 3 2,-1 1 1,3 2 0,0-3-1,1 1-5,1-2 1,-6 6 0,7 0 0,-3 1-2,0-5 1,7-2-1,-7 1 1,0 1 2,3-2 1,-1-1-1,6-3 1,-2 1 1,2-1 1,-3-5 0,1-1 0,0 3-9,-2 1 1,4 3 0,-5-1-28,1 1 1,0-3 0,4-1 0,-2-2 22,2 1 0,-3 3 1,-1-1-1,0-1 2,0-3 1,-3 1 0,3 6 13,-2-1 1,1 0 0,-5 1 0,4-1-8,3 1 0,-5-1 1,4 1-1,-2-1 0,-3 1 0,3-1 0,-2 1 0,1-1 3,1 1 1,-5-1-1,5 0 1,-2 1 3,1-1 1,1 1-1,-4-1 1,5 1 1,1-1 0,-6 1 0,5-1 1,-3 1-4,0-1 1,3 1 0,-5-1 0,2 1 3,-1-1 0,3-1 0,-2-3 0,1-1 8,1 1 0,-5 3 0,3 1 0,-2 1 9,3-1 1,-3-5-1,6 0 1,-1-1-9,-5-1 0,4 5 0,-1-3 0,-1 4-9,2 1 0,-5 0 0,5 1 0,-1-3 9,-1-3 0,2 4 0,-3-5 0,1 5 36,-2 1 0,1 1 1,-1-3-1,4-1-34,3-3 1,-5 1-1,4 6 1,-1-1-8,-5 1 1,4-1 0,1 0 0,-1-1 4,0-4 0,4 3 0,-3-3 0,-1 3-20,0 3 0,4-1 1,-5 1-1,-1-1 64,2 1 0,-5-1 0,5 1-21,1-1 0,-5-5 0,6-3 0,0 1 1,1 0 1,-7 1-1,4 7-32,1-1 0,-5-5 0,6-2 0,1-1-39,-1 1 0,-6 2 0,3 5 42,-5 1 0,4-7 0,3 1 0,-1 2 11,0 1 1,5 3 0,-7-3 0,0-1-24,3-3 0,-7 7 0,6 5 0,-1-2 15,-1-1 0,2-3 1,-3 1-1,3-1 22,2 1 0,-5-1 0,3 1 0,-2-1 14,1 0 0,1 1 1,-4-1-1,5 1-46,1-1 0,-4-5 0,5 0 0,-1 1-9,0 3 1,-4 1 0,5 1 0,-1-1-28,0 1 0,-4-1 0,5 1 35,-3-1 0,4 0 1,-4 1-1,1-3 26,-1-3 1,4 2 0,-3-7 79,1 3 1,-4 2 0,4 3-112,-1-3 0,5-2 0,-4-6-1,0 1 1,6 9-5,-4-2 0,3-5 0,-1 1-5,-2 0 1,-2-6-1,4 6-1,-2-1 28,1-5 1,5 8 3,0-4 1,-2-4-14,-4 4 19,4-5 59,-6-1-47,8 0-79,0 0-50,-8 0 1,6-1 26,-3-5 1,3 2 0,2-8 47,0-1 0,-2-3 0,-2-1 0,-2-1 14,2 1 0,2-1 0,2-1 0,0-3 20,0-1 1,0 0-1,0 5 1,0 1 24,0 0 0,0-1 1,0 1-31,0-1 0,0 6-8,0 1-17,0-1-66,0 3 41,0 1 0,0 10 21,0 4 0,0-3 4,0 9 0,0 0 0,0 5 12,0 1 1,0-1 0,0 1 0,0-1 6,0 0 1,0 1-1,0-1 1,0 1-1,0-1 1,0 1 0,0-1-1,0 1 13,0-1 0,-6 6 1,1 1-1,1-3 10,2-2 1,2-1 0,0-1-8,0 1 0,0-1 1,0 1-27,0-1 0,2-7 18,4-4 0,-3-4 0,7-4 1,0-2 1,0-2 0,1-7 1,7 3-10,-1 0 1,1-3 0,-1 5 0,0 0-144,1 0 0,-1 0 1,1 5-1,-1-3-289,1 2 0,-1 2 0,1 2 428,-1 0 0,1 0 0,-1 0 0</inkml:trace>
  <inkml:trace contextRef="#ctx0" brushRef="#br0" timeOffset="1933">315 3860 8550,'0'-12'-483,"0"1"0,-2 5 989,-3-6 1,1 8-264,-8-2 1,6 4-1,-5 2-173,-3 0 1,4 0 0,-1 0 0,-3 0-19,-1 0 0,-3 8 0,1 4 1,-1 3-157,1 3 0,-1 5 1,1 2-1,-1 3 24,1 3 0,-1 2 0,3 2 0,1 1 30,3 5 1,7-4-1,-2 4 1,4-2 15,2 1 0,2-5 0,4 0 0,5-8-23,5-1 1,3-13 0,3 3 0,3-7 64,2-5 0,2-2 1,6-2-1,0-2 24,0-4 1,-6-3 0,-2-9 0,0-1-28,1-4 0,-7 1 1,2-7-1,-3 0-3,-3 2 0,-5-6 1,-3 6-1,-1-2 5,-4-1 0,-2 1 0,-2-4 0,-2 2 15,-4 2 1,0 6 0,-9-4 0,-5 2 18,1 3 1,-6 9-1,2 1 1,-1 0-94,-1 3 0,6-5 1,-5 6-1,5 1-65,1-1 1,7 2 0,-1 6-755,-1 0 871,5 0 0,0 0 0,8 0 0</inkml:trace>
  <inkml:trace contextRef="#ctx0" brushRef="#br1" timeOffset="2580">961 3703 10283,'0'-12'-278,"0"0"1,0 1 1617,0-7-826,0 9 0,-1 1-504,-5 8 1,-4 2 0,-6 4-5,5 5 0,-5 5 0,5 1 0,-5 3-48,-1 3 0,1 4 0,3 8 1,1 0 90,-2 0 0,1 6 0,-1 1 0,4 3 46,3 3 1,1 3 0,6 1 0,0-1-5,0-5 0,2 3 0,4-8 0,5-3-100,5-1 0,1-10 0,1-3 0,1-5 31,4-1 1,-3-1 0,5-1-1,-2-5-112,1-5 0,-1 2 1,-6 0-368,1 1 1,-1-3-366,1 6 0,-9-6-956,-3 5 1774,-4-7 0,-10 12 0,-1-7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9:57.247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35 455 7760,'0'-18'-538,"0"7"0,-2 1 1823,-3 2-950,3-5-428,-6 11-35,0-6 1,6 10 0,-4 4 160,5 6 0,1 5 0,0 4 1,0 5 25,0 1 0,0-4 0,0 6 0,0 2 26,0 2 1,0-2 0,0 0-1,0 2-47,0-2 0,0-2 0,0 2 0,0-3-51,0-3 1,0-2 0,0-5-505,0-1-224,7 0 184,-5-7 0,12-10 557,-8-11 0,7-13 0,-3-3 0</inkml:trace>
  <inkml:trace contextRef="#ctx0" brushRef="#br0" timeOffset="483">53 472 8563,'-10'-11'-762,"2"-1"516,1-1 0,3 3 655,-8-2-410,8 8 1,-2-3-3,12 7 0,4 7 1,7 5-1,1 2 45,-1-3 0,-5 11 1,0-5-1,1 2-12,3 1 0,1 3 1,1 2-1,-1 1-7,1-1 1,-1 4 0,1-4 0,-1 0 6,0 1 0,-5 3 0,0-6 0,-1-2-7,-1-1 0,4-3 0,-7 1 164,3-1 300,-6-7 0,4-4-414,-8-12 1,0-4 0,-2-7 0,-2-1-58,-2 1 0,0-1 0,6 1 0,0-3-27,0-3 0,0 4 1,0-7-1,0 3-139,0 0 0,0-6 1,0 4-1,0-1 91,0 1 1,0-4 0,0 4-1,0 0 39,0-1 1,0 3-1,0 4 11,0-5 1,0 5 0,0-4-117,0 3 0,0 9-316,0-1 0,2 8-63,4-2 0,-4 12 0,4 6 504,-4 3 0,-2 3 0,8 7 0,1 2 0</inkml:trace>
  <inkml:trace contextRef="#ctx0" brushRef="#br0" timeOffset="933">542 717 8563,'0'-12'-836,"0"1"0,0-1 1086,0-5 0,0 5-254,0 0-10,0 1 0,-2-5-26,-4 4 1,2 5 0,-5 9 0,-1 1 25,0 3 1,6 8 0,-3-2 0,1 5 63,0 6 1,-2-3-1,4 3 1,-2-2-5,3 3 1,1-5-1,2 4 1,2-3 70,3-3 1,-1-1 0,6-3-1,0-1-66,-1 2 0,3-7 1,5-1-1,1-2-28,-1 2 0,-3-4 0,0 2 1,1-6-52,-1-4 0,-1-8 0,5 3 0,-1-5 16,1-1 0,-7-1 0,-1 1 0,-2-1 8,-4 1 1,-2-1-1,-2 1 1,0-1 1,-2 1 0,-4 1 0,-6 3-97,-3 1 0,-3 8 0,1-3 1,-1 1-147,1 0 1,-1 0 0,1 6 2,-1 0 0,7 0 0,-1 0 242,-2 0 0,7 8 0,-9 2 0,7 7 0</inkml:trace>
  <inkml:trace contextRef="#ctx0" brushRef="#br1" timeOffset="1597">1048 263 8958,'-7'-18'-741,"5"7"1340,-4-1 1,-2 0-1011,2-5-274,0 7 573,6 3 0,0 8 1,0 5-1,0 6 94,0 3 0,0 9 0,0 1 1,0 2 132,0 4 0,0 8 0,2 4 0,2-1-50,2 1 1,6 4-1,-5-5 1,1 3 34,0 3 1,4-5 0,-7-4-1,1-6-16,2-4 0,-6-8 0,4 3 50,-4-5 90,-2-9 1,0-4 0,0-12 6,0-6 0,0-3 1,0-3-289,0 1 0,0-1 0,0 1 0,0-1-43,0 1 1,0-1-1,0 1 1,0-1 31,0 1 1,0 0-1,2-1 1,2 1-54,1-1 0,3 1 0,-2-1 67,6 1 0,-3 5 1,3 2-1,2 3 41,1 3 0,-3 2 0,-1 2 0,3 2-4,1 4 0,3 5 1,-3 11-1,-1 3 88,-2 2 1,-6-4-1,3 4 1,-1-1 112,-4-5 1,-2 4 0,-2-2 0,0-1-116,0-3 1,0-1-1,0-1 1,0 1-168,0-1 0,0-5-622,0-1 358,0-7 1,0 2 0,0-12-374,0-5 1,2-11 760,4-1 0,3 0 1,9 5-1</inkml:trace>
  <inkml:trace contextRef="#ctx0" brushRef="#br1" timeOffset="1981">1502 717 9849,'0'10'-385,"0"-3"0,2-7 728,4 0 0,-2-2-287,8-3 0,-6 1 0,3-8 0,1 0-62,0 3 1,-5-7 0,5 5 0,-2-5-141,-4-1 0,4-1 1,-3 1-104,-1-1 1,-2 1-1,-2-1-75,0 1 0,-2 5 0,-4 2 162,-5 3 0,-5 1 0,-1 6 217,-1 0 1,7 8 0,-1 3 103,-2 5 1,5 1 0,-1 3 0,2 1-24,4 2 0,3 1 0,1-7 1,0 2 150,0 5 1,0-5 0,1 4 0,5-3-143,6-3 1,3 1 0,3-1 0,-1-1-93,1-5 1,1 3 0,3-8 0,1-2-43,-2-2 0,4-4 0,1-4 0,-1-6-289,0-3 1,0-3-1,-3 1 295,1-1 0,8 1 1,-4-1-1</inkml:trace>
  <inkml:trace contextRef="#ctx0" brushRef="#br1" timeOffset="2814">2009 612 9648,'0'-17'-672,"0"5"1,0 0 962,0-1 1,0 3 0,0-2 49,0-1 0,0 3 0,0-1-362,0-3 1,0 4-157,0-1 0,0 5-57,0-6 0,-2 8 0,-4-2-44,-6 4 0,3 4 0,-3 4 0,1 6 171,1 3 0,-6 3 0,5 1 0,-3 5 167,2 5 1,-1-2 0,5 2 0,0 0 78,1-2 0,-5 4 1,6-5-1,2-1 99,2 0 1,2-2 0,0-5-23,0-1 0,2-5 0,4-2-42,6-3 0,-3-7 0,3-7 1,0-5-251,-3-8 1,5 3-1,-6-6 1,-1 1-68,1-1 0,4 4 0,-4-5 1,-1 5-90,1 2 1,4-7-1,-4 3 1,-1 3-354,1 5 1,6 1 502,-3-5 1,-3 9-1,0 6 90,0 6 1,-6 10 0,5-3-1,-1 5 70,0 1 1,6 3 0,-5 1 0,3 2 143,4-1 0,-5-3 0,3-2 0,2 1 30,1-1 1,3-5 0,-1-2-1,0-3 70,1-3 1,-1-2-1,1-2 1,-1 0-142,1 0 1,-1-8-1,1-3 1,-1-7-89,1-5 0,-1-2 0,1-6 0,-1 2-249,1-2 0,-3-8 1,-1-4-1,-3 0-16,3 1 0,-6-5 1,-3 5-1,-3-1-82,-2 0 0,0-3 1,0 5-1,0 2 126,0 2 1,0 8 0,0 2 0,0 2 27,0 3 1,-2 11 109,-3 5-39,-5 4 0,-8 10 0,3 3 45,3 5 0,3 3 0,5 3 0,-2 3 51,2 2 0,2 0 0,2 4 0,0-2 66,0 2 0,0 2 1,0 4-1,0 2 211,0 2 1,6 1-1,2-3 1,1 2-233,5-2 0,-4 3 0,-1-3 0,1-6-59,0-7 1,-4-7 0,5-2-498,3 1 1,-5-8-1134,3-5 38,-8-3 1548,4-9 0,-8-3 1,0-8-1</inkml:trace>
  <inkml:trace contextRef="#ctx0" brushRef="#br1" timeOffset="3030">2271 333 9611,'-10'-8'-305,"0"6"0,7-6 157,-3 0 0,2 7 543,10-5 1,3 4-1,9 0 1,1-2-275,5-2 1,3 0 0,8 6 0,0 0-287,0 0 0,-1 0 0,1 0 0,0 0-212,0 0 0,-6 0 1,0 0-1,1 2-555,-3 4 917,-2-4 1,-8 14-1,1-7 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0:02.163"/>
    </inkml:context>
    <inkml:brush xml:id="br0">
      <inkml:brushProperty name="width" value="0.08" units="cm"/>
      <inkml:brushProperty name="height" value="0.08" units="cm"/>
      <inkml:brushProperty name="color" value="#004F8B"/>
    </inkml:brush>
    <inkml:brush xml:id="br1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297 1219 13024,'0'-17'-1061,"-8"-1"542,-3 1 1,1 5 0,-2 3 343,-1 1 1,3-4 0,-1 6 223,-3 3 1,-2 1-1,-1 2-12,-1 0 1,1 0 0,0 2 74,-1 3 1,1 5 0,1 8 0,3-1-12,1 0 1,6 1 0,-4-1 0,3 1-65,3-1 0,0 7 0,0-1 0,-2-2 18,2-1 1,2-3 0,4 1 44,4-1 0,4-1 0,7-5 29,1-5 1,-1 2 0,1-2 0,-1-4-19,1-6 1,-7 0 0,1-8 0,1 1-9,3 1 1,-1-6 0,-1 5-1,-4-5-135,-2-1 1,3-1 0,-3 1-1,0-1-50,-1 1 1,1-1 0,-4 1-50,2-1 1,0 7 5,-6-1 231,0 8 1,6 4 0,1 12-10,3 3 1,0 3-1,3-3 1,-1-1-98,2-2 1,1-1-1,1 7 1,-3-1-264,-1 1 1,-1-7-1,7 1 37,-1 2 0,1-1 0,-1-1 1,1-6-7,-1-4 1,-3-2-1,1 0 1,5 0 275,-1 0 1,1-16-1,-3-3 1</inkml:trace>
  <inkml:trace contextRef="#ctx0" brushRef="#br0" timeOffset="614">943 1202 12259,'-9'-12'-1912,"1"3"1736,0 1 1,4-6 111,-7 3 1,1 1 0,-4 0-158,3 2 0,5-3 0,-6 5-2,-1 2 0,-3 2 0,-1 2-18,-1 0 0,1 0 1,-1 2 31,1 4 1,1 4-1,3 7 1,3 1 46,2-1 0,0 0 0,5 1 0,-3-1 165,2 1 0,2-1 1,2 1-1,0-1 16,0 1 1,6-1-1,2-1 1,1-3 5,5-1 0,-4-2 1,1 1-1,3-5 30,1-4 0,3-2 0,-1 0 0,1 0-4,-1 0 0,1-8 1,-1-3-1,1-5-39,-1-1 1,-2-7-1,-1-1 1,-2-2-10,1-4 0,3-2 1,-1-2-1,-3 0-25,-6 0 0,2 0 0,-3 0 1,-1 0 5,-2 0 0,-2 1 1,0-1-1,0 2 50,0 4 1,0-3 0,-2 9 142,-4 2 1,3 3-98,-9 7 1,2 5-95,-1 12 0,1 3 1,6 9-1,-2-1-28,2 1 0,2-1 0,2 3 0,0 3 131,0 6 0,0 4 0,0 2 1,2 0 27,4 0 1,-2 0 0,6 0 0,-1 0-15,1 0 1,-4-1 0,6-1-1,-1-1-63,-1-3 0,5-8 0,-5 2 0,2-3-94,-1-3 0,-5-5-1216,6-1 1270,0-7 0,5 4 0,0-8 0</inkml:trace>
  <inkml:trace contextRef="#ctx0" brushRef="#br1" timeOffset="1247">1520 1132 8588,'9'-8'-9,"-3"-3"0,-4-5 0,-2-1 98,0-1 0,-2 7 0,-4-1-122,-5-2 1,1 7 0,-2 1 0,-1 4-78,-3 2 1,5 0 0,-1 0 0,-2 0-26,-1 0 1,-3 0 0,1 2 0,0 4-51,-1 5 0,1 3 0,-1-1 1,3-1 101,3 2 0,-4 3 0,7 4 0,-1 3 69,4-3 0,2-2 0,0-1 0,-1-1 26,1 1 0,2-1 1,2 1 14,0-1 0,8-1 0,1-3 0,3-3 12,0-2 0,-1-2 0,7-6 0,-1 0 55,1 0 0,-7-2 1,1-2-1,1-4-71,3-2 1,1-3 0,-1-9 0,-2-1-27,-3 2 0,-1-6 0,3-2 0,-1-4-7,2-2 1,-7 2 0,1 2 0,-2 1 60,0-1 1,2-7 0,-4-3 0,1 4 95,-1 6 0,-2-2 0,-2 6 1,-2 0-64,-4 3 1,4 5 0,-5 1 0,1 1-53,0 0 0,0 5 0,4 2-5,-4 2 0,3 3-170,-9 5 0,8 2 50,-2 3 0,4 1 0,2 10 0,0 3 189,0 1 1,0 7 0,0 2 0,0 4 95,0 2 0,2 2 0,2 1 0,4 3 54,2-2 1,-5 0 0,5 0 0,0 1-161,0-1 0,-5-2 0,5-4 0,0-2-90,-1-2 1,-3-7-1,4 1-365,-2-4 0,-1-9 0,-3-2-1648,2-1 2017,0-5 0,-6-2 0,0-9 0</inkml:trace>
  <inkml:trace contextRef="#ctx0" brushRef="#br1" timeOffset="1664">1694 1184 8588,'18'0'-365,"-7"0"1,1 0 465,2 0 0,-5-1 1,3-3 101,2-2 0,-5-6 1,3 4-1,0-1-88,-3-5 1,7-1 0,-6-3 0,1 1-31,1-1 0,-3 1 0,5-1 0,-4 1-185,-2-1 0,-3 1 0,-5-1 0,0 1-137,0 0 0,0 5 0,0 0-32,0-1 0,-7 3 1,-5 0-1,-4 2 55,-1 5 1,0 1-1,-1 4 156,1 3 0,-1 3 0,1 6 0,1-3 211,4 3 1,-1 3 0,5 5-1,0 1 122,1-2 0,-1 1 1,4-1-1,-2 2-41,2-1 1,2 3-1,4-2 1,2-1-104,2-3 0,8-2 1,-3 1-1,5-3-71,1-3 1,6 2-1,1-8 1,-1-3-187,2-1 0,0-2 0,7 0 1,-3 0-368,2 0 1,-4-7-1,0-3 1,0-2 492,0 1 0,2-1 0,6-6 0</inkml:trace>
  <inkml:trace contextRef="#ctx0" brushRef="#br1" timeOffset="2264">2323 1045 8531,'10'-12'308,"-4"0"1,-4 1 141,-2-7 0,-2 7-270,-4-1 0,-4 2-457,-7-1 1,5 3-61,0 8 0,1 0 0,-7 0-23,1 0 0,1 2 0,3 4 0,1 5 103,-2 5 1,5 1-1,-3 1 1,0-1 217,3 1 0,-5-1 0,8 3 1,2 1 107,2 2 1,1 1 0,-3-7-1,-2 0-30,2 1 1,2-1 0,2 1 0,2-3 122,4-3 1,-2-2 0,7-6-23,3 1 0,1 1 0,3-6 0,-1-2-81,1-3 1,-7-5 0,1-8 0,2 1-111,1-1 0,1-5 0,-3-2 0,-1 0 24,2-1 1,-5-5 0,1 4-1,0-2-30,-1 0 0,-3-2 0,4-8 0,-2-2 31,-5 3 0,-1 1 1,-2 0-1,0-2 37,0-2 1,0 1 0,0 5 0,0 2 4,0 4 1,-7 1 0,-3 7 93,0-2 0,-5 1-59,3 11 1,2 3 0,1 10-61,1 4 1,-4 3 0,6 9 0,1 1 78,-3 5 0,6-3 0,-4 8 0,4 4 76,2 6 1,0 0-1,0 5 1,2 1 98,4 0 0,-2-3 0,7 7 0,1-1-51,-2-5 1,11 2 0,-3-5 0,1-1-102,0-2 1,-1-10 0,-1-4 0,1-3-300,-1-3 1,3-5 0,1-2-219,2-3 1,-5-1 0,-7-6 423,3 0 0,-6 8 0,0 2 0</inkml:trace>
  <inkml:trace contextRef="#ctx0" brushRef="#br0" timeOffset="2914">3144 486 9551,'-10'2'428,"2"2"1,3 4-342,-1 1 1,-2 5-1,4 7 1,-2 4 105,2 3 1,1 3 0,-1 7 0,-2 5-71,2 2 0,2 1 1,2 7-1,0-1 39,0 0 0,0-7 1,0-4-1,0-4-142,0-2 0,6-2 0,2-4 0,-1-6-212,1-4 0,6-9 0,-3-4-119,5-4 0,-4-2 0,-1 0 0,3-2-567,1-4 1,3-4 814,-1-7 0,1-1 1,-1 1-1</inkml:trace>
  <inkml:trace contextRef="#ctx0" brushRef="#br0" timeOffset="3147">2899 888 8688,'-17'-8'672,"7"6"-485,-5-6 0,15 8 0,0 0 1,9 0-140,7 0 0,3 0 1,3 0-1,3 0-213,2 0 1,-4 0 0,6-2-1,2-2-118,2-2 1,2 1 0,0 3-1,0-2-149,0-2 1,2-6 0,0 7 431,-2 1 1,11-6 0,-9 0 0</inkml:trace>
  <inkml:trace contextRef="#ctx0" brushRef="#br0" timeOffset="3567">3493 835 8688,'-11'-6'-1048,"1"-1"878,2-3 0,2 4 0,4-4 346,-4 3 1,5-1-1,-7 4-239,0-2 1,4 0 36,-8 6 0,7 0 1,-5 2-1,0 2-38,1 2 0,5 8 0,-4-3 1,2 7 84,0 5 0,0-4 0,6 7 0,0-3 50,0 0 0,2 6 0,2-3 0,4-1 25,2 0 1,1-2 0,7-5 0,1-1-50,5 1 0,-5-9 0,4-1 1,-3-2-40,-3 0 0,6-2 1,1-8-1,-3-4-82,-2-2 1,-7-7-1,-2-6 1,-1-1 50,1-1 0,-6 6 0,2-7 0,-4 3 21,-2 0 1,-8-6 0,-4 3 0,-3 1-39,-3 0 0,1 2 0,-2 5 0,-3 3-272,-1 3 1,0-1 310,5 7 1,-7-8 0,-2 4 0</inkml:trace>
  <inkml:trace contextRef="#ctx0" brushRef="#br1" timeOffset="4230">4192 608 8064,'-18'0'-182,"7"0"1,-1 0 145,-2 0 1,-1 6-1,-3 2 1,1 1 67,-1 5 1,1 7 0,0 3-1,-1-3 17,1-2 1,5-1 0,2-1 0,2 1 8,5-1 1,1 1-1,2-1 18,0 1 1,2-9-1,3-1 1,7-2-38,4 0 1,7 2 0,2-5 0,0 3-47,1-2 1,3 4 0,-6 0 0,-2-1-5,-1 1 0,1 0 1,-2-4-1,-3 4-68,0 1 0,-7-3 172,3 6 0,-10-3 1,-2 3-1,-10-4 24,-5 0 1,-5-5 0,-3 7-1,-4 0-101,0 0 1,-5-7-1,7 3 1,-2-2-12,-4 2 0,6-4 0,2 4 0,3-4-307,3-2 0,-1 0-205,1 0 0,7-2 507,4-4 0,4-4 0,2-7 0</inkml:trace>
  <inkml:trace contextRef="#ctx0" brushRef="#br1" timeOffset="4864">4384 835 8534,'0'-17'-400,"-2"1"365,-4 5 0,4-5 1,-6 4 281,1-3 1,5 3 0,-4 1-19,4-3 1,0 0-766,-4 3 4,4-5 0,-6 16 403,8 0 1,0 8-1,2 9 1,2 1 33,2-1 1,2 3 0,-2 1 0,3 2 106,1-1 0,6-3 0,-7-1 0,3-1 140,0 1 0,-1-1 1,7 1 21,-1-1 1,1-7 0,-1-4-20,1-5 0,-1-6 0,-1-5 0,-3-4 2,-1-5 0,-3-8 0,5 2 0,-4-3-123,-3-3 1,5 4 0,-6-2-1,-2 0-63,-2 2 0,-2-4 1,0 7-1,0 3-68,0 2 0,0 1-217,0 1 1,0 9 55,0 8 0,-2 10 0,-2 11 0,-2 4 203,2 2 1,2 3 0,2 4 0,0 1 12,0 0 1,0 8 0,0 2-1,0 1 152,0 1 1,0-1 0,2 9 0,2 1 148,2 2 1,6 6-1,-7-4 1,-1 1-162,-2-1 1,-2-4 0,0-9 0,0-9 183,0-7 1,-2-7 12,-4-13 1,-3-3-1,-9-10 1,1-4-187,-1-5 1,1-7-1,-1-3 1,1-4-66,0-3 1,-1 5 0,1-6 0,1 0-157,4 2 1,5-6-1,7 6 1,0-2-6,0-1 0,0 3 0,0-4 0,2 4-3,3 2 0,5-4 0,8 4 0,-1-1-32,1 1 1,-1 2 0,2 5 0,3 1-292,1-1 1,6 1 0,-4-1 442,3 1 0,1-8 0,6-2 0</inkml:trace>
  <inkml:trace contextRef="#ctx0" brushRef="#br1" timeOffset="5348">5135 538 8052,'0'-17'-858,"0"5"1,0 1 1691,0-3 1,-6-2-724,0-1 1,-7 7 0,1 4-144,-4 5 1,-1 6 0,-1 3-1,1 4-28,0 7 1,-1-1 0,1 5 0,-1-2 30,1 3 1,1-3-1,3 6 1,1-2 37,-2-3 1,7-3-1,1-2 1,4 1 67,2-1 0,0 1 0,2-3 8,4-3 1,-3 2 0,11-9 0,4-1-83,3-2 1,4 4 0,-4 0 0,3-2-58,-3-2 0,4-2 0,-1 2 0,-3 2-5,-2 1 0,-3 3 0,-3-4 0,-1 2 79,2-2 1,-7 5 116,-1 3 1,-12 2-1,-5-1 1,-7-3-23,-5-2 1,2 5-1,-8-3 1,-1 2-161,3-1 0,-6-5 0,6 4 0,0-2-227,4-5 0,3-1 0,3 0-156,-1 4 1,9-6-512,3 0 939,4-8 0,17-9 0,5-1 0</inkml:trace>
  <inkml:trace contextRef="#ctx0" brushRef="#br1" timeOffset="5717">5432 346 8501,'0'-23'-4,"0"0"1,0 1 102,0 3 1,0-1-1,0-1 238,0-2 0,0 0 1,-2 5 82,-4 1 1,4 5-489,-4 0 0,2 8 0,0 1 1,-1 6-5,1 9 1,2 6 0,2 5 0,0 6 15,0 4 1,0 2 0,0 2-1,0 2 168,0 1 1,0 9-1,0-3 1,0 3-53,0-3 1,0 5 0,0-4 0,0 3 3,0 2 1,0-5 0,2-2-1,4-5-116,5-7 0,3 0 0,-1-9 0,-1-5-50,2-5 1,1-1 0,3-7-199,-1-2 1,0-8 0,-1-4 0,-2-2-699,-3-3 998,1-10 0,5-5 0,1-6 0</inkml:trace>
  <inkml:trace contextRef="#ctx0" brushRef="#br1" timeOffset="5914">5274 538 8413,'-7'-9'343,"5"-7"1,-4 6-209,12-7 0,3 7 1,9 2-1,1 3-299,5-1 0,1 0 0,6 6 0,0 0 164,6 0 0,-2-8 0,7-1 0</inkml:trace>
  <inkml:trace contextRef="#ctx0" brushRef="#br1" timeOffset="6299">5624 923 8461,'0'9'-506,"0"1"0,2-6 1042,4 2 1,-3-1 0,9-5-455,2 0 1,1-7 0,3-5 0,-1-3-111,1-3 1,-1 1-1,0-3 1,1-1-75,-1-2 1,1-3 0,-1 5-1,-1-4-12,-4-2 0,1 5 0,-7-3 0,-2 2-93,-2-1 0,-2 1 0,-2 6-70,-4-1 0,-4 9 0,-7 3 156,-1 4 0,1 2 0,-1 2 1,1 4 209,-1 5 1,7 5 0,1 1 0,0 1 59,1-1 0,5 3 0,-2 1 0,4 2 195,2-2 1,0 1-1,0-1 1,2 2-81,4-1 1,-2-5-1,7-3 1,5-3-294,5 3 0,1-4 0,5-1 1,-2-1-314,-4-4 0,5-2 0,-1-2 0,0 0-781,0 0 1123,-1 0 0,1-8 0,2-1 0</inkml:trace>
  <inkml:trace contextRef="#ctx0" brushRef="#br1" timeOffset="6980">6113 643 8304,'-2'-15'-400,"-4"3"0,4-4 916,-4 5-252,4 3-333,2 0 1,0 22 0,2 3 106,4 3 0,-4 1 0,6 0 0,-2 5 4,-1 1 0,3-6 0,-4 4 0,2-1 122,-2-1 0,4 6 1,-3-6-66,-1-1 1,4-3 0,-2-1 472,-2-1 0,0-7-409,1-4 1,-3-12 0,4-8 0,-4-5-283,-2-5 0,6-5 0,0 4 0,-2 0-108,-2 0 0,0-4 0,1 5 1,3 1-75,-2-2 0,0 5 0,0-3 45,2 4 1,-1 7 0,-3 2-14,4 3 1,4 1 215,7 6 0,-5 2 0,-2 3 1,-1 7 119,1 4 0,-6 1 0,4 1 1,-2-1 111,-1 0 1,1 7 0,-4-1-1,2-2 10,2-1 0,0-3 0,-6 1 1,0-1-20,0 1 1,2-7 0,2 1 635,1 2-262,1-7 0,-6-1-443,0-12 0,0-3 1,0-9-1,0 1-107,0-1 1,0-1 0,0-3 0,0-1-121,0 2 0,6-4 0,0 1 0,0 1-285,1-2 0,-3 5 0,8-3 0,0 4 63,-3 1 0,7 1 1,-5-1 256,5 1 0,-4 7 0,-1 4-12,3 4 1,-4 4 0,1 4 0,1 6 239,-2 3 1,3 5 0,-5 1 0,0 4 60,-1 2 0,5 8 1,-6 6-1,0-2-30,1-2 1,-5-2-1,6-2 1,-2-4-41,0-6 1,0 2 0,-6-1-260,0-3-957,0-9 810,0-5 0,0-30 1,0-6-1</inkml:trace>
  <inkml:trace contextRef="#ctx0" brushRef="#br1" timeOffset="7347">6724 84 8276,'0'-11'-68,"-2"-1"0,-2-2-345,-2-1 1,1 3 866,5 1 0,7 7 0,5 0-221,3 8 1,5 7 0,1 11-1,3 3-85,-3 2 1,4 2 0,0 8-1,1 2-37,-1 2 0,4 5 1,-4-3-1,0 1-143,1 5 1,-5 3 0,-8 5 0,-3 3-156,-2 2 1,4 0 0,-7 2 0,-1-6 118,-2-3 1,-10-1 0,-3 0 0,-5-1 100,-1-9 0,-1-5 1,-1-4-1,-2 0-7,-3 0 0,-5-2 0,6-4 0,2-4-164,1 0 1,-3-5 0,2 3 0,3-3-297,5-3 0,1 0 0,-6-1-242,1-4 0,5 1 676,1-7 0,-1 8 0,-5-5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3:35:14.180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35 559 9112,'0'-11'-703,"0"-1"1,0-1 824,0-3 1,0 4 216,0 1 0,0 5-59,0-6 0,-2 1 37,-4-7 1,4 7-116,-4-1 1,3 6-16,-3-6-272,4 9-144,-6-5 76,8 8 0,0 2 185,0 4 0,6 3 1,0 9-1,-1-1-44,3 1 1,-4-1 0,6 1-1,0-1 83,-1 1 1,-3-1 0,4 0 0,-1 1-47,1-1 0,-4 1 1,4-1-1,-1-1-37,1-5 1,-4 5 0,4-4 22,-3 3 1,1 1-1,-4-3-8,2-1 1,0-6 35,-6 5 85,0-7 69,0 4-191,0-8 1,0-2-1,2-2 1,1-4 17,3-1 0,2 3 1,-4-6-35,2-1 1,7-3-1,-1-1 16,4-1 1,3-5 0,2 0 0,3-1 3,-3-1 0,6 0 0,2-6 0,4 2-7,2-2 0,0-8 0,0-2 1,0 2-19,0 2 0,6 3 0,-1-1 0,-1 0 7,-2 0 0,-2 6 0,-2 1 0,-4 3 29,-6 4 0,3 3 0,-5 5-145,-6 1 51,3 8 0,-18-3 257,0 7-229,0 7 0,-14-3-411,8 8-1177,1-8 340,5 4 1301,0-1 1,-8-5-1,-2 6 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3:35:15.946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35 455 11766,'0'-12'-914,"-2"3"1110,-4 1 0,4 0-139,-3 2 1,1 2 90,-2-7-99,4 7 1,-6-6-659,8 4 736,0 4 1,6 8-187,0 12 1,5 3-1,-3-3 1,0-1 91,0 1 1,3-1 0,-3 0 0,0 1 54,0-1 1,3-5 0,-3 0-1,0 1-49,0 3 1,3-5-1,-3 1 93,2 2-101,-6-7 144,3 9-369,-7-14 378,0 6 1,0-10-39,0-4 1,6 2-1,2-8-32,2-1 1,-5 3 0,5-2-1,0 1-40,0 1 1,1-5 0,7 3-1,1-6 6,4-5 0,-1 2 1,7-6-1,4-1-28,6 1 0,-1-2 0,9-6 1,2 0-26,1 0 1,2 0 0,-1 2 0,-3 2 25,-1 2 0,-8 2 1,1-2-1,-3 6-56,-2 3 0,-8 5 0,-3 1-74,-5 3 104,-9 7-41,-2-4 1,-10 8-408,-4 0 172,4 0 0,-8 6 0,6 2-255,-2 1 1,1-3 0,3 4-1119,-4-2 1597,4-3 1,-6 3 0,8 2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3:35:45.660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1 664 14517,'9'-10'2728,"-1"-5"-2858,-8 3 1,0 2-420,0-1 409,0 7 0,0-6-249,0 4 210,0 4 1,0-3 134,0 10 1,0-1 0,0 8 80,0 1 0,0 3 1,2-1-1,2-1-343,2-2 0,2-1 0,-5 7 0,3-1 123,-2 1 1,6-1 0,0 1 36,-1-1 0,5 1 1,-6-3-1,-1-1-67,1-3 1,0-5 0,-4 6-94,2 1 42,7-5 376,-11 0-72,14-8 1,-12-2 0,5-4 248,-1-5 0,4 1 1,-5 0-1,3 0 55,4 1 0,1-3 1,3-5-1,1-3-61,4-3 1,-1 2 0,7-7 0,2 1 78,2 0 1,4-2 0,2-6 0,1 0-65,-1 0 1,6 0 0,-1 0-1,3 0 38,0 0 1,-3 1 0,5 1 0,-5 2-48,-1 1 1,-2 9 0,-8-2 0,-2 3-56,-2 3 1,-2-1 0,2 1 0,-8 0-231,-7-1 1,0 6-1,-7 3 1,3-1 8,4 0 1,-5 4 25,3-5 0,-6 5-88,6-6 0,-7 3-325,7-3 207,-8 4-311,4 8-192,-8 0-315,0 0 1,0 8 829,0 4 0,-8 3 1,-2 3-1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1290 19016,'-10'1'-837,"3"0"944,6-1 698,0 0 1,8-1-806,5 0 1,-3 0-14,3-1 1,-7 1-2,7 0 0,-1 0-20,7-2 1,-7 2-20,0 0 1,1-1-127,5 0 18,-7 1 129,5-1 17,-5 1 0,1 0 36,0-1 0,-5 1 4,6 0 0,-7 0-15,7 0 0,-6 0 0,6 0 1,-6 0-4,6-1 1,-6 2 5,6-2 1,-7 2 5,7-2 1,-6 1-4,6 0 0,0 0-17,6-2 0,-7 2 4,1-1 0,-6 2-10,5-2 0,-5 2 3,5-2 0,-5 2 1,5-2 1,-5 1 2,6 0 0,-7 0 0,7 0 0,-6 0 0,5 0 0,-5 0-5,5 0 1,-5 0 3,5 0 0,-7 0 1,12-1 0,-5 1 2,-3 0-1,7-1 35,-6 1 1,9-1 1,0 0-13,0-1 0,-6 2 33,-1-1 0,-5 2-49,5-2 1,-5 2-16,6-2 1,0 1-4,6-2 0,-6 2 4,-1 0 0,1-1-7,5 0 0,-5 1 3,0-1 0,0 1 7,5-2 1,-5 2 1,0 0 1,-1-1-1,6 0 1,-5 1-14,-1-1 1,1 1 10,5-1 1,-5 0 2,0 1 1,-5 0-1,4 0 0,-5 0 2,5-1-3,1 1 1,5-1-1,0 0 0,-5 0-13,-1 1 0,-4 0 12,5 0 0,-6 0-1,6 0 1,-1-1 0,6 0 0,-5 1 0,-1-1-8,3 1 1,-4-1-4,2 1 1,-6 0 0,6 0 0,0-1-8,5 0 1,-6 1-30,1-1 0,-1 1 33,6-1 0,-5 0 17,-1 1 0,1 0 6,5-2 1,-6 2-7,1 0 1,-1-1-9,7 0 1,-1 0-7,0 0 1,1 0-2,0-1 1,0 1 1,-1 0 1,0 0 4,0 0 0,1 0 8,0 0 1,-7 0-1,2 1-20,0-1 1,-3 1 18,1-1 1,1 1-1,6-1 1,-6 0 5,0 1 0,-1-1 0,7 0 1,-7 1-2,1-1 0,0 1-7,6-1 0,-6 0 20,-1 1 0,-5 0-9,5 0 1,2-1-1,5 0 0,-6 1-10,-1-1 0,-5 1-4,5 0 0,1 0 2,6-2 0,-6 2 1,0-1 0,-6 2-8,5-2 0,1 1 0,5-1 1,-6 0 7,1 1 0,-1 0 2,7-2 0,-6 2 0,0-1-1,2 1 0,-4 0-16,1-1 1,1 1-23,5-1 1,-6 0 5,1 1 1,-1-1 29,6 0 0,-5 1 0,-1 0 1,1-1 7,5 0 1,-6 1 0,1-1 1,-1 1-8,7-1 1,-7 0-1,1 1 0,-1-1 4,6 0 0,-5 1 13,-1-1 1,-5 2 3,5-2 0,1 1-7,5-1 0,-5 0 18,-1 1 1,0 0 0,7-1 1,-7 0-34,2 1 1,-2-1-3,7 0 0,0 0 19,-1 0 1,-5 0-1,-1 1-4,4-1 1,-5 1 0,1-1-10,3 1 1,-5 0 0,3-1-12,2 0 0,2 1 1,1-2 0,1 1-2,-1 0 1,0 0 6,0 0 1,1 0 0,0-1 0,0 1 0,-1 0 0,1 0-3,-1 0 0,0 0 1,1 0 0,-6 0 0,0 1 0,2-1 1,-5 1 0,3-1 0,-1 1 1,6-1 0,-5 0 0,-1 1 1,1 0-1,5-1 1,-6 0 0,1 1-1,2-1 0,-4 1 0,2-1 0,0 1 0,5-1 0,0 0 0,1-1 0,-1 1 0,1 0 0,0 0 0,-1 0 0,1 0 0,-1 0 0,-6 0 0,1 1 0,1-1 0,-3 1 0,1-1 0,1 1 0,5-1 0,-6 1 0,1-1 1,-1 1 6,7-1 0,-7 0-7,0 1 1,-5 0 1,6 0 0,-1-1 1,6 0 1,-5 1-5,-1-1 1,-5 2 0,5-2 0,-5 2-1,6-2 1,-7 1-1,7 0 0,-6 0 2,5 0 1,1 0-2,5-2 1,-6 2-1,1 0 0,-1-1 0,6 0 0,-5 1 0,-1-1 0,2 1 5,4-1 0,-4 0 13,-2 1 0,1-1-10,5 0 0,-6 1 4,1-1 1,-1 1 7,7-1 1,-6 0-1,0 1 13,2-1 1,-4 1-1,2-1-58,2 1 0,2-1 41,1 0 1,0-1-1,1 1-18,0 0 1,-6 1 0,0-1 3,2 0 0,1 1-1,3-2 1,0 1-1,-1 0-5,0 0 0,-5 1 1,0-1-5,2 0 1,-4 1-1,2 0-6,1-1 1,-4 1-1,3-1 4,1 1 0,-3 0 0,1-1 8,3 1 0,-4-1 4,2 1 0,-1-1-1,7 0 1,0 0 0,-1 0 1,-6 1 0,1-1-4,2 0 1,-4 1-1,2 0 0,0-1 1,5 0 0,-5 1 0,0-1-1,2 0 1,-4 1 0,2 0 1,-1-1-18,6 0 0,-5 1-41,-1 0 1,1-1 64,5 0 0,-6 1 7,1-1 0,-1 1 4,6-1 0,-5 0 1,-1 1 22,3-1 0,-5 1-37,3 0 0,-1-1-9,6 0 0,-5 1 0,-1-1 4,3 1 0,-5-1 1,3 1-8,1-1 0,-3 1 7,1 0 0,-5 0 0,5 0 1,3-1 0,-4 1 0,2-1 0,-6 2 0,6-2 0,-6 1 0,5 0 10,3-1 0,-5 1 12,3 0 1,-6 0-16,5 0 1,1-1-8,6 0 0,-6 0-106,0 1 0,-1 0 227,6-1 0,-5 0-118,-1 1 1,-5 0 0,6 0 1,-1-1-3,6 0 0,-5 1-10,-1-1 0,-5 2 13,5-2 0,-5 1-4,6 0 0,-1 0 2,6-1 1,-5 0 18,-1 1 0,1-1-7,5 0 0,0 0 1,0 0 23,0 0 0,1 0 0,-1 0-41,0 0 1,-5 0 0,-1 1-5,2-1 0,3 0-6,2 0 1,0 0 0,0 0 6,0-1 0,-6 2 1,0-1 31,1 1 1,-3 0-1,1-1-9,3 0 1,-4 1 0,2 0 12,2-1 1,-4 1-21,2-1 0,1 1-14,4-1 0,1-1-4,0 1 1,-6 1 6,-1-1 1,1 1 1,5-1 0,-6 0 0,1 1-2,2-1 1,-4 1-1,2 0 0,-6 0 0,6-1-3,1 1 0,-3 0 2,1-1 0,0 1 3,7-1 0,-1 0 3,0-1 0,-5 2 0,-1 0 0,3-1 1,2 0-1,2 0 1,-1 0-7,0 0 0,1-1 0,-1 1 0,0 0 0,0 0 0,0 0 0,-5 1 0,-1-1-107,3 1 0,1-1 0,3-1 187,0 1 1,-6 1-1,0-1-56,1 1 0,2-1-21,2 0 0,1 0 5,-1-1 1,0 1-21,0 0 1,0 0 14,1 0 0,0 0-1,-1 0 1,-4 0-2,-2 1 0,1-1 4,5 0 0,-6 1-4,1-1 1,-7 2 4,7-2 1,-1 1 0,7-1-6,0 0 1,-7 0 4,2 1 1,-7 0-1,5-1 5,2 1 0,-3 0-11,1-1 0,1 1 1,5-1-86,0 0 1,-5 0-1,0 1 115,2-1 0,1 0 0,3 0-31,0 0 1,-7 0 0,0 1-3,3-1 0,1 0 0,2 0 11,1 0 0,-1 0 0,0 0 0,0 0-16,0 0 1,-5 0 0,0 1-49,2-1 1,2 0 15,1 0 1,0 0 22,1 0 1,-1 0 19,1-1 0,-6 2-4,0 0 0,-6 0 10,5-1 1,-5 2-9,6-2 1,-7 2 1,7-2 1,-6 1 3,5 0 0,-5 0 13,6 0 1,0-1-1,6 0 0,-7 1-13,1-1 0,0 1 10,6-1 1,-1 0 6,1-1 0,-1 1 0,1 0-16,-1 0 1,-6 1 0,1-1 6,2 0 1,-4 1 0,2 0-6,2-1 1,-5 1 0,3 0-9,1-1 1,-3 1 0,1-1-3,2 1 0,3-1 11,1 0 0,1-1-39,0 1 0,0 0 2,-1 0 0,0 0 7,1 0 0,0-1-6,0 1 1,-1 0 6,0 0 0,-5 1 0,-1-1 11,3 0 1,-4 1 0,2 0-5,2-1 0,-4 1 1,1-1 9,2 1 1,-3 0-3,1-1 0,2 1-3,5-1 0,-1-1 11,1 1 0,-7 1 1,1-1-4,1 1 0,-3 0 0,1-1 0,-5 2-1,5-2 1,-5 1-11,5 0 0,-5 0 9,6 0 22,-9 0 0,7 0 11,-4 1 1,-2-1-12,7 0-12,-7 0 0,11-1 11,-2 1 1,-4 0-21,4-1 0,-8 1 25,7 0 1,0-1 5,6 0 0,0 0 0,-1 0-36,0 0 0,-5 0 0,0 1-5,2-1 1,1 0-1,3 0-17,-1 0 0,-5 1 0,-1-1 3,3 1 0,1-1 23,2 0 1,1-1-1,-1 1 3,1 0 1,-6 1 0,0-1-32,1 0 0,-3 1 4,1 0 0,-5 0 0,6 0 10,-9 0 21,5 0 0,-6 1 54,4-1-43,-4 1 1,7-1-4,-3 0 0,-2 1 20,9-2 1,-7 1-9,6 0 0,-1 0-19,7-2 0,0 1-2,-1 0 0,1 0 0,0 0-5,0 0 0,-6 0 0,0 1-9,2-1 1,1 0 1,3 0 1,0 0 1,0-1 0,-1 1 2,1 0 1,-6 1 1,1-1 0,-1 1-25,5-2 1,-6 2-64,1 0 1,0-1 90,6 0 1,-6 0 0,0 1-15,1-1 1,-3 1-2,1 0 1,1-1-1,6 0 1,-6 1 0,0-1-63,1 1 1,-3-1 27,1 1 0,1 0 35,5-2 1,-6 2-8,1 0 1,0-1 29,5 0 1,-5 1-13,0-1 1,-6 1-50,6 0 14,-1 0 26,6-2 10,1 1 0,-1 0 13,0 0 0,-5 1-8,-1-1 0,0 1-5,7-1 1,-7 0-1,1 1 0,-1 0 2,6-2 0,-5 2 0,-1 0 0,1-1-2,5 0 0,-6 1 1,1-1-2,1 1 1,-3-1 9,1 1 1,-5 0-5,5 0 1,1 0-3,5-2 0,-5 2 34,-1 0 1,1-1-2,5 0 1,0 0-33,0 0 0,0 0 0,1 0-4,-1 0 1,1-1 0,0 1-14,-1 0 0,1 0 0,-1 0-10,0 0 0,0-1 18,1 1 1,-1 0 0,0 0 6,0 0 1,-5 1-1,-1-1 73,2 1 0,-3-1-40,2 1 1,-6 0 1,7 0-13,-9 0 1,5 0 11,-3 0-3,-4 1-19,5-1 1,-4 1-8,3-1-16,-4 1 1,14-2 7,-4 0 1,-3 1-7,3 0 0,-6 0 1,5 0 1,-4 0 0,5-1 4,2 1 0,-5-1 0,3 1 0,-6 0 4,5 0 0,1 0 0,5-2 0,-5 2 0,0-1 2,2 1 1,-4 0-5,1-1 0,-4 1 1,5 0-3,2-1 1,-5 1 0,3 0 0,-1-1 0,7 0 0,-6 1 4,0-1-20,0 1-3,5-2 16,1 1 0,-7 1 3,1-1 1,-8 2 0,6-1-23,-4 0-16,-3 1 28,4-1 50,-7 1 27,0 0-1,8-1-42,-6 1 0,7-2-9,-3 2 1,-2-1-26,7 0 1,-5 0 3,6 0 0,-1-1-28,6 0 0,-5 1-21,-1-1 0,-5 2-3,5-2 0,-4 1-58,5 0 88,0-1 0,0 1 18,-1 0 1,-5 0-36,5 0 29,-7 0 1,6 0 27,-4 0 28,-5 1 53,7-1 31,-8 1 295,0 0-434,8-1 2,-6 1-62,5-1-24,-7 1-328,0 0-22,-7 1 120,5-1 0,-8 1 329,4 0 0,-3 0 0,-8 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71 721 18331,'-10'1'0,"1"0"-235,3-1 439,4 0 35,-6 1 192,0-1-78,5 1-34,-4-1-62,-1 1-119,6-1-150,-6 0 10,8 0 643,0 0-565,8 0 1,2-1-61,7 0 1,0 0 0,1-1-25,-1 1 0,1 0 0,-1 0-17,0 0 0,1-1 0,0 1 11,0 0 1,-1 0 0,0-1 28,1 1 0,0 0 1,-1 0-13,1-1 0,0 1-5,-1 0 0,0 0-3,1 0 0,-7 0 4,1 0 20,-1 0-14,7 0 0,-1 0 13,1 0 0,-7 0-17,1 0 1,-6 0-5,5 1 0,1-1 1,6 0 1,-1-1-18,1 1 0,-1 0 5,1 0 1,-1-1-1,1 1 12,-1 0 1,1 0-1,0 0 1,-1-1 0,-5 2 1,0-1-19,1 0 1,2 0 0,3-1-27,0 1 1,-1 0-2,1 0 1,0 0-1,-1-1 22,0 1 0,-5 0 0,0 0-3,1 1 1,-3-1-1,1 0 32,3 0 0,1 0 1,3 0-5,0 0 1,-7 0 0,1 0 5,2 0 0,1 0-35,3 0 0,-1-1 4,1 1 1,-1 0 21,0 0 0,1 0 0,-1-1-3,0 1 0,-5 0 0,0 1 13,1-1 0,-3 0 1,1 0-5,3 0 0,-4 0 1,1 1-4,3-1 1,1 0-2,2-1 0,1 1 0,-1 0 0,1 0 0,-1 0 0,1-1 17,0 1 1,-1 0-1,1 0 0,-1-1 0,-5 2 0,-1-1-14,3 0 1,2 0 0,1-1 4,1 1 1,0 0 5,-1 0 1,0 0 0,1-1-4,0 1 0,0 0 0,-1 0 2,0-1 1,1 1 0,0 0-3,-1 0 0,-5 0 1,0 0-1,1 0-7,3 0 0,-4 0 1,-1 0-1,3 0-8,1 0 1,-3 1 0,-1-1-6,3 0 1,1 0-1,3-1 1,0 1 1,-1 0 1,-5 0 0,0 0 0,1 0 3,3 0 1,-5 1 0,1-1-15,1 0 0,3 0 0,1 0 9,1-1 1,-1 1 0,0 0-6,1 0 1,-1-1 0,0 1-3,1 0 0,-7 0 0,1 0-26,2 0 1,1 0-1,2 0 22,0 0 0,-5 0 1,-1 0-22,2 0 1,-3 1 0,1-1 30,3 0 1,1 0 0,3 0 11,-1-1 1,-5 2 0,-1-1 6,3 0 1,1 0 0,3 0-7,-1-1 0,0 1 0,1 0 0,-1 0 1,1 0 0,-1-1-5,1 1 0,-6 0 1,0 0-1,1 0 0,3 0 0,1 0 1,0 0-1,1 0 0,0 0 0,-1-1 0,1 1 0,-6 0 0,-1 0 0,3 0 9,1 0 0,-3 1 0,0-1 0,2 0 23,2 0 0,-5 0 1,1 0-43,1 0 1,3 0-1,1 0-16,1 0 0,-1-1 1,0 1 62,1 0 0,-1 0 0,0-1-23,1 1 1,-1 0-1,1 0-4,-1 0 1,1-1 0,-1 1 0,1 0-7,0 0 1,-1-1-1,0 1-6,1 0 0,0 0 0,-1 0 0,1-1-2,0 1 0,-1 0 0,0 0 1,1-1 0,-1 1 1,1 0-1,-1 0 1,1 0 1,-1-1 1,1 1 0,0 0-1,-1 0 1,0-1 0,1 1 0,-1 0 0,1 0 0,-1 0 0,1-1 0,0 1 0,-1 0 0,1 0 0,-1-1-12,0 1 0,1 0 0,-1 0-19,1 0 0,-7 0 0,1 0 21,1 0 0,-3 0 0,1 0-10,3 1 0,-4-1 0,1 0 16,3 0 1,-5 0-1,3 1 7,1-1 0,3 0 0,1-1-20,1 1 0,-7 0 1,1 1 11,1-1 0,3 0 0,1-1 3,1 1 0,-1 0 0,0 0 0,0-1 0,0 1 0,0 0 15,1 0 1,-1 0-1,0-1 1,1 1 8,-1 0 1,1 0 0,-1 0-16,0-1 0,1 1 1,-1 0-1,0 0-6,1 0 1,-1-1-1,1 1 1,-1 0 2,0 0 0,-5 0 0,0 0 1,1 0 10,2 0 1,3 0 0,-1 0-27,1-1 1,-1 1 0,0 0-16,0 0 1,0 0 0,0-1 10,1 1 0,-7 0 0,1 1 0,1-1 19,3 0 0,-5 0 0,1 0-4,2 0 1,1 0 0,2 0 15,1-1 1,-1 1-1,0 0 1,1 0-12,-1 0 0,-5 0 0,-1 0 0,3 0-6,2 0 0,1 0 1,1-1-1,0 1 2,-1 0 0,1 0 0,0 0 1,-1-1-5,1 1 1,-1 0 0,1 0 0,0-1-39,-1 1 0,-5 0 0,0 0 0,1 1-25,3-2 0,1 1 0,1 0 82,-1 0 1,1 0-1,0-1-21,-1 1 1,1 0 12,-1 0 0,0-1 1,1 1 17,-1 0 1,-5 0 0,-1 0-32,3 0 1,-5 1 0,3-1 3,2 0 1,2 0-1,1 0 5,1-1 0,0 1 0,0 0 10,-1 0 0,1-1 0,-1 1-6,1 0 0,0 0 0,0 0 1,-1-1-10,1 1 1,0 0 0,-1 0 0,1-1 9,-1 1 0,1 0 1,0 0-1,-1-1-9,1 1 0,-6 0 0,0 1 0,1-1-1,3-1 1,1 1 0,1 0-2,-1 0 1,1 0-1,0-1-4,-1 1 0,1 0-10,-1 0 1,1-1 13,-1 1 0,-5 0 0,-1 1 1,3-1 0,-5 0-81,3 0 1,0 0 40,5 0 1,-6 0 0,1 1 12,2-1 0,-5 0 12,3 0 1,-1 0 28,7 0 1,-7 0 0,1 0-9,1 1 0,-4-1 0,3 0 5,1 0 0,-3 0-8,1 1 0,1-1 1,5 0-2,1-1 1,-7 2 0,1-1-4,1 0 1,3 0 0,1 0 0,1-1 0,-1 1-13,0 0 0,1 0 0,-1-1 11,0 1 1,1 0-1,-1 0-34,1 0 1,-1-1-1,0 1 65,1 0 0,-1 0 0,0 0-25,1-1 1,-1 1 0,1 0-2,-1 0 0,0-1 1,1 1-1,-1 0 1,0 0 0,1 0-4,-1-1 1,-5 2-1,0-1-1,2 0 0,2 0 2,1-1 0,0 1 31,1 0 1,-1 0 6,1 0 0,0-1 11,-1 1 0,1 0-62,-1 0 0,1-1 101,-1 1 1,0 0 0,1 0-83,0 0 0,-6 0 0,0 0 24,1 0 0,2 0 0,3 0-12,-1-1 0,-5 2 0,0-1 1,2 0-12,2 0 1,-5 0 0,1 0 0,1 0 2,3 0 1,-5 0-1,1 0 1,1 0-17,3 0 0,-5 1 1,1-1-1,2 0 7,1 0 0,-3 0 0,-1 0 3,3 0 1,1 0 0,3 0 20,-1 0 1,1-1-25,0 1 1,-1 0-1,1 0 0,-1 0 0,-5 0-5,-1 0 0,1 0-4,5 0 0,1 0 7,-1-1 0,-6 2 0,1-1 1,2 0 0,-5 0 0,3 0-17,1 0 0,-3 1 0,2-1-73,1 0 1,-3 0-1,1 1 113,3-1 1,-4 0 0,1 0-22,3 0 1,-5 0 0,3 1 0,1-1-2,3 0 0,-5 0 0,1 0 8,2 0 1,1 0-1,3 0-13,0-1 1,-1 1 0,1 0 2,-1 0 1,-5 0 0,0 0 0,2 0 0,1 0 0,3 0-5,-1 0 1,-5 0-1,-1 0 11,3 0 1,1 0 0,3 0 15,0 0 1,-7 0 0,1 0-14,2 0 1,-4 0 0,1 0-5,3 1 1,-5-1 26,3 0 0,0 0-25,5 0 0,-5 0 1,-1 0-9,3 0 0,-5 1-2,3-1 1,-6 1-1,6-1 4,2 0 1,-4 0 0,1 0-5,3 0 0,-5 1 1,3-1 2,2 0 0,-5 0 1,3 0 0,1 0 0,-3 1 0,2-1 18,2 0 0,1 0 0,3 0 20,-1-1 1,1 1 0,-1 0-69,1 0 0,-7 0 0,1 0 1,1 0 35,3 0 1,-5 0-1,1 0 13,1 1 0,3-2 0,1 1-20,1 0 0,-1 0 0,0 0-5,1-1 0,0 1 4,-1 0 1,1 0 0,-1-1-5,1 1 0,-1 0 4,1 0 1,-1 0 0,0-1-21,1 1 1,-7 0 0,1 1-23,1-1 0,3-1 27,1 1 1,1 0 8,-1 0 0,0 0 13,1-1 1,-1 1 0,1 0 17,-1 0 0,-5 0 0,-1 0-4,3 0 1,-5 1-1,3-1-5,2 0 0,2 0-5,1-1 0,1 1 1,-1 0 5,1 0 0,-6 0 0,0 0-8,1 0 1,-3 0 0,2 1-11,1-1 0,-3 0 0,2 0 38,2 0 0,-5 1 1,3-1 0,2 0 0,1 0 17,3-1 1,-1 1-25,1 0 0,-1 0 0,1 0-31,0-1 1,-7 1 0,1 1-5,2-1 1,-5 0 0,3 0-2,1 0 1,-3 1-1,2-1-52,1 0 1,3 0 18,1 0 0,-5 0 0,-1 0-12,3 0 1,-4 0-36,2 0 0,-6 1 35,5-1 0,-5 1 68,6-1 0,-6 1-7,5-1 1,-5 0 12,6 1 1,-7-1-14,7 0 0,-6 1-8,5-1 0,-5 1 17,6-1 1,-1 0-102,7 0 0,-7 0 0,1 0 185,1 0 0,-3 1-34,2-1 1,-1 0-1,7 0-51,-1 0 0,-5 0 0,-1 0-3,3 0 1,-5 0-1,3 1-12,1-1 1,-3 0-1,2 0 7,1 0 0,3 0 0,1 0-5,0 0 1,-5 0 0,0 0-7,1 0 0,-3 0 0,1 1-4,3-1 1,-5 0-1,3 0-39,2 0-49,-7 1 45,9-1 33,-14 0 10,5 1-23,-7 0 25,0 0-3,-7 0 16,5 1-5,-6-1-5,8 0-673,0 0-605,-8 1 1278,-1-1 0,-9 2 0,1-1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18519,'12'-1'378,"-1"0"1,-5 1-176,6-1 0,-7 1 7,7-1 1,-6 0-38,5 1 1,-5-1-113,6 0 1,-6 1-1,5-1 10,3 0 0,-5 1 1,3-1-66,1 0 0,3 0 0,2 0 74,-1-1 0,1 1 0,0 0-55,-1 0 0,0-1 0,1 1-8,0 0 1,0 0 0,-1-1-69,0 1 1,-5 0 0,0 1-118,1-1 42,-5 0 90,7 0 0,-13 1-17,6-1 36,-8 1 60,0 0-103,8 0 30,-6 0 28,5-1 24,-7 1 87,0 0-32,8 0-37,-6-1-163,6 1-598,-8 0 507,0 0 0,-8 0 0,-2 1 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2308 19084,'1'10'242,"-1"-2"-184,1-1-35,-1-5-46,0 6 61,0-8 1,0-2-13,0-4 1,-1-4 0,0-7 0,1 5 28,-1 0 1,0 0-31,0-5 1,1 5 1,-1 0 1,1 6 10,-1-5 1,1 5 12,-1-6 1,1 6 10,-1-5 1,1 5-19,0-6 1,-1 6-42,1-6 1,-1 6-16,1-6 1,-1 7 60,1-7 35,0 8 1,-1-11-3,0 3 1,1 2-59,-1-1 1,1 5-31,-1-6 1,1 6 12,-1-6 0,1 6-3,-1-5 0,1 5 26,-1-6 0,1 6-18,-1-5 0,1 5 10,0-6 1,-1 7-10,1-7 1,-1 6-24,1-5 1,-1 5 3,1-6 1,-1 6-6,1-5 7,0 7 1,-1-6 2,1 4 1,0 3 16,-1-9 1,1 6-1,-1-6 1,1 7 17,-1-7 1,1 6-25,-1-5 1,1-1 7,-1-5 1,0 5 10,1 0 1,-1 1-8,0-7 0,0 7 0,1-1-18,-1-1 0,1 3 0,-1-2-7,0-1 0,1 3 2,-1-2 1,1 1 23,-1-7 0,0 7 0,0-1 4,1-1 1,-1 3-1,1-2 0,-1 1-9,0-7 0,0 7-10,1-1 0,-1 1-12,0-7 0,1 7 16,-1-1 1,1 6 4,-1-5 1,1-1-9,-1-6 1,0 7 29,0-1 0,1 6 1,0-5-36,-1-3 1,0 5 9,1-3 1,-1 6-1,1-6-7,-1-2 0,1 4 0,-1-1 1,0-3 1,1 5 0,-1-3 2,0-2 0,1 4 0,-1-2-2,1-1 1,-1 3-4,0-2 1,1 1-12,-1-7 0,0 7 6,1-1 1,-1 0-12,0-5 0,1 5-4,-1 0 1,0 0 11,0-5 0,1 5 3,-1 1 0,1 5-1,-1-6 1,1 6 0,-1-5 1,1-1 9,-1-6 0,0 6-13,1 1 0,-1 5-55,1-6 0,-1 1 48,0-7 0,1 7 4,-1-1 1,1 6 22,-1-5 0,1 5 2,-1-6 0,1 6-12,-1-5 0,1 5 6,-1-6 0,1 7-3,-1-7 1,1 6 4,-1-5 0,1 5-18,0-6 0,-1 1 1,0-7 0,0 7 0,1-1-7,-1-2 0,1 5 3,-1-3 1,0 1-1,0-7 18,1 1 1,-1 5 0,0 0 3,1-1 0,-1-3 1,0-1 8,0 0 0,0-1-4,0 1 1,0-1-20,0 1 0,0 0-11,0-1 0,1 6 1,-1 1 41,1-3 0,-1 5-20,0-3 0,1 6 1,0-5-12,-1-3 1,0 4-5,1-1 1,-1 5-7,1-6 1,-1 1 0,0-7 1,1 7 0,-1-1 3,0-1 1,1 3 3,-1-2 1,1 0 2,-1-6 0,0 7 12,0-1-16,1 8 1,0-5-2,-1 3-2,1 4-3,0-6 4,0 8 0,0-2 1,-1-4-1,1 4 1,0-8-32,0 4 31,-1 4-17,1-6-15,0 8 1,0-2-12,0-3 19,0 3 92,-1-6 57,1 0-67,0 6-51,-1-5-332,1 7-297,0 0 1,0-8 0,-1-2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2791 19043,'-1'-11'22,"1"1"1,0 5-27,-1-7 1,1 7-1,-1-7 64,1 9 0,-1-7-42,1 5-21,0 3-5,0-6-10,0 8-328,0 0 226,0 7 0,0-4 0,1 7 8,-1 3 1,1 2-1,0 2 112,0 0 0,0-6 0,-1 0 0,1 2 0,0 2 0,-1-6 0,1 5 0,-1-5 0</inkml:trace>
  <inkml:trace contextRef="#ctx0" brushRef="#br0" timeOffset="1">155 2942 18665,'-1'-9'-498,"1"1"493,0 8 588,0 0-468,0-7-75,0 5 0,-1-8-21,1 4 0,0 3-5,-1-9 1,1 7-33,-1-6 1,1-1 21,-1-5 1,0 6 0,0-1 15,1-1 1,-1 3 0,1-1 6,-1-3 0,0 5 1,1-3-5,-1-1 1,1 3 0,-1-2-5,0-1 1,1 3 0,-1-2-8,0-1 0,1 3 0,-1-1-12,1-3 1,-1 4 0,0-1 9,1-3 0,-1 4 0,1-1 3,-1-3 0,0 5 0,1-3 23,-1-1 1,0-3-15,0-2 0,0 0-19,1 1 1,-1-1-5,0 1 0,0 0 1,0-1 0,0 6 0,1 0 12,-1-1 1,0 3 0,1-2 1,-1-1 0,1 3 36,-1-2 0,1 7-30,-1-7-16,0 0 1,1 1 54,-1-1-11,1 8-22,-1-11 0,1 11-9,-1-8 0,1 7-28,-1-7 1,1 0 2,-1-5 0,0-1 5,0 1 1,1 5-1,-1 1 12,0-3 0,1 5 1,-1-3 13,0-2 1,1 5 0,-1-3 2,1-1 1,-1 3 0,0-2-12,1-1 0,-1 3 0,1-1-20,-1-3 0,0-1 1,0-2 0,0 0 0,0-1 1,1 1-3,-1-1 0,0 1 18,0 0 1,0 0-10,0-1 1,0 1 9,0 0 1,0-1 0,0 1-5,0-1 1,1 7 0,-1-1-8,0-1 0,1-3 1,-1-1 1,0-1 0,0 1-3,0 0 1,0-1-5,0 1 1,0-1 5,0 1 1,0-1 70,1 1 0,-1 0-50,0-1 1,0 7-1,1-1-11,-1-2 0,0 5-2,1-3 0,-1 6 23,1-5-10,-1-1-1,0-5 1,0-1-23,0 1 0,1 5 17,-1 1 1,1-1-26,-1-5 0,0 5 2,0 0 0,1 1 0,-1-7 1,0 1 3,0 0 0,0-1 0,0 1 0,0-1 1,1 7-1,-1-1 11,0-1 0,1-3 0,-1-1 0,0-1 0,0 1 8,0-1 1,0 1 0,0 0-1,0-1 1,1 7 0,-1-1-10,0-2 1,1-1 0,-1-3 11,0 1 0,0 5 1,0 1-17,1-3 0,-1-1 0,0-3 15,0 1 0,1 5 0,-1 1 4,0-3 0,0-1 1,0-3-25,1 1 0,-1 5 0,0 1-4,1-3 1,-1-1 0,0-3-3,0 1 1,0-1 23,0 1 1,0 0 0,0-1-7,0 1 0,1 5 0,-1 1 4,1-3 0,-1 4-7,0-1 0,1-1-14,-1-5 1,0 5-4,1 0 1,-1 1 4,0-7 1,1 7-2,-1-1 1,1 6 1,-1-5 1,0-1 1,0-5 0,1 5-1,-1 1 1,1 5 0,-1-6 0,1 0-1,-1-5 0,0 5-17,1 1-4,-1 7 11,1-12 0,-1 13-11,1-9 21,0 8 0,-1-6 10,1 4-7,0 4 0,-1-8 2,1 4-5,0 4 1,-1-7 0,1 3 22,0 4 5,-1-6-28,1 8 1,0-2 6,0-4-11,0 4 12,-1-13 0,1 10 22,-1-6-25,1 7-4,0-4 0,0 6-14,-1-4-19,1 4-24,0-5-43,0 7-474,0 0 0,-1-8 0,1-2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839 35 7576,'10'0'1102,"-3"0"-475,-7 0-75,0 0-632,-7 0 0,3 0 59,-8 0 0,6 0 0,-5 0 99,-3 0 0,4 0-72,-1 0 1,-1 0 3,-5 0 1,5 0 0,0 0-7,-1 0 1,3 0 0,-2 0 20,-1 0 1,-3 2 96,-1 4 0,-1-4-92,1 4 0,5-4 1,3 0-1,-1 1 11,0 3 1,4 0-56,-5-6 1,-1 6-3,-5 0 1,5 5-1,0-5-9,-1-2 1,3 4 20,-2-2 0,1 7-14,-7-1 1,7-4-1,-1-1 12,-2 1 0,7-4 0,-1 6 4,0-2 1,-2 5 1,-7-1 1,5-3 0,1 3 0,-3 2 0,6-5 0,1 1 0,1 0 7,0 0 1,-6-5-1,4 7 7,-1 2 1,5-5-1,-4 3 1,0 1 0,4 3 0,-5 1-3,1 1 0,2-6 0,4-3 0,-2 1 66,-1 0 1,-3 1-117,2 7 0,2-1 1,-6 1 69,3-1 0,-1-5 1,4-1-39,-2 3 0,-2 0 0,5-1-32,-3-1 0,-2 0-33,2 5 0,4 0 33,-4 1 0,-1-6 0,1-1 24,2 3 1,2-5 17,2 3 0,-2-2 0,-2 3 3,-2-1 1,0-6 0,6 6-4,0 1 1,0-3-20,0 1 0,-5 1 3,-1 6 0,0-7 1,6 1 4,0 1 0,0-3 0,-2 0-1,-4-2 1,4 5 3,-3-1 0,3 3-15,2 3 1,-6-7-1,0 1-4,2 2 0,2-5 0,2 3 20,0 2 0,0-5 0,0 3 0,0 2 1,0-5 0,0 3-2,0 1 0,-2 3 9,-4 1 0,4 1-6,-3-1 0,3 1 0,2-1-3,0 1 1,0-7-1,0 1 0,0 2 1,0-5 0,0 3-3,0 2 1,0-5-7,0 3 0,0 0-30,0 5 1,0-5 0,0-1 34,0 3 0,0-4 1,2-1-5,3-1 1,-3 6 11,4-3 0,-2 5 2,2 1 1,-4 1-1,6-3-4,-1-3 0,-5 3-2,4-3 0,-4-2 0,0 1-1,4 3 0,-4-4 1,4 1 0,-5 1 1,1 4 19,4-5 0,-4-1-5,4-4 0,-2 1 0,0 7 19,2-2 1,-1-7-22,-5 7 1,2-6-8,4 6 0,-4-7 0,6 5 1,0-2 1,-6 0 3,3-3 0,-1-1 6,2 8 1,-2-2-10,8 1 0,-7 5-14,7-5 1,-8-1 0,4 0 5,0-2 1,-7-1 7,5-1 0,2-2 0,0 6 20,1-2 1,-3 5 4,6-1 0,-6-2-28,5 1 1,-7-5-1,4 4-5,0-3 0,-4 5-8,7-6 0,-5 6 5,6-7 0,-6 7 4,5-6 0,-7 2 1,2-3 6,4-3 1,-8 8 0,5-6 7,1 2 0,-4 0-7,8-6 0,-8 2 3,1 3 1,-1-3 0,0 6 3,2 0 0,2-6 10,-2 4 0,-5-3 1,7 1-19,0 2 0,-4 0 0,6-4 10,-3 4 0,1-4 0,-2 5 9,6 1 0,-3-6-10,3 4 0,-6 2 0,5-2-14,3-3 1,-6 1 0,-1 0 26,1 2 0,2 2-13,7-2 1,-5-4-20,0 3 0,-1 3-5,7-2 0,-7 0 0,1-4 34,2 4 1,-5-5 10,3 5 0,-2-2 1,3 0-35,-1 2 0,-6 0 3,5-6 1,1 0 49,6 0 0,-7 0 14,1 0 1,-1 0-58,7 0 0,-6 0 0,-1 0 26,3 0 1,-5 0-115,3 0 0,0 0 46,5 0 1,1 0 55,-1 0 1,-5 0-1,-1 0-5,3 0 0,-4-2 0,1-2-13,3-2 1,-4 0-14,1 6 0,1 0-25,5 0 1,-5 0-1,0 0 2,1 0 0,-5-2 0,0-2 18,0-1 0,-5-1 0,9 6 16,2 0 0,-5 0 2,3 0 0,-6 0 1,4-2 8,-3-4 1,1 4 0,-2-4-5,6 4 1,-5 0 0,1-2-1,0-1 0,2-1 0,5 4-10,-3-4 0,-3 4 0,-3-6-3,6 1 1,-2 5 0,-1-6-1,1 2 7,0 0 0,-1-1 0,5 3 0,-4-4-3,-3-2 1,7 4-1,-2-3-2,3 1 1,-3-4-1,-1 4-3,3-1 1,-6 3-1,0-4-5,-1 2 1,3-5 4,7 1 1,1-3 9,-1-3 1,1 1-9,-1-1 0,1 1 1,-3-1-2,-3 1 1,-2 5-1,-4 1-27,5-3 0,-3-1 0,0-1 7,-1 4 1,-5 3 0,6 5 0,-2-4-18,0-2 1,0 5 20,-6-7 1,5 0 13,1-5 0,6 5 0,-6 0-31,-2-1 1,3-3-1,1 1-46,2 3 1,-4-3 17,5 3 1,-5-2-1,4 1-16,-2 1 0,-1 1 62,-1-7 1,-4 1 0,6 1 24,0 4 0,-6-3 0,5 5 15,1 1 0,-6-7 0,4 4-72,-4-3 1,-2 3 0,2 3 0,2-1 18,1 0 1,1 4 0,-6-5 6,0-3 1,2 0-1,2 1-9,2 1 0,0 1 36,-6-7 1,0 1-1,0-1 15,0 1 1,0-1 5,0 1 0,0-1 0,0 1-2,0-1 0,0 1 1,0 0-3,0-1 0,0 1 1,0-1-7,0 1 0,0 5 0,0 0-12,0-1 0,0-3 0,0-1 9,0-1 0,0 1 0,0-1 25,0 1 0,-2 5 0,-2 1-10,-2-3 0,0-1-12,6-3 1,-6 1 0,1-1 0,1 1 1,0 5 0,0 0 46,-2-1 1,-2-1-1,4 1-27,-1 1 1,-3 2 0,4-3-14,-2 1 1,-2 0-19,3-5 1,-3 0 0,-6-1 9,3 1 0,7 5 0,-4 2-24,0 2 1,6-5 0,-5 3 0,1-1-20,0-1 0,-6 6 1,4-6 35,-1-1 0,5 3 0,-4 0 0,2 1 2,0-1 0,-1 4 1,1-5 5,-6-3 0,5 4 1,-1 1-1,2-1-14,0 0 0,-6 4 1,5-5-36,-3-3 0,4 4 0,-4-1 0,1-1 44,-1 2 0,6 1 0,-4 5 0,3-4-21,-1-2 0,-6 5 0,4-5 36,-1 2 1,-1 0 0,-4 4 58,3-1 0,-1-7 29,-5 6 1,-1-5-78,1 5 1,-1-6-32,1 6 1,-1-5 0,1 3-3,-1-2 0,1 6 1,-1-3-78,1-1 1,5 6-1,1-4 55,-3 4 1,-1-4 0,-3 0 64,1 3 0,1-1 0,3 0 0,1-2-32,-2 2 1,5 2 0,-3 0 0,-2-2 28,-1-2 1,3 1-1,1 5-16,-3 0 0,-2-6 0,-1 0-43,0 2 0,5 2 0,0 2 0,1-2 9,1-4 1,-6 4 0,5-5-15,-5-1 0,-1 6-13,-1-4 1,1 4 0,-1 2-230,1 0 1,5 0-1,1 0-65,-3 0 1,4 6 0,1 2-1,-1 0-491,0-1 0,6 1 816,-1-2 0,3-4 0,2 6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0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769 18 7363,'12'10'-984,"-1"-5"1305,-7-3 1,6-2 218,-4 0-218,-4 0-58,6 0-124,-8 0 0,-2 0-209,-4 0 213,4 0 49,-6 0-41,8 0-113,0 0-62,-8 0 1,-1 2 53,-9 4 0,6-4 0,1 4 1,-1 2 0,-5-3-25,-1-1 0,7 4 0,1 0 0,0 0-2,1-1 0,-3 1 1,-6-2-2,1 6 0,1-3 0,3 1 0,1 0 3,-1-1 0,3-3 1,-2 6 102,-1 1 0,3-3 0,-2 0 72,-1-2 0,-3 5-128,-1-1 1,-1 3-69,1 3 0,-1-1-16,1 1 0,1-1 0,3-1 20,1-5 0,6 3 0,-3-6 0,-1-1 5,0 1 1,6 6 0,-3-4 0,1 1 1,0 1 1,-2-6 0,4 5 11,-2 3 0,-1-1 1,3 1-1,-2-2 4,2 1 1,-4-3-1,1 2-13,-3 1 0,6 3 0,-4-1 0,2-1 0,1-3 0,-3-1 1,4 4-1,-4-3-20,-1 3 0,5-4 1,-4 1 7,0 3 1,0 1 0,-5 3-1,1-1 1,6-5-1,-3 0-5,1 1 1,-4 3 0,4-1 0,1-1-19,-1-3 1,2-5-1,4 6 13,-4 2 1,4 1-1,-3 3 1,1-3 21,-2-3 1,4 3 0,-4-3 14,4 3 0,-4 3 0,1-1-3,1 1 1,2-1 0,2 1-5,0-1 0,0 1 1,0-1 28,0 1 0,0-7 0,0 1 0,0 1-1,0 3 0,0-4 0,0-1 1,0 3 0,0 1 1,0 3-25,0-1 1,0 1 0,0-1-1,0 1-5,0-1 0,0-5 0,0-1 1,0 3 14,0 2 1,0 1 0,0 0-15,0 1 0,0-6 0,0-1 1,0 3 9,0 1 0,0-3 0,0 0 0,0 1-5,0 3 0,0 1 1,0 1-13,0-1 1,0 1 0,0-1-7,0 0 0,0-5 0,0 0 0,0 1-4,0 3 0,0-4 0,0-1-26,0 3 0,0 1 11,0 3 1,2-1 0,2 1 6,1-1 0,1-5 1,-4-3 4,4-1 1,-4 6 13,4-3 1,-2 3 0,-1 0 34,3-3 1,0-5 0,-4 4-1,2-1-9,2 1 0,0-4 1,-5 4 18,5-3 0,-4 7-46,4-2 1,-2-3 3,2 3 0,-4 0 0,5 3 37,1-3 1,-6 3-7,4-3 1,-4-2 0,0-1-1,4-1 1,-4 6 0,5-5-33,1 1 1,-6 0-1,4-4 0,-2 1 1,0 7-15,2-2 0,1-8 1,-3 3 6,2 1 0,2-6 0,-4 6-5,1 0 1,3-6 0,-4 5 4,2 1 1,2-6 0,-4 6 0,1-1 0,7-3 1,-6 8 0,5-6 8,-5 5 0,6-5 0,-4 4 27,1-2 1,-5 0-33,2-3 1,2-1-23,-2 8 0,5-6-6,-5 5 1,2-7 0,-4 4 4,2 0 0,1-6 0,-3 5 20,2 1 1,2-6 0,-4 6 31,2 0 1,1-6 0,-3 5-18,2 1 0,2-6 1,-4 6-84,1 0 1,3-5-14,-2 9 1,-2-6 123,8 6-14,-9-9-21,13 13 1,-12-8-6,8 3 1,-9-1 0,5-6-15,0 2 0,-4 2 3,7-3 0,-5-1 4,6 8 0,-6-8 4,5 2 0,-7-3 0,4 1 0,0 2 0,-4 0 0,5-4-1,-1 4 1,0-4 0,-2 4 0,-2-5 0,5 1-1,-1 4-6,6-4 0,-5 8-38,9-4 0,-7-4 16,1 3 0,0-1 24,5 2 0,-5-4 10,-1 4 0,-5-4 0,6 0-2,2 4 0,-5-4 3,3 3 1,-2-1 0,3 0 15,-1 2 1,-6 0-18,5-6 0,1 0-6,5 0 1,-1 2 0,-3 2-16,-1 1 0,-6 1-20,6-6 0,-1 0 11,7 0 0,-9 2 0,-1 2 22,0 2 0,-4 0 6,7-6 0,-5 0 3,6 0 1,-6 0-2,5 0 1,-5 0-1,4 2 19,-2 3-18,5-3 10,-3 6 0,7-8-8,1 0 1,-6 0-1,-1 0 3,3 0 1,-5 0 0,3 0-3,2 0 1,-5-6-1,3 1-11,2 1 0,-5 2 0,1 0-9,-2-4 0,5 4 0,-1-4 2,4 4 0,-5-4 2,1 1 1,-3-3 0,5 4 11,-2-2 0,-1-5 0,5 3 9,-4-2 0,-3 6 0,-5-4 0,4 3-10,2-1 1,-5-2-3,7 2 0,-2-4 0,3-5-5,-1 3 0,-6-1 0,3 5 12,-1-2 0,4-1 0,-4-5 5,1 4 0,-5 3 0,4 5 0,-2-4-13,0-2 1,-1 5-1,-3-5 1,2 0 2,2 0 1,6 5 0,-6-7 0,-1 0 15,3 3 1,-4-5-1,6 6 18,-2-1 0,5-3-35,-1-5 0,-3 1 0,1 2 0,0 5 0,0 1 1,-5-4 0,5 5 41,-2-3 1,5-2 0,-3-5-81,0-1 1,0 9 0,-7 1 0,5 2-48,2 0 0,-4-7 91,5 1 0,-5-2 0,4 1-7,-2 1 0,-1 2 1,-3-3-5,2 1 0,6 1 1,-6-7-29,-3 1 1,1 5 0,0 0-1,2-1 0,6-3 0,-7-1 8,-1-1 0,4 1 0,-2-1 2,-2 1 0,4 5 0,-3 1 0,-1-3-19,-2-1 0,4-3 1,0 1-26,-2-1 1,4 1 0,-3-1 51,-1 1 1,0-1 0,0 1 3,2-1 1,0 1-1,-6-1-9,0 1 1,5-1 0,1 1-1,-2 0-44,-2-1 1,-2 6 0,0 1 0,2-3 27,4-1 1,-4-3-1,4 1 28,-4-1 0,-2 1 0,0-1 13,0 1 0,1-1 1,3 1-1,2 0-1,-2-1 0,-2 6 0,-2 1-44,0-3 0,0-1 0,0-3 25,0 1 1,0-1 0,0 1-18,0-1 1,0 1-1,0-1 30,0 1 1,0-1 0,0 1 1,0 0 0,0-1 0,0 1 15,0-1 0,-6 1 0,0-1 0,2 1 0,3-1 1,1 1-18,0-1 1,-6 1 0,0-1 4,2 1 0,0 5 0,0 1 0,-2-3 1,1-1-1,5-3 50,0 1 0,-6-1 0,0 1-43,2-1 1,0 1-1,0-1 10,-1 1 1,-1-1-1,4 1 27,-4-1 1,4 7 0,-4-1 0,2 1-19,-2 1 0,5-6 0,-7 7 0,2-3 31,0 0 0,-2 3 1,4-5-1,-3 4 0,-3 3 1,6-7-1,-4 4 1,3-1-28,-1-1 1,-6 6-1,6-5 1,0-1-13,-1 2 1,-1-5 0,-6 5 0,3 0 1,5-3 0,-4 5 0,0 0 1,1 0 0,-3-5-35,-5 1 1,1 2-1,3 1 1,3-1-10,2 0 0,-6 5 1,3-5 6,-5 2 1,-1-5-12,-1 1 0,1-2 1,-1 1 4,1 1 1,5 6 0,1-3 0,-1-1 13,2 0 1,1 6 0,5-4-1,-4 3-95,-2-1 0,-1-8 66,-7 3 0,7 3 0,1 0 1,0 2 8,0 0 1,5-1 0,-7 3-4,-2-2 1,5-2 0,-3 4-85,-2-1 1,5-3 35,-3 2 1,1 4 34,-7-4 0,1 4 0,1 0-67,4-4 1,-3 5 41,3-5 1,-3 4 52,-3 2 1,1 0 2,-1 0 0,7-6 0,-1 0 8,-2 2 1,5 2 0,-3 2 1,-1 0 0,3-2-60,-2-3 1,1 3-4,-7-4 1,1 4 0,1 0-47,4-4 0,-3 4 1,3-4-95,-3 4 1,3 2-1,0 0-262,-1 0 1,-3 0-1,-1 0 462,-1 0 0,1 8 0,0 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0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1206 6923,'0'-10'2164,"0"2"-1867,0 8-420,0 0 90,0 8 1,0 2-1,0 7-3,0 1 0,0-7 1,0 1-1,0 2-69,0 1 0,0-3 0,0 0-226,0 1 1,0 3 0,0 1 1,0 1-210,0-1 1,0-5 538,0-1 0,0-7 0,-8 12 0,-1-7 0</inkml:trace>
  <inkml:trace contextRef="#ctx0" brushRef="#br0" timeOffset="1">1 1643 8353,'9'-8'-68,"-1"6"534,0-6 1,-6 6 245,4-4-426,-5 4-584,-1-5 277,0 7 0,0 2 3,0 3 0,0 5 1,0 8 26,0-1 1,0-5 0,0-1-34,0 3 1,0 1 0,0 3-158,0-1 1,0 1-232,0-1 1,0-5-836,0 0 764,0-1 1,0 1 482,0-1 0,0-7 0,0 4 0,0-8 0</inkml:trace>
  <inkml:trace contextRef="#ctx0" brushRef="#br0" timeOffset="2">35 2079 7898,'0'-10'-143,"2"3"641,4 7-241,-4-8-91,6 6 0,-8 2-98,0 12 1,0-3 0,0 3-6,0 2 1,0 1-1,0 3-103,0-1 1,0-5 0,0-1-90,0 3 0,0 1-142,0 3 0,-6-1-547,0 1-183,0-1 1001,6 1 0,0-7 0,0 1 0,0-8 0,0 4 0,0-8 0</inkml:trace>
  <inkml:trace contextRef="#ctx0" brushRef="#br0" timeOffset="3">53 2568 7537,'0'-10'690,"0"-5"0,0 11-715,0-8 99,0 8-58,0-3 165,0 7-75,0 0-82,0 7 0,0 3 0,0 8-23,0-1 1,0-5-1,0-1-20,0 3 1,0 2 0,0 1-5,0 0 1,0 1 0,0-1-155,0 1 1,0-1-98,0 1 0,0-1-314,0 1 0,0-1-497,0 1 1085,0-9 0,0 7 0,0-14 0,0 13 0,0-5 0</inkml:trace>
  <inkml:trace contextRef="#ctx0" brushRef="#br0" timeOffset="4">53 3075 9299,'10'0'448,"-3"0"-547,-7 0 0,0 2-212,0 3 0,0-1-253,0 8 1,0-6-17,0 5 1,0-5 579,0 6 0,-7-8 0,-3 3 0</inkml:trace>
  <inkml:trace contextRef="#ctx0" brushRef="#br0" timeOffset="5">18 1188 8229,'0'10'1175,"-2"-2"-1173,-4-8-215,4 0 1,-3 0 174,10 0 1,-1 0-1,8 0 1,1 0 1,3 0 1,-2-2-1,1-2 1,4-2-61,1 2 1,1 1-1,1-1 1,1-2 36,-2 2 1,4 2 0,-1 0 0,-1-2-120,2-2 0,-5 1 0,5 5 0,-2 0-5,0 0 0,1 0 0,-7 0 0,1 0 27,-1 0 1,6 0 0,1 0-1,-3 0 156,-2 0 0,-1 0 0,-1-2 0,1-4 0,-1-4 0,1-7 0</inkml:trace>
  <inkml:trace contextRef="#ctx0" brushRef="#br0" timeOffset="6">839 1101 8322,'11'0'-143,"1"0"1183,-8 0-486,4 0-448,-8 0-305,8 0 1,1-2 0,9-4 0,-7 4 1,1-3-1,2 3 11,1 2 0,3 0 0,-1-2 0,2-2-45,5-2 0,-3 0 0,8 6 0,0-2 86,-2-4 1,6 4-1,-3-5 1,3 1 145,1 0 0,-1-2 0,-2 4 0,-1-1 0,-1-9 0,6 4 0</inkml:trace>
  <inkml:trace contextRef="#ctx0" brushRef="#br0" timeOffset="7">1730 996 8699,'0'-9'38,"1"1"1,5 8-193,6 0 0,3 0 0,3 0 1,1 0-121,5 0 1,-3 0 0,8 0-1,2 0 63,2 0 1,8 0 0,2-2 0,1-2 210,5-2 0,-3-2 0,3 5 0,-1-3 0,7-8 0,-11 4 0</inkml:trace>
  <inkml:trace contextRef="#ctx0" brushRef="#br0" timeOffset="8">2655 909 7522,'0'-10'-112,"2"3"117,4 7 1,-2-6-22,7 0 1,1 0 0,6 6-31,-1 0 1,0 0 0,1-2 0,-1-2-116,1-2 0,7 1 0,2 5 0,4 0 29,4 0 1,-4-6 0,12-2 0,-2 0 131,-1 1 0,11-5 0,1 6 0,1-8 0,7 5 0</inkml:trace>
  <inkml:trace contextRef="#ctx0" brushRef="#br0" timeOffset="9">3720 804 7758,'2'-9'156,"4"3"0,-2 4 0,8 0-179,1-4 1,3 4 0,1-4-60,1 4 0,1 2 0,3 0 0,3-2 22,2-3 0,4 3 1,8-6-1,3 2-82,3 0 0,2-2 1,5 5-1,0-5-64,1-2 1,-1 4 0,1-5 0,-3-1 205,-3 2 0,1-5 0,-7 3 0,-2-1 0,-2 1 0,-4-2 0,-4 8 0,4-7 0,-6 3 0</inkml:trace>
  <inkml:trace contextRef="#ctx0" brushRef="#br0" timeOffset="10">5187 525 8898,'0'10'-129,"2"-3"58,4-7 0,4 0 1,9 0-1,3 0-57,1 0 1,8-2 0,0-2 0,6-1-93,4 1 0,7-4 1,-1 2-1,1 0 34,-1-1 1,3 3 0,-5-6-1,1 2 186,1 4 0,-10 0 0,0 1 0,-6-3 0,-2-8 0,6 4 0</inkml:trace>
  <inkml:trace contextRef="#ctx0" brushRef="#br0" timeOffset="11">6410 420 7879,'0'10'-468,"2"-3"489,4-7 0,-2 0 1,7 0-9,3 0 1,1 0 0,3 0 0,-1-1 11,1-5 0,1 4 0,2-6 0,5 2-46,1 0 1,2-1 0,6 3 0,0-4-134,0-2 1,0 6 0,-2-1 0,-2 1 22,-2-2 1,-2 4 0,4-4 0,-4 4-94,-2 2 1,-1 0 223,-7 0 0,-7 0 0,5 0 0,-5 0 0</inkml:trace>
  <inkml:trace contextRef="#ctx0" brushRef="#br0" timeOffset="12">7458 315 8234,'-10'2'-136,"2"2"972,1 2-292,5 0-343,-6-6-408,8 0 1,8 0 0,3 0 32,5 0 0,-5-6 0,1 0 0,2 2-46,1 2 0,3 2 1,1 0-1,2-2 56,3-4 0,1 5 0,-4-5 0,4 2 32,3-2 0,-5 4 1,4-4-1,-2 4 26,-3 2 1,-3 0 0,-1 0 0,-1-2 105,0-3 0,-5 3 0,0-4 0,-8 4 0,-4-6 0,-10-2 0</inkml:trace>
  <inkml:trace contextRef="#ctx0" brushRef="#br0" timeOffset="13">8506 193 8322,'-12'0'249,"0"0"867,8 0-343,-11 0-999,13 0 133,-6 0 0,16 0 0,4 0-54,3 0 1,8 0-1,1 0 1,-1 0-121,2 0 1,-3 0 0,7-2 0,2-2 65,2-2 0,2 1 0,-2 5 0,-2 0-1,-2 0 0,-2-2 1,2-2-1,-6-2-43,-3 2 0,-3 2-59,1 2 304,-9 0 0,-1 0 0,-8 0 0</inkml:trace>
  <inkml:trace contextRef="#ctx0" brushRef="#br0" timeOffset="14">9414 88 8248,'-10'0'283,"2"0"0,10 0 0,4-2-194,6-4 1,3 4 0,3-5 0,1 1-197,4 0 1,-3 0-1,3 4 1,-2-2 5,3-1 1,-3-3 0,6 4-1,-2-2-78,-3 2 0,-3 2 0,-1 2 0,-1-2-3,1-3 0,-1 3-211,1-4-445,-9 4 838,-1 2 0,-8 0 0,0 8 0,0 1 0</inkml:trace>
  <inkml:trace contextRef="#ctx0" brushRef="#br0" timeOffset="15">9903 88 8322,'9'0'-28,"1"-2"-161,-4-4-141,-4 4 219,6-5 1,-8 9 83,0 3 0,0-1 1,0 8 5,0 2 0,0 1 0,0 3 0,0-1-12,0 1 1,0-1 0,0 0-1,0 3-47,0 3 0,0-2 0,0 9 0,0-1 97,0-2 0,0 4 0,0-8 0,0 0-26,0 3 0,0-7 0,0 4 0,0-3-8,0-3 1,0 1-278,0-1 0,2-1 294,3-5 0,-3-3 0,6-16 0,-8-1 0</inkml:trace>
  <inkml:trace contextRef="#ctx0" brushRef="#br0" timeOffset="16">9903 874 8322,'8'10'-880,"-7"-2"0,9-3 1959,-4 1-770,-4 0 0,6-4 146,-8 4-267,0-4 0,0 7-77,0-3 0,0 4 0,0 7-93,0 1 1,6-6-1,-1-1 1,-1 3 30,-2 1 0,-2 3 0,0-1 0,0 1-28,0-1 1,0 6 0,0 1 0,0-3-6,0-2 0,0 1 0,0 1 0,0 2 15,0-1 1,0-3-1,0-1 1,0-1 6,0 1 1,0-7 0,0 1-26,0 1 0,0 3-188,0 1-247,8-7-451,-6-2-132,6-8-127,-8 0 1132,0 0 0,0 8 0,0-6 0,0 13 0,0-5 0</inkml:trace>
  <inkml:trace contextRef="#ctx0" brushRef="#br0" timeOffset="17">9990 1800 7818,'2'-10'1102,"4"4"-945,-4 4 1,6 0 421,-8-4-450,0 5 0,2-7 0,1 10-70,3 4 1,0 3 0,-6 9-1,0-1-37,0 1 1,0-1 0,0 1 0,0 1 4,0 4 1,2 2 0,2 7 0,2-3 30,-2 2 1,-2-4 0,-2 0 0,0 0-11,0 0 1,0-5 0,0 1-111,0-4 0,0-1-488,0-1-390,0-7 13,0-2 206,0-8 1,0-2-542,0-4 1262,0 4 0,0-6 0,-8 8 0,-2 0 0</inkml:trace>
  <inkml:trace contextRef="#ctx0" brushRef="#br0" timeOffset="18">9973 2428 8322,'0'-11'-55,"0"-1"1,0 6 232,0-5-116,0 7 433,0-4-384,0 8 0,0 8 1,0 3-129,0 5 0,0 1 0,0 1 0,0-1-346,0 1 1,0-7 0,0 1-452,0 2 814,0-7 0,0 9 0,0-6 0</inkml:trace>
  <inkml:trace contextRef="#ctx0" brushRef="#br0" timeOffset="19">70 3162 6794,'0'-10'1923,"0"1"-1810,0 3-230,0 4 106,0-6 0,2 8 0,4 0-54,6 0 1,-2 0 0,1 0-1,3 0-7,1 0 1,9 0-1,1 0 1,4 0-28,8 0 1,-2 0 0,7 0 0,1 0-18,4 0 0,-3-2 0,3-2 0,-1-2-4,-1 2 0,4-3 1,-9 1-1,-1 2-42,-2 2 0,-4 2 0,-2 0 1,-4 0 161,-2 0 0,-1 0 0,-7 0 0,1 0 0,7 0 0,2 0 0</inkml:trace>
  <inkml:trace contextRef="#ctx0" brushRef="#br0" timeOffset="20">1241 3005 8350,'-12'0'-528,"0"0"899,1 7-46,-7-5-266,8 6 70,3-8 1,14 0 0,5 0-84,4 0 1,1 0 0,1 0 0,-1 0-28,0 0 0,1 0 1,-1 0-1,3-2-162,3-4 0,-2 4 0,7-3 0,-1 3-34,0 2 0,-4 0 0,4 0 1,1-2-29,-1-4 0,-4 4 1,4-4-1,-2 4-75,-3 2 0,3 0 0,-2 0 106,-1 0 1,-3 0 0,-2 0 173,1 0 0,-8-7 0,5 5 0,-5-6 0</inkml:trace>
  <inkml:trace contextRef="#ctx0" brushRef="#br0" timeOffset="21">2149 2935 8380,'11'0'-1000,"1"0"0,-6 0 1096,5 0 0,-5 0 64,6 0 1,0 0-70,5 0 1,0 0 0,1 0-57,-1 0 1,1 0-1,-1 0 1,3-2-24,3-4 1,4 4 0,6-4 0,-2 4-62,-2 2 1,0 0 0,6 0 0,0-2 30,0-3 1,0 3-1,0-4 1,0 2-18,0-2 0,-6 4-1,-2-6 1,-2 3-66,-3-1 1,-9 0 0,-1 6-328,2 0-14,-7 0 442,1 0 0,-16-8 0,-1-1 0</inkml:trace>
  <inkml:trace contextRef="#ctx0" brushRef="#br0" timeOffset="22">3389 2795 7945,'-12'0'289,"0"0"-278,8 0 16,-3 0 1,9 0-1,3 0-56,7 0 0,2-2 1,-1-2-1,1-1-66,5 1 1,1 2 0,7 2 0,0 0-27,0 0 0,2-2 1,6-2-1,0-2 80,0 2 0,0 2 0,0 0 0,0-2-98,0-1 0,0-1 1,0 6-1,0-2-12,-1-4 0,1 4 0,0-4 0,-2 2 151,-4-1 0,4 1 0,-5-6 0,-1 2 0,-4 4 0,-4-5 0,-1-1 0,-1-8 0</inkml:trace>
  <inkml:trace contextRef="#ctx0" brushRef="#br0" timeOffset="23">4611 2673 7386,'12'0'119,"-1"0"1,1 0 0,6 0 0,-1 0-99,0 0 0,9 0 0,3 0 0,6 2-28,5 4 1,-1-4 0,8 3 0,1-3-51,3-2 1,-5 0 0,-1 0 0,-2 0-34,-4 0 0,3 0 1,-1 0-1,-4-2-24,-6-3 0,2 3 1,-6-4-1,0 4 2,-4 2 0,-3-6 0,-3 0 43,1 2-225,-1-5-28,-7 7 322,-2-6 0,-8 8 0,0-8 0,0-1 0</inkml:trace>
  <inkml:trace contextRef="#ctx0" brushRef="#br0" timeOffset="24">6043 2603 8393,'-17'0'691,"-1"0"-694,9 0 1,3 0 27,12 0 1,5 0-1,11 0 1,3 0-73,2 0 0,2 0 1,8 0-1,4 0-24,5 0 1,-3 0 0,0 0-1,-1 0-22,5 0 1,-2-6 0,-1 0 0,-1 3-52,-4 1 0,-2 2 1,-3 0-1,1-2 30,0-4 1,-8 4 0,-3-4 0,-5 4-195,-1 2 1,-7 0 44,1 0 0,-8-2 263,2-4 0,-4 4 0,-10-13 0,-2 5 0</inkml:trace>
  <inkml:trace contextRef="#ctx0" brushRef="#br0" timeOffset="25">7370 2533 8239,'-9'-8'-553,"-1"6"855,4-3 1,4 1 400,-4-2-409,-3 4 1,5-6-334,-8 8 69,8 0 0,-1 0 0,10 0-46,7 0 0,4 0 1,3 0-1,4 0 8,6 0 0,0 0 1,4 0-1,4 0-30,0 0 0,8 0 1,-1 0-1,3 0-77,0 0 0,-1 0 1,7 0-1,-3 0-58,-3 0 1,-3-2-1,-7-2 1,2-1 12,0 1 0,-14 2 1,4 2-382,-8 0 308,-11 0 0,-4 0-523,-12 0 756,-4 0 0,-7 0 0,-1 0 0</inkml:trace>
  <inkml:trace contextRef="#ctx0" brushRef="#br0" timeOffset="26">8820 2428 8393,'-17'0'-303,"-1"0"0,1 0 1132,-1 0-165,8 0-447,3 0-194,7 0 0,2 0 0,3 0-47,7 0 0,-2 0 0,1 0 1,3 0-11,2 0 1,7 0 0,0 0 0,0 0 2,3 0 1,1 0 0,6 0 0,-2 0-124,-2 0 1,0 0 0,6 0 0,-2 0-31,-4 0 0,4 0 0,-6 0 0,2 0 53,0 0 0,-7 0 1,1 0-54,-4 0-7,-1 0-264,-8 0-156,-3 0 611,-7 0 0,8 0 0,2 0 0</inkml:trace>
  <inkml:trace contextRef="#ctx0" brushRef="#br0" timeOffset="27">9641 2463 7812,'-18'0'-197,"7"0"0,1-2 1247,2-3 0,0 3-375,3-4-772,3 4 1,2 2-18,11 0 1,5 0 0,1 0 0,1 0-133,-1 0 1,1 0-1,-1 0 1,1 0-10,-1 0 0,6 0 1,1 0-1,-3 0 20,-2 0 0,5 0 0,-1 0 1,-2 0 234,-1 0 0,-3-8 0,1-2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3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507 435 8002,'0'-10'815,"0"0"-517,0 5 1,-2 3 0,-2-6-161,-2 0 0,0 4-139,6-7 0,0 5 0,-2-4-87,-4 2 1,4-5 0,-5 3-77,-1 0 1,4 2 0,-6 7 0,1-3 65,-1-2 1,-2 0 0,-7 6-1,-2 0 86,-3 0 1,-1 2-1,2 2 1,-4 4 5,-1 1 0,-5 5 0,6 7 0,-2 4 47,0 3 0,8-5 1,-3 6-1,5 0 23,2-2 1,1 6 0,2-6-1,5 3 17,1-1 1,2-2 0,8 2 0,2-4 19,2 0 1,13-5 0,-1 3-1,1-5-26,0-7 1,5 3 0,1-6 0,2-1-50,4 1 0,0-2 0,0-6 0,-4 0-51,-1 0 0,5 0 0,-4 0 1,2-2-109,0-4 1,-8 2 0,3-5 0,-5-1-403,-1 0 0,-3 4 1,-1-3-815,-3 1 1349,-7 2 0,4-2 0,-8-1 0</inkml:trace>
  <inkml:trace contextRef="#ctx0" brushRef="#br0" timeOffset="1">804 627 8004,'0'-12'57,"0"1"1,0-3 241,0-2 0,0-1 1,0 0 96,0-1 0,0 1-208,0-1-1280,7 1 860,3 7 1,0 4 0,-4 12 0,-5 6 50,-1 3 0,0-3 0,0-1 0,-1 3 148,-5 2 1,4-5-1,-6-1 331,0-2 1,4 3-33,-7-5 0,5 0-342,-6-6 1,8-2-180,-1-4 1,5 4 0,3-6 0,5 3-243,2-1 0,-4 0 497,5 6 0,1-8 0,5-1 0</inkml:trace>
  <inkml:trace contextRef="#ctx0" brushRef="#br0" timeOffset="2">1205 347 8004,'-6'-17'13,"1"-1"0,-3 1 0,4 0 537,-2-1 0,0 1 0,6-1 90,0 1 1,0 5-587,0 0 1,2 9-207,4-3 0,-2 12 0,6 5 1,-1 5 44,1 1 0,0 6 1,3 3-1,-1 1 73,2 4 0,1 0 0,1 0 0,-3-2 66,-1 2 0,-1 0 0,7 0 0,-3-2 13,-3 2 1,4-5-1,-7-3 1,3-4 63,0-1 0,-7-1 169,7 1 0,-8-11-164,2-7 0,-4-7 1,0-13-1,2-1-68,1-2 0,1-3 1,-4 3-1,2-6-37,2-4 1,5-2 0,-3 0 0,0-2-92,0-3 1,3 1 0,-3-6-1,2 2-2,3 5 1,-3 1 0,2 4 0,-1 2 55,-1 2 1,4 7 0,-8-1-148,-3 4-382,7 9 1,-8 4-18,4 12 0,-4 4 0,-2 7 0,0 1-30,0-1 0,0-3 604,0 3 0,8-3 0,1 11 0</inkml:trace>
  <inkml:trace contextRef="#ctx0" brushRef="#br0" timeOffset="3">1834 470 8004,'0'-18'-256,"0"1"0,0-1 495,0 1 0,0-1 0,0 1 0,0-1 95,0 1 1,0 5-1,2 3-389,4 1 1,-2 0-10,7 2 0,-1 6 1,3-2-1,-3 8-114,-2 4 1,-2-4-1,-6 5 1,0 3-50,0 1 1,0 3 0,0-1 201,0 1 1,-2-3 0,-2-1 491,-2-2 1,-2-7 88,3 7 0,-5-8-87,-8 2 0,7-4 0,1-4-354,2-4 1,1 2-2221,1-8 2105,4 8 0,-14-3 0,7 7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490 438 7848,'-2'-16'-1438,"-2"2"3304,-2 3-1077,0 7-680,6-4-77,0 8 0,0 2 0,0 4 74,0 6 1,0 3 0,0 3 0,0-1-7,0 1 0,0 5 0,0 2 0,0 0-12,0 0 1,0 1-1,0-5 1,0 2-40,0-1 0,2 3 0,2-2 0,2-1-110,-2-3 1,-2-2-1,-2 1 1,0-1-109,0 1 1,0-7-708,0 1 347,0-8 1,0 2-5,0-12 0,0 2 0,0-8 533,0-1 0,0-3 0,0-1 0</inkml:trace>
  <inkml:trace contextRef="#ctx0" brushRef="#br0" timeOffset="1">542 106 8271,'-8'-10'0,"6"-5"57,-4 3 1,-3 2-46,-3-1 1,-3 7-1,-3-2 107,1 4 0,-9 2 0,-1 0-30,0 0 0,2 0 0,7 2 0,-1 4-74,-4 5 0,3 5 1,-5 1-1,2 3 52,0 3 0,-7-2 0,7 7 0,0-1-32,-2 0 0,5 2 0,-1 6 0,5 0-9,5 0 1,1 0 0,-2 0-1,7 1-15,3 5 0,2 2 0,0 3 0,0-5 2,0-4 1,7-2 0,5 0-1,4-2-81,1-4 0,2 2 0,3-8 1,3 1 23,2 1 0,0-6 0,4 5 0,-2-7 33,3-5 1,0 3 0,3-5 0,0 0 13,0-5 0,-6 3 0,0-2 0,4-2 5,6-2 0,-4-4 0,2-2 1,-6-4-6,0-1 0,-4-3 0,1-6 0,-3 1-2,-4 0 1,4-1 0,-1 1 0,-3-3-4,-2-3 0,-1 3 0,-1-5 1,1 2 37,-1 0 1,-5-6-1,-2 3 1,-1-1 29,1-4 1,-6 4-1,2-4 1,-4-4-51,-2-4 0,0-2 1,-2 5-1,-2-3-15,-2-2 0,-8 0 0,3 6 0,-7 0-32,-5 0 1,4 2 0,-7 2 0,3 2-12,0-2 0,-6 6 1,5 2-1,1 3-17,-2 3 1,4 5-1,-7 3 1,1 1-127,0 4 1,6 2 0,-3 4-1,3 2-268,-2 2 1,5 13 0,-1-2 0,5 3 452,1-1 0,-3 7 0,-1 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454 350 8201,'0'-12'-1595,"-2"3"2400,-3 1 1,3-6-429,-4 3 1,2-5-91,-2-1 1,4-1-252,-4 1 1,5 5 0,2 2-97,5 3 0,4 1 1,7 6-92,1 0 0,-1 0 0,1 0 0,-1 2-54,1 4 1,-1 3 0,-1 9 0,-3-1 92,-1 1 1,-6 1 0,3 2 0,-1 3 89,-4-3 0,-4 4 0,-4 1 0,-4-1 30,-1 0 0,-3 4 1,-5-6-1,-1-1 94,1-3 1,-1-1-1,1-1 1,-1 1 91,1-1 0,-1-7 1,3-3 39,3 1 0,3-6 14,3 4-105,4-4 1,2-4-1,13-2-85,9-2 1,-3 0 0,4 6 0,-3-1-71,-3-5 1,3 4-1,1-4 1,4 2-59,2-2 0,-5 4 1,3-4-1,-2 3-29,1-3 0,-1 4 0,-6-4 0,1 4-160,-1 2 0,1-2 0,-1-2-415,1-2-77,-9 1 471,-1 5 1,-16 0 0,-3 0 279,-5 0 0,-1-8 0,-1-2 0</inkml:trace>
  <inkml:trace contextRef="#ctx0" brushRef="#br0" timeOffset="1">507 1 8201,'-18'0'-808,"1"0"1,-1 0 1141,1 0 1,0 0 0,-1 0 0,-1 2-164,-5 4 1,5-5-1,-6 5 1,1-2-98,1 2 1,0-2 0,3 8 0,-1-1-46,-2-1 0,0 5 0,5-3 0,1 4-39,-1 1 0,1 2 1,-1 3-1,3 3 86,3 2 1,-2-4-1,7 7 1,-1 3 2,0 5 1,2-1 0,6 4 0,0-4-28,0-2 0,8 0 0,4 0 0,3 0-54,3-1 0,5-4 0,0-3 1,1 0 38,1 0 1,0-6 0,6 5 0,-4-3-59,-1 0 1,5 1 0,-2-9 0,4-1 27,2-3 1,0-7-1,-1 2 1,1-4 2,0-2 1,0 0 0,0 0 0,0-2-58,0-4 1,-6-4 0,-2-7 0,-1 0-32,-5-1 1,4-1-1,-2-3 1,1-3-33,1-2 0,-6 0 0,5-4 0,-5 2 72,-2-2 1,1 3 0,-1-1 0,-1-2 62,-4-2 1,-5-2 0,-7 0 0,0 0 14,0 1 0,-2-1 0,-3 0 0,-7 2 122,-4 4 1,-7-4-1,0 3 1,0-1-85,-3 2 0,7 4 0,-6 10 0,1 1-102,1 2 0,-6 3 1,4-3-1,0 6-213,-1 4 0,-5 2 1,4 0-1,0 0-130,4 0 1,-3 2-1,3 4 1,0 6-1022,-2 3 1388,5 3 0,-13-1 0,6 1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18 315 6359,'-9'-8'2583,"1"4"-2402,8-8-328,0 8 0,2-3 94,4 7 1,-3 0-21,9 0 1,0 0 0,5 0 45,1 0 0,-7 0 1,1 0-1,2 0 7,1 0 1,3 0 0,-1 0 0,0 0 0,1 0 0,1 0 1,3 0-1,3 0-4,2 0 0,-4 0 0,5-2 1,-1-2 8,0-2 1,0 0 0,4 6 0,-2 0 8,2 0 0,-4-6 0,1 1 0,-3 1 3,-4 2 0,4 0 1,-1-2-1,-1-2 2,2 2 1,-5 2-1,3 2 1,-4 0 4,-1 0 1,-1-5-1,1-1 8,-1 2 1,1 2 0,-1 2-1,0-2-11,1-4 1,-6 4 0,-1-4-1,3 4-7,1 2 1,3 0 0,-3-2-1,-1-1-12,-2-3 1,-1 0 0,7 6 0,-1 0 10,1 0 0,-1-2 0,1-2-9,-1-2 1,0 0 0,1 6 0,-1 0 5,1 0 1,-1 0 0,1-1 0,-1-3-1,1-2 0,-1 0 0,1 6 8,-1 0 1,1-6 0,-1 0 0,0 2-2,1 3 1,-6 1 0,-1 0-26,3 0 1,-4 0 0,1 0-61,3 0-28,-6 0 59,7 0 41,-13 0 56,6 0-8,-8 0-10,0 0-20,8 0-4,-7 0 4,7 0 0,-8-2 93,0-4 0,2 4 241,4-4-145,-4 4 1,6 0-68,-8-4 1,-2 4 0,-2-5-22,-2-1 1,-2 6 0,4-6 0,-3 2-25,-3 1 0,4-3 0,-6 4-40,-1-2 0,3-6-98,-1 7 0,1-3-194,-2 2 0,2 4-78,5-4 229,3 4 0,2 10 80,11 4 1,5 1-1,1 1 27,1-2 1,-7-7 0,1 7 28,2 2 1,-7-5 0,-1 3 72,-4 1 1,-2-3 0,0 2-1,0 1-130,0 3 0,-8-4 1,-3-1-1,-5 3-219,-1 1 1,-1 1-1,-1-3 1,-2-3-168,-3-2 0,1 5 1,6-3-1,1 2 408,4-1 0,-11-7 0,4 4 0</inkml:trace>
  <inkml:trace contextRef="#ctx0" brushRef="#br0" timeOffset="1">53 839 8462,'-9'0'362,"3"0"-280,12 0 0,-3 0 1,9 0-43,2 0 1,-5 0 0,3 0 0,2 0-26,1 0 0,3-6 0,-1 0 0,0 2-8,1 2 0,1-4 0,3 0 0,3 3-5,2 1 0,2-4 1,4 0-1,-2 0-15,-2-2 1,0 6 0,4-3 0,-2 3 4,-1 2 0,-3-6 0,4 0 1,-4 2 6,-2 2 0,4 2 1,-5-2-1,-3-2-42,-2-1 1,-1-1-1,-1 6 1,1 0-18,-1 0 1,1 0-1,-1 0 29,1 0 1,-1 0 0,0 0 6,1 0 1,-1 0 0,1 0-2,-1 0 1,1 0 0,-1 0 0,1 0-31,-1 0 0,1 0 0,-1-2 34,1-4 0,-1 4 1,1-4-1,-1 4-29,0 2 0,1-2 0,-1-1 40,1-3 0,-7 0 1,1 6-1,2 0 2,1 0 0,-3 0 0,0 0 0,-1-2-16,-1-4 0,5 4 0,-3-4 16,4 4 0,-5 2 0,1 0 17,1 0 1,-3 0 0,2 0-12,1 0 1,-3 0 16,2 0 0,-6 0-27,5 0 1,-5 0 44,6 0 151,-8 0 114,3 0-188,-7 0 0,-2 0-63,-3 0-105,3 0 7,-6 0 0,6 0 16,-4 0 1,4-2 147,-4-3 0,2 3-47,-1-4 0,1 2 0,-8 0 12,-2-2 1,5-1 0,-3 3 61,-1-2 0,3-2-87,-2 2 1,3 2 0,-5-5-50,2 1 1,6 2-472,-5 6 297,7 0 1,-2 0 116,12 0 1,4 0 0,7 0 54,1 0 1,-1 6 0,0 2 40,1 1 1,-3-3-1,-1 4 1,-4 0-19,-2-1 0,-1 1 0,-3 4 1,2-3-14,-2 3 1,-2 1-1,-2 3-129,0-1 0,-8 1 0,-4-1 0,-3 1-298,-3-1 0,-1 1 0,-2-1 0,-5 1 415,-1-1 0,-10 0 0,-7 1 0</inkml:trace>
  <inkml:trace contextRef="#ctx0" brushRef="#br0" timeOffset="2">106 1415 9498,'17'0'4,"1"-2"0,-1-2 0,0-2 45,1 2 0,5-3 1,2 1-1,1 2-61,-1 2 1,6-4 0,-2 0-1,2 2 20,-2 3 0,4-5 0,-6 0 0,2 2-13,1 2 1,-7 2 0,4 0 0,-2 0 23,-3 0 1,3 0 0,-2-2 0,-2-2-27,-1-2 0,-7 1 1,3 5-7,3 0 1,3 0-1,-5 0 1,1 0-7,-1 0 0,1 0 0,-1 0 0,0 0-93,1 0 0,-1-2 0,1-2 87,-1-2 1,1 0-1,-1 6 1,1 0-2,-1 0 1,1 0 0,-1 0-7,1 0 1,-1-6-1,1 0 1,-1 3 22,0 1 0,1 2 0,-1 0 1,1 0-4,-1 0 1,-5 0 0,0 0 0,1 0-8,3 0 1,1 0-1,1-2 9,-1-4 0,1 4 0,-1-4-12,0 4 0,1 2-20,-1 0 1,-1-2-1,-2-2 20,-3-1 6,1-1 86,-2 6 323,-3 0-328,-7 0 0,0-2-56,0-4 1,-2 2-41,-3-8 0,1 9 0,-6-5 14,2 0 1,-3 4-1,3-6-11,-2 3 0,4-5 169,-5 6-94,-1-7 1,-4 9 0,3-6 24,1 2 1,6 2 43,-5 6-82,7 0 1,-6 0 14,4 0 0,2 0 122,-7 0 40,7 0 0,-4 2 438,8 4-245,0-4-234,0 6-214,0-8-845,0 0 764,8 0 0,-4 0 13,7 0 1,1 6 102,6 0 1,-3 1-1,-1-3 46,-3 2 0,-1 8 1,4-5-1,-3 1 1,-7 0 0,2-4-62,-4 5 0,-2 5 0,0 1-180,0 1 1,-6-1 0,-2 1-1,-1-1-214,-5 1 0,-2-1 0,-1-1 0,2-3-87,3-1 1,-4-1 0,5 5 504,-5-4 0,-9 3 0,-2-5 0</inkml:trace>
  <inkml:trace contextRef="#ctx0" brushRef="#br0" timeOffset="3">263 1817 6524,'0'9'875,"0"-1"0,0-6-266,0 4-138,0-4-70,0 6-376,0-8 0,2 0 0,2-2 0,3-2-49,3-2 0,-4 0 0,6 4-22,1-4 1,3 4 0,1-5-1,3 1 65,3 0 0,-4 0 1,4 4-1,-1-2-17,1-2 0,-3 1 0,5 5 0,-2 0 13,0 0 0,6-2 0,-5-2 1,-1-2-20,2 2 1,-5 2-1,5 2 1,-2 0-135,0 0 0,3-2 107,-3-4 0,2 4 1,4-3-21,-5 3 1,-5 2 0,-2 0 27,1 0 1,-1 0 0,1 0 0,-1 0-3,1 0 0,-1-2 0,1-2-1,-1-2 0,1 0 1,-1 6-1,1 0-4,-1 0 0,0 0 0,3-2-12,3-3 1,-3 3-1,3-4 1,-4 4 29,-1 2 0,-1 0 0,1-2-2,-1-4 0,1 4 1,-1-4 6,0 4 1,1 2 0,-1 0 8,1 0 1,-6 0 0,-1 0-14,3 0 1,1 0 3,3 0 1,-7 0 11,1 0 0,-6 0 36,5 0 82,-7 0 1,4-2 238,-8-3-268,0 3 1,0-8 8,0 4 0,-8 2-16,-3-7 1,1 5 0,-2-6-20,-1-1 0,3 3 1,-2 0-68,-1 2 1,3-3 0,0 3-15,3-2 1,-1 6 0,4-3-246,-2-1 133,0 6 76,6-6 1,2 8 0,4 2 40,6 4 1,3-2 0,3 7 35,-1 3 0,1 0 0,-3-1 1,-1-1 56,-3 1 0,-7 3 0,2 1-24,-4 1-1,-2-1 1,0 1 0,-2-1-97,-4 1 1,-9 5 0,-8 0 0,1-1-367,3-3 1,-4-7-1,-1-1 1,3 1-1224,1-2 1625,11 5 0,-14-5 0,3 7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53 271 8021,'-8'-18'733,"-2"1"0,-1 1-229,-1 4-606,8 5 0,-4 14 0,10 3 0,4 4 13,6 3 1,-3-3 0,3 9 0,2-2 21,1 3 1,3-5-1,-3 6 1,-1-1 36,-3-1 0,1 2 0,5-4 0,1 3 25,-1-3 1,-5 2-1,-2-3 1,-1-5 29,1 1 1,-4-3-1,4 1 90,-3-2 0,1-8 104,-2 1 1,-4-10-1,4-7 1,-4-4-95,-2-1 1,0-8-1,0-2 1,2-3-79,3 1 1,-3 0-1,6-6 1,-2 0-47,0 0 0,0 0 1,-4-1-1,1-3-62,3-2 1,6 0-1,-6 8 1,0 4-2,1 6 1,-5 4-1,4 1-98,-4 1 1,-2 9-369,0 8 0,6 8 0,0 9 84,-2 1 1,-2 5-1,-2 2 1,0 0 443,0 0 0,7 7 0,3-5 0</inkml:trace>
  <inkml:trace contextRef="#ctx0" brushRef="#br0" timeOffset="1">472 550 8144,'0'-10'1182,"0"-5"1,0 15-1091,0 0 0,0 2 0,0 9 0,0 3-83,0 1 1,0 9 0,2-1 0,2 0-53,1 3 0,7-7 1,-6 4-1,-2-3-84,-2-3 1,4 1 0,-1-1 0,-1 0-433,-2 1 1,-2-6-1,0-1-870,0 3 1429,0-6 0,0 7 0,0-5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86 332 7567,'-10'0'806,"-6"0"1,13 0 195,-9 0-673,8 0 1,-4-2-295,8-3-311,0 3 259,0-6 1,2 8 0,4 0-52,6 0 0,-3 0 0,5 0 0,3 0 45,5 0 1,7 0-1,-4 0 1,2 0 16,4 0 0,2 0 0,2 0 0,2 0-4,4 0 1,-2-6-1,5 0 1,-1 0-15,-4-1 1,5 5-1,1-6 1,0 2 21,-5 0 0,3-1 0,-2 3 0,0-2 4,1 2 0,-5-4 0,2 2 1,-6 3-1,-4 1 1,0-4-1,4 0 1,-2 0 0,-2-2 0,-7 6 0,1-5 0,-2 1-1,3 0 1,-7-2 0,2 4-1,-5-1 1,-4-3 198,1 2-20,-3 4-149,-8-13 1,-2 11-45,-4-8 0,3 8 0,-7-4-64,2 1 0,-6 5 1,5-6-1,-1 0 0,-5 6 1,5-6 39,0 1 0,0 5 0,7-6 0,-5 2 24,-2 0 0,4 1 0,-3 3 30,1-4 0,-6 2-30,3-8-265,3 8 226,-8-3 1,16 7 0,0 0 44,10 0 1,0 0 0,1 2 30,3 3 1,1 5 0,3 8 4,-1-1 0,-5 0 0,-2 1-165,-2-1 1,-3 1 0,-5-1 0,0 1-255,0-1 1,0 1-1,0-1 1,-2 1-679,-3-1 1067,-5 1 0,-8-1 0,1 0 0</inkml:trace>
  <inkml:trace contextRef="#ctx0" brushRef="#br0" timeOffset="1">68 979 8118,'-9'-8'-389,"1"6"703,0-6 0,4 8-64,-8 0 1,9-2 12,-3-4-193,4 4 1,0-5-116,-4 7 231,4 0 1,-4 0-136,12 0 1,4 0-1,7 0-19,1 0 0,-1 0 0,1 0 0,-1 0-12,1 0 0,1-6 1,2 0-1,5 2-16,1 2 1,-4 2 0,6-2 0,2-2-19,2-1 0,2-1 1,0 4-1,0-2 15,0-2 1,2-2-1,2 4 1,1-1-25,-1 1 1,-2-4-1,-2 2 1,0 2-11,0 2 0,-2-3 0,-2-1 0,-2 2-2,2 2 1,-4 2-1,0 0 1,-1 0 32,-5 0 0,0 0 0,1 0 1,1 0-2,-2 0 1,-1 0 0,-3 0 0,1 0 7,-1 0 0,0 0 1,1 0-1,-1 0-8,1 0 0,-1 0 1,1 0-1,-1-2-46,1-4 1,-1 4 0,1-6-12,-1 1 1,-5 5 0,-1-4-20,3 4 1,-4 2 52,1 0 1,-5 0-1,4-2 137,-2-4 0,-1 4 73,-1-4 1,-2 4 150,8 2-31,-8 0 21,3 0-280,-7 0 0,0-1-62,0-5-20,0 4-171,0-6 1,-2 2-1,-3 0 1,-3-1 0,-6 3-25,3-2 0,5-6 153,-6 6 1,2-1-1,-3 3-12,1-2 1,8-2-39,-1 2 197,3 4 39,2-5 1,2 7 52,3 0 1,-1 0 0,8 2-105,1 3 0,3 3 0,-1 6 12,-3-3 0,-2-1 0,-6 4-205,2-3 1,-1 1-1,-5 5-251,0 1 1,-2-1-1,-3 1 1,-5-1-87,0 1 1,-11 5 0,3 0 473,-1-1 0,-8 5 0,0 0 0</inkml:trace>
  <inkml:trace contextRef="#ctx0" brushRef="#br0" timeOffset="2">243 1503 7387,'-18'0'-1353,"7"0"1399,-1 0 477,0 0-226,-5 0 0,7-2 360,4-4-471,-3 4 0,7-8-309,-4 4 71,-4 4 148,1-5 1,-3 7 401,0 0 8,8 0-143,-3 0-357,7 0 168,0 0-93,7 0 0,-3 0 0,8 0 20,2 0 0,1 0 1,3 0-51,-1 0 0,2 0 1,3 0-1,1 0 0,-2 0 0,5 0 0,-1 0 0,0 0-31,0 0 0,6 0 0,-3 0 0,1 0-4,0 0 1,0 0 0,6 0-1,-2 0-32,-4 0 1,2-6-1,-6 0 1,2 2-24,4 2 1,-3 0-1,-1-2 1,0-2-14,0 3 1,-4 1 0,4 2 0,1-2 26,-1-4 1,-6 4-1,4-4 1,-1 4-18,-1 2 0,6 0 0,-6 0 0,1 0 2,1 0 1,-6 0-1,6 0 1,-1 0 15,-1 0 1,0 0 0,-5 0 0,-1 0-6,1 0 1,5 0-1,0 0 1,-1-2 14,-3-4 1,-1 4 0,1-3 0,2 3-12,3 2 1,-1 0-1,-6-2 1,1-2-7,-1-2 0,1 0 1,-1 6-1,1-2 4,-1-3 0,-5 3 0,-1-4 51,3 4 57,1-6 34,3 6-83,-8-13 106,-3 13 135,-7-6-141,0 8 1,0-2-143,0-4 0,-2 4 0,-1-6 1,-5 3-27,-2-1 0,4 0 0,-3 4 0,-1-2-64,0-2 1,4-1 0,-5 3 16,-3-2 0,-1-2 0,-3 4 36,1-2 1,5 1 91,0 5-30,1-8 1,1 6 1,4-6 0,12 8-3,6 0 0,-3 0 0,3 0 0,2 2 21,1 4 1,3-4-1,-3 6 1,-1-3-51,-3 1 0,1 8 0,4-3-108,-5 5 0,-3-4 0,-8-1 0,0 3-227,0 1 1,-2 3 0,-4-1-1,-5 1-393,-5-1 0,-7 1 743,-1-1 0,-14 1 0,1-1 0</inkml:trace>
  <inkml:trace contextRef="#ctx0" brushRef="#br0" timeOffset="3">243 2061 6755,'-12'0'1107,"1"0"-544,-3 0 1,4-2-95,-1-3 1,5 3 0,-6-4-340,8 4-118,-3 2 0,8 0-17,5 0 1,-2 0 0,8 0 0,1 0 60,3 0 1,7 0 0,2 0-1,1 0-12,-1 0 1,6 0-1,-2 0 1,4-2-62,2-4 1,2 4-1,2-4 1,1 4-19,-1 2 0,-2 0 0,0-1 0,2-3-45,2-2 0,-3 0 0,-5 4 0,-2-2 45,0-2 0,4 1 1,-9 5-1,-1-2 8,0-4 1,4 4-1,-6-4 1,-1 2 17,-3-2 0,1 4 0,1-3 1,2 3 14,-1 2 0,3 0 0,-2 0 0,-2 0-3,-1 0 1,3-6-1,2 0 1,1 2-12,-1 2 0,0 2 0,-4 0 0,5 0-48,1 0 1,-6 0 0,4 0 0,-1 0 16,-1 0 1,0-6 0,-5 0 0,-1 3-4,1 1 1,-1 2 0,0 0 24,1 0 1,-1 0 0,-1-2 17,-4-4 121,-5 4 33,-7-6 0,0 6-23,0-4-102,0 4 1,-2-7-51,-3 3 0,1 4 1,-6-6-109,2 1 0,-5 3 56,1-8 0,2 8 0,1-4-5,1 1 0,0 5 29,2-4 1,2-2-117,-7 2 142,7 0 0,-2 6 38,12 0 1,-2 0-1,5 2 1,1 4 23,0 6 1,-6-2-1,3 1 1,-1 3-50,0 1 1,2 3 0,-4 1 0,2 2-277,-3 3 0,-1-1 0,-2-5 1,0 1-566,0 4 0,-7-3 850,-5 3 0,-4 4 0,-1 0 0</inkml:trace>
  <inkml:trace contextRef="#ctx0" brushRef="#br0" timeOffset="4">173 2603 8040,'-12'0'-156,"1"0"1,5 0 618,-6 0 1,6 0 405,-5 0-299,7 0-317,-4 0-293,8 0 1,2 0 35,4 0 0,4 0 1,7 0 11,1 0 1,-1 0 0,0 0 0,1 0 33,-1 0 0,7 0 0,1 0 0,2 0-12,4 0 1,-4 0-1,4 0 1,4 0-51,4 0 0,2-2 0,-6-2 0,2-2 15,3 2 1,3-4 0,4 3 0,-5 1-15,1 2 0,-6 0 0,6-2 0,-3-2 2,1 2 0,0 2 1,-6 0-1,-2-1-10,-4-3 1,8 0 0,-6 6 0,-2-2 23,-2-4 0,2 4 0,-4-4 0,1 4-28,-1 2 1,-2 0 0,-3 0 0,1 0-33,2 0 0,0-5 0,-5-1 55,-1 2 0,1 2 0,-1 2 17,1 0 1,-7 0 3,1 0 1,0 0 37,5 0 84,-7 0-107,5-8 12,-13 6-24,6-13 1,-8 11 68,0-8 1,0 6-27,0-5 1,0 5-1,-2-4-49,-4 2 1,2 1-1,-7 1-11,-3-6 1,5 4 0,-3 3 0,0 1-4,3-2 1,-1 4-1,6-6-71,-2 1-394,-7 5 258,3-6 204,0 8 0,4 2 0,12 4 38,6 5 1,-3-1-1,1 2 126,-2 1 0,4 3 1,-7 1-1,-1 1-24,-2-1 0,-2 1 0,0-1 0,-2 2-235,-4 5 1,-1-5 0,-7 4-1,2-3-204,-1-3 0,-3-5 0,1 0 0,1-1-420,3-1 1,1 0 0,-4-7 725,3 3 0,-1 0 0,-5-6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1 225 8048,'0'-17'736,"0"-1"386,0 1-688,0 7-352,0 3 0,0 8 0,0 5 1,0 6-63,0 3 0,5 3 0,3-1 0,0 1-89,0-1 0,3 7 0,-3-1 1,0 0 5,0 2 1,3-5-1,-3 3 1,0-4-12,-1-1 1,1-1 0,-4 1 0,4-1-104,2 1 1,-7-1 0,5-1 18,0-5 0,-6-1 249,4-4 0,-2-4 0,0 2 26,1-8 1,1 0-1,-4-8 1,2-1-45,2-3 1,0-1 0,-4-3 0,1-1-23,3-2 0,6-6 0,-6 3 0,0 1-35,1 0 1,-3-6-1,6 2 1,0-4 14,-1-2 0,-3 6 0,4 2 0,0-1 44,-1 1 0,-5 6 0,4-2-25,0 3 0,-6 9-556,3-1-154,-3 8 0,-2-2 0,0 12 201,0 6 1,0 3-1,0 5 1,0 1 458,0 2 0,0 1 0,0-7 0,0 1 0</inkml:trace>
  <inkml:trace contextRef="#ctx0" brushRef="#br0" timeOffset="1">332 627 7667,'16'-17'-287,"-5"-1"1,3 1 0,-6 1 915,2 4 1,-7 3-1,5 5 1,-2-4-387,0-2 0,7 7-227,-1-3 0,-2 4 0,1 2-102,3 0 1,-4 0 0,-1 2 0,-1 4 53,-4 5 1,4 5 0,-2 1-1,-3 1-15,-1-1 1,-4 1 0,-1 1 0,-5 2 35,-2 3 0,-1-1 0,-5-6 0,2 1 71,3-1 0,-1 1 1,-3-1-1,1-1 26,2-5 1,7 3 0,-5-6-1,0 0 180,0-1-114,7-1 0,-3-6 0,12 0-59,5 0 0,5-2 0,1-2 0,3-2-96,3 3 0,-4-5 0,7 2 0,-1 0-173,4-2 1,-2 6-1,0-5 1,0 1-49,1 0 0,-5 0 0,4 6 0,-2 0-433,-3 0 1,-3 0 0,-2 0 656,1 0 0,-1-8 0,1-1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51 437 10378,'0'-17'102,"0"-1"1,0 1-1,2-1 11,4 1 0,-4-2 0,6-3 0,-3-3-120,1-2 0,0 3 0,-4-3 0,2 2-28,2 4 0,-1-4 1,-5 1-1,0 3 13,0 1 1,0 3 0,0 0-136,0-1-1,0 8 1,2 3 78,4 7 0,-4 2 0,4 3 112,-4 7 1,4-2 0,0 1 0,-1 3 52,3 1 1,-4 3-1,6-1 1,-1 1-44,1-1 0,-4 7 0,6-1 1,1-2-84,3-1 1,-5-3-1,-1 1 1,0-1-132,-1 1 1,1-1 0,2 0 0,-4 1-161,-1-1 0,-5 1 0,4-1-55,-4 1 1,-2-7 0,0 1-407,0 2 1,0-5 791,0 3 0,0-8 0,0 4 0</inkml:trace>
  <inkml:trace contextRef="#ctx0" brushRef="#br0" timeOffset="1">69 385 8290,'-12'0'132,"0"-2"395,-1-4 0,3 4 10,-2-4 0,8 2-411,-1-1 1,5 3 0,5-4-415,7 4 0,-2 2 0,1 0 0,3 0-173,2 0 0,1 0 0,2 0 1,3 0-60,1 0 1,0 0-1,-5 0 520,-1 0 0,8 0 0,3 0 0</inkml:trace>
  <inkml:trace contextRef="#ctx0" brushRef="#br0" timeOffset="2">400 280 8421,'0'-10'676,"0"3"0,-2 7-658,-3 0 0,3 7 0,-4 5-110,4 4 1,2 3 0,0 2 0,2 4-97,4 3 1,-4-5-1,3 4 1,-1 0-93,2 0 0,-4-5 0,6 1 0,-2-4 280,-1-1 0,9-1 0,-4 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23:52.2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36 429 8308,'-12'0'562,"1"0"1,7-2-407,-2-3 0,4 1 0,2-8-92,0-2 0,0 5 1,2-3-3,4-1 0,-2-3 1,5-1-1,1-1-55,0 1 0,-5-1 0,5-1 0,0-3-43,0-1 1,-5 0 0,5 5-1,-2 1 44,-4-1 0,0 1 0,-1-1 1,3 1 30,-2 0 0,0 1 0,0 2 83,2 3-57,0-1-10,-6 2 0,2 10 0,1 12 5,3 4 0,0 1 0,-6 1 0,2 1 22,4 4 0,-4-3 0,6 5 0,-3-2-53,1 0 0,6 1 0,-6-5 0,-1 2-219,3 3 1,-4-1-1,6-5 1,-1-1-313,1 0 1,-6 1 0,2-1-1804,-4 1 2305,-2-1 0,0 1 0,8-9 0,1-1 0</inkml:trace>
  <inkml:trace contextRef="#ctx0" brushRef="#br0" timeOffset="1">88 359 8290,'-17'0'806,"-1"-7"32,1-5 0,5 4-120,1 2 1,7 3-360,-2-3-469,4 4 0,10-6 0,3 8-307,5 0 1,1 0-1,1 0 1,-1 0-238,1 0 1,1 0 0,2 0-1,3 0-284,-3 0 0,-2 0 938,-1 0 0,7-8 0,2-1 0</inkml:trace>
  <inkml:trace contextRef="#ctx0" brushRef="#br0" timeOffset="2">315 307 8596,'-11'-6'2574,"-1"0"-2508,8 1 1,-2 5-215,12 0 0,-2 0 1,8 0-46,1 0 1,3 0-1,-1 2-19,-3 3 0,1-1 0,-7 8 160,-2 1 1,4 3 0,-2 1 0,-2 1 77,-2-1 0,-2 1 0,-2-1 0,-2 1 44,-2-1 0,-6 3 0,4 1 0,-1 2-53,-5-1 0,1-3 1,-1-3-1,4-3 0,3-1 0,-5-1 0,4 5 39,-2-4 1,7-3 417,-3-3-341,4-4 0,10 6 0,3-8-111,5 0 1,1 0 0,1 0 0,-1 0-265,1 0 0,-1 0 0,1 0 0,-1 0-284,0 0 0,1-6 0,-1 0 1,1 2-1252,-1 2 1777,1 2 0,-1-7 0,1-3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1290 19016,'-10'1'-837,"3"0"944,6-1 698,0 0 1,8-1-806,5 0 1,-3 0-14,3-1 1,-7 1-2,7 0 0,-1 0-20,7-2 1,-7 2-20,0 0 1,1-1-127,5 0 18,-7 1 129,5-1 17,-5 1 0,1 0 36,0-1 0,-5 1 4,6 0 0,-7 0-15,7 0 0,-6 0 0,6 0 1,-6 0-4,6-1 1,-6 2 5,6-2 1,-7 2 5,7-2 1,-6 1-4,6 0 0,0 0-17,6-2 0,-7 2 4,1-1 0,-6 2-10,5-2 0,-5 2 3,5-2 0,-5 2 1,5-2 1,-5 1 2,6 0 0,-7 0 0,7 0 0,-6 0 0,5 0 0,-5 0-5,5 0 1,-5 0 3,5 0 0,-7 0 1,12-1 0,-5 1 2,-3 0-1,7-1 35,-6 1 1,9-1 1,0 0-13,0-1 0,-6 2 33,-1-1 0,-5 2-49,5-2 1,-5 2-16,6-2 1,0 1-4,6-2 0,-6 2 4,-1 0 0,1-1-7,5 0 0,-5 1 3,0-1 0,0 1 7,5-2 1,-5 2 1,0 0 1,-1-1-1,6 0 1,-5 1-14,-1-1 1,1 1 10,5-1 1,-5 0 2,0 1 1,-5 0-1,4 0 0,-5 0 2,5-1-3,1 1 1,5-1-1,0 0 0,-5 0-13,-1 1 0,-4 0 12,5 0 0,-6 0-1,6 0 1,-1-1 0,6 0 0,-5 1 0,-1-1-8,3 1 1,-4-1-4,2 1 1,-6 0 0,6 0 0,0-1-8,5 0 1,-6 1-30,1-1 0,-1 1 33,6-1 0,-5 0 17,-1 1 0,1 0 6,5-2 1,-6 2-7,1 0 1,-1-1-9,7 0 1,-1 0-7,0 0 1,1 0-2,0-1 1,0 1 1,-1 0 1,0 0 4,0 0 0,1 0 8,0 0 1,-7 0-1,2 1-20,0-1 1,-3 1 18,1-1 1,1 1-1,6-1 1,-6 0 5,0 1 0,-1-1 0,7 0 1,-7 1-2,1-1 0,0 1-7,6-1 0,-6 0 20,-1 1 0,-5 0-9,5 0 1,2-1-1,5 0 0,-6 1-10,-1-1 0,-5 1-4,5 0 0,1 0 2,6-2 0,-6 2 1,0-1 0,-6 2-8,5-2 0,1 1 0,5-1 1,-6 0 7,1 1 0,-1 0 2,7-2 0,-6 2 0,0-1-1,2 1 0,-4 0-16,1-1 1,1 1-23,5-1 1,-6 0 5,1 1 1,-1-1 29,6 0 0,-5 1 0,-1 0 1,1-1 7,5 0 1,-6 1 0,1-1 1,-1 1-8,7-1 1,-7 0-1,1 1 0,-1-1 4,6 0 0,-5 1 13,-1-1 1,-5 2 3,5-2 0,1 1-7,5-1 0,-5 0 18,-1 1 1,0 0 0,7-1 1,-7 0-34,2 1 1,-2-1-3,7 0 0,0 0 19,-1 0 1,-5 0-1,-1 1-4,4-1 1,-5 1 0,1-1-10,3 1 1,-5 0 0,3-1-12,2 0 0,2 1 1,1-2 0,1 1-2,-1 0 1,0 0 6,0 0 1,1 0 0,0-1 0,0 1 0,-1 0 0,1 0-3,-1 0 0,0 0 1,1 0 0,-6 0 0,0 1 0,2-1 1,-5 1 0,3-1 0,-1 1 1,6-1 0,-5 0 0,-1 1 1,1 0-1,5-1 1,-6 0 0,1 1-1,2-1 0,-4 1 0,2-1 0,0 1 0,5-1 0,0 0 0,1-1 0,-1 1 0,1 0 0,0 0 0,-1 0 0,1 0 0,-1 0 0,-6 0 0,1 1 0,1-1 0,-3 1 0,1-1 0,1 1 0,5-1 0,-6 1 0,1-1 1,-1 1 6,7-1 0,-7 0-7,0 1 1,-5 0 1,6 0 0,-1-1 1,6 0 1,-5 1-5,-1-1 1,-5 2 0,5-2 0,-5 2-1,6-2 1,-7 1-1,7 0 0,-6 0 2,5 0 1,1 0-2,5-2 1,-6 2-1,1 0 0,-1-1 0,6 0 0,-5 1 0,-1-1 0,2 1 5,4-1 0,-4 0 13,-2 1 0,1-1-10,5 0 0,-6 1 4,1-1 1,-1 1 7,7-1 1,-6 0-1,0 1 13,2-1 1,-4 1-1,2-1-58,2 1 0,2-1 41,1 0 1,0-1-1,1 1-18,0 0 1,-6 1 0,0-1 3,2 0 0,1 1-1,3-2 1,0 1-1,-1 0-5,0 0 0,-5 1 1,0-1-5,2 0 1,-4 1-1,2 0-6,1-1 1,-4 1-1,3-1 4,1 1 0,-3 0 0,1-1 8,3 1 0,-4-1 4,2 1 0,-1-1-1,7 0 1,0 0 0,-1 0 1,-6 1 0,1-1-4,2 0 1,-4 1-1,2 0 0,0-1 1,5 0 0,-5 1 0,0-1-1,2 0 1,-4 1 0,2 0 1,-1-1-18,6 0 0,-5 1-41,-1 0 1,1-1 64,5 0 0,-6 1 7,1-1 0,-1 1 4,6-1 0,-5 0 1,-1 1 22,3-1 0,-5 1-37,3 0 0,-1-1-9,6 0 0,-5 1 0,-1-1 4,3 1 0,-5-1 1,3 1-8,1-1 0,-3 1 7,1 0 0,-5 0 0,5 0 1,3-1 0,-4 1 0,2-1 0,-6 2 0,6-2 0,-6 1 0,5 0 10,3-1 0,-5 1 12,3 0 1,-6 0-16,5 0 1,1-1-8,6 0 0,-6 0-106,0 1 0,-1 0 227,6-1 0,-5 0-118,-1 1 1,-5 0 0,6 0 1,-1-1-3,6 0 0,-5 1-10,-1-1 0,-5 2 13,5-2 0,-5 1-4,6 0 0,-1 0 2,6-1 1,-5 0 18,-1 1 0,1-1-7,5 0 0,0 0 1,0 0 23,0 0 0,1 0 0,-1 0-41,0 0 1,-5 0 0,-1 1-5,2-1 0,3 0-6,2 0 1,0 0 0,0 0 6,0-1 0,-6 2 1,0-1 31,1 1 1,-3 0-1,1-1-9,3 0 1,-4 1 0,2 0 12,2-1 1,-4 1-21,2-1 0,1 1-14,4-1 0,1-1-4,0 1 1,-6 1 6,-1-1 1,1 1 1,5-1 0,-6 0 0,1 1-2,2-1 1,-4 1-1,2 0 0,-6 0 0,6-1-3,1 1 0,-3 0 2,1-1 0,0 1 3,7-1 0,-1 0 3,0-1 0,-5 2 0,-1 0 0,3-1 1,2 0-1,2 0 1,-1 0-7,0 0 0,1-1 0,-1 1 0,0 0 0,0 0 0,0 0 0,-5 1 0,-1-1-107,3 1 0,1-1 0,3-1 187,0 1 1,-6 1-1,0-1-56,1 1 0,2-1-21,2 0 0,1 0 5,-1-1 1,0 1-21,0 0 1,0 0 14,1 0 0,0 0-1,-1 0 1,-4 0-2,-2 1 0,1-1 4,5 0 0,-6 1-4,1-1 1,-7 2 4,7-2 1,-1 1 0,7-1-6,0 0 1,-7 0 4,2 1 1,-7 0-1,5-1 5,2 1 0,-3 0-11,1-1 0,1 1 1,5-1-86,0 0 1,-5 0-1,0 1 115,2-1 0,1 0 0,3 0-31,0 0 1,-7 0 0,0 1-3,3-1 0,1 0 0,2 0 11,1 0 0,-1 0 0,0 0 0,0 0-16,0 0 1,-5 0 0,0 1-49,2-1 1,2 0 15,1 0 1,0 0 22,1 0 1,-1 0 19,1-1 0,-6 2-4,0 0 0,-6 0 10,5-1 1,-5 2-9,6-2 1,-7 2 1,7-2 1,-6 1 3,5 0 0,-5 0 13,6 0 1,0-1-1,6 0 0,-7 1-13,1-1 0,0 1 10,6-1 1,-1 0 6,1-1 0,-1 1 0,1 0-16,-1 0 1,-6 1 0,1-1 6,2 0 1,-4 1 0,2 0-6,2-1 1,-5 1 0,3 0-9,1-1 1,-3 1 0,1-1-3,2 1 0,3-1 11,1 0 0,1-1-39,0 1 0,0 0 2,-1 0 0,0 0 7,1 0 0,0-1-6,0 1 1,-1 0 6,0 0 0,-5 1 0,-1-1 11,3 0 1,-4 1 0,2 0-5,2-1 0,-4 1 1,1-1 9,2 1 1,-3 0-3,1-1 0,2 1-3,5-1 0,-1-1 11,1 1 0,-7 1 1,1-1-4,1 1 0,-3 0 0,1-1 0,-5 2-1,5-2 1,-5 1-11,5 0 0,-5 0 9,6 0 22,-9 0 0,7 0 11,-4 1 1,-2-1-12,7 0-12,-7 0 0,11-1 11,-2 1 1,-4 0-21,4-1 0,-8 1 25,7 0 1,0-1 5,6 0 0,0 0 0,-1 0-36,0 0 0,-5 0 0,0 1-5,2-1 1,1 0-1,3 0-17,-1 0 0,-5 1 0,-1-1 3,3 1 0,1-1 23,2 0 1,1-1-1,-1 1 3,1 0 1,-6 1 0,0-1-32,1 0 0,-3 1 4,1 0 0,-5 0 0,6 0 10,-9 0 21,5 0 0,-6 1 54,4-1-43,-4 1 1,7-1-4,-3 0 0,-2 1 20,9-2 1,-7 1-9,6 0 0,-1 0-19,7-2 0,0 1-2,-1 0 0,1 0 0,0 0-5,0 0 0,-6 0 0,0 1-9,2-1 1,1 0 1,3 0 1,0 0 1,0-1 0,-1 1 2,1 0 1,-6 1 1,1-1 0,-1 1-25,5-2 1,-6 2-64,1 0 1,0-1 90,6 0 1,-6 0 0,0 1-15,1-1 1,-3 1-2,1 0 1,1-1-1,6 0 1,-6 1 0,0-1-63,1 1 1,-3-1 27,1 1 0,1 0 35,5-2 1,-6 2-8,1 0 1,0-1 29,5 0 1,-5 1-13,0-1 1,-6 1-50,6 0 14,-1 0 26,6-2 10,1 1 0,-1 0 13,0 0 0,-5 1-8,-1-1 0,0 1-5,7-1 1,-7 0-1,1 1 0,-1 0 2,6-2 0,-5 2 0,-1 0 0,1-1-2,5 0 0,-6 1 1,1-1-2,1 1 1,-3-1 9,1 1 1,-5 0-5,5 0 1,1 0-3,5-2 0,-5 2 34,-1 0 1,1-1-2,5 0 1,0 0-33,0 0 0,0 0 0,1 0-4,-1 0 1,1-1 0,0 1-14,-1 0 0,1 0 0,-1 0-10,0 0 0,0-1 18,1 1 1,-1 0 0,0 0 6,0 0 1,-5 1-1,-1-1 73,2 1 0,-3-1-40,2 1 1,-6 0 1,7 0-13,-9 0 1,5 0 11,-3 0-3,-4 1-19,5-1 1,-4 1-8,3-1-16,-4 1 1,14-2 7,-4 0 1,-3 1-7,3 0 0,-6 0 1,5 0 1,-4 0 0,5-1 4,2 1 0,-5-1 0,3 1 0,-6 0 4,5 0 0,1 0 0,5-2 0,-5 2 0,0-1 2,2 1 1,-4 0-5,1-1 0,-4 1 1,5 0-3,2-1 1,-5 1 0,3 0 0,-1-1 0,7 0 0,-6 1 4,0-1-20,0 1-3,5-2 16,1 1 0,-7 1 3,1-1 1,-8 2 0,6-1-23,-4 0-16,-3 1 28,4-1 50,-7 1 27,0 0-1,8-1-42,-6 1 0,7-2-9,-3 2 1,-2-1-26,7 0 1,-5 0 3,6 0 0,-1-1-28,6 0 0,-5 1-21,-1-1 0,-5 2-3,5-2 0,-4 1-58,5 0 88,0-1 0,0 1 18,-1 0 1,-5 0-36,5 0 29,-7 0 1,6 0 27,-4 0 28,-5 1 53,7-1 31,-8 1 295,0 0-434,8-1 2,-6 1-62,5-1-24,-7 1-328,0 0-22,-7 1 120,5-1 0,-8 1 329,4 0 0,-3 0 0,-8 1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71 721 18331,'-10'1'0,"1"0"-235,3-1 439,4 0 35,-6 1 192,0-1-78,5 1-34,-4-1-62,-1 1-119,6-1-150,-6 0 10,8 0 643,0 0-565,8 0 1,2-1-61,7 0 1,0 0 0,1-1-25,-1 1 0,1 0 0,-1 0-17,0 0 0,1-1 0,0 1 11,0 0 1,-1 0 0,0-1 28,1 1 0,0 0 1,-1 0-13,1-1 0,0 1-5,-1 0 0,0 0-3,1 0 0,-7 0 4,1 0 20,-1 0-14,7 0 0,-1 0 13,1 0 0,-7 0-17,1 0 1,-6 0-5,5 1 0,1-1 1,6 0 1,-1-1-18,1 1 0,-1 0 5,1 0 1,-1-1-1,1 1 12,-1 0 1,1 0-1,0 0 1,-1-1 0,-5 2 1,0-1-19,1 0 1,2 0 0,3-1-27,0 1 1,-1 0-2,1 0 1,0 0-1,-1-1 22,0 1 0,-5 0 0,0 0-3,1 1 1,-3-1-1,1 0 32,3 0 0,1 0 1,3 0-5,0 0 1,-7 0 0,1 0 5,2 0 0,1 0-35,3 0 0,-1-1 4,1 1 1,-1 0 21,0 0 0,1 0 0,-1-1-3,0 1 0,-5 0 0,0 1 13,1-1 0,-3 0 1,1 0-5,3 0 0,-4 0 1,1 1-4,3-1 1,1 0-2,2-1 0,1 1 0,-1 0 0,1 0 0,-1 0 0,1-1 17,0 1 1,-1 0-1,1 0 0,-1-1 0,-5 2 0,-1-1-14,3 0 1,2 0 0,1-1 4,1 1 1,0 0 5,-1 0 1,0 0 0,1-1-4,0 1 0,0 0 0,-1 0 2,0-1 1,1 1 0,0 0-3,-1 0 0,-5 0 1,0 0-1,1 0-7,3 0 0,-4 0 1,-1 0-1,3 0-8,1 0 1,-3 1 0,-1-1-6,3 0 1,1 0-1,3-1 1,0 1 1,-1 0 1,-5 0 0,0 0 0,1 0 3,3 0 1,-5 1 0,1-1-15,1 0 0,3 0 0,1 0 9,1-1 1,-1 1 0,0 0-6,1 0 1,-1-1 0,0 1-3,1 0 0,-7 0 0,1 0-26,2 0 1,1 0-1,2 0 22,0 0 0,-5 0 1,-1 0-22,2 0 1,-3 1 0,1-1 30,3 0 1,1 0 0,3 0 11,-1-1 1,-5 2 0,-1-1 6,3 0 1,1 0 0,3 0-7,-1-1 0,0 1 0,1 0 0,-1 0 1,1 0 0,-1-1-5,1 1 0,-6 0 1,0 0-1,1 0 0,3 0 0,1 0 1,0 0-1,1 0 0,0 0 0,-1-1 0,1 1 0,-6 0 0,-1 0 0,3 0 9,1 0 0,-3 1 0,0-1 0,2 0 23,2 0 0,-5 0 1,1 0-43,1 0 1,3 0-1,1 0-16,1 0 0,-1-1 1,0 1 62,1 0 0,-1 0 0,0-1-23,1 1 1,-1 0-1,1 0-4,-1 0 1,1-1 0,-1 1 0,1 0-7,0 0 1,-1-1-1,0 1-6,1 0 0,0 0 0,-1 0 0,1-1-2,0 1 0,-1 0 0,0 0 1,1-1 0,-1 1 1,1 0-1,-1 0 1,1 0 1,-1-1 1,1 1 0,0 0-1,-1 0 1,0-1 0,1 1 0,-1 0 0,1 0 0,-1 0 0,1-1 0,0 1 0,-1 0 0,1 0 0,-1-1-12,0 1 0,1 0 0,-1 0-19,1 0 0,-7 0 0,1 0 21,1 0 0,-3 0 0,1 0-10,3 1 0,-4-1 0,1 0 16,3 0 1,-5 0-1,3 1 7,1-1 0,3 0 0,1-1-20,1 1 0,-7 0 1,1 1 11,1-1 0,3 0 0,1-1 3,1 1 0,-1 0 0,0 0 0,0-1 0,0 1 0,0 0 15,1 0 1,-1 0-1,0-1 1,1 1 8,-1 0 1,1 0 0,-1 0-16,0-1 0,1 1 1,-1 0-1,0 0-6,1 0 1,-1-1-1,1 1 1,-1 0 2,0 0 0,-5 0 0,0 0 1,1 0 10,2 0 1,3 0 0,-1 0-27,1-1 1,-1 1 0,0 0-16,0 0 1,0 0 0,0-1 10,1 1 0,-7 0 0,1 1 0,1-1 19,3 0 0,-5 0 0,1 0-4,2 0 1,1 0 0,2 0 15,1-1 1,-1 1-1,0 0 1,1 0-12,-1 0 0,-5 0 0,-1 0 0,3 0-6,2 0 0,1 0 1,1-1-1,0 1 2,-1 0 0,1 0 0,0 0 1,-1-1-5,1 1 1,-1 0 0,1 0 0,0-1-39,-1 1 0,-5 0 0,0 0 0,1 1-25,3-2 0,1 1 0,1 0 82,-1 0 1,1 0-1,0-1-21,-1 1 1,1 0 12,-1 0 0,0-1 1,1 1 17,-1 0 1,-5 0 0,-1 0-32,3 0 1,-5 1 0,3-1 3,2 0 1,2 0-1,1 0 5,1-1 0,0 1 0,0 0 10,-1 0 0,1-1 0,-1 1-6,1 0 0,0 0 0,0 0 1,-1-1-10,1 1 1,0 0 0,-1 0 0,1-1 9,-1 1 0,1 0 1,0 0-1,-1-1-9,1 1 0,-6 0 0,0 1 0,1-1-1,3-1 1,1 1 0,1 0-2,-1 0 1,1 0-1,0-1-4,-1 1 0,1 0-10,-1 0 1,1-1 13,-1 1 0,-5 0 0,-1 1 1,3-1 0,-5 0-81,3 0 1,0 0 40,5 0 1,-6 0 0,1 1 12,2-1 0,-5 0 12,3 0 1,-1 0 28,7 0 1,-7 0 0,1 0-9,1 1 0,-4-1 0,3 0 5,1 0 0,-3 0-8,1 1 0,1-1 1,5 0-2,1-1 1,-7 2 0,1-1-4,1 0 1,3 0 0,1 0 0,1-1 0,-1 1-13,0 0 0,1 0 0,-1-1 11,0 1 1,1 0-1,-1 0-34,1 0 1,-1-1-1,0 1 65,1 0 0,-1 0 0,0 0-25,1-1 1,-1 1 0,1 0-2,-1 0 0,0-1 1,1 1-1,-1 0 1,0 0 0,1 0-4,-1-1 1,-5 2-1,0-1-1,2 0 0,2 0 2,1-1 0,0 1 31,1 0 1,-1 0 6,1 0 0,0-1 11,-1 1 0,1 0-62,-1 0 0,1-1 101,-1 1 1,0 0 0,1 0-83,0 0 0,-6 0 0,0 0 24,1 0 0,2 0 0,3 0-12,-1-1 0,-5 2 0,0-1 1,2 0-12,2 0 1,-5 0 0,1 0 0,1 0 2,3 0 1,-5 0-1,1 0 1,1 0-17,3 0 0,-5 1 1,1-1-1,2 0 7,1 0 0,-3 0 0,-1 0 3,3 0 1,1 0 0,3 0 20,-1 0 1,1-1-25,0 1 1,-1 0-1,1 0 0,-1 0 0,-5 0-5,-1 0 0,1 0-4,5 0 0,1 0 7,-1-1 0,-6 2 0,1-1 1,2 0 0,-5 0 0,3 0-17,1 0 0,-3 1 0,2-1-73,1 0 1,-3 0-1,1 1 113,3-1 1,-4 0 0,1 0-22,3 0 1,-5 0 0,3 1 0,1-1-2,3 0 0,-5 0 0,1 0 8,2 0 1,1 0-1,3 0-13,0-1 1,-1 1 0,1 0 2,-1 0 1,-5 0 0,0 0 0,2 0 0,1 0 0,3 0-5,-1 0 1,-5 0-1,-1 0 11,3 0 1,1 0 0,3 0 15,0 0 1,-7 0 0,1 0-14,2 0 1,-4 0 0,1 0-5,3 1 1,-5-1 26,3 0 0,0 0-25,5 0 0,-5 0 1,-1 0-9,3 0 0,-5 1-2,3-1 1,-6 1-1,6-1 4,2 0 1,-4 0 0,1 0-5,3 0 0,-5 1 1,3-1 2,2 0 0,-5 0 1,3 0 0,1 0 0,-3 1 0,2-1 18,2 0 0,1 0 0,3 0 20,-1-1 1,1 1 0,-1 0-69,1 0 0,-7 0 0,1 0 1,1 0 35,3 0 1,-5 0-1,1 0 13,1 1 0,3-2 0,1 1-20,1 0 0,-1 0 0,0 0-5,1-1 0,0 1 4,-1 0 1,1 0 0,-1-1-5,1 1 0,-1 0 4,1 0 1,-1 0 0,0-1-21,1 1 1,-7 0 0,1 1-23,1-1 0,3-1 27,1 1 1,1 0 8,-1 0 0,0 0 13,1-1 1,-1 1 0,1 0 17,-1 0 0,-5 0 0,-1 0-4,3 0 1,-5 1-1,3-1-5,2 0 0,2 0-5,1-1 0,1 1 1,-1 0 5,1 0 0,-6 0 0,0 0-8,1 0 1,-3 0 0,2 1-11,1-1 0,-3 0 0,2 0 38,2 0 0,-5 1 1,3-1 0,2 0 0,1 0 17,3-1 1,-1 1-25,1 0 0,-1 0 0,1 0-31,0-1 1,-7 1 0,1 1-5,2-1 1,-5 0 0,3 0-2,1 0 1,-3 1-1,2-1-52,1 0 1,3 0 18,1 0 0,-5 0 0,-1 0-12,3 0 1,-4 0-36,2 0 0,-6 1 35,5-1 0,-5 1 68,6-1 0,-6 1-7,5-1 1,-5 0 12,6 1 1,-7-1-14,7 0 0,-6 1-8,5-1 0,-5 1 17,6-1 1,-1 0-102,7 0 0,-7 0 0,1 0 185,1 0 0,-3 1-34,2-1 1,-1 0-1,7 0-51,-1 0 0,-5 0 0,-1 0-3,3 0 1,-5 0-1,3 1-12,1-1 1,-3 0-1,2 0 7,1 0 0,3 0 0,1 0-5,0 0 1,-5 0 0,0 0-7,1 0 0,-3 0 0,1 1-4,3-1 1,-5 0-1,3 0-39,2 0-49,-7 1 45,9-1 33,-14 0 10,5 1-23,-7 0 25,0 0-3,-7 0 16,5 1-5,-6-1-5,8 0-673,0 0-605,-8 1 1278,-1-1 0,-9 2 0,1-1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18519,'12'-1'378,"-1"0"1,-5 1-176,6-1 0,-7 1 7,7-1 1,-6 0-38,5 1 1,-5-1-113,6 0 1,-6 1-1,5-1 10,3 0 0,-5 1 1,3-1-66,1 0 0,3 0 0,2 0 74,-1-1 0,1 1 0,0 0-55,-1 0 0,0-1 0,1 1-8,0 0 1,0 0 0,-1-1-69,0 1 1,-5 0 0,0 1-118,1-1 42,-5 0 90,7 0 0,-13 1-17,6-1 36,-8 1 60,0 0-103,8 0 30,-6 0 28,5-1 24,-7 1 87,0 0-32,8 0-37,-6-1-163,6 1-598,-8 0 507,0 0 0,-8 0 0,-2 1 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2308 19084,'1'10'242,"-1"-2"-184,1-1-35,-1-5-46,0 6 61,0-8 1,0-2-13,0-4 1,-1-4 0,0-7 0,1 5 28,-1 0 1,0 0-31,0-5 1,1 5 1,-1 0 1,1 6 10,-1-5 1,1 5 12,-1-6 1,1 6 10,-1-5 1,1 5-19,0-6 1,-1 6-42,1-6 1,-1 6-16,1-6 1,-1 7 60,1-7 35,0 8 1,-1-11-3,0 3 1,1 2-59,-1-1 1,1 5-31,-1-6 1,1 6 12,-1-6 0,1 6-3,-1-5 0,1 5 26,-1-6 0,1 6-18,-1-5 0,1 5 10,0-6 1,-1 7-10,1-7 1,-1 6-24,1-5 1,-1 5 3,1-6 1,-1 6-6,1-5 7,0 7 1,-1-6 2,1 4 1,0 3 16,-1-9 1,1 6-1,-1-6 1,1 7 17,-1-7 1,1 6-25,-1-5 1,1-1 7,-1-5 1,0 5 10,1 0 1,-1 1-8,0-7 0,0 7 0,1-1-18,-1-1 0,1 3 0,-1-2-7,0-1 0,1 3 2,-1-2 1,1 1 23,-1-7 0,0 7 0,0-1 4,1-1 1,-1 3-1,1-2 0,-1 1-9,0-7 0,0 7-10,1-1 0,-1 1-12,0-7 0,1 7 16,-1-1 1,1 6 4,-1-5 1,1-1-9,-1-6 1,0 7 29,0-1 0,1 6 1,0-5-36,-1-3 1,0 5 9,1-3 1,-1 6-1,1-6-7,-1-2 0,1 4 0,-1-1 1,0-3 1,1 5 0,-1-3 2,0-2 0,1 4 0,-1-2-2,1-1 1,-1 3-4,0-2 1,1 1-12,-1-7 0,0 7 6,1-1 1,-1 0-12,0-5 0,1 5-4,-1 0 1,0 0 11,0-5 0,1 5 3,-1 1 0,1 5-1,-1-6 1,1 6 0,-1-5 1,1-1 9,-1-6 0,0 6-13,1 1 0,-1 5-55,1-6 0,-1 1 48,0-7 0,1 7 4,-1-1 1,1 6 22,-1-5 0,1 5 2,-1-6 0,1 6-12,-1-5 0,1 5 6,-1-6 0,1 7-3,-1-7 1,1 6 4,-1-5 0,1 5-18,0-6 0,-1 1 1,0-7 0,0 7 0,1-1-7,-1-2 0,1 5 3,-1-3 1,0 1-1,0-7 18,1 1 1,-1 5 0,0 0 3,1-1 0,-1-3 1,0-1 8,0 0 0,0-1-4,0 1 1,0-1-20,0 1 0,0 0-11,0-1 0,1 6 1,-1 1 41,1-3 0,-1 5-20,0-3 0,1 6 1,0-5-12,-1-3 1,0 4-5,1-1 1,-1 5-7,1-6 1,-1 1 0,0-7 1,1 7 0,-1-1 3,0-1 1,1 3 3,-1-2 1,1 0 2,-1-6 0,0 7 12,0-1-16,1 8 1,0-5-2,-1 3-2,1 4-3,0-6 4,0 8 0,0-2 1,-1-4-1,1 4 1,0-8-32,0 4 31,-1 4-17,1-6-15,0 8 1,0-2-12,0-3 19,0 3 92,-1-6 57,1 0-67,0 6-51,-1-5-332,1 7-297,0 0 1,0-8 0,-1-2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2791 19043,'-1'-11'22,"1"1"1,0 5-27,-1-7 1,1 7-1,-1-7 64,1 9 0,-1-7-42,1 5-21,0 3-5,0-6-10,0 8-328,0 0 226,0 7 0,0-4 0,1 7 8,-1 3 1,1 2-1,0 2 112,0 0 0,0-6 0,-1 0 0,1 2 0,0 2 0,-1-6 0,1 5 0,-1-5 0</inkml:trace>
  <inkml:trace contextRef="#ctx0" brushRef="#br0" timeOffset="1">155 2942 18665,'-1'-9'-498,"1"1"493,0 8 588,0 0-468,0-7-75,0 5 0,-1-8-21,1 4 0,0 3-5,-1-9 1,1 7-33,-1-6 1,1-1 21,-1-5 1,0 6 0,0-1 15,1-1 1,-1 3 0,1-1 6,-1-3 0,0 5 1,1-3-5,-1-1 1,1 3 0,-1-2-5,0-1 1,1 3 0,-1-2-8,0-1 0,1 3 0,-1-1-12,1-3 1,-1 4 0,0-1 9,1-3 0,-1 4 0,1-1 3,-1-3 0,0 5 0,1-3 23,-1-1 1,0-3-15,0-2 0,0 0-19,1 1 1,-1-1-5,0 1 0,0 0 1,0-1 0,0 6 0,1 0 12,-1-1 1,0 3 0,1-2 1,-1-1 0,1 3 36,-1-2 0,1 7-30,-1-7-16,0 0 1,1 1 54,-1-1-11,1 8-22,-1-11 0,1 11-9,-1-8 0,1 7-28,-1-7 1,1 0 2,-1-5 0,0-1 5,0 1 1,1 5-1,-1 1 12,0-3 0,1 5 1,-1-3 13,0-2 1,1 5 0,-1-3 2,1-1 1,-1 3 0,0-2-12,1-1 0,-1 3 0,1-1-20,-1-3 0,0-1 1,0-2 0,0 0 0,0-1 1,1 1-3,-1-1 0,0 1 18,0 0 1,0 0-10,0-1 1,0 1 9,0 0 1,0-1 0,0 1-5,0-1 1,1 7 0,-1-1-8,0-1 0,1-3 1,-1-1 1,0-1 0,0 1-3,0 0 1,0-1-5,0 1 1,0-1 5,0 1 1,0-1 70,1 1 0,-1 0-50,0-1 1,0 7-1,1-1-11,-1-2 0,0 5-2,1-3 0,-1 6 23,1-5-10,-1-1-1,0-5 1,0-1-23,0 1 0,1 5 17,-1 1 1,1-1-26,-1-5 0,0 5 2,0 0 0,1 1 0,-1-7 1,0 1 3,0 0 0,0-1 0,0 1 0,0-1 1,1 7-1,-1-1 11,0-1 0,1-3 0,-1-1 0,0-1 0,0 1 8,0-1 1,0 1 0,0 0-1,0-1 1,1 7 0,-1-1-10,0-2 1,1-1 0,-1-3 11,0 1 0,0 5 1,0 1-17,1-3 0,-1-1 0,0-3 15,0 1 0,1 5 0,-1 1 4,0-3 0,0-1 1,0-3-25,1 1 0,-1 5 0,0 1-4,1-3 1,-1-1 0,0-3-3,0 1 1,0-1 23,0 1 1,0 0 0,0-1-7,0 1 0,1 5 0,-1 1 4,1-3 0,-1 4-7,0-1 0,1-1-14,-1-5 1,0 5-4,1 0 1,-1 1 4,0-7 1,1 7-2,-1-1 1,1 6 1,-1-5 1,0-1 1,0-5 0,1 5-1,-1 1 1,1 5 0,-1-6 0,1 0-1,-1-5 0,0 5-17,1 1-4,-1 7 11,1-12 0,-1 13-11,1-9 21,0 8 0,-1-6 10,1 4-7,0 4 0,-1-8 2,1 4-5,0 4 1,-1-7 0,1 3 22,0 4 5,-1-6-28,1 8 1,0-2 6,0-4-11,0 4 12,-1-13 0,1 10 22,-1-6-25,1 7-4,0-4 0,0 6-14,-1-4-19,1 4-24,0-5-43,0 7-474,0 0 0,-1-8 0,1-2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839 35 7576,'10'0'1102,"-3"0"-475,-7 0-75,0 0-632,-7 0 0,3 0 59,-8 0 0,6 0 0,-5 0 99,-3 0 0,4 0-72,-1 0 1,-1 0 3,-5 0 1,5 0 0,0 0-7,-1 0 1,3 0 0,-2 0 20,-1 0 1,-3 2 96,-1 4 0,-1-4-92,1 4 0,5-4 1,3 0-1,-1 1 11,0 3 1,4 0-56,-5-6 1,-1 6-3,-5 0 1,5 5-1,0-5-9,-1-2 1,3 4 20,-2-2 0,1 7-14,-7-1 1,7-4-1,-1-1 12,-2 1 0,7-4 0,-1 6 4,0-2 1,-2 5 1,-7-1 1,5-3 0,1 3 0,-3 2 0,6-5 0,1 1 0,1 0 7,0 0 1,-6-5-1,4 7 7,-1 2 1,5-5-1,-4 3 1,0 1 0,4 3 0,-5 1-3,1 1 0,2-6 0,4-3 0,-2 1 66,-1 0 1,-3 1-117,2 7 0,2-1 1,-6 1 69,3-1 0,-1-5 1,4-1-39,-2 3 0,-2 0 0,5-1-32,-3-1 0,-2 0-33,2 5 0,4 0 33,-4 1 0,-1-6 0,1-1 24,2 3 1,2-5 17,2 3 0,-2-2 0,-2 3 3,-2-1 1,0-6 0,6 6-4,0 1 1,0-3-20,0 1 0,-5 1 3,-1 6 0,0-7 1,6 1 4,0 1 0,0-3 0,-2 0-1,-4-2 1,4 5 3,-3-1 0,3 3-15,2 3 1,-6-7-1,0 1-4,2 2 0,2-5 0,2 3 20,0 2 0,0-5 0,0 3 0,0 2 1,0-5 0,0 3-2,0 1 0,-2 3 9,-4 1 0,4 1-6,-3-1 0,3 1 0,2-1-3,0 1 1,0-7-1,0 1 0,0 2 1,0-5 0,0 3-3,0 2 1,0-5-7,0 3 0,0 0-30,0 5 1,0-5 0,0-1 34,0 3 0,0-4 1,2-1-5,3-1 1,-3 6 11,4-3 0,-2 5 2,2 1 1,-4 1-1,6-3-4,-1-3 0,-5 3-2,4-3 0,-4-2 0,0 1-1,4 3 0,-4-4 1,4 1 0,-5 1 1,1 4 19,4-5 0,-4-1-5,4-4 0,-2 1 0,0 7 19,2-2 1,-1-7-22,-5 7 1,2-6-8,4 6 0,-4-7 0,6 5 1,0-2 1,-6 0 3,3-3 0,-1-1 6,2 8 1,-2-2-10,8 1 0,-7 5-14,7-5 1,-8-1 0,4 0 5,0-2 1,-7-1 7,5-1 0,2-2 0,0 6 20,1-2 1,-3 5 4,6-1 0,-6-2-28,5 1 1,-7-5-1,4 4-5,0-3 0,-4 5-8,7-6 0,-5 6 5,6-7 0,-6 7 4,5-6 0,-7 2 1,2-3 6,4-3 1,-8 8 0,5-6 7,1 2 0,-4 0-7,8-6 0,-8 2 3,1 3 1,-1-3 0,0 6 3,2 0 0,2-6 10,-2 4 0,-5-3 1,7 1-19,0 2 0,-4 0 0,6-4 10,-3 4 0,1-4 0,-2 5 9,6 1 0,-3-6-10,3 4 0,-6 2 0,5-2-14,3-3 1,-6 1 0,-1 0 26,1 2 0,2 2-13,7-2 1,-5-4-20,0 3 0,-1 3-5,7-2 0,-7 0 0,1-4 34,2 4 1,-5-5 10,3 5 0,-2-2 1,3 0-35,-1 2 0,-6 0 3,5-6 1,1 0 49,6 0 0,-7 0 14,1 0 1,-1 0-58,7 0 0,-6 0 0,-1 0 26,3 0 1,-5 0-115,3 0 0,0 0 46,5 0 1,1 0 55,-1 0 1,-5 0-1,-1 0-5,3 0 0,-4-2 0,1-2-13,3-2 1,-4 0-14,1 6 0,1 0-25,5 0 1,-5 0-1,0 0 2,1 0 0,-5-2 0,0-2 18,0-1 0,-5-1 0,9 6 16,2 0 0,-5 0 2,3 0 0,-6 0 1,4-2 8,-3-4 1,1 4 0,-2-4-5,6 4 1,-5 0 0,1-2-1,0-1 0,2-1 0,5 4-10,-3-4 0,-3 4 0,-3-6-3,6 1 1,-2 5 0,-1-6-1,1 2 7,0 0 0,-1-1 0,5 3 0,-4-4-3,-3-2 1,7 4-1,-2-3-2,3 1 1,-3-4-1,-1 4-3,3-1 1,-6 3-1,0-4-5,-1 2 1,3-5 4,7 1 1,1-3 9,-1-3 1,1 1-9,-1-1 0,1 1 1,-3-1-2,-3 1 1,-2 5-1,-4 1-27,5-3 0,-3-1 0,0-1 7,-1 4 1,-5 3 0,6 5 0,-2-4-18,0-2 1,0 5 20,-6-7 1,5 0 13,1-5 0,6 5 0,-6 0-31,-2-1 1,3-3-1,1 1-46,2 3 1,-4-3 17,5 3 1,-5-2-1,4 1-16,-2 1 0,-1 1 62,-1-7 1,-4 1 0,6 1 24,0 4 0,-6-3 0,5 5 15,1 1 0,-6-7 0,4 4-72,-4-3 1,-2 3 0,2 3 0,2-1 18,1 0 1,1 4 0,-6-5 6,0-3 1,2 0-1,2 1-9,2 1 0,0 1 36,-6-7 1,0 1-1,0-1 15,0 1 1,0-1 5,0 1 0,0-1 0,0 1-2,0-1 0,0 1 1,0 0-3,0-1 0,0 1 1,0-1-7,0 1 0,0 5 0,0 0-12,0-1 0,0-3 0,0-1 9,0-1 0,0 1 0,0-1 25,0 1 0,-2 5 0,-2 1-10,-2-3 0,0-1-12,6-3 1,-6 1 0,1-1 0,1 1 1,0 5 0,0 0 46,-2-1 1,-2-1-1,4 1-27,-1 1 1,-3 2 0,4-3-14,-2 1 1,-2 0-19,3-5 1,-3 0 0,-6-1 9,3 1 0,7 5 0,-4 2-24,0 2 1,6-5 0,-5 3 0,1-1-20,0-1 0,-6 6 1,4-6 35,-1-1 0,5 3 0,-4 0 0,2 1 2,0-1 0,-1 4 1,1-5 5,-6-3 0,5 4 1,-1 1-1,2-1-14,0 0 0,-6 4 1,5-5-36,-3-3 0,4 4 0,-4-1 0,1-1 44,-1 2 0,6 1 0,-4 5 0,3-4-21,-1-2 0,-6 5 0,4-5 36,-1 2 1,-1 0 0,-4 4 58,3-1 0,-1-7 29,-5 6 1,-1-5-78,1 5 1,-1-6-32,1 6 1,-1-5 0,1 3-3,-1-2 0,1 6 1,-1-3-78,1-1 1,5 6-1,1-4 55,-3 4 1,-1-4 0,-3 0 64,1 3 0,1-1 0,3 0 0,1-2-32,-2 2 1,5 2 0,-3 0 0,-2-2 28,-1-2 1,3 1-1,1 5-16,-3 0 0,-2-6 0,-1 0-43,0 2 0,5 2 0,0 2 0,1-2 9,1-4 1,-6 4 0,5-5-15,-5-1 0,-1 6-13,-1-4 1,1 4 0,-1 2-230,1 0 1,5 0-1,1 0-65,-3 0 1,4 6 0,1 2-1,-1 0-491,0-1 0,6 1 816,-1-2 0,3-4 0,2 6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769 18 7363,'12'10'-984,"-1"-5"1305,-7-3 1,6-2 218,-4 0-218,-4 0-58,6 0-124,-8 0 0,-2 0-209,-4 0 213,4 0 49,-6 0-41,8 0-113,0 0-62,-8 0 1,-1 2 53,-9 4 0,6-4 0,1 4 1,-1 2 0,-5-3-25,-1-1 0,7 4 0,1 0 0,0 0-2,1-1 0,-3 1 1,-6-2-2,1 6 0,1-3 0,3 1 0,1 0 3,-1-1 0,3-3 1,-2 6 102,-1 1 0,3-3 0,-2 0 72,-1-2 0,-3 5-128,-1-1 1,-1 3-69,1 3 0,-1-1-16,1 1 0,1-1 0,3-1 20,1-5 0,6 3 0,-3-6 0,-1-1 5,0 1 1,6 6 0,-3-4 0,1 1 1,0 1 1,-2-6 0,4 5 11,-2 3 0,-1-1 1,3 1-1,-2-2 4,2 1 1,-4-3-1,1 2-13,-3 1 0,6 3 0,-4-1 0,2-1 0,1-3 0,-3-1 1,4 4-1,-4-3-20,-1 3 0,5-4 1,-4 1 7,0 3 1,0 1 0,-5 3-1,1-1 1,6-5-1,-3 0-5,1 1 1,-4 3 0,4-1 0,1-1-19,-1-3 1,2-5-1,4 6 13,-4 2 1,4 1-1,-3 3 1,1-3 21,-2-3 1,4 3 0,-4-3 14,4 3 0,-4 3 0,1-1-3,1 1 1,2-1 0,2 1-5,0-1 0,0 1 1,0-1 28,0 1 0,0-7 0,0 1 0,0 1-1,0 3 0,0-4 0,0-1 1,0 3 0,0 1 1,0 3-25,0-1 1,0 1 0,0-1-1,0 1-5,0-1 0,0-5 0,0-1 1,0 3 14,0 2 1,0 1 0,0 0-15,0 1 0,0-6 0,0-1 1,0 3 9,0 1 0,0-3 0,0 0 0,0 1-5,0 3 0,0 1 1,0 1-13,0-1 1,0 1 0,0-1-7,0 0 0,0-5 0,0 0 0,0 1-4,0 3 0,0-4 0,0-1-26,0 3 0,0 1 11,0 3 1,2-1 0,2 1 6,1-1 0,1-5 1,-4-3 4,4-1 1,-4 6 13,4-3 1,-2 3 0,-1 0 34,3-3 1,0-5 0,-4 4-1,2-1-9,2 1 0,0-4 1,-5 4 18,5-3 0,-4 7-46,4-2 1,-2-3 3,2 3 0,-4 0 0,5 3 37,1-3 1,-6 3-7,4-3 1,-4-2 0,0-1-1,4-1 1,-4 6 0,5-5-33,1 1 1,-6 0-1,4-4 0,-2 1 1,0 7-15,2-2 0,1-8 1,-3 3 6,2 1 0,2-6 0,-4 6-5,1 0 1,3-6 0,-4 5 4,2 1 1,2-6 0,-4 6 0,1-1 0,7-3 1,-6 8 0,5-6 8,-5 5 0,6-5 0,-4 4 27,1-2 1,-5 0-33,2-3 1,2-1-23,-2 8 0,5-6-6,-5 5 1,2-7 0,-4 4 4,2 0 0,1-6 0,-3 5 20,2 1 1,2-6 0,-4 6 31,2 0 1,1-6 0,-3 5-18,2 1 0,2-6 1,-4 6-84,1 0 1,3-5-14,-2 9 1,-2-6 123,8 6-14,-9-9-21,13 13 1,-12-8-6,8 3 1,-9-1 0,5-6-15,0 2 0,-4 2 3,7-3 0,-5-1 4,6 8 0,-6-8 4,5 2 0,-7-3 0,4 1 0,0 2 0,-4 0 0,5-4-1,-1 4 1,0-4 0,-2 4 0,-2-5 0,5 1-1,-1 4-6,6-4 0,-5 8-38,9-4 0,-7-4 16,1 3 0,0-1 24,5 2 0,-5-4 10,-1 4 0,-5-4 0,6 0-2,2 4 0,-5-4 3,3 3 1,-2-1 0,3 0 15,-1 2 1,-6 0-18,5-6 0,1 0-6,5 0 1,-1 2 0,-3 2-16,-1 1 0,-6 1-20,6-6 0,-1 0 11,7 0 0,-9 2 0,-1 2 22,0 2 0,-4 0 6,7-6 0,-5 0 3,6 0 1,-6 0-2,5 0 1,-5 0-1,4 2 19,-2 3-18,5-3 10,-3 6 0,7-8-8,1 0 1,-6 0-1,-1 0 3,3 0 1,-5 0 0,3 0-3,2 0 1,-5-6-1,3 1-11,2 1 0,-5 2 0,1 0-9,-2-4 0,5 4 0,-1-4 2,4 4 0,-5-4 2,1 1 1,-3-3 0,5 4 11,-2-2 0,-1-5 0,5 3 9,-4-2 0,-3 6 0,-5-4 0,4 3-10,2-1 1,-5-2-3,7 2 0,-2-4 0,3-5-5,-1 3 0,-6-1 0,3 5 12,-1-2 0,4-1 0,-4-5 5,1 4 0,-5 3 0,4 5 0,-2-4-13,0-2 1,-1 5-1,-3-5 1,2 0 2,2 0 1,6 5 0,-6-7 0,-1 0 15,3 3 1,-4-5-1,6 6 18,-2-1 0,5-3-35,-1-5 0,-3 1 0,1 2 0,0 5 0,0 1 1,-5-4 0,5 5 41,-2-3 1,5-2 0,-3-5-81,0-1 1,0 9 0,-7 1 0,5 2-48,2 0 0,-4-7 91,5 1 0,-5-2 0,4 1-7,-2 1 0,-1 2 1,-3-3-5,2 1 0,6 1 1,-6-7-29,-3 1 1,1 5 0,0 0-1,2-1 0,6-3 0,-7-1 8,-1-1 0,4 1 0,-2-1 2,-2 1 0,4 5 0,-3 1 0,-1-3-19,-2-1 0,4-3 1,0 1-26,-2-1 1,4 1 0,-3-1 51,-1 1 1,0-1 0,0 1 3,2-1 1,0 1-1,-6-1-9,0 1 1,5-1 0,1 1-1,-2 0-44,-2-1 1,-2 6 0,0 1 0,2-3 27,4-1 1,-4-3-1,4 1 28,-4-1 0,-2 1 0,0-1 13,0 1 0,1-1 1,3 1-1,2 0-1,-2-1 0,-2 6 0,-2 1-44,0-3 0,0-1 0,0-3 25,0 1 1,0-1 0,0 1-18,0-1 1,0 1-1,0-1 30,0 1 1,0-1 0,0 1 1,0 0 0,0-1 0,0 1 15,0-1 0,-6 1 0,0-1 0,2 1 0,3-1 1,1 1-18,0-1 1,-6 1 0,0-1 4,2 1 0,0 5 0,0 1 0,-2-3 1,1-1-1,5-3 50,0 1 0,-6-1 0,0 1-43,2-1 1,0 1-1,0-1 10,-1 1 1,-1-1-1,4 1 27,-4-1 1,4 7 0,-4-1 0,2 1-19,-2 1 0,5-6 0,-7 7 0,2-3 31,0 0 0,-2 3 1,4-5-1,-3 4 0,-3 3 1,6-7-1,-4 4 1,3-1-28,-1-1 1,-6 6-1,6-5 1,0-1-13,-1 2 1,-1-5 0,-6 5 0,3 0 1,5-3 0,-4 5 0,0 0 1,1 0 0,-3-5-35,-5 1 1,1 2-1,3 1 1,3-1-10,2 0 0,-6 5 1,3-5 6,-5 2 1,-1-5-12,-1 1 0,1-2 1,-1 1 4,1 1 1,5 6 0,1-3 0,-1-1 13,2 0 1,1 6 0,5-4-1,-4 3-95,-2-1 0,-1-8 66,-7 3 0,7 3 0,1 0 1,0 2 8,0 0 1,5-1 0,-7 3-4,-2-2 1,5-2 0,-3 4-85,-2-1 1,5-3 35,-3 2 1,1 4 34,-7-4 0,1 4 0,1 0-67,4-4 1,-3 5 41,3-5 1,-3 4 52,-3 2 1,1 0 2,-1 0 0,7-6 0,-1 0 8,-2 2 1,5 2 0,-3 2 1,-1 0 0,3-2-60,-2-3 1,1 3-4,-7-4 1,1 4 0,1 0-47,4-4 0,-3 4 1,3-4-95,-3 4 1,3 2-1,0 0-262,-1 0 1,-3 0-1,-1 0 462,-1 0 0,1 8 0,0 2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1206 6923,'0'-10'2164,"0"2"-1867,0 8-420,0 0 90,0 8 1,0 2-1,0 7-3,0 1 0,0-7 1,0 1-1,0 2-69,0 1 0,0-3 0,0 0-226,0 1 1,0 3 0,0 1 1,0 1-210,0-1 1,0-5 538,0-1 0,0-7 0,-8 12 0,-1-7 0</inkml:trace>
  <inkml:trace contextRef="#ctx0" brushRef="#br0" timeOffset="1">1 1643 8353,'9'-8'-68,"-1"6"534,0-6 1,-6 6 245,4-4-426,-5 4-584,-1-5 277,0 7 0,0 2 3,0 3 0,0 5 1,0 8 26,0-1 1,0-5 0,0-1-34,0 3 1,0 1 0,0 3-158,0-1 1,0 1-232,0-1 1,0-5-836,0 0 764,0-1 1,0 1 482,0-1 0,0-7 0,0 4 0,0-8 0</inkml:trace>
  <inkml:trace contextRef="#ctx0" brushRef="#br0" timeOffset="2">35 2079 7898,'0'-10'-143,"2"3"641,4 7-241,-4-8-91,6 6 0,-8 2-98,0 12 1,0-3 0,0 3-6,0 2 1,0 1-1,0 3-103,0-1 1,0-5 0,0-1-90,0 3 0,0 1-142,0 3 0,-6-1-547,0 1-183,0-1 1001,6 1 0,0-7 0,0 1 0,0-8 0,0 4 0,0-8 0</inkml:trace>
  <inkml:trace contextRef="#ctx0" brushRef="#br0" timeOffset="3">53 2568 7537,'0'-10'690,"0"-5"0,0 11-715,0-8 99,0 8-58,0-3 165,0 7-75,0 0-82,0 7 0,0 3 0,0 8-23,0-1 1,0-5-1,0-1-20,0 3 1,0 2 0,0 1-5,0 0 1,0 1 0,0-1-155,0 1 1,0-1-98,0 1 0,0-1-314,0 1 0,0-1-497,0 1 1085,0-9 0,0 7 0,0-14 0,0 13 0,0-5 0</inkml:trace>
  <inkml:trace contextRef="#ctx0" brushRef="#br0" timeOffset="4">53 3075 9299,'10'0'448,"-3"0"-547,-7 0 0,0 2-212,0 3 0,0-1-253,0 8 1,0-6-17,0 5 1,0-5 579,0 6 0,-7-8 0,-3 3 0</inkml:trace>
  <inkml:trace contextRef="#ctx0" brushRef="#br0" timeOffset="5">18 1188 8229,'0'10'1175,"-2"-2"-1173,-4-8-215,4 0 1,-3 0 174,10 0 1,-1 0-1,8 0 1,1 0 1,3 0 1,-2-2-1,1-2 1,4-2-61,1 2 1,1 1-1,1-1 1,1-2 36,-2 2 1,4 2 0,-1 0 0,-1-2-120,2-2 0,-5 1 0,5 5 0,-2 0-5,0 0 0,1 0 0,-7 0 0,1 0 27,-1 0 1,6 0 0,1 0-1,-3 0 156,-2 0 0,-1 0 0,-1-2 0,1-4 0,-1-4 0,1-7 0</inkml:trace>
  <inkml:trace contextRef="#ctx0" brushRef="#br0" timeOffset="6">839 1101 8322,'11'0'-143,"1"0"1183,-8 0-486,4 0-448,-8 0-305,8 0 1,1-2 0,9-4 0,-7 4 1,1-3-1,2 3 11,1 2 0,3 0 0,-1-2 0,2-2-45,5-2 0,-3 0 0,8 6 0,0-2 86,-2-4 1,6 4-1,-3-5 1,3 1 145,1 0 0,-1-2 0,-2 4 0,-1-1 0,-1-9 0,6 4 0</inkml:trace>
  <inkml:trace contextRef="#ctx0" brushRef="#br0" timeOffset="7">1730 996 8699,'0'-9'38,"1"1"1,5 8-193,6 0 0,3 0 0,3 0 1,1 0-121,5 0 1,-3 0 0,8 0-1,2 0 63,2 0 1,8 0 0,2-2 0,1-2 210,5-2 0,-3-2 0,3 5 0,-1-3 0,7-8 0,-11 4 0</inkml:trace>
  <inkml:trace contextRef="#ctx0" brushRef="#br0" timeOffset="8">2655 909 7522,'0'-10'-112,"2"3"117,4 7 1,-2-6-22,7 0 1,1 0 0,6 6-31,-1 0 1,0 0 0,1-2 0,-1-2-116,1-2 0,7 1 0,2 5 0,4 0 29,4 0 1,-4-6 0,12-2 0,-2 0 131,-1 1 0,11-5 0,1 6 0,1-8 0,7 5 0</inkml:trace>
  <inkml:trace contextRef="#ctx0" brushRef="#br0" timeOffset="9">3720 804 7758,'2'-9'156,"4"3"0,-2 4 0,8 0-179,1-4 1,3 4 0,1-4-60,1 4 0,1 2 0,3 0 0,3-2 22,2-3 0,4 3 1,8-6-1,3 2-82,3 0 0,2-2 1,5 5-1,0-5-64,1-2 1,-1 4 0,1-5 0,-3-1 205,-3 2 0,1-5 0,-7 3 0,-2-1 0,-2 1 0,-4-2 0,-4 8 0,4-7 0,-6 3 0</inkml:trace>
  <inkml:trace contextRef="#ctx0" brushRef="#br0" timeOffset="10">5187 525 8898,'0'10'-129,"2"-3"58,4-7 0,4 0 1,9 0-1,3 0-57,1 0 1,8-2 0,0-2 0,6-1-93,4 1 0,7-4 1,-1 2-1,1 0 34,-1-1 1,3 3 0,-5-6-1,1 2 186,1 4 0,-10 0 0,0 1 0,-6-3 0,-2-8 0,6 4 0</inkml:trace>
  <inkml:trace contextRef="#ctx0" brushRef="#br0" timeOffset="11">6410 420 7879,'0'10'-468,"2"-3"489,4-7 0,-2 0 1,7 0-9,3 0 1,1 0 0,3 0 0,-1-1 11,1-5 0,1 4 0,2-6 0,5 2-46,1 0 1,2-1 0,6 3 0,0-4-134,0-2 1,0 6 0,-2-1 0,-2 1 22,-2-2 1,-2 4 0,4-4 0,-4 4-94,-2 2 1,-1 0 223,-7 0 0,-7 0 0,5 0 0,-5 0 0</inkml:trace>
  <inkml:trace contextRef="#ctx0" brushRef="#br0" timeOffset="12">7458 315 8234,'-10'2'-136,"2"2"972,1 2-292,5 0-343,-6-6-408,8 0 1,8 0 0,3 0 32,5 0 0,-5-6 0,1 0 0,2 2-46,1 2 0,3 2 1,1 0-1,2-2 56,3-4 0,1 5 0,-4-5 0,4 2 32,3-2 0,-5 4 1,4-4-1,-2 4 26,-3 2 1,-3 0 0,-1 0 0,-1-2 105,0-3 0,-5 3 0,0-4 0,-8 4 0,-4-6 0,-10-2 0</inkml:trace>
  <inkml:trace contextRef="#ctx0" brushRef="#br0" timeOffset="13">8506 193 8322,'-12'0'249,"0"0"867,8 0-343,-11 0-999,13 0 133,-6 0 0,16 0 0,4 0-54,3 0 1,8 0-1,1 0 1,-1 0-121,2 0 1,-3 0 0,7-2 0,2-2 65,2-2 0,2 1 0,-2 5 0,-2 0-1,-2 0 0,-2-2 1,2-2-1,-6-2-43,-3 2 0,-3 2-59,1 2 304,-9 0 0,-1 0 0,-8 0 0</inkml:trace>
  <inkml:trace contextRef="#ctx0" brushRef="#br0" timeOffset="14">9414 88 8248,'-10'0'283,"2"0"0,10 0 0,4-2-194,6-4 1,3 4 0,3-5 0,1 1-197,4 0 1,-3 0-1,3 4 1,-2-2 5,3-1 1,-3-3 0,6 4-1,-2-2-78,-3 2 0,-3 2 0,-1 2 0,-1-2-3,1-3 0,-1 3-211,1-4-445,-9 4 838,-1 2 0,-8 0 0,0 8 0,0 1 0</inkml:trace>
  <inkml:trace contextRef="#ctx0" brushRef="#br0" timeOffset="15">9903 88 8322,'9'0'-28,"1"-2"-161,-4-4-141,-4 4 219,6-5 1,-8 9 83,0 3 0,0-1 1,0 8 5,0 2 0,0 1 0,0 3 0,0-1-12,0 1 1,0-1 0,0 0-1,0 3-47,0 3 0,0-2 0,0 9 0,0-1 97,0-2 0,0 4 0,0-8 0,0 0-26,0 3 0,0-7 0,0 4 0,0-3-8,0-3 1,0 1-278,0-1 0,2-1 294,3-5 0,-3-3 0,6-16 0,-8-1 0</inkml:trace>
  <inkml:trace contextRef="#ctx0" brushRef="#br0" timeOffset="16">9903 874 8322,'8'10'-880,"-7"-2"0,9-3 1959,-4 1-770,-4 0 0,6-4 146,-8 4-267,0-4 0,0 7-77,0-3 0,0 4 0,0 7-93,0 1 1,6-6-1,-1-1 1,-1 3 30,-2 1 0,-2 3 0,0-1 0,0 1-28,0-1 1,0 6 0,0 1 0,0-3-6,0-2 0,0 1 0,0 1 0,0 2 15,0-1 1,0-3-1,0-1 1,0-1 6,0 1 1,0-7 0,0 1-26,0 1 0,0 3-188,0 1-247,8-7-451,-6-2-132,6-8-127,-8 0 1132,0 0 0,0 8 0,0-6 0,0 13 0,0-5 0</inkml:trace>
  <inkml:trace contextRef="#ctx0" brushRef="#br0" timeOffset="17">9990 1800 7818,'2'-10'1102,"4"4"-945,-4 4 1,6 0 421,-8-4-450,0 5 0,2-7 0,1 10-70,3 4 1,0 3 0,-6 9-1,0-1-37,0 1 1,0-1 0,0 1 0,0 1 4,0 4 1,2 2 0,2 7 0,2-3 30,-2 2 1,-2-4 0,-2 0 0,0 0-11,0 0 1,0-5 0,0 1-111,0-4 0,0-1-488,0-1-390,0-7 13,0-2 206,0-8 1,0-2-542,0-4 1262,0 4 0,0-6 0,-8 8 0,-2 0 0</inkml:trace>
  <inkml:trace contextRef="#ctx0" brushRef="#br0" timeOffset="18">9973 2428 8322,'0'-11'-55,"0"-1"1,0 6 232,0-5-116,0 7 433,0-4-384,0 8 0,0 8 1,0 3-129,0 5 0,0 1 0,0 1 0,0-1-346,0 1 1,0-7 0,0 1-452,0 2 814,0-7 0,0 9 0,0-6 0</inkml:trace>
  <inkml:trace contextRef="#ctx0" brushRef="#br0" timeOffset="19">70 3162 6794,'0'-10'1923,"0"1"-1810,0 3-230,0 4 106,0-6 0,2 8 0,4 0-54,6 0 1,-2 0 0,1 0-1,3 0-7,1 0 1,9 0-1,1 0 1,4 0-28,8 0 1,-2 0 0,7 0 0,1 0-18,4 0 0,-3-2 0,3-2 0,-1-2-4,-1 2 0,4-3 1,-9 1-1,-1 2-42,-2 2 0,-4 2 0,-2 0 1,-4 0 161,-2 0 0,-1 0 0,-7 0 0,1 0 0,7 0 0,2 0 0</inkml:trace>
  <inkml:trace contextRef="#ctx0" brushRef="#br0" timeOffset="20">1241 3005 8350,'-12'0'-528,"0"0"899,1 7-46,-7-5-266,8 6 70,3-8 1,14 0 0,5 0-84,4 0 1,1 0 0,1 0 0,-1 0-28,0 0 0,1 0 1,-1 0-1,3-2-162,3-4 0,-2 4 0,7-3 0,-1 3-34,0 2 0,-4 0 0,4 0 1,1-2-29,-1-4 0,-4 4 1,4-4-1,-2 4-75,-3 2 0,3 0 0,-2 0 106,-1 0 1,-3 0 0,-2 0 173,1 0 0,-8-7 0,5 5 0,-5-6 0</inkml:trace>
  <inkml:trace contextRef="#ctx0" brushRef="#br0" timeOffset="21">2149 2935 8380,'11'0'-1000,"1"0"0,-6 0 1096,5 0 0,-5 0 64,6 0 1,0 0-70,5 0 1,0 0 0,1 0-57,-1 0 1,1 0-1,-1 0 1,3-2-24,3-4 1,4 4 0,6-4 0,-2 4-62,-2 2 1,0 0 0,6 0 0,0-2 30,0-3 1,0 3-1,0-4 1,0 2-18,0-2 0,-6 4-1,-2-6 1,-2 3-66,-3-1 1,-9 0 0,-1 6-328,2 0-14,-7 0 442,1 0 0,-16-8 0,-1-1 0</inkml:trace>
  <inkml:trace contextRef="#ctx0" brushRef="#br0" timeOffset="22">3389 2795 7945,'-12'0'289,"0"0"-278,8 0 16,-3 0 1,9 0-1,3 0-56,7 0 0,2-2 1,-1-2-1,1-1-66,5 1 1,1 2 0,7 2 0,0 0-27,0 0 0,2-2 1,6-2-1,0-2 80,0 2 0,0 2 0,0 0 0,0-2-98,0-1 0,0-1 1,0 6-1,0-2-12,-1-4 0,1 4 0,0-4 0,-2 2 151,-4-1 0,4 1 0,-5-6 0,-1 2 0,-4 4 0,-4-5 0,-1-1 0,-1-8 0</inkml:trace>
  <inkml:trace contextRef="#ctx0" brushRef="#br0" timeOffset="23">4611 2673 7386,'12'0'119,"-1"0"1,1 0 0,6 0 0,-1 0-99,0 0 0,9 0 0,3 0 0,6 2-28,5 4 1,-1-4 0,8 3 0,1-3-51,3-2 1,-5 0 0,-1 0 0,-2 0-34,-4 0 0,3 0 1,-1 0-1,-4-2-24,-6-3 0,2 3 1,-6-4-1,0 4 2,-4 2 0,-3-6 0,-3 0 43,1 2-225,-1-5-28,-7 7 322,-2-6 0,-8 8 0,0-8 0,0-1 0</inkml:trace>
  <inkml:trace contextRef="#ctx0" brushRef="#br0" timeOffset="24">6043 2603 8393,'-17'0'691,"-1"0"-694,9 0 1,3 0 27,12 0 1,5 0-1,11 0 1,3 0-73,2 0 0,2 0 1,8 0-1,4 0-24,5 0 1,-3 0 0,0 0-1,-1 0-22,5 0 1,-2-6 0,-1 0 0,-1 3-52,-4 1 0,-2 2 1,-3 0-1,1-2 30,0-4 1,-8 4 0,-3-4 0,-5 4-195,-1 2 1,-7 0 44,1 0 0,-8-2 263,2-4 0,-4 4 0,-10-13 0,-2 5 0</inkml:trace>
  <inkml:trace contextRef="#ctx0" brushRef="#br0" timeOffset="25">7370 2533 8239,'-9'-8'-553,"-1"6"855,4-3 1,4 1 400,-4-2-409,-3 4 1,5-6-334,-8 8 69,8 0 0,-1 0 0,10 0-46,7 0 0,4 0 1,3 0-1,4 0 8,6 0 0,0 0 1,4 0-1,4 0-30,0 0 0,8 0 1,-1 0-1,3 0-77,0 0 0,-1 0 1,7 0-1,-3 0-58,-3 0 1,-3-2-1,-7-2 1,2-1 12,0 1 0,-14 2 1,4 2-382,-8 0 308,-11 0 0,-4 0-523,-12 0 756,-4 0 0,-7 0 0,-1 0 0</inkml:trace>
  <inkml:trace contextRef="#ctx0" brushRef="#br0" timeOffset="26">8820 2428 8393,'-17'0'-303,"-1"0"0,1 0 1132,-1 0-165,8 0-447,3 0-194,7 0 0,2 0 0,3 0-47,7 0 0,-2 0 0,1 0 1,3 0-11,2 0 1,7 0 0,0 0 0,0 0 2,3 0 1,1 0 0,6 0 0,-2 0-124,-2 0 1,0 0 0,6 0 0,-2 0-31,-4 0 0,4 0 0,-6 0 0,2 0 53,0 0 0,-7 0 1,1 0-54,-4 0-7,-1 0-264,-8 0-156,-3 0 611,-7 0 0,8 0 0,2 0 0</inkml:trace>
  <inkml:trace contextRef="#ctx0" brushRef="#br0" timeOffset="27">9641 2463 7812,'-18'0'-197,"7"0"0,1-2 1247,2-3 0,0 3-375,3-4-772,3 4 1,2 2-18,11 0 1,5 0 0,1 0 0,1 0-133,-1 0 1,1 0-1,-1 0 1,1 0-10,-1 0 0,6 0 1,1 0-1,-3 0 20,-2 0 0,5 0 0,-1 0 1,-2 0 234,-1 0 0,-3-8 0,1-2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6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507 435 8002,'0'-10'815,"0"0"-517,0 5 1,-2 3 0,-2-6-161,-2 0 0,0 4-139,6-7 0,0 5 0,-2-4-87,-4 2 1,4-5 0,-5 3-77,-1 0 1,4 2 0,-6 7 0,1-3 65,-1-2 1,-2 0 0,-7 6-1,-2 0 86,-3 0 1,-1 2-1,2 2 1,-4 4 5,-1 1 0,-5 5 0,6 7 0,-2 4 47,0 3 0,8-5 1,-3 6-1,5 0 23,2-2 1,1 6 0,2-6-1,5 3 17,1-1 1,2-2 0,8 2 0,2-4 19,2 0 1,13-5 0,-1 3-1,1-5-26,0-7 1,5 3 0,1-6 0,2-1-50,4 1 0,0-2 0,0-6 0,-4 0-51,-1 0 0,5 0 0,-4 0 1,2-2-109,0-4 1,-8 2 0,3-5 0,-5-1-403,-1 0 0,-3 4 1,-1-3-815,-3 1 1349,-7 2 0,4-2 0,-8-1 0</inkml:trace>
  <inkml:trace contextRef="#ctx0" brushRef="#br0" timeOffset="1">804 627 8004,'0'-12'57,"0"1"1,0-3 241,0-2 0,0-1 1,0 0 96,0-1 0,0 1-208,0-1-1280,7 1 860,3 7 1,0 4 0,-4 12 0,-5 6 50,-1 3 0,0-3 0,0-1 0,-1 3 148,-5 2 1,4-5-1,-6-1 331,0-2 1,4 3-33,-7-5 0,5 0-342,-6-6 1,8-2-180,-1-4 1,5 4 0,3-6 0,5 3-243,2-1 0,-4 0 497,5 6 0,1-8 0,5-1 0</inkml:trace>
  <inkml:trace contextRef="#ctx0" brushRef="#br0" timeOffset="2">1205 347 8004,'-6'-17'13,"1"-1"0,-3 1 0,4 0 537,-2-1 0,0 1 0,6-1 90,0 1 1,0 5-587,0 0 1,2 9-207,4-3 0,-2 12 0,6 5 1,-1 5 44,1 1 0,0 6 1,3 3-1,-1 1 73,2 4 0,1 0 0,1 0 0,-3-2 66,-1 2 0,-1 0 0,7 0 0,-3-2 13,-3 2 1,4-5-1,-7-3 1,3-4 63,0-1 0,-7-1 169,7 1 0,-8-11-164,2-7 0,-4-7 1,0-13-1,2-1-68,1-2 0,1-3 1,-4 3-1,2-6-37,2-4 1,5-2 0,-3 0 0,0-2-92,0-3 1,3 1 0,-3-6-1,2 2-2,3 5 1,-3 1 0,2 4 0,-1 2 55,-1 2 1,4 7 0,-8-1-148,-3 4-382,7 9 1,-8 4-18,4 12 0,-4 4 0,-2 7 0,0 1-30,0-1 0,0-3 604,0 3 0,8-3 0,1 11 0</inkml:trace>
  <inkml:trace contextRef="#ctx0" brushRef="#br0" timeOffset="3">1834 470 8004,'0'-18'-256,"0"1"0,0-1 495,0 1 0,0-1 0,0 1 0,0-1 95,0 1 1,0 5-1,2 3-389,4 1 1,-2 0-10,7 2 0,-1 6 1,3-2-1,-3 8-114,-2 4 1,-2-4-1,-6 5 1,0 3-50,0 1 1,0 3 0,0-1 201,0 1 1,-2-3 0,-2-1 491,-2-2 1,-2-7 88,3 7 0,-5-8-87,-8 2 0,7-4 0,1-4-354,2-4 1,1 2-2221,1-8 2105,4 8 0,-14-3 0,7 7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490 438 7848,'-2'-16'-1438,"-2"2"3304,-2 3-1077,0 7-680,6-4-77,0 8 0,0 2 0,0 4 74,0 6 1,0 3 0,0 3 0,0-1-7,0 1 0,0 5 0,0 2 0,0 0-12,0 0 1,0 1-1,0-5 1,0 2-40,0-1 0,2 3 0,2-2 0,2-1-110,-2-3 1,-2-2-1,-2 1 1,0-1-109,0 1 1,0-7-708,0 1 347,0-8 1,0 2-5,0-12 0,0 2 0,0-8 533,0-1 0,0-3 0,0-1 0</inkml:trace>
  <inkml:trace contextRef="#ctx0" brushRef="#br0" timeOffset="1">542 106 8271,'-8'-10'0,"6"-5"57,-4 3 1,-3 2-46,-3-1 1,-3 7-1,-3-2 107,1 4 0,-9 2 0,-1 0-30,0 0 0,2 0 0,7 2 0,-1 4-74,-4 5 0,3 5 1,-5 1-1,2 3 52,0 3 0,-7-2 0,7 7 0,0-1-32,-2 0 0,5 2 0,-1 6 0,5 0-9,5 0 1,1 0 0,-2 0-1,7 1-15,3 5 0,2 2 0,0 3 0,0-5 2,0-4 1,7-2 0,5 0-1,4-2-81,1-4 0,2 2 0,3-8 1,3 1 23,2 1 0,0-6 0,4 5 0,-2-7 33,3-5 1,0 3 0,3-5 0,0 0 13,0-5 0,-6 3 0,0-2 0,4-2 5,6-2 0,-4-4 0,2-2 1,-6-4-6,0-1 0,-4-3 0,1-6 0,-3 1-2,-4 0 1,4-1 0,-1 1 0,-3-3-4,-2-3 0,-1 3 0,-1-5 1,1 2 37,-1 0 1,-5-6-1,-2 3 1,-1-1 29,1-4 1,-6 4-1,2-4 1,-4-4-51,-2-4 0,0-2 1,-2 5-1,-2-3-15,-2-2 0,-8 0 0,3 6 0,-7 0-32,-5 0 1,4 2 0,-7 2 0,3 2-12,0-2 0,-6 6 1,5 2-1,1 3-17,-2 3 1,4 5-1,-7 3 1,1 1-127,0 4 1,6 2 0,-3 4-1,3 2-268,-2 2 1,5 13 0,-1-2 0,5 3 452,1-1 0,-3 7 0,-1 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454 350 8201,'0'-12'-1595,"-2"3"2400,-3 1 1,3-6-429,-4 3 1,2-5-91,-2-1 1,4-1-252,-4 1 1,5 5 0,2 2-97,5 3 0,4 1 1,7 6-92,1 0 0,-1 0 0,1 0 0,-1 2-54,1 4 1,-1 3 0,-1 9 0,-3-1 92,-1 1 1,-6 1 0,3 2 0,-1 3 89,-4-3 0,-4 4 0,-4 1 0,-4-1 30,-1 0 0,-3 4 1,-5-6-1,-1-1 94,1-3 1,-1-1-1,1-1 1,-1 1 91,1-1 0,-1-7 1,3-3 39,3 1 0,3-6 14,3 4-105,4-4 1,2-4-1,13-2-85,9-2 1,-3 0 0,4 6 0,-3-1-71,-3-5 1,3 4-1,1-4 1,4 2-59,2-2 0,-5 4 1,3-4-1,-2 3-29,1-3 0,-1 4 0,-6-4 0,1 4-160,-1 2 0,1-2 0,-1-2-415,1-2-77,-9 1 471,-1 5 1,-16 0 0,-3 0 279,-5 0 0,-1-8 0,-1-2 0</inkml:trace>
  <inkml:trace contextRef="#ctx0" brushRef="#br0" timeOffset="1">507 1 8201,'-18'0'-808,"1"0"1,-1 0 1141,1 0 1,0 0 0,-1 0 0,-1 2-164,-5 4 1,5-5-1,-6 5 1,1-2-98,1 2 1,0-2 0,3 8 0,-1-1-46,-2-1 0,0 5 0,5-3 0,1 4-39,-1 1 0,1 2 1,-1 3-1,3 3 86,3 2 1,-2-4-1,7 7 1,-1 3 2,0 5 1,2-1 0,6 4 0,0-4-28,0-2 0,8 0 0,4 0 0,3 0-54,3-1 0,5-4 0,0-3 1,1 0 38,1 0 1,0-6 0,6 5 0,-4-3-59,-1 0 1,5 1 0,-2-9 0,4-1 27,2-3 1,0-7-1,-1 2 1,1-4 2,0-2 1,0 0 0,0 0 0,0-2-58,0-4 1,-6-4 0,-2-7 0,-1 0-32,-5-1 1,4-1-1,-2-3 1,1-3-33,1-2 0,-6 0 0,5-4 0,-5 2 72,-2-2 1,1 3 0,-1-1 0,-1-2 62,-4-2 1,-5-2 0,-7 0 0,0 0 14,0 1 0,-2-1 0,-3 0 0,-7 2 122,-4 4 1,-7-4-1,0 3 1,0-1-85,-3 2 0,7 4 0,-6 10 0,1 1-102,1 2 0,-6 3 1,4-3-1,0 6-213,-1 4 0,-5 2 1,4 0-1,0 0-130,4 0 1,-3 2-1,3 4 1,0 6-1022,-2 3 1388,5 3 0,-13-1 0,6 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18 315 6359,'-9'-8'2583,"1"4"-2402,8-8-328,0 8 0,2-3 94,4 7 1,-3 0-21,9 0 1,0 0 0,5 0 45,1 0 0,-7 0 1,1 0-1,2 0 7,1 0 1,3 0 0,-1 0 0,0 0 0,1 0 0,1 0 1,3 0-1,3 0-4,2 0 0,-4 0 0,5-2 1,-1-2 8,0-2 1,0 0 0,4 6 0,-2 0 8,2 0 0,-4-6 0,1 1 0,-3 1 3,-4 2 0,4 0 1,-1-2-1,-1-2 2,2 2 1,-5 2-1,3 2 1,-4 0 4,-1 0 1,-1-5-1,1-1 8,-1 2 1,1 2 0,-1 2-1,0-2-11,1-4 1,-6 4 0,-1-4-1,3 4-7,1 2 1,3 0 0,-3-2-1,-1-1-12,-2-3 1,-1 0 0,7 6 0,-1 0 10,1 0 0,-1-2 0,1-2-9,-1-2 1,0 0 0,1 6 0,-1 0 5,1 0 1,-1 0 0,1-1 0,-1-3-1,1-2 0,-1 0 0,1 6 8,-1 0 1,1-6 0,-1 0 0,0 2-2,1 3 1,-6 1 0,-1 0-26,3 0 1,-4 0 0,1 0-61,3 0-28,-6 0 59,7 0 41,-13 0 56,6 0-8,-8 0-10,0 0-20,8 0-4,-7 0 4,7 0 0,-8-2 93,0-4 0,2 4 241,4-4-145,-4 4 1,6 0-68,-8-4 1,-2 4 0,-2-5-22,-2-1 1,-2 6 0,4-6 0,-3 2-25,-3 1 0,4-3 0,-6 4-40,-1-2 0,3-6-98,-1 7 0,1-3-194,-2 2 0,2 4-78,5-4 229,3 4 0,2 10 80,11 4 1,5 1-1,1 1 27,1-2 1,-7-7 0,1 7 28,2 2 1,-7-5 0,-1 3 72,-4 1 1,-2-3 0,0 2-1,0 1-130,0 3 0,-8-4 1,-3-1-1,-5 3-219,-1 1 1,-1 1-1,-1-3 1,-2-3-168,-3-2 0,1 5 1,6-3-1,1 2 408,4-1 0,-11-7 0,4 4 0</inkml:trace>
  <inkml:trace contextRef="#ctx0" brushRef="#br0" timeOffset="1">53 839 8462,'-9'0'362,"3"0"-280,12 0 0,-3 0 1,9 0-43,2 0 1,-5 0 0,3 0 0,2 0-26,1 0 0,3-6 0,-1 0 0,0 2-8,1 2 0,1-4 0,3 0 0,3 3-5,2 1 0,2-4 1,4 0-1,-2 0-15,-2-2 1,0 6 0,4-3 0,-2 3 4,-1 2 0,-3-6 0,4 0 1,-4 2 6,-2 2 0,4 2 1,-5-2-1,-3-2-42,-2-1 1,-1-1-1,-1 6 1,1 0-18,-1 0 1,1 0-1,-1 0 29,1 0 1,-1 0 0,0 0 6,1 0 1,-1 0 0,1 0-2,-1 0 1,1 0 0,-1 0 0,1 0-31,-1 0 0,1 0 0,-1-2 34,1-4 0,-1 4 1,1-4-1,-1 4-29,0 2 0,1-2 0,-1-1 40,1-3 0,-7 0 1,1 6-1,2 0 2,1 0 0,-3 0 0,0 0 0,-1-2-16,-1-4 0,5 4 0,-3-4 16,4 4 0,-5 2 0,1 0 17,1 0 1,-3 0 0,2 0-12,1 0 1,-3 0 16,2 0 0,-6 0-27,5 0 1,-5 0 44,6 0 151,-8 0 114,3 0-188,-7 0 0,-2 0-63,-3 0-105,3 0 7,-6 0 0,6 0 16,-4 0 1,4-2 147,-4-3 0,2 3-47,-1-4 0,1 2 0,-8 0 12,-2-2 1,5-1 0,-3 3 61,-1-2 0,3-2-87,-2 2 1,3 2 0,-5-5-50,2 1 1,6 2-472,-5 6 297,7 0 1,-2 0 116,12 0 1,4 0 0,7 0 54,1 0 1,-1 6 0,0 2 40,1 1 1,-3-3-1,-1 4 1,-4 0-19,-2-1 0,-1 1 0,-3 4 1,2-3-14,-2 3 1,-2 1-1,-2 3-129,0-1 0,-8 1 0,-4-1 0,-3 1-298,-3-1 0,-1 1 0,-2-1 0,-5 1 415,-1-1 0,-10 0 0,-7 1 0</inkml:trace>
  <inkml:trace contextRef="#ctx0" brushRef="#br0" timeOffset="2">106 1415 9498,'17'0'4,"1"-2"0,-1-2 0,0-2 45,1 2 0,5-3 1,2 1-1,1 2-61,-1 2 1,6-4 0,-2 0-1,2 2 20,-2 3 0,4-5 0,-6 0 0,2 2-13,1 2 1,-7 2 0,4 0 0,-2 0 23,-3 0 1,3 0 0,-2-2 0,-2-2-27,-1-2 0,-7 1 1,3 5-7,3 0 1,3 0-1,-5 0 1,1 0-7,-1 0 0,1 0 0,-1 0 0,0 0-93,1 0 0,-1-2 0,1-2 87,-1-2 1,1 0-1,-1 6 1,1 0-2,-1 0 1,1 0 0,-1 0-7,1 0 1,-1-6-1,1 0 1,-1 3 22,0 1 0,1 2 0,-1 0 1,1 0-4,-1 0 1,-5 0 0,0 0 0,1 0-8,3 0 1,1 0-1,1-2 9,-1-4 0,1 4 0,-1-4-12,0 4 0,1 2-20,-1 0 1,-1-2-1,-2-2 20,-3-1 6,1-1 86,-2 6 323,-3 0-328,-7 0 0,0-2-56,0-4 1,-2 2-41,-3-8 0,1 9 0,-6-5 14,2 0 1,-3 4-1,3-6-11,-2 3 0,4-5 169,-5 6-94,-1-7 1,-4 9 0,3-6 24,1 2 1,6 2 43,-5 6-82,7 0 1,-6 0 14,4 0 0,2 0 122,-7 0 40,7 0 0,-4 2 438,8 4-245,0-4-234,0 6-214,0-8-845,0 0 764,8 0 0,-4 0 13,7 0 1,1 6 102,6 0 1,-3 1-1,-1-3 46,-3 2 0,-1 8 1,4-5-1,-3 1 1,-7 0 0,2-4-62,-4 5 0,-2 5 0,0 1-180,0 1 1,-6-1 0,-2 1-1,-1-1-214,-5 1 0,-2-1 0,-1-1 0,2-3-87,3-1 1,-4-1 0,5 5 504,-5-4 0,-9 3 0,-2-5 0</inkml:trace>
  <inkml:trace contextRef="#ctx0" brushRef="#br0" timeOffset="3">263 1817 6524,'0'9'875,"0"-1"0,0-6-266,0 4-138,0-4-70,0 6-376,0-8 0,2 0 0,2-2 0,3-2-49,3-2 0,-4 0 0,6 4-22,1-4 1,3 4 0,1-5-1,3 1 65,3 0 0,-4 0 1,4 4-1,-1-2-17,1-2 0,-3 1 0,5 5 0,-2 0 13,0 0 0,6-2 0,-5-2 1,-1-2-20,2 2 1,-5 2-1,5 2 1,-2 0-135,0 0 0,3-2 107,-3-4 0,2 4 1,4-3-21,-5 3 1,-5 2 0,-2 0 27,1 0 1,-1 0 0,1 0 0,-1 0-3,1 0 0,-1-2 0,1-2-1,-1-2 0,1 0 1,-1 6-1,1 0-4,-1 0 0,0 0 0,3-2-12,3-3 1,-3 3-1,3-4 1,-4 4 29,-1 2 0,-1 0 0,1-2-2,-1-4 0,1 4 1,-1-4 6,0 4 1,1 2 0,-1 0 8,1 0 1,-6 0 0,-1 0-14,3 0 1,1 0 3,3 0 1,-7 0 11,1 0 0,-6 0 36,5 0 82,-7 0 1,4-2 238,-8-3-268,0 3 1,0-8 8,0 4 0,-8 2-16,-3-7 1,1 5 0,-2-6-20,-1-1 0,3 3 1,-2 0-68,-1 2 1,3-3 0,0 3-15,3-2 1,-1 6 0,4-3-246,-2-1 133,0 6 76,6-6 1,2 8 0,4 2 40,6 4 1,3-2 0,3 7 35,-1 3 0,1 0 0,-3-1 1,-1-1 56,-3 1 0,-7 3 0,2 1-24,-4 1-1,-2-1 1,0 1 0,-2-1-97,-4 1 1,-9 5 0,-8 0 0,1-1-367,3-3 1,-4-7-1,-1-1 1,3 1-1224,1-2 1625,11 5 0,-14-5 0,3 7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53 271 8021,'-8'-18'733,"-2"1"0,-1 1-229,-1 4-606,8 5 0,-4 14 0,10 3 0,4 4 13,6 3 1,-3-3 0,3 9 0,2-2 21,1 3 1,3-5-1,-3 6 1,-1-1 36,-3-1 0,1 2 0,5-4 0,1 3 25,-1-3 1,-5 2-1,-2-3 1,-1-5 29,1 1 1,-4-3-1,4 1 90,-3-2 0,1-8 104,-2 1 1,-4-10-1,4-7 1,-4-4-95,-2-1 1,0-8-1,0-2 1,2-3-79,3 1 1,-3 0-1,6-6 1,-2 0-47,0 0 0,0 0 1,-4-1-1,1-3-62,3-2 1,6 0-1,-6 8 1,0 4-2,1 6 1,-5 4-1,4 1-98,-4 1 1,-2 9-369,0 8 0,6 8 0,0 9 84,-2 1 1,-2 5-1,-2 2 1,0 0 443,0 0 0,7 7 0,3-5 0</inkml:trace>
  <inkml:trace contextRef="#ctx0" brushRef="#br0" timeOffset="1">472 550 8144,'0'-10'1182,"0"-5"1,0 15-1091,0 0 0,0 2 0,0 9 0,0 3-83,0 1 1,0 9 0,2-1 0,2 0-53,1 3 0,7-7 1,-6 4-1,-2-3-84,-2-3 1,4 1 0,-1-1 0,-1 0-433,-2 1 1,-2-6-1,0-1-870,0 3 1429,0-6 0,0 7 0,0-5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86 332 7567,'-10'0'806,"-6"0"1,13 0 195,-9 0-673,8 0 1,-4-2-295,8-3-311,0 3 259,0-6 1,2 8 0,4 0-52,6 0 0,-3 0 0,5 0 0,3 0 45,5 0 1,7 0-1,-4 0 1,2 0 16,4 0 0,2 0 0,2 0 0,2 0-4,4 0 1,-2-6-1,5 0 1,-1 0-15,-4-1 1,5 5-1,1-6 1,0 2 21,-5 0 0,3-1 0,-2 3 0,0-2 4,1 2 0,-5-4 0,2 2 1,-6 3-1,-4 1 1,0-4-1,4 0 1,-2 0 0,-2-2 0,-7 6 0,1-5 0,-2 1-1,3 0 1,-7-2 0,2 4-1,-5-1 1,-4-3 198,1 2-20,-3 4-149,-8-13 1,-2 11-45,-4-8 0,3 8 0,-7-4-64,2 1 0,-6 5 1,5-6-1,-1 0 0,-5 6 1,5-6 39,0 1 0,0 5 0,7-6 0,-5 2 24,-2 0 0,4 1 0,-3 3 30,1-4 0,-6 2-30,3-8-265,3 8 226,-8-3 1,16 7 0,0 0 44,10 0 1,0 0 0,1 2 30,3 3 1,1 5 0,3 8 4,-1-1 0,-5 0 0,-2 1-165,-2-1 1,-3 1 0,-5-1 0,0 1-255,0-1 1,0 1-1,0-1 1,-2 1-679,-3-1 1067,-5 1 0,-8-1 0,1 0 0</inkml:trace>
  <inkml:trace contextRef="#ctx0" brushRef="#br0" timeOffset="1">68 979 8118,'-9'-8'-389,"1"6"703,0-6 0,4 8-64,-8 0 1,9-2 12,-3-4-193,4 4 1,0-5-116,-4 7 231,4 0 1,-4 0-136,12 0 1,4 0-1,7 0-19,1 0 0,-1 0 0,1 0 0,-1 0-12,1 0 0,1-6 1,2 0-1,5 2-16,1 2 1,-4 2 0,6-2 0,2-2-19,2-1 0,2-1 1,0 4-1,0-2 15,0-2 1,2-2-1,2 4 1,1-1-25,-1 1 1,-2-4-1,-2 2 1,0 2-11,0 2 0,-2-3 0,-2-1 0,-2 2-2,2 2 1,-4 2-1,0 0 1,-1 0 32,-5 0 0,0 0 0,1 0 1,1 0-2,-2 0 1,-1 0 0,-3 0 0,1 0 7,-1 0 0,0 0 1,1 0-1,-1 0-8,1 0 0,-1 0 1,1 0-1,-1-2-46,1-4 1,-1 4 0,1-6-12,-1 1 1,-5 5 0,-1-4-20,3 4 1,-4 2 52,1 0 1,-5 0-1,4-2 137,-2-4 0,-1 4 73,-1-4 1,-2 4 150,8 2-31,-8 0 21,3 0-280,-7 0 0,0-1-62,0-5-20,0 4-171,0-6 1,-2 2-1,-3 0 1,-3-1 0,-6 3-25,3-2 0,5-6 153,-6 6 1,2-1-1,-3 3-12,1-2 1,8-2-39,-1 2 197,3 4 39,2-5 1,2 7 52,3 0 1,-1 0 0,8 2-105,1 3 0,3 3 0,-1 6 12,-3-3 0,-2-1 0,-6 4-205,2-3 1,-1 1-1,-5 5-251,0 1 1,-2-1-1,-3 1 1,-5-1-87,0 1 1,-11 5 0,3 0 473,-1-1 0,-8 5 0,0 0 0</inkml:trace>
  <inkml:trace contextRef="#ctx0" brushRef="#br0" timeOffset="2">243 1503 7387,'-18'0'-1353,"7"0"1399,-1 0 477,0 0-226,-5 0 0,7-2 360,4-4-471,-3 4 0,7-8-309,-4 4 71,-4 4 148,1-5 1,-3 7 401,0 0 8,8 0-143,-3 0-357,7 0 168,0 0-93,7 0 0,-3 0 0,8 0 20,2 0 0,1 0 1,3 0-51,-1 0 0,2 0 1,3 0-1,1 0 0,-2 0 0,5 0 0,-1 0 0,0 0-31,0 0 0,6 0 0,-3 0 0,1 0-4,0 0 1,0 0 0,6 0-1,-2 0-32,-4 0 1,2-6-1,-6 0 1,2 2-24,4 2 1,-3 0-1,-1-2 1,0-2-14,0 3 1,-4 1 0,4 2 0,1-2 26,-1-4 1,-6 4-1,4-4 1,-1 4-18,-1 2 0,6 0 0,-6 0 0,1 0 2,1 0 1,-6 0-1,6 0 1,-1 0 15,-1 0 1,0 0 0,-5 0 0,-1 0-6,1 0 1,5 0-1,0 0 1,-1-2 14,-3-4 1,-1 4 0,1-3 0,2 3-12,3 2 1,-1 0-1,-6-2 1,1-2-7,-1-2 0,1 0 1,-1 6-1,1-2 4,-1-3 0,-5 3 0,-1-4 51,3 4 57,1-6 34,3 6-83,-8-13 106,-3 13 135,-7-6-141,0 8 1,0-2-143,0-4 0,-2 4 0,-1-6 1,-5 3-27,-2-1 0,4 0 0,-3 4 0,-1-2-64,0-2 1,4-1 0,-5 3 16,-3-2 0,-1-2 0,-3 4 36,1-2 1,5 1 91,0 5-30,1-8 1,1 6 1,4-6 0,12 8-3,6 0 0,-3 0 0,3 0 0,2 2 21,1 4 1,3-4-1,-3 6 1,-1-3-51,-3 1 0,1 8 0,4-3-108,-5 5 0,-3-4 0,-8-1 0,0 3-227,0 1 1,-2 3 0,-4-1-1,-5 1-393,-5-1 0,-7 1 743,-1-1 0,-14 1 0,1-1 0</inkml:trace>
  <inkml:trace contextRef="#ctx0" brushRef="#br0" timeOffset="3">243 2061 6755,'-12'0'1107,"1"0"-544,-3 0 1,4-2-95,-1-3 1,5 3 0,-6-4-340,8 4-118,-3 2 0,8 0-17,5 0 1,-2 0 0,8 0 0,1 0 60,3 0 1,7 0 0,2 0-1,1 0-12,-1 0 1,6 0-1,-2 0 1,4-2-62,2-4 1,2 4-1,2-4 1,1 4-19,-1 2 0,-2 0 0,0-1 0,2-3-45,2-2 0,-3 0 0,-5 4 0,-2-2 45,0-2 0,4 1 1,-9 5-1,-1-2 8,0-4 1,4 4-1,-6-4 1,-1 2 17,-3-2 0,1 4 0,1-3 1,2 3 14,-1 2 0,3 0 0,-2 0 0,-2 0-3,-1 0 1,3-6-1,2 0 1,1 2-12,-1 2 0,0 2 0,-4 0 0,5 0-48,1 0 1,-6 0 0,4 0 0,-1 0 16,-1 0 1,0-6 0,-5 0 0,-1 3-4,1 1 1,-1 2 0,0 0 24,1 0 1,-1 0 0,-1-2 17,-4-4 121,-5 4 33,-7-6 0,0 6-23,0-4-102,0 4 1,-2-7-51,-3 3 0,1 4 1,-6-6-109,2 1 0,-5 3 56,1-8 0,2 8 0,1-4-5,1 1 0,0 5 29,2-4 1,2-2-117,-7 2 142,7 0 0,-2 6 38,12 0 1,-2 0-1,5 2 1,1 4 23,0 6 1,-6-2-1,3 1 1,-1 3-50,0 1 1,2 3 0,-4 1 0,2 2-277,-3 3 0,-1-1 0,-2-5 1,0 1-566,0 4 0,-7-3 850,-5 3 0,-4 4 0,-1 0 0</inkml:trace>
  <inkml:trace contextRef="#ctx0" brushRef="#br0" timeOffset="4">173 2603 8040,'-12'0'-156,"1"0"1,5 0 618,-6 0 1,6 0 405,-5 0-299,7 0-317,-4 0-293,8 0 1,2 0 35,4 0 0,4 0 1,7 0 11,1 0 1,-1 0 0,0 0 0,1 0 33,-1 0 0,7 0 0,1 0 0,2 0-12,4 0 1,-4 0-1,4 0 1,4 0-51,4 0 0,2-2 0,-6-2 0,2-2 15,3 2 1,3-4 0,4 3 0,-5 1-15,1 2 0,-6 0 0,6-2 0,-3-2 2,1 2 0,0 2 1,-6 0-1,-2-1-10,-4-3 1,8 0 0,-6 6 0,-2-2 23,-2-4 0,2 4 0,-4-4 0,1 4-28,-1 2 1,-2 0 0,-3 0 0,1 0-33,2 0 0,0-5 0,-5-1 55,-1 2 0,1 2 0,-1 2 17,1 0 1,-7 0 3,1 0 1,0 0 37,5 0 84,-7 0-107,5-8 12,-13 6-24,6-13 1,-8 11 68,0-8 1,0 6-27,0-5 1,0 5-1,-2-4-49,-4 2 1,2 1-1,-7 1-11,-3-6 1,5 4 0,-3 3 0,0 1-4,3-2 1,-1 4-1,6-6-71,-2 1-394,-7 5 258,3-6 204,0 8 0,4 2 0,12 4 38,6 5 1,-3-1-1,1 2 126,-2 1 0,4 3 1,-7 1-1,-1 1-24,-2-1 0,-2 1 0,0-1 0,-2 2-235,-4 5 1,-1-5 0,-7 4-1,2-3-204,-1-3 0,-3-5 0,1 0 0,1-1-420,3-1 1,1 0 0,-4-7 725,3 3 0,-1 0 0,-5-6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1 225 8048,'0'-17'736,"0"-1"386,0 1-688,0 7-352,0 3 0,0 8 0,0 5 1,0 6-63,0 3 0,5 3 0,3-1 0,0 1-89,0-1 0,3 7 0,-3-1 1,0 0 5,0 2 1,3-5-1,-3 3 1,0-4-12,-1-1 1,1-1 0,-4 1 0,4-1-104,2 1 1,-7-1 0,5-1 18,0-5 0,-6-1 249,4-4 0,-2-4 0,0 2 26,1-8 1,1 0-1,-4-8 1,2-1-45,2-3 1,0-1 0,-4-3 0,1-1-23,3-2 0,6-6 0,-6 3 0,0 1-35,1 0 1,-3-6-1,6 2 1,0-4 14,-1-2 0,-3 6 0,4 2 0,0-1 44,-1 1 0,-5 6 0,4-2-25,0 3 0,-6 9-556,3-1-154,-3 8 0,-2-2 0,0 12 201,0 6 1,0 3-1,0 5 1,0 1 458,0 2 0,0 1 0,0-7 0,0 1 0</inkml:trace>
  <inkml:trace contextRef="#ctx0" brushRef="#br0" timeOffset="1">332 627 7667,'16'-17'-287,"-5"-1"1,3 1 0,-6 1 915,2 4 1,-7 3-1,5 5 1,-2-4-387,0-2 0,7 7-227,-1-3 0,-2 4 0,1 2-102,3 0 1,-4 0 0,-1 2 0,-1 4 53,-4 5 1,4 5 0,-2 1-1,-3 1-15,-1-1 1,-4 1 0,-1 1 0,-5 2 35,-2 3 0,-1-1 0,-5-6 0,2 1 71,3-1 0,-1 1 1,-3-1-1,1-1 26,2-5 1,7 3 0,-5-6-1,0 0 180,0-1-114,7-1 0,-3-6 0,12 0-59,5 0 0,5-2 0,1-2 0,3-2-96,3 3 0,-4-5 0,7 2 0,-1 0-173,4-2 1,-2 6-1,0-5 1,0 1-49,1 0 0,-5 0 0,4 6 0,-2 0-433,-3 0 1,-3 0 0,-2 0 656,1 0 0,-1-8 0,1-1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51 437 10378,'0'-17'102,"0"-1"1,0 1-1,2-1 11,4 1 0,-4-2 0,6-3 0,-3-3-120,1-2 0,0 3 0,-4-3 0,2 2-28,2 4 0,-1-4 1,-5 1-1,0 3 13,0 1 1,0 3 0,0 0-136,0-1-1,0 8 1,2 3 78,4 7 0,-4 2 0,4 3 112,-4 7 1,4-2 0,0 1 0,-1 3 52,3 1 1,-4 3-1,6-1 1,-1 1-44,1-1 0,-4 7 0,6-1 1,1-2-84,3-1 1,-5-3-1,-1 1 1,0-1-132,-1 1 1,1-1 0,2 0 0,-4 1-161,-1-1 0,-5 1 0,4-1-55,-4 1 1,-2-7 0,0 1-407,0 2 1,0-5 791,0 3 0,0-8 0,0 4 0</inkml:trace>
  <inkml:trace contextRef="#ctx0" brushRef="#br0" timeOffset="1">69 385 8290,'-12'0'132,"0"-2"395,-1-4 0,3 4 10,-2-4 0,8 2-411,-1-1 1,5 3 0,5-4-415,7 4 0,-2 2 0,1 0 0,3 0-173,2 0 0,1 0 0,2 0 1,3 0-60,1 0 1,0 0-1,-5 0 520,-1 0 0,8 0 0,3 0 0</inkml:trace>
  <inkml:trace contextRef="#ctx0" brushRef="#br0" timeOffset="2">400 280 8421,'0'-10'676,"0"3"0,-2 7-658,-3 0 0,3 7 0,-4 5-110,4 4 1,2 3 0,0 2 0,2 4-97,4 3 1,-4-5-1,3 4 1,-1 0-93,2 0 0,-4-5 0,6 1 0,-2-4 280,-1-1 0,9-1 0,-4 1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31:52.4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36 429 8308,'-12'0'562,"1"0"1,7-2-407,-2-3 0,4 1 0,2-8-92,0-2 0,0 5 1,2-3-3,4-1 0,-2-3 1,5-1-1,1-1-55,0 1 0,-5-1 0,5-1 0,0-3-43,0-1 1,-5 0 0,5 5-1,-2 1 44,-4-1 0,0 1 0,-1-1 1,3 1 30,-2 0 0,0 1 0,0 2 83,2 3-57,0-1-10,-6 2 0,2 10 0,1 12 5,3 4 0,0 1 0,-6 1 0,2 1 22,4 4 0,-4-3 0,6 5 0,-3-2-53,1 0 0,6 1 0,-6-5 0,-1 2-219,3 3 1,-4-1-1,6-5 1,-1-1-313,1 0 1,-6 1 0,2-1-1804,-4 1 2305,-2-1 0,0 1 0,8-9 0,1-1 0</inkml:trace>
  <inkml:trace contextRef="#ctx0" brushRef="#br0" timeOffset="1">88 359 8290,'-17'0'806,"-1"-7"32,1-5 0,5 4-120,1 2 1,7 3-360,-2-3-469,4 4 0,10-6 0,3 8-307,5 0 1,1 0-1,1 0 1,-1 0-238,1 0 1,1 0 0,2 0-1,3 0-284,-3 0 0,-2 0 938,-1 0 0,7-8 0,2-1 0</inkml:trace>
  <inkml:trace contextRef="#ctx0" brushRef="#br0" timeOffset="2">315 307 8596,'-11'-6'2574,"-1"0"-2508,8 1 1,-2 5-215,12 0 0,-2 0 1,8 0-46,1 0 1,3 0-1,-1 2-19,-3 3 0,1-1 0,-7 8 160,-2 1 1,4 3 0,-2 1 0,-2 1 77,-2-1 0,-2 1 0,-2-1 0,-2 1 44,-2-1 0,-6 3 0,4 1 0,-1 2-53,-5-1 0,1-3 1,-1-3-1,4-3 0,3-1 0,-5-1 0,4 5 39,-2-4 1,7-3 417,-3-3-341,4-4 0,10 6 0,3-8-111,5 0 1,1 0 0,1 0 0,-1 0-265,1 0 0,-1 0 0,1 0 0,-1 0-284,0 0 0,1-6 0,-1 0 1,1 2-1252,-1 2 1777,1 2 0,-1-7 0,1-3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0:36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1290 19016,'-10'1'-837,"3"0"944,6-1 698,0 0 1,8-1-806,5 0 1,-3 0-14,3-1 1,-7 1-2,7 0 0,-1 0-20,7-2 1,-7 2-20,0 0 1,1-1-127,5 0 18,-7 1 129,5-1 17,-5 1 0,1 0 36,0-1 0,-5 1 4,6 0 0,-7 0-15,7 0 0,-6 0 0,6 0 1,-6 0-4,6-1 1,-6 2 5,6-2 1,-7 2 5,7-2 1,-6 1-4,6 0 0,0 0-17,6-2 0,-7 2 4,1-1 0,-6 2-10,5-2 0,-5 2 3,5-2 0,-5 2 1,5-2 1,-5 1 2,6 0 0,-7 0 0,7 0 0,-6 0 0,5 0 0,-5 0-5,5 0 1,-5 0 3,5 0 0,-7 0 1,12-1 0,-5 1 2,-3 0-1,7-1 35,-6 1 1,9-1 1,0 0-13,0-1 0,-6 2 33,-1-1 0,-5 2-49,5-2 1,-5 2-16,6-2 1,0 1-4,6-2 0,-6 2 4,-1 0 0,1-1-7,5 0 0,-5 1 3,0-1 0,0 1 7,5-2 1,-5 2 1,0 0 1,-1-1-1,6 0 1,-5 1-14,-1-1 1,1 1 10,5-1 1,-5 0 2,0 1 1,-5 0-1,4 0 0,-5 0 2,5-1-3,1 1 1,5-1-1,0 0 0,-5 0-13,-1 1 0,-4 0 12,5 0 0,-6 0-1,6 0 1,-1-1 0,6 0 0,-5 1 0,-1-1-8,3 1 1,-4-1-4,2 1 1,-6 0 0,6 0 0,0-1-8,5 0 1,-6 1-30,1-1 0,-1 1 33,6-1 0,-5 0 17,-1 1 0,1 0 6,5-2 1,-6 2-7,1 0 1,-1-1-9,7 0 1,-1 0-7,0 0 1,1 0-2,0-1 1,0 1 1,-1 0 1,0 0 4,0 0 0,1 0 8,0 0 1,-7 0-1,2 1-20,0-1 1,-3 1 18,1-1 1,1 1-1,6-1 1,-6 0 5,0 1 0,-1-1 0,7 0 1,-7 1-2,1-1 0,0 1-7,6-1 0,-6 0 20,-1 1 0,-5 0-9,5 0 1,2-1-1,5 0 0,-6 1-10,-1-1 0,-5 1-4,5 0 0,1 0 2,6-2 0,-6 2 1,0-1 0,-6 2-8,5-2 0,1 1 0,5-1 1,-6 0 7,1 1 0,-1 0 2,7-2 0,-6 2 0,0-1-1,2 1 0,-4 0-16,1-1 1,1 1-23,5-1 1,-6 0 5,1 1 1,-1-1 29,6 0 0,-5 1 0,-1 0 1,1-1 7,5 0 1,-6 1 0,1-1 1,-1 1-8,7-1 1,-7 0-1,1 1 0,-1-1 4,6 0 0,-5 1 13,-1-1 1,-5 2 3,5-2 0,1 1-7,5-1 0,-5 0 18,-1 1 1,0 0 0,7-1 1,-7 0-34,2 1 1,-2-1-3,7 0 0,0 0 19,-1 0 1,-5 0-1,-1 1-4,4-1 1,-5 1 0,1-1-10,3 1 1,-5 0 0,3-1-12,2 0 0,2 1 1,1-2 0,1 1-2,-1 0 1,0 0 6,0 0 1,1 0 0,0-1 0,0 1 0,-1 0 0,1 0-3,-1 0 0,0 0 1,1 0 0,-6 0 0,0 1 0,2-1 1,-5 1 0,3-1 0,-1 1 1,6-1 0,-5 0 0,-1 1 1,1 0-1,5-1 1,-6 0 0,1 1-1,2-1 0,-4 1 0,2-1 0,0 1 0,5-1 0,0 0 0,1-1 0,-1 1 0,1 0 0,0 0 0,-1 0 0,1 0 0,-1 0 0,-6 0 0,1 1 0,1-1 0,-3 1 0,1-1 0,1 1 0,5-1 0,-6 1 0,1-1 1,-1 1 6,7-1 0,-7 0-7,0 1 1,-5 0 1,6 0 0,-1-1 1,6 0 1,-5 1-5,-1-1 1,-5 2 0,5-2 0,-5 2-1,6-2 1,-7 1-1,7 0 0,-6 0 2,5 0 1,1 0-2,5-2 1,-6 2-1,1 0 0,-1-1 0,6 0 0,-5 1 0,-1-1 0,2 1 5,4-1 0,-4 0 13,-2 1 0,1-1-10,5 0 0,-6 1 4,1-1 1,-1 1 7,7-1 1,-6 0-1,0 1 13,2-1 1,-4 1-1,2-1-58,2 1 0,2-1 41,1 0 1,0-1-1,1 1-18,0 0 1,-6 1 0,0-1 3,2 0 0,1 1-1,3-2 1,0 1-1,-1 0-5,0 0 0,-5 1 1,0-1-5,2 0 1,-4 1-1,2 0-6,1-1 1,-4 1-1,3-1 4,1 1 0,-3 0 0,1-1 8,3 1 0,-4-1 4,2 1 0,-1-1-1,7 0 1,0 0 0,-1 0 1,-6 1 0,1-1-4,2 0 1,-4 1-1,2 0 0,0-1 1,5 0 0,-5 1 0,0-1-1,2 0 1,-4 1 0,2 0 1,-1-1-18,6 0 0,-5 1-41,-1 0 1,1-1 64,5 0 0,-6 1 7,1-1 0,-1 1 4,6-1 0,-5 0 1,-1 1 22,3-1 0,-5 1-37,3 0 0,-1-1-9,6 0 0,-5 1 0,-1-1 4,3 1 0,-5-1 1,3 1-8,1-1 0,-3 1 7,1 0 0,-5 0 0,5 0 1,3-1 0,-4 1 0,2-1 0,-6 2 0,6-2 0,-6 1 0,5 0 10,3-1 0,-5 1 12,3 0 1,-6 0-16,5 0 1,1-1-8,6 0 0,-6 0-106,0 1 0,-1 0 227,6-1 0,-5 0-118,-1 1 1,-5 0 0,6 0 1,-1-1-3,6 0 0,-5 1-10,-1-1 0,-5 2 13,5-2 0,-5 1-4,6 0 0,-1 0 2,6-1 1,-5 0 18,-1 1 0,1-1-7,5 0 0,0 0 1,0 0 23,0 0 0,1 0 0,-1 0-41,0 0 1,-5 0 0,-1 1-5,2-1 0,3 0-6,2 0 1,0 0 0,0 0 6,0-1 0,-6 2 1,0-1 31,1 1 1,-3 0-1,1-1-9,3 0 1,-4 1 0,2 0 12,2-1 1,-4 1-21,2-1 0,1 1-14,4-1 0,1-1-4,0 1 1,-6 1 6,-1-1 1,1 1 1,5-1 0,-6 0 0,1 1-2,2-1 1,-4 1-1,2 0 0,-6 0 0,6-1-3,1 1 0,-3 0 2,1-1 0,0 1 3,7-1 0,-1 0 3,0-1 0,-5 2 0,-1 0 0,3-1 1,2 0-1,2 0 1,-1 0-7,0 0 0,1-1 0,-1 1 0,0 0 0,0 0 0,0 0 0,-5 1 0,-1-1-107,3 1 0,1-1 0,3-1 187,0 1 1,-6 1-1,0-1-56,1 1 0,2-1-21,2 0 0,1 0 5,-1-1 1,0 1-21,0 0 1,0 0 14,1 0 0,0 0-1,-1 0 1,-4 0-2,-2 1 0,1-1 4,5 0 0,-6 1-4,1-1 1,-7 2 4,7-2 1,-1 1 0,7-1-6,0 0 1,-7 0 4,2 1 1,-7 0-1,5-1 5,2 1 0,-3 0-11,1-1 0,1 1 1,5-1-86,0 0 1,-5 0-1,0 1 115,2-1 0,1 0 0,3 0-31,0 0 1,-7 0 0,0 1-3,3-1 0,1 0 0,2 0 11,1 0 0,-1 0 0,0 0 0,0 0-16,0 0 1,-5 0 0,0 1-49,2-1 1,2 0 15,1 0 1,0 0 22,1 0 1,-1 0 19,1-1 0,-6 2-4,0 0 0,-6 0 10,5-1 1,-5 2-9,6-2 1,-7 2 1,7-2 1,-6 1 3,5 0 0,-5 0 13,6 0 1,0-1-1,6 0 0,-7 1-13,1-1 0,0 1 10,6-1 1,-1 0 6,1-1 0,-1 1 0,1 0-16,-1 0 1,-6 1 0,1-1 6,2 0 1,-4 1 0,2 0-6,2-1 1,-5 1 0,3 0-9,1-1 1,-3 1 0,1-1-3,2 1 0,3-1 11,1 0 0,1-1-39,0 1 0,0 0 2,-1 0 0,0 0 7,1 0 0,0-1-6,0 1 1,-1 0 6,0 0 0,-5 1 0,-1-1 11,3 0 1,-4 1 0,2 0-5,2-1 0,-4 1 1,1-1 9,2 1 1,-3 0-3,1-1 0,2 1-3,5-1 0,-1-1 11,1 1 0,-7 1 1,1-1-4,1 1 0,-3 0 0,1-1 0,-5 2-1,5-2 1,-5 1-11,5 0 0,-5 0 9,6 0 22,-9 0 0,7 0 11,-4 1 1,-2-1-12,7 0-12,-7 0 0,11-1 11,-2 1 1,-4 0-21,4-1 0,-8 1 25,7 0 1,0-1 5,6 0 0,0 0 0,-1 0-36,0 0 0,-5 0 0,0 1-5,2-1 1,1 0-1,3 0-17,-1 0 0,-5 1 0,-1-1 3,3 1 0,1-1 23,2 0 1,1-1-1,-1 1 3,1 0 1,-6 1 0,0-1-32,1 0 0,-3 1 4,1 0 0,-5 0 0,6 0 10,-9 0 21,5 0 0,-6 1 54,4-1-43,-4 1 1,7-1-4,-3 0 0,-2 1 20,9-2 1,-7 1-9,6 0 0,-1 0-19,7-2 0,0 1-2,-1 0 0,1 0 0,0 0-5,0 0 0,-6 0 0,0 1-9,2-1 1,1 0 1,3 0 1,0 0 1,0-1 0,-1 1 2,1 0 1,-6 1 1,1-1 0,-1 1-25,5-2 1,-6 2-64,1 0 1,0-1 90,6 0 1,-6 0 0,0 1-15,1-1 1,-3 1-2,1 0 1,1-1-1,6 0 1,-6 1 0,0-1-63,1 1 1,-3-1 27,1 1 0,1 0 35,5-2 1,-6 2-8,1 0 1,0-1 29,5 0 1,-5 1-13,0-1 1,-6 1-50,6 0 14,-1 0 26,6-2 10,1 1 0,-1 0 13,0 0 0,-5 1-8,-1-1 0,0 1-5,7-1 1,-7 0-1,1 1 0,-1 0 2,6-2 0,-5 2 0,-1 0 0,1-1-2,5 0 0,-6 1 1,1-1-2,1 1 1,-3-1 9,1 1 1,-5 0-5,5 0 1,1 0-3,5-2 0,-5 2 34,-1 0 1,1-1-2,5 0 1,0 0-33,0 0 0,0 0 0,1 0-4,-1 0 1,1-1 0,0 1-14,-1 0 0,1 0 0,-1 0-10,0 0 0,0-1 18,1 1 1,-1 0 0,0 0 6,0 0 1,-5 1-1,-1-1 73,2 1 0,-3-1-40,2 1 1,-6 0 1,7 0-13,-9 0 1,5 0 11,-3 0-3,-4 1-19,5-1 1,-4 1-8,3-1-16,-4 1 1,14-2 7,-4 0 1,-3 1-7,3 0 0,-6 0 1,5 0 1,-4 0 0,5-1 4,2 1 0,-5-1 0,3 1 0,-6 0 4,5 0 0,1 0 0,5-2 0,-5 2 0,0-1 2,2 1 1,-4 0-5,1-1 0,-4 1 1,5 0-3,2-1 1,-5 1 0,3 0 0,-1-1 0,7 0 0,-6 1 4,0-1-20,0 1-3,5-2 16,1 1 0,-7 1 3,1-1 1,-8 2 0,6-1-23,-4 0-16,-3 1 28,4-1 50,-7 1 27,0 0-1,8-1-42,-6 1 0,7-2-9,-3 2 1,-2-1-26,7 0 1,-5 0 3,6 0 0,-1-1-28,6 0 0,-5 1-21,-1-1 0,-5 2-3,5-2 0,-4 1-58,5 0 88,0-1 0,0 1 18,-1 0 1,-5 0-36,5 0 29,-7 0 1,6 0 27,-4 0 28,-5 1 53,7-1 31,-8 1 295,0 0-434,8-1 2,-6 1-62,5-1-24,-7 1-328,0 0-22,-7 1 120,5-1 0,-8 1 329,4 0 0,-3 0 0,-8 1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06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71 721 18331,'-10'1'0,"1"0"-235,3-1 439,4 0 35,-6 1 192,0-1-78,5 1-34,-4-1-62,-1 1-119,6-1-150,-6 0 10,8 0 643,0 0-565,8 0 1,2-1-61,7 0 1,0 0 0,1-1-25,-1 1 0,1 0 0,-1 0-17,0 0 0,1-1 0,0 1 11,0 0 1,-1 0 0,0-1 28,1 1 0,0 0 1,-1 0-13,1-1 0,0 1-5,-1 0 0,0 0-3,1 0 0,-7 0 4,1 0 20,-1 0-14,7 0 0,-1 0 13,1 0 0,-7 0-17,1 0 1,-6 0-5,5 1 0,1-1 1,6 0 1,-1-1-18,1 1 0,-1 0 5,1 0 1,-1-1-1,1 1 12,-1 0 1,1 0-1,0 0 1,-1-1 0,-5 2 1,0-1-19,1 0 1,2 0 0,3-1-27,0 1 1,-1 0-2,1 0 1,0 0-1,-1-1 22,0 1 0,-5 0 0,0 0-3,1 1 1,-3-1-1,1 0 32,3 0 0,1 0 1,3 0-5,0 0 1,-7 0 0,1 0 5,2 0 0,1 0-35,3 0 0,-1-1 4,1 1 1,-1 0 21,0 0 0,1 0 0,-1-1-3,0 1 0,-5 0 0,0 1 13,1-1 0,-3 0 1,1 0-5,3 0 0,-4 0 1,1 1-4,3-1 1,1 0-2,2-1 0,1 1 0,-1 0 0,1 0 0,-1 0 0,1-1 17,0 1 1,-1 0-1,1 0 0,-1-1 0,-5 2 0,-1-1-14,3 0 1,2 0 0,1-1 4,1 1 1,0 0 5,-1 0 1,0 0 0,1-1-4,0 1 0,0 0 0,-1 0 2,0-1 1,1 1 0,0 0-3,-1 0 0,-5 0 1,0 0-1,1 0-7,3 0 0,-4 0 1,-1 0-1,3 0-8,1 0 1,-3 1 0,-1-1-6,3 0 1,1 0-1,3-1 1,0 1 1,-1 0 1,-5 0 0,0 0 0,1 0 3,3 0 1,-5 1 0,1-1-15,1 0 0,3 0 0,1 0 9,1-1 1,-1 1 0,0 0-6,1 0 1,-1-1 0,0 1-3,1 0 0,-7 0 0,1 0-26,2 0 1,1 0-1,2 0 22,0 0 0,-5 0 1,-1 0-22,2 0 1,-3 1 0,1-1 30,3 0 1,1 0 0,3 0 11,-1-1 1,-5 2 0,-1-1 6,3 0 1,1 0 0,3 0-7,-1-1 0,0 1 0,1 0 0,-1 0 1,1 0 0,-1-1-5,1 1 0,-6 0 1,0 0-1,1 0 0,3 0 0,1 0 1,0 0-1,1 0 0,0 0 0,-1-1 0,1 1 0,-6 0 0,-1 0 0,3 0 9,1 0 0,-3 1 0,0-1 0,2 0 23,2 0 0,-5 0 1,1 0-43,1 0 1,3 0-1,1 0-16,1 0 0,-1-1 1,0 1 62,1 0 0,-1 0 0,0-1-23,1 1 1,-1 0-1,1 0-4,-1 0 1,1-1 0,-1 1 0,1 0-7,0 0 1,-1-1-1,0 1-6,1 0 0,0 0 0,-1 0 0,1-1-2,0 1 0,-1 0 0,0 0 1,1-1 0,-1 1 1,1 0-1,-1 0 1,1 0 1,-1-1 1,1 1 0,0 0-1,-1 0 1,0-1 0,1 1 0,-1 0 0,1 0 0,-1 0 0,1-1 0,0 1 0,-1 0 0,1 0 0,-1-1-12,0 1 0,1 0 0,-1 0-19,1 0 0,-7 0 0,1 0 21,1 0 0,-3 0 0,1 0-10,3 1 0,-4-1 0,1 0 16,3 0 1,-5 0-1,3 1 7,1-1 0,3 0 0,1-1-20,1 1 0,-7 0 1,1 1 11,1-1 0,3 0 0,1-1 3,1 1 0,-1 0 0,0 0 0,0-1 0,0 1 0,0 0 15,1 0 1,-1 0-1,0-1 1,1 1 8,-1 0 1,1 0 0,-1 0-16,0-1 0,1 1 1,-1 0-1,0 0-6,1 0 1,-1-1-1,1 1 1,-1 0 2,0 0 0,-5 0 0,0 0 1,1 0 10,2 0 1,3 0 0,-1 0-27,1-1 1,-1 1 0,0 0-16,0 0 1,0 0 0,0-1 10,1 1 0,-7 0 0,1 1 0,1-1 19,3 0 0,-5 0 0,1 0-4,2 0 1,1 0 0,2 0 15,1-1 1,-1 1-1,0 0 1,1 0-12,-1 0 0,-5 0 0,-1 0 0,3 0-6,2 0 0,1 0 1,1-1-1,0 1 2,-1 0 0,1 0 0,0 0 1,-1-1-5,1 1 1,-1 0 0,1 0 0,0-1-39,-1 1 0,-5 0 0,0 0 0,1 1-25,3-2 0,1 1 0,1 0 82,-1 0 1,1 0-1,0-1-21,-1 1 1,1 0 12,-1 0 0,0-1 1,1 1 17,-1 0 1,-5 0 0,-1 0-32,3 0 1,-5 1 0,3-1 3,2 0 1,2 0-1,1 0 5,1-1 0,0 1 0,0 0 10,-1 0 0,1-1 0,-1 1-6,1 0 0,0 0 0,0 0 1,-1-1-10,1 1 1,0 0 0,-1 0 0,1-1 9,-1 1 0,1 0 1,0 0-1,-1-1-9,1 1 0,-6 0 0,0 1 0,1-1-1,3-1 1,1 1 0,1 0-2,-1 0 1,1 0-1,0-1-4,-1 1 0,1 0-10,-1 0 1,1-1 13,-1 1 0,-5 0 0,-1 1 1,3-1 0,-5 0-81,3 0 1,0 0 40,5 0 1,-6 0 0,1 1 12,2-1 0,-5 0 12,3 0 1,-1 0 28,7 0 1,-7 0 0,1 0-9,1 1 0,-4-1 0,3 0 5,1 0 0,-3 0-8,1 1 0,1-1 1,5 0-2,1-1 1,-7 2 0,1-1-4,1 0 1,3 0 0,1 0 0,1-1 0,-1 1-13,0 0 0,1 0 0,-1-1 11,0 1 1,1 0-1,-1 0-34,1 0 1,-1-1-1,0 1 65,1 0 0,-1 0 0,0 0-25,1-1 1,-1 1 0,1 0-2,-1 0 0,0-1 1,1 1-1,-1 0 1,0 0 0,1 0-4,-1-1 1,-5 2-1,0-1-1,2 0 0,2 0 2,1-1 0,0 1 31,1 0 1,-1 0 6,1 0 0,0-1 11,-1 1 0,1 0-62,-1 0 0,1-1 101,-1 1 1,0 0 0,1 0-83,0 0 0,-6 0 0,0 0 24,1 0 0,2 0 0,3 0-12,-1-1 0,-5 2 0,0-1 1,2 0-12,2 0 1,-5 0 0,1 0 0,1 0 2,3 0 1,-5 0-1,1 0 1,1 0-17,3 0 0,-5 1 1,1-1-1,2 0 7,1 0 0,-3 0 0,-1 0 3,3 0 1,1 0 0,3 0 20,-1 0 1,1-1-25,0 1 1,-1 0-1,1 0 0,-1 0 0,-5 0-5,-1 0 0,1 0-4,5 0 0,1 0 7,-1-1 0,-6 2 0,1-1 1,2 0 0,-5 0 0,3 0-17,1 0 0,-3 1 0,2-1-73,1 0 1,-3 0-1,1 1 113,3-1 1,-4 0 0,1 0-22,3 0 1,-5 0 0,3 1 0,1-1-2,3 0 0,-5 0 0,1 0 8,2 0 1,1 0-1,3 0-13,0-1 1,-1 1 0,1 0 2,-1 0 1,-5 0 0,0 0 0,2 0 0,1 0 0,3 0-5,-1 0 1,-5 0-1,-1 0 11,3 0 1,1 0 0,3 0 15,0 0 1,-7 0 0,1 0-14,2 0 1,-4 0 0,1 0-5,3 1 1,-5-1 26,3 0 0,0 0-25,5 0 0,-5 0 1,-1 0-9,3 0 0,-5 1-2,3-1 1,-6 1-1,6-1 4,2 0 1,-4 0 0,1 0-5,3 0 0,-5 1 1,3-1 2,2 0 0,-5 0 1,3 0 0,1 0 0,-3 1 0,2-1 18,2 0 0,1 0 0,3 0 20,-1-1 1,1 1 0,-1 0-69,1 0 0,-7 0 0,1 0 1,1 0 35,3 0 1,-5 0-1,1 0 13,1 1 0,3-2 0,1 1-20,1 0 0,-1 0 0,0 0-5,1-1 0,0 1 4,-1 0 1,1 0 0,-1-1-5,1 1 0,-1 0 4,1 0 1,-1 0 0,0-1-21,1 1 1,-7 0 0,1 1-23,1-1 0,3-1 27,1 1 1,1 0 8,-1 0 0,0 0 13,1-1 1,-1 1 0,1 0 17,-1 0 0,-5 0 0,-1 0-4,3 0 1,-5 1-1,3-1-5,2 0 0,2 0-5,1-1 0,1 1 1,-1 0 5,1 0 0,-6 0 0,0 0-8,1 0 1,-3 0 0,2 1-11,1-1 0,-3 0 0,2 0 38,2 0 0,-5 1 1,3-1 0,2 0 0,1 0 17,3-1 1,-1 1-25,1 0 0,-1 0 0,1 0-31,0-1 1,-7 1 0,1 1-5,2-1 1,-5 0 0,3 0-2,1 0 1,-3 1-1,2-1-52,1 0 1,3 0 18,1 0 0,-5 0 0,-1 0-12,3 0 1,-4 0-36,2 0 0,-6 1 35,5-1 0,-5 1 68,6-1 0,-6 1-7,5-1 1,-5 0 12,6 1 1,-7-1-14,7 0 0,-6 1-8,5-1 0,-5 1 17,6-1 1,-1 0-102,7 0 0,-7 0 0,1 0 185,1 0 0,-3 1-34,2-1 1,-1 0-1,7 0-51,-1 0 0,-5 0 0,-1 0-3,3 0 1,-5 0-1,3 1-12,1-1 1,-3 0-1,2 0 7,1 0 0,3 0 0,1 0-5,0 0 1,-5 0 0,0 0-7,1 0 0,-3 0 0,1 1-4,3-1 1,-5 0-1,3 0-39,2 0-49,-7 1 45,9-1 33,-14 0 10,5 1-23,-7 0 25,0 0-3,-7 0 16,5 1-5,-6-1-5,8 0-673,0 0-605,-8 1 1278,-1-1 0,-9 2 0,1-1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10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18519,'12'-1'378,"-1"0"1,-5 1-176,6-1 0,-7 1 7,7-1 1,-6 0-38,5 1 1,-5-1-113,6 0 1,-6 1-1,5-1 10,3 0 0,-5 1 1,3-1-66,1 0 0,3 0 0,2 0 74,-1-1 0,1 1 0,0 0-55,-1 0 0,0-1 0,1 1-8,0 0 1,0 0 0,-1-1-69,0 1 1,-5 0 0,0 1-118,1-1 42,-5 0 90,7 0 0,-13 1-17,6-1 36,-8 1 60,0 0-103,8 0 30,-6 0 28,5-1 24,-7 1 87,0 0-32,8 0-37,-6-1-163,6 1-598,-8 0 507,0 0 0,-8 0 0,-2 1 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25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2308 19084,'1'10'242,"-1"-2"-184,1-1-35,-1-5-46,0 6 61,0-8 1,0-2-13,0-4 1,-1-4 0,0-7 0,1 5 28,-1 0 1,0 0-31,0-5 1,1 5 1,-1 0 1,1 6 10,-1-5 1,1 5 12,-1-6 1,1 6 10,-1-5 1,1 5-19,0-6 1,-1 6-42,1-6 1,-1 6-16,1-6 1,-1 7 60,1-7 35,0 8 1,-1-11-3,0 3 1,1 2-59,-1-1 1,1 5-31,-1-6 1,1 6 12,-1-6 0,1 6-3,-1-5 0,1 5 26,-1-6 0,1 6-18,-1-5 0,1 5 10,0-6 1,-1 7-10,1-7 1,-1 6-24,1-5 1,-1 5 3,1-6 1,-1 6-6,1-5 7,0 7 1,-1-6 2,1 4 1,0 3 16,-1-9 1,1 6-1,-1-6 1,1 7 17,-1-7 1,1 6-25,-1-5 1,1-1 7,-1-5 1,0 5 10,1 0 1,-1 1-8,0-7 0,0 7 0,1-1-18,-1-1 0,1 3 0,-1-2-7,0-1 0,1 3 2,-1-2 1,1 1 23,-1-7 0,0 7 0,0-1 4,1-1 1,-1 3-1,1-2 0,-1 1-9,0-7 0,0 7-10,1-1 0,-1 1-12,0-7 0,1 7 16,-1-1 1,1 6 4,-1-5 1,1-1-9,-1-6 1,0 7 29,0-1 0,1 6 1,0-5-36,-1-3 1,0 5 9,1-3 1,-1 6-1,1-6-7,-1-2 0,1 4 0,-1-1 1,0-3 1,1 5 0,-1-3 2,0-2 0,1 4 0,-1-2-2,1-1 1,-1 3-4,0-2 1,1 1-12,-1-7 0,0 7 6,1-1 1,-1 0-12,0-5 0,1 5-4,-1 0 1,0 0 11,0-5 0,1 5 3,-1 1 0,1 5-1,-1-6 1,1 6 0,-1-5 1,1-1 9,-1-6 0,0 6-13,1 1 0,-1 5-55,1-6 0,-1 1 48,0-7 0,1 7 4,-1-1 1,1 6 22,-1-5 0,1 5 2,-1-6 0,1 6-12,-1-5 0,1 5 6,-1-6 0,1 7-3,-1-7 1,1 6 4,-1-5 0,1 5-18,0-6 0,-1 1 1,0-7 0,0 7 0,1-1-7,-1-2 0,1 5 3,-1-3 1,0 1-1,0-7 18,1 1 1,-1 5 0,0 0 3,1-1 0,-1-3 1,0-1 8,0 0 0,0-1-4,0 1 1,0-1-20,0 1 0,0 0-11,0-1 0,1 6 1,-1 1 41,1-3 0,-1 5-20,0-3 0,1 6 1,0-5-12,-1-3 1,0 4-5,1-1 1,-1 5-7,1-6 1,-1 1 0,0-7 1,1 7 0,-1-1 3,0-1 1,1 3 3,-1-2 1,1 0 2,-1-6 0,0 7 12,0-1-16,1 8 1,0-5-2,-1 3-2,1 4-3,0-6 4,0 8 0,0-2 1,-1-4-1,1 4 1,0-8-32,0 4 31,-1 4-17,1-6-15,0 8 1,0-2-12,0-3 19,0 3 92,-1-6 57,1 0-67,0 6-51,-1-5-332,1 7-297,0 0 1,0-8 0,-1-2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31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2791 19043,'-1'-11'22,"1"1"1,0 5-27,-1-7 1,1 7-1,-1-7 64,1 9 0,-1-7-42,1 5-21,0 3-5,0-6-10,0 8-328,0 0 226,0 7 0,0-4 0,1 7 8,-1 3 1,1 2-1,0 2 112,0 0 0,0-6 0,-1 0 0,1 2 0,0 2 0,-1-6 0,1 5 0,-1-5 0</inkml:trace>
  <inkml:trace contextRef="#ctx0" brushRef="#br0" timeOffset="2216">155 2942 18665,'-1'-9'-498,"1"1"493,0 8 588,0 0-468,0-7-75,0 5 0,-1-8-21,1 4 0,0 3-5,-1-9 1,1 7-33,-1-6 1,1-1 21,-1-5 1,0 6 0,0-1 15,1-1 1,-1 3 0,1-1 6,-1-3 0,0 5 1,1-3-5,-1-1 1,1 3 0,-1-2-5,0-1 1,1 3 0,-1-2-8,0-1 0,1 3 0,-1-1-12,1-3 1,-1 4 0,0-1 9,1-3 0,-1 4 0,1-1 3,-1-3 0,0 5 0,1-3 23,-1-1 1,0-3-15,0-2 0,0 0-19,1 1 1,-1-1-5,0 1 0,0 0 1,0-1 0,0 6 0,1 0 12,-1-1 1,0 3 0,1-2 1,-1-1 0,1 3 36,-1-2 0,1 7-30,-1-7-16,0 0 1,1 1 54,-1-1-11,1 8-22,-1-11 0,1 11-9,-1-8 0,1 7-28,-1-7 1,1 0 2,-1-5 0,0-1 5,0 1 1,1 5-1,-1 1 12,0-3 0,1 5 1,-1-3 13,0-2 1,1 5 0,-1-3 2,1-1 1,-1 3 0,0-2-12,1-1 0,-1 3 0,1-1-20,-1-3 0,0-1 1,0-2 0,0 0 0,0-1 1,1 1-3,-1-1 0,0 1 18,0 0 1,0 0-10,0-1 1,0 1 9,0 0 1,0-1 0,0 1-5,0-1 1,1 7 0,-1-1-8,0-1 0,1-3 1,-1-1 1,0-1 0,0 1-3,0 0 1,0-1-5,0 1 1,0-1 5,0 1 1,0-1 70,1 1 0,-1 0-50,0-1 1,0 7-1,1-1-11,-1-2 0,0 5-2,1-3 0,-1 6 23,1-5-10,-1-1-1,0-5 1,0-1-23,0 1 0,1 5 17,-1 1 1,1-1-26,-1-5 0,0 5 2,0 0 0,1 1 0,-1-7 1,0 1 3,0 0 0,0-1 0,0 1 0,0-1 1,1 7-1,-1-1 11,0-1 0,1-3 0,-1-1 0,0-1 0,0 1 8,0-1 1,0 1 0,0 0-1,0-1 1,1 7 0,-1-1-10,0-2 1,1-1 0,-1-3 11,0 1 0,0 5 1,0 1-17,1-3 0,-1-1 0,0-3 15,0 1 0,1 5 0,-1 1 4,0-3 0,0-1 1,0-3-25,1 1 0,-1 5 0,0 1-4,1-3 1,-1-1 0,0-3-3,0 1 1,0-1 23,0 1 1,0 0 0,0-1-7,0 1 0,1 5 0,-1 1 4,1-3 0,-1 4-7,0-1 0,1-1-14,-1-5 1,0 5-4,1 0 1,-1 1 4,0-7 1,1 7-2,-1-1 1,1 6 1,-1-5 1,0-1 1,0-5 0,1 5-1,-1 1 1,1 5 0,-1-6 0,1 0-1,-1-5 0,0 5-17,1 1-4,-1 7 11,1-12 0,-1 13-11,1-9 21,0 8 0,-1-6 10,1 4-7,0 4 0,-1-8 2,1 4-5,0 4 1,-1-7 0,1 3 22,0 4 5,-1-6-28,1 8 1,0-2 6,0-4-11,0 4 12,-1-13 0,1 10 22,-1-6-25,1 7-4,0-4 0,0 6-14,-1-4-19,1 4-24,0-5-43,0 7-474,0 0 0,-1-8 0,1-2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55.2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839 35 7576,'10'0'1102,"-3"0"-475,-7 0-75,0 0-632,-7 0 0,3 0 59,-8 0 0,6 0 0,-5 0 99,-3 0 0,4 0-72,-1 0 1,-1 0 3,-5 0 1,5 0 0,0 0-7,-1 0 1,3 0 0,-2 0 20,-1 0 1,-3 2 96,-1 4 0,-1-4-92,1 4 0,5-4 1,3 0-1,-1 1 11,0 3 1,4 0-56,-5-6 1,-1 6-3,-5 0 1,5 5-1,0-5-9,-1-2 1,3 4 20,-2-2 0,1 7-14,-7-1 1,7-4-1,-1-1 12,-2 1 0,7-4 0,-1 6 4,0-2 1,-2 5 1,-7-1 1,5-3 0,1 3 0,-3 2 0,6-5 0,1 1 0,1 0 7,0 0 1,-6-5-1,4 7 7,-1 2 1,5-5-1,-4 3 1,0 1 0,4 3 0,-5 1-3,1 1 0,2-6 0,4-3 0,-2 1 66,-1 0 1,-3 1-117,2 7 0,2-1 1,-6 1 69,3-1 0,-1-5 1,4-1-39,-2 3 0,-2 0 0,5-1-32,-3-1 0,-2 0-33,2 5 0,4 0 33,-4 1 0,-1-6 0,1-1 24,2 3 1,2-5 17,2 3 0,-2-2 0,-2 3 3,-2-1 1,0-6 0,6 6-4,0 1 1,0-3-20,0 1 0,-5 1 3,-1 6 0,0-7 1,6 1 4,0 1 0,0-3 0,-2 0-1,-4-2 1,4 5 3,-3-1 0,3 3-15,2 3 1,-6-7-1,0 1-4,2 2 0,2-5 0,2 3 20,0 2 0,0-5 0,0 3 0,0 2 1,0-5 0,0 3-2,0 1 0,-2 3 9,-4 1 0,4 1-6,-3-1 0,3 1 0,2-1-3,0 1 1,0-7-1,0 1 0,0 2 1,0-5 0,0 3-3,0 2 1,0-5-7,0 3 0,0 0-30,0 5 1,0-5 0,0-1 34,0 3 0,0-4 1,2-1-5,3-1 1,-3 6 11,4-3 0,-2 5 2,2 1 1,-4 1-1,6-3-4,-1-3 0,-5 3-2,4-3 0,-4-2 0,0 1-1,4 3 0,-4-4 1,4 1 0,-5 1 1,1 4 19,4-5 0,-4-1-5,4-4 0,-2 1 0,0 7 19,2-2 1,-1-7-22,-5 7 1,2-6-8,4 6 0,-4-7 0,6 5 1,0-2 1,-6 0 3,3-3 0,-1-1 6,2 8 1,-2-2-10,8 1 0,-7 5-14,7-5 1,-8-1 0,4 0 5,0-2 1,-7-1 7,5-1 0,2-2 0,0 6 20,1-2 1,-3 5 4,6-1 0,-6-2-28,5 1 1,-7-5-1,4 4-5,0-3 0,-4 5-8,7-6 0,-5 6 5,6-7 0,-6 7 4,5-6 0,-7 2 1,2-3 6,4-3 1,-8 8 0,5-6 7,1 2 0,-4 0-7,8-6 0,-8 2 3,1 3 1,-1-3 0,0 6 3,2 0 0,2-6 10,-2 4 0,-5-3 1,7 1-19,0 2 0,-4 0 0,6-4 10,-3 4 0,1-4 0,-2 5 9,6 1 0,-3-6-10,3 4 0,-6 2 0,5-2-14,3-3 1,-6 1 0,-1 0 26,1 2 0,2 2-13,7-2 1,-5-4-20,0 3 0,-1 3-5,7-2 0,-7 0 0,1-4 34,2 4 1,-5-5 10,3 5 0,-2-2 1,3 0-35,-1 2 0,-6 0 3,5-6 1,1 0 49,6 0 0,-7 0 14,1 0 1,-1 0-58,7 0 0,-6 0 0,-1 0 26,3 0 1,-5 0-115,3 0 0,0 0 46,5 0 1,1 0 55,-1 0 1,-5 0-1,-1 0-5,3 0 0,-4-2 0,1-2-13,3-2 1,-4 0-14,1 6 0,1 0-25,5 0 1,-5 0-1,0 0 2,1 0 0,-5-2 0,0-2 18,0-1 0,-5-1 0,9 6 16,2 0 0,-5 0 2,3 0 0,-6 0 1,4-2 8,-3-4 1,1 4 0,-2-4-5,6 4 1,-5 0 0,1-2-1,0-1 0,2-1 0,5 4-10,-3-4 0,-3 4 0,-3-6-3,6 1 1,-2 5 0,-1-6-1,1 2 7,0 0 0,-1-1 0,5 3 0,-4-4-3,-3-2 1,7 4-1,-2-3-2,3 1 1,-3-4-1,-1 4-3,3-1 1,-6 3-1,0-4-5,-1 2 1,3-5 4,7 1 1,1-3 9,-1-3 1,1 1-9,-1-1 0,1 1 1,-3-1-2,-3 1 1,-2 5-1,-4 1-27,5-3 0,-3-1 0,0-1 7,-1 4 1,-5 3 0,6 5 0,-2-4-18,0-2 1,0 5 20,-6-7 1,5 0 13,1-5 0,6 5 0,-6 0-31,-2-1 1,3-3-1,1 1-46,2 3 1,-4-3 17,5 3 1,-5-2-1,4 1-16,-2 1 0,-1 1 62,-1-7 1,-4 1 0,6 1 24,0 4 0,-6-3 0,5 5 15,1 1 0,-6-7 0,4 4-72,-4-3 1,-2 3 0,2 3 0,2-1 18,1 0 1,1 4 0,-6-5 6,0-3 1,2 0-1,2 1-9,2 1 0,0 1 36,-6-7 1,0 1-1,0-1 15,0 1 1,0-1 5,0 1 0,0-1 0,0 1-2,0-1 0,0 1 1,0 0-3,0-1 0,0 1 1,0-1-7,0 1 0,0 5 0,0 0-12,0-1 0,0-3 0,0-1 9,0-1 0,0 1 0,0-1 25,0 1 0,-2 5 0,-2 1-10,-2-3 0,0-1-12,6-3 1,-6 1 0,1-1 0,1 1 1,0 5 0,0 0 46,-2-1 1,-2-1-1,4 1-27,-1 1 1,-3 2 0,4-3-14,-2 1 1,-2 0-19,3-5 1,-3 0 0,-6-1 9,3 1 0,7 5 0,-4 2-24,0 2 1,6-5 0,-5 3 0,1-1-20,0-1 0,-6 6 1,4-6 35,-1-1 0,5 3 0,-4 0 0,2 1 2,0-1 0,-1 4 1,1-5 5,-6-3 0,5 4 1,-1 1-1,2-1-14,0 0 0,-6 4 1,5-5-36,-3-3 0,4 4 0,-4-1 0,1-1 44,-1 2 0,6 1 0,-4 5 0,3-4-21,-1-2 0,-6 5 0,4-5 36,-1 2 1,-1 0 0,-4 4 58,3-1 0,-1-7 29,-5 6 1,-1-5-78,1 5 1,-1-6-32,1 6 1,-1-5 0,1 3-3,-1-2 0,1 6 1,-1-3-78,1-1 1,5 6-1,1-4 55,-3 4 1,-1-4 0,-3 0 64,1 3 0,1-1 0,3 0 0,1-2-32,-2 2 1,5 2 0,-3 0 0,-2-2 28,-1-2 1,3 1-1,1 5-16,-3 0 0,-2-6 0,-1 0-43,0 2 0,5 2 0,0 2 0,1-2 9,1-4 1,-6 4 0,5-5-15,-5-1 0,-1 6-13,-1-4 1,1 4 0,-1 2-230,1 0 1,5 0-1,1 0-65,-3 0 1,4 6 0,1 2-1,-1 0-491,0-1 0,6 1 816,-1-2 0,3-4 0,2 6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1:59.8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769 18 7363,'12'10'-984,"-1"-5"1305,-7-3 1,6-2 218,-4 0-218,-4 0-58,6 0-124,-8 0 0,-2 0-209,-4 0 213,4 0 49,-6 0-41,8 0-113,0 0-62,-8 0 1,-1 2 53,-9 4 0,6-4 0,1 4 1,-1 2 0,-5-3-25,-1-1 0,7 4 0,1 0 0,0 0-2,1-1 0,-3 1 1,-6-2-2,1 6 0,1-3 0,3 1 0,1 0 3,-1-1 0,3-3 1,-2 6 102,-1 1 0,3-3 0,-2 0 72,-1-2 0,-3 5-128,-1-1 1,-1 3-69,1 3 0,-1-1-16,1 1 0,1-1 0,3-1 20,1-5 0,6 3 0,-3-6 0,-1-1 5,0 1 1,6 6 0,-3-4 0,1 1 1,0 1 1,-2-6 0,4 5 11,-2 3 0,-1-1 1,3 1-1,-2-2 4,2 1 1,-4-3-1,1 2-13,-3 1 0,6 3 0,-4-1 0,2-1 0,1-3 0,-3-1 1,4 4-1,-4-3-20,-1 3 0,5-4 1,-4 1 7,0 3 1,0 1 0,-5 3-1,1-1 1,6-5-1,-3 0-5,1 1 1,-4 3 0,4-1 0,1-1-19,-1-3 1,2-5-1,4 6 13,-4 2 1,4 1-1,-3 3 1,1-3 21,-2-3 1,4 3 0,-4-3 14,4 3 0,-4 3 0,1-1-3,1 1 1,2-1 0,2 1-5,0-1 0,0 1 1,0-1 28,0 1 0,0-7 0,0 1 0,0 1-1,0 3 0,0-4 0,0-1 1,0 3 0,0 1 1,0 3-25,0-1 1,0 1 0,0-1-1,0 1-5,0-1 0,0-5 0,0-1 1,0 3 14,0 2 1,0 1 0,0 0-15,0 1 0,0-6 0,0-1 1,0 3 9,0 1 0,0-3 0,0 0 0,0 1-5,0 3 0,0 1 1,0 1-13,0-1 1,0 1 0,0-1-7,0 0 0,0-5 0,0 0 0,0 1-4,0 3 0,0-4 0,0-1-26,0 3 0,0 1 11,0 3 1,2-1 0,2 1 6,1-1 0,1-5 1,-4-3 4,4-1 1,-4 6 13,4-3 1,-2 3 0,-1 0 34,3-3 1,0-5 0,-4 4-1,2-1-9,2 1 0,0-4 1,-5 4 18,5-3 0,-4 7-46,4-2 1,-2-3 3,2 3 0,-4 0 0,5 3 37,1-3 1,-6 3-7,4-3 1,-4-2 0,0-1-1,4-1 1,-4 6 0,5-5-33,1 1 1,-6 0-1,4-4 0,-2 1 1,0 7-15,2-2 0,1-8 1,-3 3 6,2 1 0,2-6 0,-4 6-5,1 0 1,3-6 0,-4 5 4,2 1 1,2-6 0,-4 6 0,1-1 0,7-3 1,-6 8 0,5-6 8,-5 5 0,6-5 0,-4 4 27,1-2 1,-5 0-33,2-3 1,2-1-23,-2 8 0,5-6-6,-5 5 1,2-7 0,-4 4 4,2 0 0,1-6 0,-3 5 20,2 1 1,2-6 0,-4 6 31,2 0 1,1-6 0,-3 5-18,2 1 0,2-6 1,-4 6-84,1 0 1,3-5-14,-2 9 1,-2-6 123,8 6-14,-9-9-21,13 13 1,-12-8-6,8 3 1,-9-1 0,5-6-15,0 2 0,-4 2 3,7-3 0,-5-1 4,6 8 0,-6-8 4,5 2 0,-7-3 0,4 1 0,0 2 0,-4 0 0,5-4-1,-1 4 1,0-4 0,-2 4 0,-2-5 0,5 1-1,-1 4-6,6-4 0,-5 8-38,9-4 0,-7-4 16,1 3 0,0-1 24,5 2 0,-5-4 10,-1 4 0,-5-4 0,6 0-2,2 4 0,-5-4 3,3 3 1,-2-1 0,3 0 15,-1 2 1,-6 0-18,5-6 0,1 0-6,5 0 1,-1 2 0,-3 2-16,-1 1 0,-6 1-20,6-6 0,-1 0 11,7 0 0,-9 2 0,-1 2 22,0 2 0,-4 0 6,7-6 0,-5 0 3,6 0 1,-6 0-2,5 0 1,-5 0-1,4 2 19,-2 3-18,5-3 10,-3 6 0,7-8-8,1 0 1,-6 0-1,-1 0 3,3 0 1,-5 0 0,3 0-3,2 0 1,-5-6-1,3 1-11,2 1 0,-5 2 0,1 0-9,-2-4 0,5 4 0,-1-4 2,4 4 0,-5-4 2,1 1 1,-3-3 0,5 4 11,-2-2 0,-1-5 0,5 3 9,-4-2 0,-3 6 0,-5-4 0,4 3-10,2-1 1,-5-2-3,7 2 0,-2-4 0,3-5-5,-1 3 0,-6-1 0,3 5 12,-1-2 0,4-1 0,-4-5 5,1 4 0,-5 3 0,4 5 0,-2-4-13,0-2 1,-1 5-1,-3-5 1,2 0 2,2 0 1,6 5 0,-6-7 0,-1 0 15,3 3 1,-4-5-1,6 6 18,-2-1 0,5-3-35,-1-5 0,-3 1 0,1 2 0,0 5 0,0 1 1,-5-4 0,5 5 41,-2-3 1,5-2 0,-3-5-81,0-1 1,0 9 0,-7 1 0,5 2-48,2 0 0,-4-7 91,5 1 0,-5-2 0,4 1-7,-2 1 0,-1 2 1,-3-3-5,2 1 0,6 1 1,-6-7-29,-3 1 1,1 5 0,0 0-1,2-1 0,6-3 0,-7-1 8,-1-1 0,4 1 0,-2-1 2,-2 1 0,4 5 0,-3 1 0,-1-3-19,-2-1 0,4-3 1,0 1-26,-2-1 1,4 1 0,-3-1 51,-1 1 1,0-1 0,0 1 3,2-1 1,0 1-1,-6-1-9,0 1 1,5-1 0,1 1-1,-2 0-44,-2-1 1,-2 6 0,0 1 0,2-3 27,4-1 1,-4-3-1,4 1 28,-4-1 0,-2 1 0,0-1 13,0 1 0,1-1 1,3 1-1,2 0-1,-2-1 0,-2 6 0,-2 1-44,0-3 0,0-1 0,0-3 25,0 1 1,0-1 0,0 1-18,0-1 1,0 1-1,0-1 30,0 1 1,0-1 0,0 1 1,0 0 0,0-1 0,0 1 15,0-1 0,-6 1 0,0-1 0,2 1 0,3-1 1,1 1-18,0-1 1,-6 1 0,0-1 4,2 1 0,0 5 0,0 1 0,-2-3 1,1-1-1,5-3 50,0 1 0,-6-1 0,0 1-43,2-1 1,0 1-1,0-1 10,-1 1 1,-1-1-1,4 1 27,-4-1 1,4 7 0,-4-1 0,2 1-19,-2 1 0,5-6 0,-7 7 0,2-3 31,0 0 0,-2 3 1,4-5-1,-3 4 0,-3 3 1,6-7-1,-4 4 1,3-1-28,-1-1 1,-6 6-1,6-5 1,0-1-13,-1 2 1,-1-5 0,-6 5 0,3 0 1,5-3 0,-4 5 0,0 0 1,1 0 0,-3-5-35,-5 1 1,1 2-1,3 1 1,3-1-10,2 0 0,-6 5 1,3-5 6,-5 2 1,-1-5-12,-1 1 0,1-2 1,-1 1 4,1 1 1,5 6 0,1-3 0,-1-1 13,2 0 1,1 6 0,5-4-1,-4 3-95,-2-1 0,-1-8 66,-7 3 0,7 3 0,1 0 1,0 2 8,0 0 1,5-1 0,-7 3-4,-2-2 1,5-2 0,-3 4-85,-2-1 1,5-3 35,-3 2 1,1 4 34,-7-4 0,1 4 0,1 0-67,4-4 1,-3 5 41,3-5 1,-3 4 52,-3 2 1,1 0 2,-1 0 0,7-6 0,-1 0 8,-2 2 1,5 2 0,-3 2 1,-1 0 0,3-2-60,-2-3 1,1 3-4,-7-4 1,1 4 0,1 0-47,4-4 0,-3 4 1,3-4-95,-3 4 1,3 2-1,0 0-262,-1 0 1,-3 0-1,-1 0 462,-1 0 0,1 8 0,0 2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11.62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1206 6923,'0'-10'2164,"0"2"-1867,0 8-420,0 0 90,0 8 1,0 2-1,0 7-3,0 1 0,0-7 1,0 1-1,0 2-69,0 1 0,0-3 0,0 0-226,0 1 1,0 3 0,0 1 1,0 1-210,0-1 1,0-5 538,0-1 0,0-7 0,-8 12 0,-1-7 0</inkml:trace>
  <inkml:trace contextRef="#ctx0" brushRef="#br0" timeOffset="467">1 1643 8353,'9'-8'-68,"-1"6"534,0-6 1,-6 6 245,4-4-426,-5 4-584,-1-5 277,0 7 0,0 2 3,0 3 0,0 5 1,0 8 26,0-1 1,0-5 0,0-1-34,0 3 1,0 1 0,0 3-158,0-1 1,0 1-232,0-1 1,0-5-836,0 0 764,0-1 1,0 1 482,0-1 0,0-7 0,0 4 0,0-8 0</inkml:trace>
  <inkml:trace contextRef="#ctx0" brushRef="#br0" timeOffset="968">35 2079 7898,'0'-10'-143,"2"3"641,4 7-241,-4-8-91,6 6 0,-8 2-98,0 12 1,0-3 0,0 3-6,0 2 1,0 1-1,0 3-103,0-1 1,0-5 0,0-1-90,0 3 0,0 1-142,0 3 0,-6-1-547,0 1-183,0-1 1001,6 1 0,0-7 0,0 1 0,0-8 0,0 4 0,0-8 0</inkml:trace>
  <inkml:trace contextRef="#ctx0" brushRef="#br0" timeOffset="1467">53 2568 7537,'0'-10'690,"0"-5"0,0 11-715,0-8 99,0 8-58,0-3 165,0 7-75,0 0-82,0 7 0,0 3 0,0 8-23,0-1 1,0-5-1,0-1-20,0 3 1,0 2 0,0 1-5,0 0 1,0 1 0,0-1-155,0 1 1,0-1-98,0 1 0,0-1-314,0 1 0,0-1-497,0 1 1085,0-9 0,0 7 0,0-14 0,0 13 0,0-5 0</inkml:trace>
  <inkml:trace contextRef="#ctx0" brushRef="#br0" timeOffset="1800">53 3075 9299,'10'0'448,"-3"0"-547,-7 0 0,0 2-212,0 3 0,0-1-253,0 8 1,0-6-17,0 5 1,0-5 579,0 6 0,-7-8 0,-3 3 0</inkml:trace>
  <inkml:trace contextRef="#ctx0" brushRef="#br0" timeOffset="2715">18 1188 8229,'0'10'1175,"-2"-2"-1173,-4-8-215,4 0 1,-3 0 174,10 0 1,-1 0-1,8 0 1,1 0 1,3 0 1,-2-2-1,1-2 1,4-2-61,1 2 1,1 1-1,1-1 1,1-2 36,-2 2 1,4 2 0,-1 0 0,-1-2-120,2-2 0,-5 1 0,5 5 0,-2 0-5,0 0 0,1 0 0,-7 0 0,1 0 27,-1 0 1,6 0 0,1 0-1,-3 0 156,-2 0 0,-1 0 0,-1-2 0,1-4 0,-1-4 0,1-7 0</inkml:trace>
  <inkml:trace contextRef="#ctx0" brushRef="#br0" timeOffset="3281">839 1101 8322,'11'0'-143,"1"0"1183,-8 0-486,4 0-448,-8 0-305,8 0 1,1-2 0,9-4 0,-7 4 1,1-3-1,2 3 11,1 2 0,3 0 0,-1-2 0,2-2-45,5-2 0,-3 0 0,8 6 0,0-2 86,-2-4 1,6 4-1,-3-5 1,3 1 145,1 0 0,-1-2 0,-2 4 0,-1-1 0,-1-9 0,6 4 0</inkml:trace>
  <inkml:trace contextRef="#ctx0" brushRef="#br0" timeOffset="3849">1730 996 8699,'0'-9'38,"1"1"1,5 8-193,6 0 0,3 0 0,3 0 1,1 0-121,5 0 1,-3 0 0,8 0-1,2 0 63,2 0 1,8 0 0,2-2 0,1-2 210,5-2 0,-3-2 0,3 5 0,-1-3 0,7-8 0,-11 4 0</inkml:trace>
  <inkml:trace contextRef="#ctx0" brushRef="#br0" timeOffset="4448">2655 909 7522,'0'-10'-112,"2"3"117,4 7 1,-2-6-22,7 0 1,1 0 0,6 6-31,-1 0 1,0 0 0,1-2 0,-1-2-116,1-2 0,7 1 0,2 5 0,4 0 29,4 0 1,-4-6 0,12-2 0,-2 0 131,-1 1 0,11-5 0,1 6 0,1-8 0,7 5 0</inkml:trace>
  <inkml:trace contextRef="#ctx0" brushRef="#br0" timeOffset="5064">3720 804 7758,'2'-9'156,"4"3"0,-2 4 0,8 0-179,1-4 1,3 4 0,1-4-60,1 4 0,1 2 0,3 0 0,3-2 22,2-3 0,4 3 1,8-6-1,3 2-82,3 0 0,2-2 1,5 5-1,0-5-64,1-2 1,-1 4 0,1-5 0,-3-1 205,-3 2 0,1-5 0,-7 3 0,-2-1 0,-2 1 0,-4-2 0,-4 8 0,4-7 0,-6 3 0</inkml:trace>
  <inkml:trace contextRef="#ctx0" brushRef="#br0" timeOffset="5714">5187 525 8898,'0'10'-129,"2"-3"58,4-7 0,4 0 1,9 0-1,3 0-57,1 0 1,8-2 0,0-2 0,6-1-93,4 1 0,7-4 1,-1 2-1,1 0 34,-1-1 1,3 3 0,-5-6-1,1 2 186,1 4 0,-10 0 0,0 1 0,-6-3 0,-2-8 0,6 4 0</inkml:trace>
  <inkml:trace contextRef="#ctx0" brushRef="#br0" timeOffset="6314">6410 420 7879,'0'10'-468,"2"-3"489,4-7 0,-2 0 1,7 0-9,3 0 1,1 0 0,3 0 0,-1-1 11,1-5 0,1 4 0,2-6 0,5 2-46,1 0 1,2-1 0,6 3 0,0-4-134,0-2 1,0 6 0,-2-1 0,-2 1 22,-2-2 1,-2 4 0,4-4 0,-4 4-94,-2 2 1,-1 0 223,-7 0 0,-7 0 0,5 0 0,-5 0 0</inkml:trace>
  <inkml:trace contextRef="#ctx0" brushRef="#br0" timeOffset="6898">7458 315 8234,'-10'2'-136,"2"2"972,1 2-292,5 0-343,-6-6-408,8 0 1,8 0 0,3 0 32,5 0 0,-5-6 0,1 0 0,2 2-46,1 2 0,3 2 1,1 0-1,2-2 56,3-4 0,1 5 0,-4-5 0,4 2 32,3-2 0,-5 4 1,4-4-1,-2 4 26,-3 2 1,-3 0 0,-1 0 0,-1-2 105,0-3 0,-5 3 0,0-4 0,-8 4 0,-4-6 0,-10-2 0</inkml:trace>
  <inkml:trace contextRef="#ctx0" brushRef="#br0" timeOffset="7465">8506 193 8322,'-12'0'249,"0"0"867,8 0-343,-11 0-999,13 0 133,-6 0 0,16 0 0,4 0-54,3 0 1,8 0-1,1 0 1,-1 0-121,2 0 1,-3 0 0,7-2 0,2-2 65,2-2 0,2 1 0,-2 5 0,-2 0-1,-2 0 0,-2-2 1,2-2-1,-6-2-43,-3 2 0,-3 2-59,1 2 304,-9 0 0,-1 0 0,-8 0 0</inkml:trace>
  <inkml:trace contextRef="#ctx0" brushRef="#br0" timeOffset="8064">9414 88 8248,'-10'0'283,"2"0"0,10 0 0,4-2-194,6-4 1,3 4 0,3-5 0,1 1-197,4 0 1,-3 0-1,3 4 1,-2-2 5,3-1 1,-3-3 0,6 4-1,-2-2-78,-3 2 0,-3 2 0,-1 2 0,-1-2-3,1-3 0,-1 3-211,1-4-445,-9 4 838,-1 2 0,-8 0 0,0 8 0,0 1 0</inkml:trace>
  <inkml:trace contextRef="#ctx0" brushRef="#br0" timeOffset="8648">9903 88 8322,'9'0'-28,"1"-2"-161,-4-4-141,-4 4 219,6-5 1,-8 9 83,0 3 0,0-1 1,0 8 5,0 2 0,0 1 0,0 3 0,0-1-12,0 1 1,0-1 0,0 0-1,0 3-47,0 3 0,0-2 0,0 9 0,0-1 97,0-2 0,0 4 0,0-8 0,0 0-26,0 3 0,0-7 0,0 4 0,0-3-8,0-3 1,0 1-278,0-1 0,2-1 294,3-5 0,-3-3 0,6-16 0,-8-1 0</inkml:trace>
  <inkml:trace contextRef="#ctx0" brushRef="#br0" timeOffset="9264">9903 874 8322,'8'10'-880,"-7"-2"0,9-3 1959,-4 1-770,-4 0 0,6-4 146,-8 4-267,0-4 0,0 7-77,0-3 0,0 4 0,0 7-93,0 1 1,6-6-1,-1-1 1,-1 3 30,-2 1 0,-2 3 0,0-1 0,0 1-28,0-1 1,0 6 0,0 1 0,0-3-6,0-2 0,0 1 0,0 1 0,0 2 15,0-1 1,0-3-1,0-1 1,0-1 6,0 1 1,0-7 0,0 1-26,0 1 0,0 3-188,0 1-247,8-7-451,-6-2-132,6-8-127,-8 0 1132,0 0 0,0 8 0,0-6 0,0 13 0,0-5 0</inkml:trace>
  <inkml:trace contextRef="#ctx0" brushRef="#br0" timeOffset="9810">9990 1800 7818,'2'-10'1102,"4"4"-945,-4 4 1,6 0 421,-8-4-450,0 5 0,2-7 0,1 10-70,3 4 1,0 3 0,-6 9-1,0-1-37,0 1 1,0-1 0,0 1 0,0 1 4,0 4 1,2 2 0,2 7 0,2-3 30,-2 2 1,-2-4 0,-2 0 0,0 0-11,0 0 1,0-5 0,0 1-111,0-4 0,0-1-488,0-1-390,0-7 13,0-2 206,0-8 1,0-2-542,0-4 1262,0 4 0,0-6 0,-8 8 0,-2 0 0</inkml:trace>
  <inkml:trace contextRef="#ctx0" brushRef="#br0" timeOffset="10115">9973 2428 8322,'0'-11'-55,"0"-1"1,0 6 232,0-5-116,0 7 433,0-4-384,0 8 0,0 8 1,0 3-129,0 5 0,0 1 0,0 1 0,0-1-346,0 1 1,0-7 0,0 1-452,0 2 814,0-7 0,0 9 0,0-6 0</inkml:trace>
  <inkml:trace contextRef="#ctx0" brushRef="#br0" timeOffset="11534">70 3162 6794,'0'-10'1923,"0"1"-1810,0 3-230,0 4 106,0-6 0,2 8 0,4 0-54,6 0 1,-2 0 0,1 0-1,3 0-7,1 0 1,9 0-1,1 0 1,4 0-28,8 0 1,-2 0 0,7 0 0,1 0-18,4 0 0,-3-2 0,3-2 0,-1-2-4,-1 2 0,4-3 1,-9 1-1,-1 2-42,-2 2 0,-4 2 0,-2 0 1,-4 0 161,-2 0 0,-1 0 0,-7 0 0,1 0 0,7 0 0,2 0 0</inkml:trace>
  <inkml:trace contextRef="#ctx0" brushRef="#br0" timeOffset="12097">1241 3005 8350,'-12'0'-528,"0"0"899,1 7-46,-7-5-266,8 6 70,3-8 1,14 0 0,5 0-84,4 0 1,1 0 0,1 0 0,-1 0-28,0 0 0,1 0 1,-1 0-1,3-2-162,3-4 0,-2 4 0,7-3 0,-1 3-34,0 2 0,-4 0 0,4 0 1,1-2-29,-1-4 0,-4 4 1,4-4-1,-2 4-75,-3 2 0,3 0 0,-2 0 106,-1 0 1,-3 0 0,-2 0 173,1 0 0,-8-7 0,5 5 0,-5-6 0</inkml:trace>
  <inkml:trace contextRef="#ctx0" brushRef="#br0" timeOffset="12930">2149 2935 8380,'11'0'-1000,"1"0"0,-6 0 1096,5 0 0,-5 0 64,6 0 1,0 0-70,5 0 1,0 0 0,1 0-57,-1 0 1,1 0-1,-1 0 1,3-2-24,3-4 1,4 4 0,6-4 0,-2 4-62,-2 2 1,0 0 0,6 0 0,0-2 30,0-3 1,0 3-1,0-4 1,0 2-18,0-2 0,-6 4-1,-2-6 1,-2 3-66,-3-1 1,-9 0 0,-1 6-328,2 0-14,-7 0 442,1 0 0,-16-8 0,-1-1 0</inkml:trace>
  <inkml:trace contextRef="#ctx0" brushRef="#br0" timeOffset="13482">3389 2795 7945,'-12'0'289,"0"0"-278,8 0 16,-3 0 1,9 0-1,3 0-56,7 0 0,2-2 1,-1-2-1,1-1-66,5 1 1,1 2 0,7 2 0,0 0-27,0 0 0,2-2 1,6-2-1,0-2 80,0 2 0,0 2 0,0 0 0,0-2-98,0-1 0,0-1 1,0 6-1,0-2-12,-1-4 0,1 4 0,0-4 0,-2 2 151,-4-1 0,4 1 0,-5-6 0,-1 2 0,-4 4 0,-4-5 0,-1-1 0,-1-8 0</inkml:trace>
  <inkml:trace contextRef="#ctx0" brushRef="#br0" timeOffset="14214">4611 2673 7386,'12'0'119,"-1"0"1,1 0 0,6 0 0,-1 0-99,0 0 0,9 0 0,3 0 0,6 2-28,5 4 1,-1-4 0,8 3 0,1-3-51,3-2 1,-5 0 0,-1 0 0,-2 0-34,-4 0 0,3 0 1,-1 0-1,-4-2-24,-6-3 0,2 3 1,-6-4-1,0 4 2,-4 2 0,-3-6 0,-3 0 43,1 2-225,-1-5-28,-7 7 322,-2-6 0,-8 8 0,0-8 0,0-1 0</inkml:trace>
  <inkml:trace contextRef="#ctx0" brushRef="#br0" timeOffset="14847">6043 2603 8393,'-17'0'691,"-1"0"-694,9 0 1,3 0 27,12 0 1,5 0-1,11 0 1,3 0-73,2 0 0,2 0 1,8 0-1,4 0-24,5 0 1,-3 0 0,0 0-1,-1 0-22,5 0 1,-2-6 0,-1 0 0,-1 3-52,-4 1 0,-2 2 1,-3 0-1,1-2 30,0-4 1,-8 4 0,-3-4 0,-5 4-195,-1 2 1,-7 0 44,1 0 0,-8-2 263,2-4 0,-4 4 0,-10-13 0,-2 5 0</inkml:trace>
  <inkml:trace contextRef="#ctx0" brushRef="#br0" timeOffset="15514">7370 2533 8239,'-9'-8'-553,"-1"6"855,4-3 1,4 1 400,-4-2-409,-3 4 1,5-6-334,-8 8 69,8 0 0,-1 0 0,10 0-46,7 0 0,4 0 1,3 0-1,4 0 8,6 0 0,0 0 1,4 0-1,4 0-30,0 0 0,8 0 1,-1 0-1,3 0-77,0 0 0,-1 0 1,7 0-1,-3 0-58,-3 0 1,-3-2-1,-7-2 1,2-1 12,0 1 0,-14 2 1,4 2-382,-8 0 308,-11 0 0,-4 0-523,-12 0 756,-4 0 0,-7 0 0,-1 0 0</inkml:trace>
  <inkml:trace contextRef="#ctx0" brushRef="#br0" timeOffset="16130">8820 2428 8393,'-17'0'-303,"-1"0"0,1 0 1132,-1 0-165,8 0-447,3 0-194,7 0 0,2 0 0,3 0-47,7 0 0,-2 0 0,1 0 1,3 0-11,2 0 1,7 0 0,0 0 0,0 0 2,3 0 1,1 0 0,6 0 0,-2 0-124,-2 0 1,0 0 0,6 0 0,-2 0-31,-4 0 0,4 0 0,-6 0 0,2 0 53,0 0 0,-7 0 1,1 0-54,-4 0-7,-1 0-264,-8 0-156,-3 0 611,-7 0 0,8 0 0,2 0 0</inkml:trace>
  <inkml:trace contextRef="#ctx0" brushRef="#br0" timeOffset="16497">9641 2463 7812,'-18'0'-197,"7"0"0,1-2 1247,2-3 0,0 3-375,3-4-772,3 4 1,2 2-18,11 0 1,5 0 0,1 0 0,1 0-133,-1 0 1,1 0-1,-1 0 1,1 0-10,-1 0 0,6 0 1,1 0-1,-3 0 20,-2 0 0,5 0 0,-1 0 1,-2 0 234,-1 0 0,-3-8 0,1-2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30.04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507 435 8002,'0'-10'815,"0"0"-517,0 5 1,-2 3 0,-2-6-161,-2 0 0,0 4-139,6-7 0,0 5 0,-2-4-87,-4 2 1,4-5 0,-5 3-77,-1 0 1,4 2 0,-6 7 0,1-3 65,-1-2 1,-2 0 0,-7 6-1,-2 0 86,-3 0 1,-1 2-1,2 2 1,-4 4 5,-1 1 0,-5 5 0,6 7 0,-2 4 47,0 3 0,8-5 1,-3 6-1,5 0 23,2-2 1,1 6 0,2-6-1,5 3 17,1-1 1,2-2 0,8 2 0,2-4 19,2 0 1,13-5 0,-1 3-1,1-5-26,0-7 1,5 3 0,1-6 0,2-1-50,4 1 0,0-2 0,0-6 0,-4 0-51,-1 0 0,5 0 0,-4 0 1,2-2-109,0-4 1,-8 2 0,3-5 0,-5-1-403,-1 0 0,-3 4 1,-1-3-815,-3 1 1349,-7 2 0,4-2 0,-8-1 0</inkml:trace>
  <inkml:trace contextRef="#ctx0" brushRef="#br0" timeOffset="350">804 627 8004,'0'-12'57,"0"1"1,0-3 241,0-2 0,0-1 1,0 0 96,0-1 0,0 1-208,0-1-1280,7 1 860,3 7 1,0 4 0,-4 12 0,-5 6 50,-1 3 0,0-3 0,0-1 0,-1 3 148,-5 2 1,4-5-1,-6-1 331,0-2 1,4 3-33,-7-5 0,5 0-342,-6-6 1,8-2-180,-1-4 1,5 4 0,3-6 0,5 3-243,2-1 0,-4 0 497,5 6 0,1-8 0,5-1 0</inkml:trace>
  <inkml:trace contextRef="#ctx0" brushRef="#br0" timeOffset="851">1205 347 8004,'-6'-17'13,"1"-1"0,-3 1 0,4 0 537,-2-1 0,0 1 0,6-1 90,0 1 1,0 5-587,0 0 1,2 9-207,4-3 0,-2 12 0,6 5 1,-1 5 44,1 1 0,0 6 1,3 3-1,-1 1 73,2 4 0,1 0 0,1 0 0,-3-2 66,-1 2 0,-1 0 0,7 0 0,-3-2 13,-3 2 1,4-5-1,-7-3 1,3-4 63,0-1 0,-7-1 169,7 1 0,-8-11-164,2-7 0,-4-7 1,0-13-1,2-1-68,1-2 0,1-3 1,-4 3-1,2-6-37,2-4 1,5-2 0,-3 0 0,0-2-92,0-3 1,3 1 0,-3-6-1,2 2-2,3 5 1,-3 1 0,2 4 0,-1 2 55,-1 2 1,4 7 0,-8-1-148,-3 4-382,7 9 1,-8 4-18,4 12 0,-4 4 0,-2 7 0,0 1-30,0-1 0,0-3 604,0 3 0,8-3 0,1 11 0</inkml:trace>
  <inkml:trace contextRef="#ctx0" brushRef="#br0" timeOffset="1201">1834 470 8004,'0'-18'-256,"0"1"0,0-1 495,0 1 0,0-1 0,0 1 0,0-1 95,0 1 1,0 5-1,2 3-389,4 1 1,-2 0-10,7 2 0,-1 6 1,3-2-1,-3 8-114,-2 4 1,-2-4-1,-6 5 1,0 3-50,0 1 1,0 3 0,0-1 201,0 1 1,-2-3 0,-2-1 491,-2-2 1,-2-7 88,3 7 0,-5-8-87,-8 2 0,7-4 0,1-4-354,2-4 1,1 2-2221,1-8 2105,4 8 0,-14-3 0,7 7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35.6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490 438 7848,'-2'-16'-1438,"-2"2"3304,-2 3-1077,0 7-680,6-4-77,0 8 0,0 2 0,0 4 74,0 6 1,0 3 0,0 3 0,0-1-7,0 1 0,0 5 0,0 2 0,0 0-12,0 0 1,0 1-1,0-5 1,0 2-40,0-1 0,2 3 0,2-2 0,2-1-110,-2-3 1,-2-2-1,-2 1 1,0-1-109,0 1 1,0-7-708,0 1 347,0-8 1,0 2-5,0-12 0,0 2 0,0-8 533,0-1 0,0-3 0,0-1 0</inkml:trace>
  <inkml:trace contextRef="#ctx0" brushRef="#br0" timeOffset="1082">542 106 8271,'-8'-10'0,"6"-5"57,-4 3 1,-3 2-46,-3-1 1,-3 7-1,-3-2 107,1 4 0,-9 2 0,-1 0-30,0 0 0,2 0 0,7 2 0,-1 4-74,-4 5 0,3 5 1,-5 1-1,2 3 52,0 3 0,-7-2 0,7 7 0,0-1-32,-2 0 0,5 2 0,-1 6 0,5 0-9,5 0 1,1 0 0,-2 0-1,7 1-15,3 5 0,2 2 0,0 3 0,0-5 2,0-4 1,7-2 0,5 0-1,4-2-81,1-4 0,2 2 0,3-8 1,3 1 23,2 1 0,0-6 0,4 5 0,-2-7 33,3-5 1,0 3 0,3-5 0,0 0 13,0-5 0,-6 3 0,0-2 0,4-2 5,6-2 0,-4-4 0,2-2 1,-6-4-6,0-1 0,-4-3 0,1-6 0,-3 1-2,-4 0 1,4-1 0,-1 1 0,-3-3-4,-2-3 0,-1 3 0,-1-5 1,1 2 37,-1 0 1,-5-6-1,-2 3 1,-1-1 29,1-4 1,-6 4-1,2-4 1,-4-4-51,-2-4 0,0-2 1,-2 5-1,-2-3-15,-2-2 0,-8 0 0,3 6 0,-7 0-32,-5 0 1,4 2 0,-7 2 0,3 2-12,0-2 0,-6 6 1,5 2-1,1 3-17,-2 3 1,4 5-1,-7 3 1,1 1-127,0 4 1,6 2 0,-3 4-1,3 2-268,-2 2 1,5 13 0,-1-2 0,5 3 452,1-1 0,-3 7 0,-1 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38.0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454 350 8201,'0'-12'-1595,"-2"3"2400,-3 1 1,3-6-429,-4 3 1,2-5-91,-2-1 1,4-1-252,-4 1 1,5 5 0,2 2-97,5 3 0,4 1 1,7 6-92,1 0 0,-1 0 0,1 0 0,-1 2-54,1 4 1,-1 3 0,-1 9 0,-3-1 92,-1 1 1,-6 1 0,3 2 0,-1 3 89,-4-3 0,-4 4 0,-4 1 0,-4-1 30,-1 0 0,-3 4 1,-5-6-1,-1-1 94,1-3 1,-1-1-1,1-1 1,-1 1 91,1-1 0,-1-7 1,3-3 39,3 1 0,3-6 14,3 4-105,4-4 1,2-4-1,13-2-85,9-2 1,-3 0 0,4 6 0,-3-1-71,-3-5 1,3 4-1,1-4 1,4 2-59,2-2 0,-5 4 1,3-4-1,-2 3-29,1-3 0,-1 4 0,-6-4 0,1 4-160,-1 2 0,1-2 0,-1-2-415,1-2-77,-9 1 471,-1 5 1,-16 0 0,-3 0 279,-5 0 0,-1-8 0,-1-2 0</inkml:trace>
  <inkml:trace contextRef="#ctx0" brushRef="#br0" timeOffset="617">507 1 8201,'-18'0'-808,"1"0"1,-1 0 1141,1 0 1,0 0 0,-1 0 0,-1 2-164,-5 4 1,5-5-1,-6 5 1,1-2-98,1 2 1,0-2 0,3 8 0,-1-1-46,-2-1 0,0 5 0,5-3 0,1 4-39,-1 1 0,1 2 1,-1 3-1,3 3 86,3 2 1,-2-4-1,7 7 1,-1 3 2,0 5 1,2-1 0,6 4 0,0-4-28,0-2 0,8 0 0,4 0 0,3 0-54,3-1 0,5-4 0,0-3 1,1 0 38,1 0 1,0-6 0,6 5 0,-4-3-59,-1 0 1,5 1 0,-2-9 0,4-1 27,2-3 1,0-7-1,-1 2 1,1-4 2,0-2 1,0 0 0,0 0 0,0-2-58,0-4 1,-6-4 0,-2-7 0,-1 0-32,-5-1 1,4-1-1,-2-3 1,1-3-33,1-2 0,-6 0 0,5-4 0,-5 2 72,-2-2 1,1 3 0,-1-1 0,-1-2 62,-4-2 1,-5-2 0,-7 0 0,0 0 14,0 1 0,-2-1 0,-3 0 0,-7 2 122,-4 4 1,-7-4-1,0 3 1,0-1-85,-3 2 0,7 4 0,-6 10 0,1 1-102,1 2 0,-6 3 1,4-3-1,0 6-213,-1 4 0,-5 2 1,4 0-1,0 0-130,4 0 1,-3 2-1,3 4 1,0 6-1022,-2 3 1388,5 3 0,-13-1 0,6 1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41.6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18 315 6359,'-9'-8'2583,"1"4"-2402,8-8-328,0 8 0,2-3 94,4 7 1,-3 0-21,9 0 1,0 0 0,5 0 45,1 0 0,-7 0 1,1 0-1,2 0 7,1 0 1,3 0 0,-1 0 0,0 0 0,1 0 0,1 0 1,3 0-1,3 0-4,2 0 0,-4 0 0,5-2 1,-1-2 8,0-2 1,0 0 0,4 6 0,-2 0 8,2 0 0,-4-6 0,1 1 0,-3 1 3,-4 2 0,4 0 1,-1-2-1,-1-2 2,2 2 1,-5 2-1,3 2 1,-4 0 4,-1 0 1,-1-5-1,1-1 8,-1 2 1,1 2 0,-1 2-1,0-2-11,1-4 1,-6 4 0,-1-4-1,3 4-7,1 2 1,3 0 0,-3-2-1,-1-1-12,-2-3 1,-1 0 0,7 6 0,-1 0 10,1 0 0,-1-2 0,1-2-9,-1-2 1,0 0 0,1 6 0,-1 0 5,1 0 1,-1 0 0,1-1 0,-1-3-1,1-2 0,-1 0 0,1 6 8,-1 0 1,1-6 0,-1 0 0,0 2-2,1 3 1,-6 1 0,-1 0-26,3 0 1,-4 0 0,1 0-61,3 0-28,-6 0 59,7 0 41,-13 0 56,6 0-8,-8 0-10,0 0-20,8 0-4,-7 0 4,7 0 0,-8-2 93,0-4 0,2 4 241,4-4-145,-4 4 1,6 0-68,-8-4 1,-2 4 0,-2-5-22,-2-1 1,-2 6 0,4-6 0,-3 2-25,-3 1 0,4-3 0,-6 4-40,-1-2 0,3-6-98,-1 7 0,1-3-194,-2 2 0,2 4-78,5-4 229,3 4 0,2 10 80,11 4 1,5 1-1,1 1 27,1-2 1,-7-7 0,1 7 28,2 2 1,-7-5 0,-1 3 72,-4 1 1,-2-3 0,0 2-1,0 1-130,0 3 0,-8-4 1,-3-1-1,-5 3-219,-1 1 1,-1 1-1,-1-3 1,-2-3-168,-3-2 0,1 5 1,6-3-1,1 2 408,4-1 0,-11-7 0,4 4 0</inkml:trace>
  <inkml:trace contextRef="#ctx0" brushRef="#br0" timeOffset="1550">53 839 8462,'-9'0'362,"3"0"-280,12 0 0,-3 0 1,9 0-43,2 0 1,-5 0 0,3 0 0,2 0-26,1 0 0,3-6 0,-1 0 0,0 2-8,1 2 0,1-4 0,3 0 0,3 3-5,2 1 0,2-4 1,4 0-1,-2 0-15,-2-2 1,0 6 0,4-3 0,-2 3 4,-1 2 0,-3-6 0,4 0 1,-4 2 6,-2 2 0,4 2 1,-5-2-1,-3-2-42,-2-1 1,-1-1-1,-1 6 1,1 0-18,-1 0 1,1 0-1,-1 0 29,1 0 1,-1 0 0,0 0 6,1 0 1,-1 0 0,1 0-2,-1 0 1,1 0 0,-1 0 0,1 0-31,-1 0 0,1 0 0,-1-2 34,1-4 0,-1 4 1,1-4-1,-1 4-29,0 2 0,1-2 0,-1-1 40,1-3 0,-7 0 1,1 6-1,2 0 2,1 0 0,-3 0 0,0 0 0,-1-2-16,-1-4 0,5 4 0,-3-4 16,4 4 0,-5 2 0,1 0 17,1 0 1,-3 0 0,2 0-12,1 0 1,-3 0 16,2 0 0,-6 0-27,5 0 1,-5 0 44,6 0 151,-8 0 114,3 0-188,-7 0 0,-2 0-63,-3 0-105,3 0 7,-6 0 0,6 0 16,-4 0 1,4-2 147,-4-3 0,2 3-47,-1-4 0,1 2 0,-8 0 12,-2-2 1,5-1 0,-3 3 61,-1-2 0,3-2-87,-2 2 1,3 2 0,-5-5-50,2 1 1,6 2-472,-5 6 297,7 0 1,-2 0 116,12 0 1,4 0 0,7 0 54,1 0 1,-1 6 0,0 2 40,1 1 1,-3-3-1,-1 4 1,-4 0-19,-2-1 0,-1 1 0,-3 4 1,2-3-14,-2 3 1,-2 1-1,-2 3-129,0-1 0,-8 1 0,-4-1 0,-3 1-298,-3-1 0,-1 1 0,-2-1 0,-5 1 415,-1-1 0,-10 0 0,-7 1 0</inkml:trace>
  <inkml:trace contextRef="#ctx0" brushRef="#br0" timeOffset="3017">106 1415 9498,'17'0'4,"1"-2"0,-1-2 0,0-2 45,1 2 0,5-3 1,2 1-1,1 2-61,-1 2 1,6-4 0,-2 0-1,2 2 20,-2 3 0,4-5 0,-6 0 0,2 2-13,1 2 1,-7 2 0,4 0 0,-2 0 23,-3 0 1,3 0 0,-2-2 0,-2-2-27,-1-2 0,-7 1 1,3 5-7,3 0 1,3 0-1,-5 0 1,1 0-7,-1 0 0,1 0 0,-1 0 0,0 0-93,1 0 0,-1-2 0,1-2 87,-1-2 1,1 0-1,-1 6 1,1 0-2,-1 0 1,1 0 0,-1 0-7,1 0 1,-1-6-1,1 0 1,-1 3 22,0 1 0,1 2 0,-1 0 1,1 0-4,-1 0 1,-5 0 0,0 0 0,1 0-8,3 0 1,1 0-1,1-2 9,-1-4 0,1 4 0,-1-4-12,0 4 0,1 2-20,-1 0 1,-1-2-1,-2-2 20,-3-1 6,1-1 86,-2 6 323,-3 0-328,-7 0 0,0-2-56,0-4 1,-2 2-41,-3-8 0,1 9 0,-6-5 14,2 0 1,-3 4-1,3-6-11,-2 3 0,4-5 169,-5 6-94,-1-7 1,-4 9 0,3-6 24,1 2 1,6 2 43,-5 6-82,7 0 1,-6 0 14,4 0 0,2 0 122,-7 0 40,7 0 0,-4 2 438,8 4-245,0-4-234,0 6-214,0-8-845,0 0 764,8 0 0,-4 0 13,7 0 1,1 6 102,6 0 1,-3 1-1,-1-3 46,-3 2 0,-1 8 1,4-5-1,-3 1 1,-7 0 0,2-4-62,-4 5 0,-2 5 0,0 1-180,0 1 1,-6-1 0,-2 1-1,-1-1-214,-5 1 0,-2-1 0,-1-1 0,2-3-87,3-1 1,-4-1 0,5 5 504,-5-4 0,-9 3 0,-2-5 0</inkml:trace>
  <inkml:trace contextRef="#ctx0" brushRef="#br0" timeOffset="4300">263 1817 6524,'0'9'875,"0"-1"0,0-6-266,0 4-138,0-4-70,0 6-376,0-8 0,2 0 0,2-2 0,3-2-49,3-2 0,-4 0 0,6 4-22,1-4 1,3 4 0,1-5-1,3 1 65,3 0 0,-4 0 1,4 4-1,-1-2-17,1-2 0,-3 1 0,5 5 0,-2 0 13,0 0 0,6-2 0,-5-2 1,-1-2-20,2 2 1,-5 2-1,5 2 1,-2 0-135,0 0 0,3-2 107,-3-4 0,2 4 1,4-3-21,-5 3 1,-5 2 0,-2 0 27,1 0 1,-1 0 0,1 0 0,-1 0-3,1 0 0,-1-2 0,1-2-1,-1-2 0,1 0 1,-1 6-1,1 0-4,-1 0 0,0 0 0,3-2-12,3-3 1,-3 3-1,3-4 1,-4 4 29,-1 2 0,-1 0 0,1-2-2,-1-4 0,1 4 1,-1-4 6,0 4 1,1 2 0,-1 0 8,1 0 1,-6 0 0,-1 0-14,3 0 1,1 0 3,3 0 1,-7 0 11,1 0 0,-6 0 36,5 0 82,-7 0 1,4-2 238,-8-3-268,0 3 1,0-8 8,0 4 0,-8 2-16,-3-7 1,1 5 0,-2-6-20,-1-1 0,3 3 1,-2 0-68,-1 2 1,3-3 0,0 3-15,3-2 1,-1 6 0,4-3-246,-2-1 133,0 6 76,6-6 1,2 8 0,4 2 40,6 4 1,3-2 0,3 7 35,-1 3 0,1 0 0,-3-1 1,-1-1 56,-3 1 0,-7 3 0,2 1-24,-4 1-1,-2-1 1,0 1 0,-2-1-97,-4 1 1,-9 5 0,-8 0 0,1-1-367,3-3 1,-4-7-1,-1-1 1,3 1-1224,1-2 1625,11 5 0,-14-5 0,3 7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50.7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53 271 8021,'-8'-18'733,"-2"1"0,-1 1-229,-1 4-606,8 5 0,-4 14 0,10 3 0,4 4 13,6 3 1,-3-3 0,3 9 0,2-2 21,1 3 1,3-5-1,-3 6 1,-1-1 36,-3-1 0,1 2 0,5-4 0,1 3 25,-1-3 1,-5 2-1,-2-3 1,-1-5 29,1 1 1,-4-3-1,4 1 90,-3-2 0,1-8 104,-2 1 1,-4-10-1,4-7 1,-4-4-95,-2-1 1,0-8-1,0-2 1,2-3-79,3 1 1,-3 0-1,6-6 1,-2 0-47,0 0 0,0 0 1,-4-1-1,1-3-62,3-2 1,6 0-1,-6 8 1,0 4-2,1 6 1,-5 4-1,4 1-98,-4 1 1,-2 9-369,0 8 0,6 8 0,0 9 84,-2 1 1,-2 5-1,-2 2 1,0 0 443,0 0 0,7 7 0,3-5 0</inkml:trace>
  <inkml:trace contextRef="#ctx0" brushRef="#br0" timeOffset="266">472 550 8144,'0'-10'1182,"0"-5"1,0 15-1091,0 0 0,0 2 0,0 9 0,0 3-83,0 1 1,0 9 0,2-1 0,2 0-53,1 3 0,7-7 1,-6 4-1,-2-3-84,-2-3 1,4 1 0,-1-1 0,-1 0-433,-2 1 1,-2-6-1,0-1-870,0 3 1429,0-6 0,0 7 0,0-5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52.7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86 332 7567,'-10'0'806,"-6"0"1,13 0 195,-9 0-673,8 0 1,-4-2-295,8-3-311,0 3 259,0-6 1,2 8 0,4 0-52,6 0 0,-3 0 0,5 0 0,3 0 45,5 0 1,7 0-1,-4 0 1,2 0 16,4 0 0,2 0 0,2 0 0,2 0-4,4 0 1,-2-6-1,5 0 1,-1 0-15,-4-1 1,5 5-1,1-6 1,0 2 21,-5 0 0,3-1 0,-2 3 0,0-2 4,1 2 0,-5-4 0,2 2 1,-6 3-1,-4 1 1,0-4-1,4 0 1,-2 0 0,-2-2 0,-7 6 0,1-5 0,-2 1-1,3 0 1,-7-2 0,2 4-1,-5-1 1,-4-3 198,1 2-20,-3 4-149,-8-13 1,-2 11-45,-4-8 0,3 8 0,-7-4-64,2 1 0,-6 5 1,5-6-1,-1 0 0,-5 6 1,5-6 39,0 1 0,0 5 0,7-6 0,-5 2 24,-2 0 0,4 1 0,-3 3 30,1-4 0,-6 2-30,3-8-265,3 8 226,-8-3 1,16 7 0,0 0 44,10 0 1,0 0 0,1 2 30,3 3 1,1 5 0,3 8 4,-1-1 0,-5 0 0,-2 1-165,-2-1 1,-3 1 0,-5-1 0,0 1-255,0-1 1,0 1-1,0-1 1,-2 1-679,-3-1 1067,-5 1 0,-8-1 0,1 0 0</inkml:trace>
  <inkml:trace contextRef="#ctx0" brushRef="#br0" timeOffset="1336">68 979 8118,'-9'-8'-389,"1"6"703,0-6 0,4 8-64,-8 0 1,9-2 12,-3-4-193,4 4 1,0-5-116,-4 7 231,4 0 1,-4 0-136,12 0 1,4 0-1,7 0-19,1 0 0,-1 0 0,1 0 0,-1 0-12,1 0 0,1-6 1,2 0-1,5 2-16,1 2 1,-4 2 0,6-2 0,2-2-19,2-1 0,2-1 1,0 4-1,0-2 15,0-2 1,2-2-1,2 4 1,1-1-25,-1 1 1,-2-4-1,-2 2 1,0 2-11,0 2 0,-2-3 0,-2-1 0,-2 2-2,2 2 1,-4 2-1,0 0 1,-1 0 32,-5 0 0,0 0 0,1 0 1,1 0-2,-2 0 1,-1 0 0,-3 0 0,1 0 7,-1 0 0,0 0 1,1 0-1,-1 0-8,1 0 0,-1 0 1,1 0-1,-1-2-46,1-4 1,-1 4 0,1-6-12,-1 1 1,-5 5 0,-1-4-20,3 4 1,-4 2 52,1 0 1,-5 0-1,4-2 137,-2-4 0,-1 4 73,-1-4 1,-2 4 150,8 2-31,-8 0 21,3 0-280,-7 0 0,0-1-62,0-5-20,0 4-171,0-6 1,-2 2-1,-3 0 1,-3-1 0,-6 3-25,3-2 0,5-6 153,-6 6 1,2-1-1,-3 3-12,1-2 1,8-2-39,-1 2 197,3 4 39,2-5 1,2 7 52,3 0 1,-1 0 0,8 2-105,1 3 0,3 3 0,-1 6 12,-3-3 0,-2-1 0,-6 4-205,2-3 1,-1 1-1,-5 5-251,0 1 1,-2-1-1,-3 1 1,-5-1-87,0 1 1,-11 5 0,3 0 473,-1-1 0,-8 5 0,0 0 0</inkml:trace>
  <inkml:trace contextRef="#ctx0" brushRef="#br0" timeOffset="2552">243 1503 7387,'-18'0'-1353,"7"0"1399,-1 0 477,0 0-226,-5 0 0,7-2 360,4-4-471,-3 4 0,7-8-309,-4 4 71,-4 4 148,1-5 1,-3 7 401,0 0 8,8 0-143,-3 0-357,7 0 168,0 0-93,7 0 0,-3 0 0,8 0 20,2 0 0,1 0 1,3 0-51,-1 0 0,2 0 1,3 0-1,1 0 0,-2 0 0,5 0 0,-1 0 0,0 0-31,0 0 0,6 0 0,-3 0 0,1 0-4,0 0 1,0 0 0,6 0-1,-2 0-32,-4 0 1,2-6-1,-6 0 1,2 2-24,4 2 1,-3 0-1,-1-2 1,0-2-14,0 3 1,-4 1 0,4 2 0,1-2 26,-1-4 1,-6 4-1,4-4 1,-1 4-18,-1 2 0,6 0 0,-6 0 0,1 0 2,1 0 1,-6 0-1,6 0 1,-1 0 15,-1 0 1,0 0 0,-5 0 0,-1 0-6,1 0 1,5 0-1,0 0 1,-1-2 14,-3-4 1,-1 4 0,1-3 0,2 3-12,3 2 1,-1 0-1,-6-2 1,1-2-7,-1-2 0,1 0 1,-1 6-1,1-2 4,-1-3 0,-5 3 0,-1-4 51,3 4 57,1-6 34,3 6-83,-8-13 106,-3 13 135,-7-6-141,0 8 1,0-2-143,0-4 0,-2 4 0,-1-6 1,-5 3-27,-2-1 0,4 0 0,-3 4 0,-1-2-64,0-2 1,4-1 0,-5 3 16,-3-2 0,-1-2 0,-3 4 36,1-2 1,5 1 91,0 5-30,1-8 1,1 6 1,4-6 0,12 8-3,6 0 0,-3 0 0,3 0 0,2 2 21,1 4 1,3-4-1,-3 6 1,-1-3-51,-3 1 0,1 8 0,4-3-108,-5 5 0,-3-4 0,-8-1 0,0 3-227,0 1 1,-2 3 0,-4-1-1,-5 1-393,-5-1 0,-7 1 743,-1-1 0,-14 1 0,1-1 0</inkml:trace>
  <inkml:trace contextRef="#ctx0" brushRef="#br0" timeOffset="3703">243 2061 6755,'-12'0'1107,"1"0"-544,-3 0 1,4-2-95,-1-3 1,5 3 0,-6-4-340,8 4-118,-3 2 0,8 0-17,5 0 1,-2 0 0,8 0 0,1 0 60,3 0 1,7 0 0,2 0-1,1 0-12,-1 0 1,6 0-1,-2 0 1,4-2-62,2-4 1,2 4-1,2-4 1,1 4-19,-1 2 0,-2 0 0,0-1 0,2-3-45,2-2 0,-3 0 0,-5 4 0,-2-2 45,0-2 0,4 1 1,-9 5-1,-1-2 8,0-4 1,4 4-1,-6-4 1,-1 2 17,-3-2 0,1 4 0,1-3 1,2 3 14,-1 2 0,3 0 0,-2 0 0,-2 0-3,-1 0 1,3-6-1,2 0 1,1 2-12,-1 2 0,0 2 0,-4 0 0,5 0-48,1 0 1,-6 0 0,4 0 0,-1 0 16,-1 0 1,0-6 0,-5 0 0,-1 3-4,1 1 1,-1 2 0,0 0 24,1 0 1,-1 0 0,-1-2 17,-4-4 121,-5 4 33,-7-6 0,0 6-23,0-4-102,0 4 1,-2-7-51,-3 3 0,1 4 1,-6-6-109,2 1 0,-5 3 56,1-8 0,2 8 0,1-4-5,1 1 0,0 5 29,2-4 1,2-2-117,-7 2 142,7 0 0,-2 6 38,12 0 1,-2 0-1,5 2 1,1 4 23,0 6 1,-6-2-1,3 1 1,-1 3-50,0 1 1,2 3 0,-4 1 0,2 2-277,-3 3 0,-1-1 0,-2-5 1,0 1-566,0 4 0,-7-3 850,-5 3 0,-4 4 0,-1 0 0</inkml:trace>
  <inkml:trace contextRef="#ctx0" brushRef="#br0" timeOffset="4733">173 2603 8040,'-12'0'-156,"1"0"1,5 0 618,-6 0 1,6 0 405,-5 0-299,7 0-317,-4 0-293,8 0 1,2 0 35,4 0 0,4 0 1,7 0 11,1 0 1,-1 0 0,0 0 0,1 0 33,-1 0 0,7 0 0,1 0 0,2 0-12,4 0 1,-4 0-1,4 0 1,4 0-51,4 0 0,2-2 0,-6-2 0,2-2 15,3 2 1,3-4 0,4 3 0,-5 1-15,1 2 0,-6 0 0,6-2 0,-3-2 2,1 2 0,0 2 1,-6 0-1,-2-1-10,-4-3 1,8 0 0,-6 6 0,-2-2 23,-2-4 0,2 4 0,-4-4 0,1 4-28,-1 2 1,-2 0 0,-3 0 0,1 0-33,2 0 0,0-5 0,-5-1 55,-1 2 0,1 2 0,-1 2 17,1 0 1,-7 0 3,1 0 1,0 0 37,5 0 84,-7 0-107,5-8 12,-13 6-24,6-13 1,-8 11 68,0-8 1,0 6-27,0-5 1,0 5-1,-2-4-49,-4 2 1,2 1-1,-7 1-11,-3-6 1,5 4 0,-3 3 0,0 1-4,3-2 1,-1 4-1,6-6-71,-2 1-394,-7 5 258,3-6 204,0 8 0,4 2 0,12 4 38,6 5 1,-3-1-1,1 2 126,-2 1 0,4 3 1,-7 1-1,-1 1-24,-2-1 0,-2 1 0,0-1 0,-2 2-235,-4 5 1,-1-5 0,-7 4-1,2-3-204,-1-3 0,-3-5 0,1 0 0,1-1-420,3-1 1,1 0 0,-4-7 725,3 3 0,-1 0 0,-5-6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2:58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1 225 8048,'0'-17'736,"0"-1"386,0 1-688,0 7-352,0 3 0,0 8 0,0 5 1,0 6-63,0 3 0,5 3 0,3-1 0,0 1-89,0-1 0,3 7 0,-3-1 1,0 0 5,0 2 1,3-5-1,-3 3 1,0-4-12,-1-1 1,1-1 0,-4 1 0,4-1-104,2 1 1,-7-1 0,5-1 18,0-5 0,-6-1 249,4-4 0,-2-4 0,0 2 26,1-8 1,1 0-1,-4-8 1,2-1-45,2-3 1,0-1 0,-4-3 0,1-1-23,3-2 0,6-6 0,-6 3 0,0 1-35,1 0 1,-3-6-1,6 2 1,0-4 14,-1-2 0,-3 6 0,4 2 0,0-1 44,-1 1 0,-5 6 0,4-2-25,0 3 0,-6 9-556,3-1-154,-3 8 0,-2-2 0,0 12 201,0 6 1,0 3-1,0 5 1,0 1 458,0 2 0,0 1 0,0-7 0,0 1 0</inkml:trace>
  <inkml:trace contextRef="#ctx0" brushRef="#br0" timeOffset="443">332 627 7667,'16'-17'-287,"-5"-1"1,3 1 0,-6 1 915,2 4 1,-7 3-1,5 5 1,-2-4-387,0-2 0,7 7-227,-1-3 0,-2 4 0,1 2-102,3 0 1,-4 0 0,-1 2 0,-1 4 53,-4 5 1,4 5 0,-2 1-1,-3 1-15,-1-1 1,-4 1 0,-1 1 0,-5 2 35,-2 3 0,-1-1 0,-5-6 0,2 1 71,3-1 0,-1 1 1,-3-1-1,1-1 26,2-5 1,7 3 0,-5-6-1,0 0 180,0-1-114,7-1 0,-3-6 0,12 0-59,5 0 0,5-2 0,1-2 0,3-2-96,3 3 0,-4-5 0,7 2 0,-1 0-173,4-2 1,-2 6-1,0-5 1,0 1-49,1 0 0,-5 0 0,4 6 0,-2 0-433,-3 0 1,-3 0 0,-2 0 656,1 0 0,-1-8 0,1-1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3:02.3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51 437 10378,'0'-17'102,"0"-1"1,0 1-1,2-1 11,4 1 0,-4-2 0,6-3 0,-3-3-120,1-2 0,0 3 0,-4-3 0,2 2-28,2 4 0,-1-4 1,-5 1-1,0 3 13,0 1 1,0 3 0,0 0-136,0-1-1,0 8 1,2 3 78,4 7 0,-4 2 0,4 3 112,-4 7 1,4-2 0,0 1 0,-1 3 52,3 1 1,-4 3-1,6-1 1,-1 1-44,1-1 0,-4 7 0,6-1 1,1-2-84,3-1 1,-5-3-1,-1 1 1,0-1-132,-1 1 1,1-1 0,2 0 0,-4 1-161,-1-1 0,-5 1 0,4-1-55,-4 1 1,-2-7 0,0 1-407,0 2 1,0-5 791,0 3 0,0-8 0,0 4 0</inkml:trace>
  <inkml:trace contextRef="#ctx0" brushRef="#br0" timeOffset="199">69 385 8290,'-12'0'132,"0"-2"395,-1-4 0,3 4 10,-2-4 0,8 2-411,-1-1 1,5 3 0,5-4-415,7 4 0,-2 2 0,1 0 0,3 0-173,2 0 0,1 0 0,2 0 1,3 0-60,1 0 1,0 0-1,-5 0 520,-1 0 0,8 0 0,3 0 0</inkml:trace>
  <inkml:trace contextRef="#ctx0" brushRef="#br0" timeOffset="468">400 280 8421,'0'-10'676,"0"3"0,-2 7-658,-3 0 0,3 7 0,-4 5-110,4 4 1,2 3 0,0 2 0,2 4-97,4 3 1,-4-5-1,3 4 1,-1 0-93,2 0 0,-4-5 0,6 1 0,-2-4 280,-1-1 0,9-1 0,-4 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2:13:04.1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36 429 8308,'-12'0'562,"1"0"1,7-2-407,-2-3 0,4 1 0,2-8-92,0-2 0,0 5 1,2-3-3,4-1 0,-2-3 1,5-1-1,1-1-55,0 1 0,-5-1 0,5-1 0,0-3-43,0-1 1,-5 0 0,5 5-1,-2 1 44,-4-1 0,0 1 0,-1-1 1,3 1 30,-2 0 0,0 1 0,0 2 83,2 3-57,0-1-10,-6 2 0,2 10 0,1 12 5,3 4 0,0 1 0,-6 1 0,2 1 22,4 4 0,-4-3 0,6 5 0,-3-2-53,1 0 0,6 1 0,-6-5 0,-1 2-219,3 3 1,-4-1-1,6-5 1,-1-1-313,1 0 1,-6 1 0,2-1-1804,-4 1 2305,-2-1 0,0 1 0,8-9 0,1-1 0</inkml:trace>
  <inkml:trace contextRef="#ctx0" brushRef="#br0" timeOffset="217">88 359 8290,'-17'0'806,"-1"-7"32,1-5 0,5 4-120,1 2 1,7 3-360,-2-3-469,4 4 0,10-6 0,3 8-307,5 0 1,1 0-1,1 0 1,-1 0-238,1 0 1,1 0 0,2 0-1,3 0-284,-3 0 0,-2 0 938,-1 0 0,7-8 0,2-1 0</inkml:trace>
  <inkml:trace contextRef="#ctx0" brushRef="#br0" timeOffset="619">315 307 8596,'-11'-6'2574,"-1"0"-2508,8 1 1,-2 5-215,12 0 0,-2 0 1,8 0-46,1 0 1,3 0-1,-1 2-19,-3 3 0,1-1 0,-7 8 160,-2 1 1,4 3 0,-2 1 0,-2 1 77,-2-1 0,-2 1 0,-2-1 0,-2 1 44,-2-1 0,-6 3 0,4 1 0,-1 2-53,-5-1 0,1-3 1,-1-3-1,4-3 0,3-1 0,-5-1 0,4 5 39,-2-4 1,7-3 417,-3-3-341,4-4 0,10 6 0,3-8-111,5 0 1,1 0 0,1 0 0,-1 0-265,1 0 0,-1 0 0,1 0 0,-1 0-284,0 0 0,1-6 0,-1 0 1,1 2-1252,-1 2 1777,1 2 0,-1-7 0,1-3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4BD4-B981-CDF7-915F-0223B13CF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A3EFD-1C39-A07D-C51C-54233380B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BBB82-32BF-A4DB-11BE-CB5D3D92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Sayan Bhowmik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A7591-D3C3-35FB-F1F7-3897AA5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57B70-4737-DDC1-CAFA-3E89A13E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458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ECAB-F72F-7392-D2F5-2B6FC9C5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C3A69-CC79-DF2C-282E-C997BAAE5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3C28A-E393-BC26-22C2-31B6C97B4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4793A-4BE0-12BC-66F3-139C15DB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CF8ED-756F-0643-6A13-C48F3D97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1A1F3-2B40-5314-E3EE-C80830C0AD2C}"/>
              </a:ext>
            </a:extLst>
          </p:cNvPr>
          <p:cNvSpPr txBox="1"/>
          <p:nvPr userDrawn="1"/>
        </p:nvSpPr>
        <p:spPr>
          <a:xfrm>
            <a:off x="0" y="1072"/>
            <a:ext cx="196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2060"/>
                </a:solidFill>
                <a:latin typeface="Arial Rounded MT Bold" panose="020F0704030504030204" pitchFamily="34" charset="0"/>
              </a:rPr>
              <a:t>Sayan Bhowmik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8DBD6-2E22-AAD0-0E85-1D516FF847F6}"/>
              </a:ext>
            </a:extLst>
          </p:cNvPr>
          <p:cNvSpPr txBox="1"/>
          <p:nvPr userDrawn="1"/>
        </p:nvSpPr>
        <p:spPr>
          <a:xfrm>
            <a:off x="5390232" y="255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2060"/>
                </a:solidFill>
                <a:latin typeface="Arial Rounded MT Bold" panose="020F0704030504030204" pitchFamily="34" charset="0"/>
              </a:rPr>
              <a:t>ChBE 3200</a:t>
            </a:r>
          </a:p>
        </p:txBody>
      </p:sp>
    </p:spTree>
    <p:extLst>
      <p:ext uri="{BB962C8B-B14F-4D97-AF65-F5344CB8AC3E}">
        <p14:creationId xmlns:p14="http://schemas.microsoft.com/office/powerpoint/2010/main" val="133254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993A-CC41-7A39-5EA0-A2C067C0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033DD-A85D-3EAD-B503-737B37B01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27D6A-FAD8-5B1B-4CC9-64A23404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20FEE-37CB-D350-91F9-8CE44E55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626C-9634-4B34-D4F7-736C1C30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7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002A-AB25-17F5-2FCC-20CBC46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AFCFE-8DF8-56FE-C3BE-EB867C820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7387-CA97-7F94-1D9C-EF474948B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4177B-0351-705B-F8A1-037079F8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Sayan Bhowmik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16614-EEA9-58AD-48AA-9F16916D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8C828-5F5D-0D89-3209-889662A6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4C390-BD67-0D0F-7818-9ED449249608}"/>
              </a:ext>
            </a:extLst>
          </p:cNvPr>
          <p:cNvSpPr txBox="1"/>
          <p:nvPr userDrawn="1"/>
        </p:nvSpPr>
        <p:spPr>
          <a:xfrm>
            <a:off x="0" y="1072"/>
            <a:ext cx="196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2060"/>
                </a:solidFill>
                <a:latin typeface="Arial Rounded MT Bold" panose="020F0704030504030204" pitchFamily="34" charset="0"/>
              </a:rPr>
              <a:t>Sayan Bhowmik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46EBA-A395-AE93-2324-44A55D9699BE}"/>
              </a:ext>
            </a:extLst>
          </p:cNvPr>
          <p:cNvSpPr txBox="1"/>
          <p:nvPr userDrawn="1"/>
        </p:nvSpPr>
        <p:spPr>
          <a:xfrm>
            <a:off x="5390232" y="255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2060"/>
                </a:solidFill>
                <a:latin typeface="Arial Rounded MT Bold" panose="020F0704030504030204" pitchFamily="34" charset="0"/>
              </a:rPr>
              <a:t>ChBE 3200</a:t>
            </a:r>
          </a:p>
        </p:txBody>
      </p:sp>
    </p:spTree>
    <p:extLst>
      <p:ext uri="{BB962C8B-B14F-4D97-AF65-F5344CB8AC3E}">
        <p14:creationId xmlns:p14="http://schemas.microsoft.com/office/powerpoint/2010/main" val="306449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0E40-CDD5-4AC7-D569-B2A6BEEC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726FC-BF76-042A-30BD-CF8956F2C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BD917-998F-F714-33CC-114849F4E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5B060-BC2D-1D2E-C5DD-6D50B9EEED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840D7-3688-57B4-40FA-EE589FB04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C2A284-C53D-C437-4BC7-4B7723F4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DC051-CE88-8E9A-21DA-911407C7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DDBA49-1085-98DE-5AB0-B79D6F8D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30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4FCB-40E8-0D34-BDA2-8CE185C0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2BFBC-3EF5-BD04-4215-232E1F5B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EBE7F-80CE-0CFE-D408-B9C73B4A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8F36C-0CAE-1800-16D5-DEFAEC0C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A5177-432B-2739-CB45-94D342F2CBE8}"/>
              </a:ext>
            </a:extLst>
          </p:cNvPr>
          <p:cNvSpPr txBox="1"/>
          <p:nvPr userDrawn="1"/>
        </p:nvSpPr>
        <p:spPr>
          <a:xfrm>
            <a:off x="0" y="1072"/>
            <a:ext cx="196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2060"/>
                </a:solidFill>
                <a:latin typeface="Arial Rounded MT Bold" panose="020F0704030504030204" pitchFamily="34" charset="0"/>
              </a:rPr>
              <a:t>Sayan Bhowmik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A1F9C-8852-5095-F1D8-921AD2E3B25D}"/>
              </a:ext>
            </a:extLst>
          </p:cNvPr>
          <p:cNvSpPr txBox="1"/>
          <p:nvPr userDrawn="1"/>
        </p:nvSpPr>
        <p:spPr>
          <a:xfrm>
            <a:off x="5390232" y="255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2060"/>
                </a:solidFill>
                <a:latin typeface="Arial Rounded MT Bold" panose="020F0704030504030204" pitchFamily="34" charset="0"/>
              </a:rPr>
              <a:t>ChBE 3200</a:t>
            </a:r>
          </a:p>
        </p:txBody>
      </p:sp>
    </p:spTree>
    <p:extLst>
      <p:ext uri="{BB962C8B-B14F-4D97-AF65-F5344CB8AC3E}">
        <p14:creationId xmlns:p14="http://schemas.microsoft.com/office/powerpoint/2010/main" val="163183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E8CAA-F123-DD6B-CF80-E75F62DA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FA27D-4080-FB71-3EF7-588EACB2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2D6E8-C36B-8851-2986-9B5D9C24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65F19-DEF1-DC6F-BF12-C2661A118680}"/>
              </a:ext>
            </a:extLst>
          </p:cNvPr>
          <p:cNvSpPr txBox="1"/>
          <p:nvPr userDrawn="1"/>
        </p:nvSpPr>
        <p:spPr>
          <a:xfrm>
            <a:off x="0" y="1072"/>
            <a:ext cx="196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2060"/>
                </a:solidFill>
                <a:latin typeface="Arial Rounded MT Bold" panose="020F0704030504030204" pitchFamily="34" charset="0"/>
              </a:rPr>
              <a:t>Sayan Bhowmik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F352C-1C6F-E12E-2D51-E374337C690C}"/>
              </a:ext>
            </a:extLst>
          </p:cNvPr>
          <p:cNvSpPr txBox="1"/>
          <p:nvPr userDrawn="1"/>
        </p:nvSpPr>
        <p:spPr>
          <a:xfrm>
            <a:off x="5390232" y="255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2060"/>
                </a:solidFill>
                <a:latin typeface="Arial Rounded MT Bold" panose="020F0704030504030204" pitchFamily="34" charset="0"/>
              </a:rPr>
              <a:t>ChBE 3200</a:t>
            </a:r>
          </a:p>
        </p:txBody>
      </p:sp>
    </p:spTree>
    <p:extLst>
      <p:ext uri="{BB962C8B-B14F-4D97-AF65-F5344CB8AC3E}">
        <p14:creationId xmlns:p14="http://schemas.microsoft.com/office/powerpoint/2010/main" val="3415500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DA4A-2E95-4EA2-CFA4-04D6952D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B9619-BB4A-94C7-10C1-2E94702D3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822A6-BBA4-9EC2-7DD6-31941FC69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A379C-E4BA-DEA1-4642-7F17E8BA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028E2-C217-7E4E-64C5-E77461F8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03B5F-036B-DD60-7CD0-B63E8DFD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87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3284-8A19-EAE5-931F-09C73A29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D52F9-77A7-B2E0-0FDE-DA2A8AB3F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4BC11-5619-A697-297E-63A612B84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DC868-AAB6-F716-6AB7-8880F70C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E0F86-F6FC-7CA2-AA94-8FF68862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6FA39-5A40-05F3-6A31-368F67D0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6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AB47-AC8B-6F8C-5537-21DA8DD9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5B7BF-F131-D064-7B98-75C0AFC0F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CE31F-C34E-9384-6EF4-AC2A0452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2E8E9-B9FF-D6D6-5F1F-7DD92900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9D360-D373-2360-9582-1CC10E4B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C848A-2653-7675-C80D-055241FFB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62247-C4EF-4DC9-6B32-646D0A8C1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2FFA-7625-D83C-B7A9-4CB0A1D9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09-09-2023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7E46C-A584-F108-FB98-ACF6C186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981B-1998-BF20-54A3-E5C063C9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7349B-6052-F98F-206E-0D2483D1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7A78B-7D8E-C577-4B44-8BC2141E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F80D2-60D3-81C8-0A49-97A336D8B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Sayan Bhowmik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D5D1-F4C2-9EF0-34B6-3DCBA3CA6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B7778-9187-E4F5-AFF0-970188BDA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4EAD41F7-57AC-C55F-47F0-495C0051CB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101" y="100467"/>
            <a:ext cx="3034959" cy="58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1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.png"/><Relationship Id="rId21" Type="http://schemas.openxmlformats.org/officeDocument/2006/relationships/image" Target="../media/image26.png"/><Relationship Id="rId42" Type="http://schemas.openxmlformats.org/officeDocument/2006/relationships/customXml" Target="../ink/ink21.xml"/><Relationship Id="rId63" Type="http://schemas.openxmlformats.org/officeDocument/2006/relationships/image" Target="../media/image47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95.png"/><Relationship Id="rId170" Type="http://schemas.openxmlformats.org/officeDocument/2006/relationships/customXml" Target="../ink/ink85.xml"/><Relationship Id="rId191" Type="http://schemas.openxmlformats.org/officeDocument/2006/relationships/image" Target="../media/image111.png"/><Relationship Id="rId205" Type="http://schemas.openxmlformats.org/officeDocument/2006/relationships/image" Target="../media/image118.png"/><Relationship Id="rId107" Type="http://schemas.openxmlformats.org/officeDocument/2006/relationships/image" Target="../media/image69.png"/><Relationship Id="rId11" Type="http://schemas.openxmlformats.org/officeDocument/2006/relationships/image" Target="../media/image21.png"/><Relationship Id="rId32" Type="http://schemas.openxmlformats.org/officeDocument/2006/relationships/customXml" Target="../ink/ink16.xml"/><Relationship Id="rId53" Type="http://schemas.openxmlformats.org/officeDocument/2006/relationships/image" Target="../media/image42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90.png"/><Relationship Id="rId5" Type="http://schemas.openxmlformats.org/officeDocument/2006/relationships/image" Target="../media/image18.png"/><Relationship Id="rId95" Type="http://schemas.openxmlformats.org/officeDocument/2006/relationships/image" Target="../media/image63.png"/><Relationship Id="rId160" Type="http://schemas.openxmlformats.org/officeDocument/2006/relationships/customXml" Target="../ink/ink80.xml"/><Relationship Id="rId181" Type="http://schemas.openxmlformats.org/officeDocument/2006/relationships/image" Target="../media/image106.png"/><Relationship Id="rId216" Type="http://schemas.openxmlformats.org/officeDocument/2006/relationships/customXml" Target="../ink/ink108.xml"/><Relationship Id="rId22" Type="http://schemas.openxmlformats.org/officeDocument/2006/relationships/customXml" Target="../ink/ink11.xml"/><Relationship Id="rId43" Type="http://schemas.openxmlformats.org/officeDocument/2006/relationships/image" Target="../media/image37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85.png"/><Relationship Id="rId85" Type="http://schemas.openxmlformats.org/officeDocument/2006/relationships/image" Target="../media/image58.png"/><Relationship Id="rId150" Type="http://schemas.openxmlformats.org/officeDocument/2006/relationships/customXml" Target="../ink/ink75.xml"/><Relationship Id="rId171" Type="http://schemas.openxmlformats.org/officeDocument/2006/relationships/image" Target="../media/image101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32.png"/><Relationship Id="rId108" Type="http://schemas.openxmlformats.org/officeDocument/2006/relationships/customXml" Target="../ink/ink54.xml"/><Relationship Id="rId129" Type="http://schemas.openxmlformats.org/officeDocument/2006/relationships/image" Target="../media/image80.png"/><Relationship Id="rId54" Type="http://schemas.openxmlformats.org/officeDocument/2006/relationships/customXml" Target="../ink/ink27.xml"/><Relationship Id="rId75" Type="http://schemas.openxmlformats.org/officeDocument/2006/relationships/image" Target="../media/image53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96.png"/><Relationship Id="rId182" Type="http://schemas.openxmlformats.org/officeDocument/2006/relationships/customXml" Target="../ink/ink91.xml"/><Relationship Id="rId217" Type="http://schemas.openxmlformats.org/officeDocument/2006/relationships/image" Target="../media/image124.png"/><Relationship Id="rId6" Type="http://schemas.openxmlformats.org/officeDocument/2006/relationships/customXml" Target="../ink/ink3.xml"/><Relationship Id="rId23" Type="http://schemas.openxmlformats.org/officeDocument/2006/relationships/image" Target="../media/image27.png"/><Relationship Id="rId119" Type="http://schemas.openxmlformats.org/officeDocument/2006/relationships/image" Target="../media/image75.png"/><Relationship Id="rId44" Type="http://schemas.openxmlformats.org/officeDocument/2006/relationships/customXml" Target="../ink/ink22.xml"/><Relationship Id="rId65" Type="http://schemas.openxmlformats.org/officeDocument/2006/relationships/image" Target="../media/image48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91.png"/><Relationship Id="rId172" Type="http://schemas.openxmlformats.org/officeDocument/2006/relationships/customXml" Target="../ink/ink86.xml"/><Relationship Id="rId193" Type="http://schemas.openxmlformats.org/officeDocument/2006/relationships/image" Target="../media/image112.png"/><Relationship Id="rId207" Type="http://schemas.openxmlformats.org/officeDocument/2006/relationships/image" Target="../media/image119.png"/><Relationship Id="rId13" Type="http://schemas.openxmlformats.org/officeDocument/2006/relationships/image" Target="../media/image22.png"/><Relationship Id="rId109" Type="http://schemas.openxmlformats.org/officeDocument/2006/relationships/image" Target="../media/image70.png"/><Relationship Id="rId34" Type="http://schemas.openxmlformats.org/officeDocument/2006/relationships/customXml" Target="../ink/ink17.xml"/><Relationship Id="rId55" Type="http://schemas.openxmlformats.org/officeDocument/2006/relationships/image" Target="../media/image43.png"/><Relationship Id="rId76" Type="http://schemas.openxmlformats.org/officeDocument/2006/relationships/customXml" Target="../ink/ink38.xml"/><Relationship Id="rId97" Type="http://schemas.openxmlformats.org/officeDocument/2006/relationships/image" Target="../media/image64.png"/><Relationship Id="rId120" Type="http://schemas.openxmlformats.org/officeDocument/2006/relationships/customXml" Target="../ink/ink60.xml"/><Relationship Id="rId141" Type="http://schemas.openxmlformats.org/officeDocument/2006/relationships/image" Target="../media/image86.png"/><Relationship Id="rId7" Type="http://schemas.openxmlformats.org/officeDocument/2006/relationships/image" Target="../media/image19.png"/><Relationship Id="rId162" Type="http://schemas.openxmlformats.org/officeDocument/2006/relationships/customXml" Target="../ink/ink81.xml"/><Relationship Id="rId183" Type="http://schemas.openxmlformats.org/officeDocument/2006/relationships/image" Target="../media/image107.png"/><Relationship Id="rId218" Type="http://schemas.openxmlformats.org/officeDocument/2006/relationships/customXml" Target="../ink/ink109.xml"/><Relationship Id="rId24" Type="http://schemas.openxmlformats.org/officeDocument/2006/relationships/customXml" Target="../ink/ink12.xml"/><Relationship Id="rId45" Type="http://schemas.openxmlformats.org/officeDocument/2006/relationships/image" Target="../media/image38.png"/><Relationship Id="rId66" Type="http://schemas.openxmlformats.org/officeDocument/2006/relationships/customXml" Target="../ink/ink33.xml"/><Relationship Id="rId87" Type="http://schemas.openxmlformats.org/officeDocument/2006/relationships/image" Target="../media/image59.png"/><Relationship Id="rId110" Type="http://schemas.openxmlformats.org/officeDocument/2006/relationships/customXml" Target="../ink/ink55.xml"/><Relationship Id="rId131" Type="http://schemas.openxmlformats.org/officeDocument/2006/relationships/image" Target="../media/image81.png"/><Relationship Id="rId152" Type="http://schemas.openxmlformats.org/officeDocument/2006/relationships/customXml" Target="../ink/ink76.xml"/><Relationship Id="rId173" Type="http://schemas.openxmlformats.org/officeDocument/2006/relationships/image" Target="../media/image102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33.png"/><Relationship Id="rId56" Type="http://schemas.openxmlformats.org/officeDocument/2006/relationships/customXml" Target="../ink/ink28.xml"/><Relationship Id="rId77" Type="http://schemas.openxmlformats.org/officeDocument/2006/relationships/image" Target="../media/image54.png"/><Relationship Id="rId100" Type="http://schemas.openxmlformats.org/officeDocument/2006/relationships/customXml" Target="../ink/ink50.xml"/><Relationship Id="rId105" Type="http://schemas.openxmlformats.org/officeDocument/2006/relationships/image" Target="../media/image68.png"/><Relationship Id="rId126" Type="http://schemas.openxmlformats.org/officeDocument/2006/relationships/customXml" Target="../ink/ink63.xml"/><Relationship Id="rId147" Type="http://schemas.openxmlformats.org/officeDocument/2006/relationships/image" Target="../media/image89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41.png"/><Relationship Id="rId72" Type="http://schemas.openxmlformats.org/officeDocument/2006/relationships/customXml" Target="../ink/ink36.xml"/><Relationship Id="rId93" Type="http://schemas.openxmlformats.org/officeDocument/2006/relationships/image" Target="../media/image62.png"/><Relationship Id="rId98" Type="http://schemas.openxmlformats.org/officeDocument/2006/relationships/customXml" Target="../ink/ink49.xml"/><Relationship Id="rId121" Type="http://schemas.openxmlformats.org/officeDocument/2006/relationships/image" Target="../media/image76.png"/><Relationship Id="rId142" Type="http://schemas.openxmlformats.org/officeDocument/2006/relationships/customXml" Target="../ink/ink71.xml"/><Relationship Id="rId163" Type="http://schemas.openxmlformats.org/officeDocument/2006/relationships/image" Target="../media/image97.png"/><Relationship Id="rId184" Type="http://schemas.openxmlformats.org/officeDocument/2006/relationships/customXml" Target="../ink/ink92.xml"/><Relationship Id="rId189" Type="http://schemas.openxmlformats.org/officeDocument/2006/relationships/image" Target="../media/image110.png"/><Relationship Id="rId219" Type="http://schemas.openxmlformats.org/officeDocument/2006/relationships/image" Target="../media/image125.png"/><Relationship Id="rId3" Type="http://schemas.openxmlformats.org/officeDocument/2006/relationships/image" Target="../media/image17.png"/><Relationship Id="rId214" Type="http://schemas.openxmlformats.org/officeDocument/2006/relationships/customXml" Target="../ink/ink107.xml"/><Relationship Id="rId25" Type="http://schemas.openxmlformats.org/officeDocument/2006/relationships/image" Target="../media/image28.png"/><Relationship Id="rId46" Type="http://schemas.openxmlformats.org/officeDocument/2006/relationships/customXml" Target="../ink/ink23.xml"/><Relationship Id="rId67" Type="http://schemas.openxmlformats.org/officeDocument/2006/relationships/image" Target="../media/image49.png"/><Relationship Id="rId116" Type="http://schemas.openxmlformats.org/officeDocument/2006/relationships/customXml" Target="../ink/ink58.xml"/><Relationship Id="rId137" Type="http://schemas.openxmlformats.org/officeDocument/2006/relationships/image" Target="../media/image84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36.png"/><Relationship Id="rId62" Type="http://schemas.openxmlformats.org/officeDocument/2006/relationships/customXml" Target="../ink/ink31.xml"/><Relationship Id="rId83" Type="http://schemas.openxmlformats.org/officeDocument/2006/relationships/image" Target="../media/image57.png"/><Relationship Id="rId88" Type="http://schemas.openxmlformats.org/officeDocument/2006/relationships/customXml" Target="../ink/ink44.xml"/><Relationship Id="rId111" Type="http://schemas.openxmlformats.org/officeDocument/2006/relationships/image" Target="../media/image71.png"/><Relationship Id="rId132" Type="http://schemas.openxmlformats.org/officeDocument/2006/relationships/customXml" Target="../ink/ink66.xml"/><Relationship Id="rId153" Type="http://schemas.openxmlformats.org/officeDocument/2006/relationships/image" Target="../media/image92.png"/><Relationship Id="rId174" Type="http://schemas.openxmlformats.org/officeDocument/2006/relationships/customXml" Target="../ink/ink87.xml"/><Relationship Id="rId179" Type="http://schemas.openxmlformats.org/officeDocument/2006/relationships/image" Target="../media/image105.png"/><Relationship Id="rId195" Type="http://schemas.openxmlformats.org/officeDocument/2006/relationships/image" Target="../media/image113.png"/><Relationship Id="rId209" Type="http://schemas.openxmlformats.org/officeDocument/2006/relationships/image" Target="../media/image12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15" Type="http://schemas.openxmlformats.org/officeDocument/2006/relationships/image" Target="../media/image23.png"/><Relationship Id="rId36" Type="http://schemas.openxmlformats.org/officeDocument/2006/relationships/customXml" Target="../ink/ink18.xml"/><Relationship Id="rId57" Type="http://schemas.openxmlformats.org/officeDocument/2006/relationships/image" Target="../media/image44.png"/><Relationship Id="rId106" Type="http://schemas.openxmlformats.org/officeDocument/2006/relationships/customXml" Target="../ink/ink53.xml"/><Relationship Id="rId127" Type="http://schemas.openxmlformats.org/officeDocument/2006/relationships/image" Target="../media/image79.png"/><Relationship Id="rId10" Type="http://schemas.openxmlformats.org/officeDocument/2006/relationships/customXml" Target="../ink/ink5.xml"/><Relationship Id="rId31" Type="http://schemas.openxmlformats.org/officeDocument/2006/relationships/image" Target="../media/image31.png"/><Relationship Id="rId52" Type="http://schemas.openxmlformats.org/officeDocument/2006/relationships/customXml" Target="../ink/ink26.xml"/><Relationship Id="rId73" Type="http://schemas.openxmlformats.org/officeDocument/2006/relationships/image" Target="../media/image52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65.png"/><Relationship Id="rId101" Type="http://schemas.openxmlformats.org/officeDocument/2006/relationships/image" Target="../media/image66.png"/><Relationship Id="rId122" Type="http://schemas.openxmlformats.org/officeDocument/2006/relationships/customXml" Target="../ink/ink61.xml"/><Relationship Id="rId143" Type="http://schemas.openxmlformats.org/officeDocument/2006/relationships/image" Target="../media/image87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100.png"/><Relationship Id="rId185" Type="http://schemas.openxmlformats.org/officeDocument/2006/relationships/image" Target="../media/image108.png"/><Relationship Id="rId4" Type="http://schemas.openxmlformats.org/officeDocument/2006/relationships/customXml" Target="../ink/ink2.xml"/><Relationship Id="rId9" Type="http://schemas.openxmlformats.org/officeDocument/2006/relationships/image" Target="../media/image20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23.png"/><Relationship Id="rId26" Type="http://schemas.openxmlformats.org/officeDocument/2006/relationships/customXml" Target="../ink/ink13.xml"/><Relationship Id="rId47" Type="http://schemas.openxmlformats.org/officeDocument/2006/relationships/image" Target="../media/image39.png"/><Relationship Id="rId68" Type="http://schemas.openxmlformats.org/officeDocument/2006/relationships/customXml" Target="../ink/ink34.xml"/><Relationship Id="rId89" Type="http://schemas.openxmlformats.org/officeDocument/2006/relationships/image" Target="../media/image60.png"/><Relationship Id="rId112" Type="http://schemas.openxmlformats.org/officeDocument/2006/relationships/customXml" Target="../ink/ink56.xml"/><Relationship Id="rId133" Type="http://schemas.openxmlformats.org/officeDocument/2006/relationships/image" Target="../media/image82.png"/><Relationship Id="rId154" Type="http://schemas.openxmlformats.org/officeDocument/2006/relationships/customXml" Target="../ink/ink77.xml"/><Relationship Id="rId175" Type="http://schemas.openxmlformats.org/officeDocument/2006/relationships/image" Target="../media/image103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37" Type="http://schemas.openxmlformats.org/officeDocument/2006/relationships/image" Target="../media/image34.png"/><Relationship Id="rId58" Type="http://schemas.openxmlformats.org/officeDocument/2006/relationships/customXml" Target="../ink/ink29.xml"/><Relationship Id="rId79" Type="http://schemas.openxmlformats.org/officeDocument/2006/relationships/image" Target="../media/image55.png"/><Relationship Id="rId102" Type="http://schemas.openxmlformats.org/officeDocument/2006/relationships/customXml" Target="../ink/ink51.xml"/><Relationship Id="rId123" Type="http://schemas.openxmlformats.org/officeDocument/2006/relationships/image" Target="../media/image77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98.png"/><Relationship Id="rId186" Type="http://schemas.openxmlformats.org/officeDocument/2006/relationships/customXml" Target="../ink/ink93.xml"/><Relationship Id="rId211" Type="http://schemas.openxmlformats.org/officeDocument/2006/relationships/image" Target="../media/image121.png"/><Relationship Id="rId27" Type="http://schemas.openxmlformats.org/officeDocument/2006/relationships/image" Target="../media/image29.png"/><Relationship Id="rId48" Type="http://schemas.openxmlformats.org/officeDocument/2006/relationships/customXml" Target="../ink/ink24.xml"/><Relationship Id="rId69" Type="http://schemas.openxmlformats.org/officeDocument/2006/relationships/image" Target="../media/image50.png"/><Relationship Id="rId113" Type="http://schemas.openxmlformats.org/officeDocument/2006/relationships/image" Target="../media/image72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93.png"/><Relationship Id="rId176" Type="http://schemas.openxmlformats.org/officeDocument/2006/relationships/customXml" Target="../ink/ink88.xml"/><Relationship Id="rId197" Type="http://schemas.openxmlformats.org/officeDocument/2006/relationships/image" Target="../media/image114.png"/><Relationship Id="rId201" Type="http://schemas.openxmlformats.org/officeDocument/2006/relationships/image" Target="../media/image116.png"/><Relationship Id="rId17" Type="http://schemas.openxmlformats.org/officeDocument/2006/relationships/image" Target="../media/image24.png"/><Relationship Id="rId38" Type="http://schemas.openxmlformats.org/officeDocument/2006/relationships/customXml" Target="../ink/ink19.xml"/><Relationship Id="rId59" Type="http://schemas.openxmlformats.org/officeDocument/2006/relationships/image" Target="../media/image45.png"/><Relationship Id="rId103" Type="http://schemas.openxmlformats.org/officeDocument/2006/relationships/image" Target="../media/image67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61.png"/><Relationship Id="rId145" Type="http://schemas.openxmlformats.org/officeDocument/2006/relationships/image" Target="../media/image88.png"/><Relationship Id="rId166" Type="http://schemas.openxmlformats.org/officeDocument/2006/relationships/customXml" Target="../ink/ink83.xml"/><Relationship Id="rId187" Type="http://schemas.openxmlformats.org/officeDocument/2006/relationships/image" Target="../media/image109.png"/><Relationship Id="rId1" Type="http://schemas.openxmlformats.org/officeDocument/2006/relationships/slideLayout" Target="../slideLayouts/slideLayout6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40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56.png"/><Relationship Id="rId135" Type="http://schemas.openxmlformats.org/officeDocument/2006/relationships/image" Target="../media/image83.png"/><Relationship Id="rId156" Type="http://schemas.openxmlformats.org/officeDocument/2006/relationships/customXml" Target="../ink/ink78.xml"/><Relationship Id="rId177" Type="http://schemas.openxmlformats.org/officeDocument/2006/relationships/image" Target="../media/image104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35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78.png"/><Relationship Id="rId146" Type="http://schemas.openxmlformats.org/officeDocument/2006/relationships/customXml" Target="../ink/ink73.xml"/><Relationship Id="rId167" Type="http://schemas.openxmlformats.org/officeDocument/2006/relationships/image" Target="../media/image99.png"/><Relationship Id="rId188" Type="http://schemas.openxmlformats.org/officeDocument/2006/relationships/customXml" Target="../ink/ink94.xml"/><Relationship Id="rId71" Type="http://schemas.openxmlformats.org/officeDocument/2006/relationships/image" Target="../media/image51.png"/><Relationship Id="rId92" Type="http://schemas.openxmlformats.org/officeDocument/2006/relationships/customXml" Target="../ink/ink46.xml"/><Relationship Id="rId213" Type="http://schemas.openxmlformats.org/officeDocument/2006/relationships/image" Target="../media/image122.png"/><Relationship Id="rId2" Type="http://schemas.openxmlformats.org/officeDocument/2006/relationships/customXml" Target="../ink/ink1.xml"/><Relationship Id="rId29" Type="http://schemas.openxmlformats.org/officeDocument/2006/relationships/image" Target="../media/image30.png"/><Relationship Id="rId40" Type="http://schemas.openxmlformats.org/officeDocument/2006/relationships/customXml" Target="../ink/ink20.xml"/><Relationship Id="rId115" Type="http://schemas.openxmlformats.org/officeDocument/2006/relationships/image" Target="../media/image73.png"/><Relationship Id="rId136" Type="http://schemas.openxmlformats.org/officeDocument/2006/relationships/customXml" Target="../ink/ink68.xml"/><Relationship Id="rId157" Type="http://schemas.openxmlformats.org/officeDocument/2006/relationships/image" Target="../media/image94.png"/><Relationship Id="rId178" Type="http://schemas.openxmlformats.org/officeDocument/2006/relationships/customXml" Target="../ink/ink89.xml"/><Relationship Id="rId61" Type="http://schemas.openxmlformats.org/officeDocument/2006/relationships/image" Target="../media/image46.png"/><Relationship Id="rId82" Type="http://schemas.openxmlformats.org/officeDocument/2006/relationships/customXml" Target="../ink/ink41.xml"/><Relationship Id="rId199" Type="http://schemas.openxmlformats.org/officeDocument/2006/relationships/image" Target="../media/image115.png"/><Relationship Id="rId203" Type="http://schemas.openxmlformats.org/officeDocument/2006/relationships/image" Target="../media/image117.png"/><Relationship Id="rId1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4.png"/><Relationship Id="rId21" Type="http://schemas.openxmlformats.org/officeDocument/2006/relationships/image" Target="../media/image136.png"/><Relationship Id="rId42" Type="http://schemas.openxmlformats.org/officeDocument/2006/relationships/customXml" Target="../ink/ink129.xml"/><Relationship Id="rId63" Type="http://schemas.openxmlformats.org/officeDocument/2006/relationships/image" Target="../media/image157.png"/><Relationship Id="rId84" Type="http://schemas.openxmlformats.org/officeDocument/2006/relationships/customXml" Target="../ink/ink150.xml"/><Relationship Id="rId138" Type="http://schemas.openxmlformats.org/officeDocument/2006/relationships/customXml" Target="../ink/ink177.xml"/><Relationship Id="rId107" Type="http://schemas.openxmlformats.org/officeDocument/2006/relationships/image" Target="../media/image179.png"/><Relationship Id="rId11" Type="http://schemas.openxmlformats.org/officeDocument/2006/relationships/image" Target="../media/image131.png"/><Relationship Id="rId32" Type="http://schemas.openxmlformats.org/officeDocument/2006/relationships/customXml" Target="../ink/ink124.xml"/><Relationship Id="rId37" Type="http://schemas.openxmlformats.org/officeDocument/2006/relationships/image" Target="../media/image144.png"/><Relationship Id="rId53" Type="http://schemas.openxmlformats.org/officeDocument/2006/relationships/image" Target="../media/image152.png"/><Relationship Id="rId58" Type="http://schemas.openxmlformats.org/officeDocument/2006/relationships/customXml" Target="../ink/ink137.xml"/><Relationship Id="rId74" Type="http://schemas.openxmlformats.org/officeDocument/2006/relationships/customXml" Target="../ink/ink145.xml"/><Relationship Id="rId79" Type="http://schemas.openxmlformats.org/officeDocument/2006/relationships/image" Target="../media/image165.png"/><Relationship Id="rId102" Type="http://schemas.openxmlformats.org/officeDocument/2006/relationships/customXml" Target="../ink/ink159.xml"/><Relationship Id="rId123" Type="http://schemas.openxmlformats.org/officeDocument/2006/relationships/image" Target="../media/image187.png"/><Relationship Id="rId128" Type="http://schemas.openxmlformats.org/officeDocument/2006/relationships/customXml" Target="../ink/ink172.xml"/><Relationship Id="rId5" Type="http://schemas.openxmlformats.org/officeDocument/2006/relationships/image" Target="../media/image128.png"/><Relationship Id="rId90" Type="http://schemas.openxmlformats.org/officeDocument/2006/relationships/customXml" Target="../ink/ink153.xml"/><Relationship Id="rId95" Type="http://schemas.openxmlformats.org/officeDocument/2006/relationships/image" Target="../media/image173.png"/><Relationship Id="rId22" Type="http://schemas.openxmlformats.org/officeDocument/2006/relationships/customXml" Target="../ink/ink119.xml"/><Relationship Id="rId27" Type="http://schemas.openxmlformats.org/officeDocument/2006/relationships/image" Target="../media/image139.png"/><Relationship Id="rId43" Type="http://schemas.openxmlformats.org/officeDocument/2006/relationships/image" Target="../media/image147.png"/><Relationship Id="rId48" Type="http://schemas.openxmlformats.org/officeDocument/2006/relationships/customXml" Target="../ink/ink132.xml"/><Relationship Id="rId64" Type="http://schemas.openxmlformats.org/officeDocument/2006/relationships/customXml" Target="../ink/ink140.xml"/><Relationship Id="rId69" Type="http://schemas.openxmlformats.org/officeDocument/2006/relationships/image" Target="../media/image160.png"/><Relationship Id="rId113" Type="http://schemas.openxmlformats.org/officeDocument/2006/relationships/image" Target="../media/image182.png"/><Relationship Id="rId118" Type="http://schemas.openxmlformats.org/officeDocument/2006/relationships/customXml" Target="../ink/ink167.xml"/><Relationship Id="rId134" Type="http://schemas.openxmlformats.org/officeDocument/2006/relationships/customXml" Target="../ink/ink175.xml"/><Relationship Id="rId139" Type="http://schemas.openxmlformats.org/officeDocument/2006/relationships/image" Target="../media/image195.png"/><Relationship Id="rId80" Type="http://schemas.openxmlformats.org/officeDocument/2006/relationships/customXml" Target="../ink/ink148.xml"/><Relationship Id="rId85" Type="http://schemas.openxmlformats.org/officeDocument/2006/relationships/image" Target="../media/image168.png"/><Relationship Id="rId12" Type="http://schemas.openxmlformats.org/officeDocument/2006/relationships/customXml" Target="../ink/ink114.xml"/><Relationship Id="rId17" Type="http://schemas.openxmlformats.org/officeDocument/2006/relationships/image" Target="../media/image134.png"/><Relationship Id="rId33" Type="http://schemas.openxmlformats.org/officeDocument/2006/relationships/image" Target="../media/image142.png"/><Relationship Id="rId38" Type="http://schemas.openxmlformats.org/officeDocument/2006/relationships/customXml" Target="../ink/ink127.xml"/><Relationship Id="rId59" Type="http://schemas.openxmlformats.org/officeDocument/2006/relationships/image" Target="../media/image155.png"/><Relationship Id="rId103" Type="http://schemas.openxmlformats.org/officeDocument/2006/relationships/image" Target="../media/image177.png"/><Relationship Id="rId108" Type="http://schemas.openxmlformats.org/officeDocument/2006/relationships/customXml" Target="../ink/ink162.xml"/><Relationship Id="rId124" Type="http://schemas.openxmlformats.org/officeDocument/2006/relationships/customXml" Target="../ink/ink170.xml"/><Relationship Id="rId129" Type="http://schemas.openxmlformats.org/officeDocument/2006/relationships/image" Target="../media/image190.png"/><Relationship Id="rId54" Type="http://schemas.openxmlformats.org/officeDocument/2006/relationships/customXml" Target="../ink/ink135.xml"/><Relationship Id="rId70" Type="http://schemas.openxmlformats.org/officeDocument/2006/relationships/customXml" Target="../ink/ink143.xml"/><Relationship Id="rId75" Type="http://schemas.openxmlformats.org/officeDocument/2006/relationships/image" Target="../media/image163.png"/><Relationship Id="rId91" Type="http://schemas.openxmlformats.org/officeDocument/2006/relationships/image" Target="../media/image171.png"/><Relationship Id="rId96" Type="http://schemas.openxmlformats.org/officeDocument/2006/relationships/customXml" Target="../ink/ink156.xml"/><Relationship Id="rId140" Type="http://schemas.openxmlformats.org/officeDocument/2006/relationships/customXml" Target="../ink/ink17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11.xml"/><Relationship Id="rId23" Type="http://schemas.openxmlformats.org/officeDocument/2006/relationships/image" Target="../media/image137.png"/><Relationship Id="rId28" Type="http://schemas.openxmlformats.org/officeDocument/2006/relationships/customXml" Target="../ink/ink122.xml"/><Relationship Id="rId49" Type="http://schemas.openxmlformats.org/officeDocument/2006/relationships/image" Target="../media/image150.png"/><Relationship Id="rId114" Type="http://schemas.openxmlformats.org/officeDocument/2006/relationships/customXml" Target="../ink/ink165.xml"/><Relationship Id="rId119" Type="http://schemas.openxmlformats.org/officeDocument/2006/relationships/image" Target="../media/image185.png"/><Relationship Id="rId44" Type="http://schemas.openxmlformats.org/officeDocument/2006/relationships/customXml" Target="../ink/ink130.xml"/><Relationship Id="rId60" Type="http://schemas.openxmlformats.org/officeDocument/2006/relationships/customXml" Target="../ink/ink138.xml"/><Relationship Id="rId65" Type="http://schemas.openxmlformats.org/officeDocument/2006/relationships/image" Target="../media/image158.png"/><Relationship Id="rId81" Type="http://schemas.openxmlformats.org/officeDocument/2006/relationships/image" Target="../media/image166.png"/><Relationship Id="rId86" Type="http://schemas.openxmlformats.org/officeDocument/2006/relationships/customXml" Target="../ink/ink151.xml"/><Relationship Id="rId130" Type="http://schemas.openxmlformats.org/officeDocument/2006/relationships/customXml" Target="../ink/ink173.xml"/><Relationship Id="rId135" Type="http://schemas.openxmlformats.org/officeDocument/2006/relationships/image" Target="../media/image193.png"/><Relationship Id="rId13" Type="http://schemas.openxmlformats.org/officeDocument/2006/relationships/image" Target="../media/image132.png"/><Relationship Id="rId18" Type="http://schemas.openxmlformats.org/officeDocument/2006/relationships/customXml" Target="../ink/ink117.xml"/><Relationship Id="rId39" Type="http://schemas.openxmlformats.org/officeDocument/2006/relationships/image" Target="../media/image145.png"/><Relationship Id="rId109" Type="http://schemas.openxmlformats.org/officeDocument/2006/relationships/image" Target="../media/image180.png"/><Relationship Id="rId34" Type="http://schemas.openxmlformats.org/officeDocument/2006/relationships/customXml" Target="../ink/ink125.xml"/><Relationship Id="rId50" Type="http://schemas.openxmlformats.org/officeDocument/2006/relationships/customXml" Target="../ink/ink133.xml"/><Relationship Id="rId55" Type="http://schemas.openxmlformats.org/officeDocument/2006/relationships/image" Target="../media/image153.png"/><Relationship Id="rId76" Type="http://schemas.openxmlformats.org/officeDocument/2006/relationships/customXml" Target="../ink/ink146.xml"/><Relationship Id="rId97" Type="http://schemas.openxmlformats.org/officeDocument/2006/relationships/image" Target="../media/image174.png"/><Relationship Id="rId104" Type="http://schemas.openxmlformats.org/officeDocument/2006/relationships/customXml" Target="../ink/ink160.xml"/><Relationship Id="rId120" Type="http://schemas.openxmlformats.org/officeDocument/2006/relationships/customXml" Target="../ink/ink168.xml"/><Relationship Id="rId125" Type="http://schemas.openxmlformats.org/officeDocument/2006/relationships/image" Target="../media/image188.png"/><Relationship Id="rId141" Type="http://schemas.openxmlformats.org/officeDocument/2006/relationships/image" Target="../media/image196.png"/><Relationship Id="rId7" Type="http://schemas.openxmlformats.org/officeDocument/2006/relationships/image" Target="../media/image129.png"/><Relationship Id="rId71" Type="http://schemas.openxmlformats.org/officeDocument/2006/relationships/image" Target="../media/image161.png"/><Relationship Id="rId92" Type="http://schemas.openxmlformats.org/officeDocument/2006/relationships/customXml" Target="../ink/ink154.xml"/><Relationship Id="rId2" Type="http://schemas.openxmlformats.org/officeDocument/2006/relationships/image" Target="../media/image126.png"/><Relationship Id="rId29" Type="http://schemas.openxmlformats.org/officeDocument/2006/relationships/image" Target="../media/image140.png"/><Relationship Id="rId24" Type="http://schemas.openxmlformats.org/officeDocument/2006/relationships/customXml" Target="../ink/ink120.xml"/><Relationship Id="rId40" Type="http://schemas.openxmlformats.org/officeDocument/2006/relationships/customXml" Target="../ink/ink128.xml"/><Relationship Id="rId45" Type="http://schemas.openxmlformats.org/officeDocument/2006/relationships/image" Target="../media/image148.png"/><Relationship Id="rId66" Type="http://schemas.openxmlformats.org/officeDocument/2006/relationships/customXml" Target="../ink/ink141.xml"/><Relationship Id="rId87" Type="http://schemas.openxmlformats.org/officeDocument/2006/relationships/image" Target="../media/image169.png"/><Relationship Id="rId110" Type="http://schemas.openxmlformats.org/officeDocument/2006/relationships/customXml" Target="../ink/ink163.xml"/><Relationship Id="rId115" Type="http://schemas.openxmlformats.org/officeDocument/2006/relationships/image" Target="../media/image183.png"/><Relationship Id="rId131" Type="http://schemas.openxmlformats.org/officeDocument/2006/relationships/image" Target="../media/image191.png"/><Relationship Id="rId136" Type="http://schemas.openxmlformats.org/officeDocument/2006/relationships/customXml" Target="../ink/ink176.xml"/><Relationship Id="rId61" Type="http://schemas.openxmlformats.org/officeDocument/2006/relationships/image" Target="../media/image156.png"/><Relationship Id="rId82" Type="http://schemas.openxmlformats.org/officeDocument/2006/relationships/customXml" Target="../ink/ink149.xml"/><Relationship Id="rId19" Type="http://schemas.openxmlformats.org/officeDocument/2006/relationships/image" Target="../media/image135.png"/><Relationship Id="rId14" Type="http://schemas.openxmlformats.org/officeDocument/2006/relationships/customXml" Target="../ink/ink115.xml"/><Relationship Id="rId30" Type="http://schemas.openxmlformats.org/officeDocument/2006/relationships/customXml" Target="../ink/ink123.xml"/><Relationship Id="rId35" Type="http://schemas.openxmlformats.org/officeDocument/2006/relationships/image" Target="../media/image143.png"/><Relationship Id="rId56" Type="http://schemas.openxmlformats.org/officeDocument/2006/relationships/customXml" Target="../ink/ink136.xml"/><Relationship Id="rId77" Type="http://schemas.openxmlformats.org/officeDocument/2006/relationships/image" Target="../media/image164.png"/><Relationship Id="rId100" Type="http://schemas.openxmlformats.org/officeDocument/2006/relationships/customXml" Target="../ink/ink158.xml"/><Relationship Id="rId105" Type="http://schemas.openxmlformats.org/officeDocument/2006/relationships/image" Target="../media/image178.png"/><Relationship Id="rId126" Type="http://schemas.openxmlformats.org/officeDocument/2006/relationships/customXml" Target="../ink/ink171.xml"/><Relationship Id="rId8" Type="http://schemas.openxmlformats.org/officeDocument/2006/relationships/customXml" Target="../ink/ink112.xml"/><Relationship Id="rId51" Type="http://schemas.openxmlformats.org/officeDocument/2006/relationships/image" Target="../media/image151.png"/><Relationship Id="rId72" Type="http://schemas.openxmlformats.org/officeDocument/2006/relationships/customXml" Target="../ink/ink144.xml"/><Relationship Id="rId93" Type="http://schemas.openxmlformats.org/officeDocument/2006/relationships/image" Target="../media/image172.png"/><Relationship Id="rId98" Type="http://schemas.openxmlformats.org/officeDocument/2006/relationships/customXml" Target="../ink/ink157.xml"/><Relationship Id="rId121" Type="http://schemas.openxmlformats.org/officeDocument/2006/relationships/image" Target="../media/image186.png"/><Relationship Id="rId142" Type="http://schemas.openxmlformats.org/officeDocument/2006/relationships/customXml" Target="../ink/ink179.xml"/><Relationship Id="rId3" Type="http://schemas.openxmlformats.org/officeDocument/2006/relationships/image" Target="../media/image127.png"/><Relationship Id="rId25" Type="http://schemas.openxmlformats.org/officeDocument/2006/relationships/image" Target="../media/image138.png"/><Relationship Id="rId46" Type="http://schemas.openxmlformats.org/officeDocument/2006/relationships/customXml" Target="../ink/ink131.xml"/><Relationship Id="rId67" Type="http://schemas.openxmlformats.org/officeDocument/2006/relationships/image" Target="../media/image159.png"/><Relationship Id="rId116" Type="http://schemas.openxmlformats.org/officeDocument/2006/relationships/customXml" Target="../ink/ink166.xml"/><Relationship Id="rId137" Type="http://schemas.openxmlformats.org/officeDocument/2006/relationships/image" Target="../media/image194.png"/><Relationship Id="rId20" Type="http://schemas.openxmlformats.org/officeDocument/2006/relationships/customXml" Target="../ink/ink118.xml"/><Relationship Id="rId41" Type="http://schemas.openxmlformats.org/officeDocument/2006/relationships/image" Target="../media/image146.png"/><Relationship Id="rId62" Type="http://schemas.openxmlformats.org/officeDocument/2006/relationships/customXml" Target="../ink/ink139.xml"/><Relationship Id="rId83" Type="http://schemas.openxmlformats.org/officeDocument/2006/relationships/image" Target="../media/image167.png"/><Relationship Id="rId88" Type="http://schemas.openxmlformats.org/officeDocument/2006/relationships/customXml" Target="../ink/ink152.xml"/><Relationship Id="rId111" Type="http://schemas.openxmlformats.org/officeDocument/2006/relationships/image" Target="../media/image181.png"/><Relationship Id="rId132" Type="http://schemas.openxmlformats.org/officeDocument/2006/relationships/customXml" Target="../ink/ink174.xml"/><Relationship Id="rId15" Type="http://schemas.openxmlformats.org/officeDocument/2006/relationships/image" Target="../media/image133.png"/><Relationship Id="rId36" Type="http://schemas.openxmlformats.org/officeDocument/2006/relationships/customXml" Target="../ink/ink126.xml"/><Relationship Id="rId57" Type="http://schemas.openxmlformats.org/officeDocument/2006/relationships/image" Target="../media/image154.png"/><Relationship Id="rId106" Type="http://schemas.openxmlformats.org/officeDocument/2006/relationships/customXml" Target="../ink/ink161.xml"/><Relationship Id="rId127" Type="http://schemas.openxmlformats.org/officeDocument/2006/relationships/image" Target="../media/image189.png"/><Relationship Id="rId10" Type="http://schemas.openxmlformats.org/officeDocument/2006/relationships/customXml" Target="../ink/ink113.xml"/><Relationship Id="rId31" Type="http://schemas.openxmlformats.org/officeDocument/2006/relationships/image" Target="../media/image141.png"/><Relationship Id="rId52" Type="http://schemas.openxmlformats.org/officeDocument/2006/relationships/customXml" Target="../ink/ink134.xml"/><Relationship Id="rId73" Type="http://schemas.openxmlformats.org/officeDocument/2006/relationships/image" Target="../media/image162.png"/><Relationship Id="rId78" Type="http://schemas.openxmlformats.org/officeDocument/2006/relationships/customXml" Target="../ink/ink147.xml"/><Relationship Id="rId94" Type="http://schemas.openxmlformats.org/officeDocument/2006/relationships/customXml" Target="../ink/ink155.xml"/><Relationship Id="rId99" Type="http://schemas.openxmlformats.org/officeDocument/2006/relationships/image" Target="../media/image175.png"/><Relationship Id="rId101" Type="http://schemas.openxmlformats.org/officeDocument/2006/relationships/image" Target="../media/image176.png"/><Relationship Id="rId122" Type="http://schemas.openxmlformats.org/officeDocument/2006/relationships/customXml" Target="../ink/ink169.xml"/><Relationship Id="rId143" Type="http://schemas.openxmlformats.org/officeDocument/2006/relationships/image" Target="../media/image197.png"/><Relationship Id="rId4" Type="http://schemas.openxmlformats.org/officeDocument/2006/relationships/customXml" Target="../ink/ink110.xml"/><Relationship Id="rId9" Type="http://schemas.openxmlformats.org/officeDocument/2006/relationships/image" Target="../media/image130.png"/><Relationship Id="rId26" Type="http://schemas.openxmlformats.org/officeDocument/2006/relationships/customXml" Target="../ink/ink121.xml"/><Relationship Id="rId47" Type="http://schemas.openxmlformats.org/officeDocument/2006/relationships/image" Target="../media/image149.png"/><Relationship Id="rId68" Type="http://schemas.openxmlformats.org/officeDocument/2006/relationships/customXml" Target="../ink/ink142.xml"/><Relationship Id="rId89" Type="http://schemas.openxmlformats.org/officeDocument/2006/relationships/image" Target="../media/image170.png"/><Relationship Id="rId112" Type="http://schemas.openxmlformats.org/officeDocument/2006/relationships/customXml" Target="../ink/ink164.xml"/><Relationship Id="rId133" Type="http://schemas.openxmlformats.org/officeDocument/2006/relationships/image" Target="../media/image192.png"/><Relationship Id="rId16" Type="http://schemas.openxmlformats.org/officeDocument/2006/relationships/customXml" Target="../ink/ink1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5.xml"/><Relationship Id="rId18" Type="http://schemas.openxmlformats.org/officeDocument/2006/relationships/image" Target="../media/image214.png"/><Relationship Id="rId26" Type="http://schemas.openxmlformats.org/officeDocument/2006/relationships/image" Target="../media/image218.png"/><Relationship Id="rId39" Type="http://schemas.openxmlformats.org/officeDocument/2006/relationships/customXml" Target="../ink/ink198.xml"/><Relationship Id="rId21" Type="http://schemas.openxmlformats.org/officeDocument/2006/relationships/customXml" Target="../ink/ink189.xml"/><Relationship Id="rId34" Type="http://schemas.openxmlformats.org/officeDocument/2006/relationships/image" Target="../media/image222.png"/><Relationship Id="rId42" Type="http://schemas.openxmlformats.org/officeDocument/2006/relationships/image" Target="../media/image226.png"/><Relationship Id="rId47" Type="http://schemas.openxmlformats.org/officeDocument/2006/relationships/customXml" Target="../ink/ink202.xml"/><Relationship Id="rId50" Type="http://schemas.openxmlformats.org/officeDocument/2006/relationships/image" Target="../media/image230.png"/><Relationship Id="rId55" Type="http://schemas.openxmlformats.org/officeDocument/2006/relationships/customXml" Target="../ink/ink206.xml"/><Relationship Id="rId7" Type="http://schemas.openxmlformats.org/officeDocument/2006/relationships/customXml" Target="../ink/ink182.xml"/><Relationship Id="rId2" Type="http://schemas.openxmlformats.org/officeDocument/2006/relationships/image" Target="../media/image206.png"/><Relationship Id="rId16" Type="http://schemas.openxmlformats.org/officeDocument/2006/relationships/image" Target="../media/image213.png"/><Relationship Id="rId29" Type="http://schemas.openxmlformats.org/officeDocument/2006/relationships/customXml" Target="../ink/ink193.xml"/><Relationship Id="rId11" Type="http://schemas.openxmlformats.org/officeDocument/2006/relationships/customXml" Target="../ink/ink184.xml"/><Relationship Id="rId24" Type="http://schemas.openxmlformats.org/officeDocument/2006/relationships/image" Target="../media/image217.png"/><Relationship Id="rId32" Type="http://schemas.openxmlformats.org/officeDocument/2006/relationships/image" Target="../media/image221.png"/><Relationship Id="rId37" Type="http://schemas.openxmlformats.org/officeDocument/2006/relationships/customXml" Target="../ink/ink197.xml"/><Relationship Id="rId40" Type="http://schemas.openxmlformats.org/officeDocument/2006/relationships/image" Target="../media/image225.png"/><Relationship Id="rId45" Type="http://schemas.openxmlformats.org/officeDocument/2006/relationships/customXml" Target="../ink/ink201.xml"/><Relationship Id="rId53" Type="http://schemas.openxmlformats.org/officeDocument/2006/relationships/customXml" Target="../ink/ink205.xml"/><Relationship Id="rId58" Type="http://schemas.openxmlformats.org/officeDocument/2006/relationships/image" Target="../media/image234.png"/><Relationship Id="rId5" Type="http://schemas.openxmlformats.org/officeDocument/2006/relationships/customXml" Target="../ink/ink181.xml"/><Relationship Id="rId61" Type="http://schemas.openxmlformats.org/officeDocument/2006/relationships/customXml" Target="../ink/ink209.xml"/><Relationship Id="rId19" Type="http://schemas.openxmlformats.org/officeDocument/2006/relationships/customXml" Target="../ink/ink188.xml"/><Relationship Id="rId14" Type="http://schemas.openxmlformats.org/officeDocument/2006/relationships/image" Target="../media/image212.png"/><Relationship Id="rId22" Type="http://schemas.openxmlformats.org/officeDocument/2006/relationships/image" Target="../media/image216.png"/><Relationship Id="rId27" Type="http://schemas.openxmlformats.org/officeDocument/2006/relationships/customXml" Target="../ink/ink192.xml"/><Relationship Id="rId30" Type="http://schemas.openxmlformats.org/officeDocument/2006/relationships/image" Target="../media/image220.png"/><Relationship Id="rId35" Type="http://schemas.openxmlformats.org/officeDocument/2006/relationships/customXml" Target="../ink/ink196.xml"/><Relationship Id="rId43" Type="http://schemas.openxmlformats.org/officeDocument/2006/relationships/customXml" Target="../ink/ink200.xml"/><Relationship Id="rId48" Type="http://schemas.openxmlformats.org/officeDocument/2006/relationships/image" Target="../media/image229.png"/><Relationship Id="rId56" Type="http://schemas.openxmlformats.org/officeDocument/2006/relationships/image" Target="../media/image233.png"/><Relationship Id="rId8" Type="http://schemas.openxmlformats.org/officeDocument/2006/relationships/image" Target="../media/image209.png"/><Relationship Id="rId51" Type="http://schemas.openxmlformats.org/officeDocument/2006/relationships/customXml" Target="../ink/ink204.xml"/><Relationship Id="rId3" Type="http://schemas.openxmlformats.org/officeDocument/2006/relationships/customXml" Target="../ink/ink180.xml"/><Relationship Id="rId12" Type="http://schemas.openxmlformats.org/officeDocument/2006/relationships/image" Target="../media/image211.png"/><Relationship Id="rId17" Type="http://schemas.openxmlformats.org/officeDocument/2006/relationships/customXml" Target="../ink/ink187.xml"/><Relationship Id="rId25" Type="http://schemas.openxmlformats.org/officeDocument/2006/relationships/customXml" Target="../ink/ink191.xml"/><Relationship Id="rId33" Type="http://schemas.openxmlformats.org/officeDocument/2006/relationships/customXml" Target="../ink/ink195.xml"/><Relationship Id="rId38" Type="http://schemas.openxmlformats.org/officeDocument/2006/relationships/image" Target="../media/image224.png"/><Relationship Id="rId46" Type="http://schemas.openxmlformats.org/officeDocument/2006/relationships/image" Target="../media/image228.png"/><Relationship Id="rId59" Type="http://schemas.openxmlformats.org/officeDocument/2006/relationships/customXml" Target="../ink/ink208.xml"/><Relationship Id="rId20" Type="http://schemas.openxmlformats.org/officeDocument/2006/relationships/image" Target="../media/image215.png"/><Relationship Id="rId41" Type="http://schemas.openxmlformats.org/officeDocument/2006/relationships/customXml" Target="../ink/ink199.xml"/><Relationship Id="rId54" Type="http://schemas.openxmlformats.org/officeDocument/2006/relationships/image" Target="../media/image232.png"/><Relationship Id="rId62" Type="http://schemas.openxmlformats.org/officeDocument/2006/relationships/image" Target="../media/image2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8.png"/><Relationship Id="rId15" Type="http://schemas.openxmlformats.org/officeDocument/2006/relationships/customXml" Target="../ink/ink186.xml"/><Relationship Id="rId23" Type="http://schemas.openxmlformats.org/officeDocument/2006/relationships/customXml" Target="../ink/ink190.xml"/><Relationship Id="rId28" Type="http://schemas.openxmlformats.org/officeDocument/2006/relationships/image" Target="../media/image219.png"/><Relationship Id="rId36" Type="http://schemas.openxmlformats.org/officeDocument/2006/relationships/image" Target="../media/image223.png"/><Relationship Id="rId49" Type="http://schemas.openxmlformats.org/officeDocument/2006/relationships/customXml" Target="../ink/ink203.xml"/><Relationship Id="rId57" Type="http://schemas.openxmlformats.org/officeDocument/2006/relationships/customXml" Target="../ink/ink207.xml"/><Relationship Id="rId10" Type="http://schemas.openxmlformats.org/officeDocument/2006/relationships/image" Target="../media/image210.png"/><Relationship Id="rId31" Type="http://schemas.openxmlformats.org/officeDocument/2006/relationships/customXml" Target="../ink/ink194.xml"/><Relationship Id="rId44" Type="http://schemas.openxmlformats.org/officeDocument/2006/relationships/image" Target="../media/image227.png"/><Relationship Id="rId52" Type="http://schemas.openxmlformats.org/officeDocument/2006/relationships/image" Target="../media/image231.png"/><Relationship Id="rId60" Type="http://schemas.openxmlformats.org/officeDocument/2006/relationships/image" Target="../media/image235.png"/><Relationship Id="rId4" Type="http://schemas.openxmlformats.org/officeDocument/2006/relationships/image" Target="../media/image207.png"/><Relationship Id="rId9" Type="http://schemas.openxmlformats.org/officeDocument/2006/relationships/customXml" Target="../ink/ink183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1.png"/><Relationship Id="rId18" Type="http://schemas.openxmlformats.org/officeDocument/2006/relationships/customXml" Target="../ink/ink217.xml"/><Relationship Id="rId26" Type="http://schemas.openxmlformats.org/officeDocument/2006/relationships/customXml" Target="../ink/ink221.xml"/><Relationship Id="rId39" Type="http://schemas.openxmlformats.org/officeDocument/2006/relationships/image" Target="../media/image240.png"/><Relationship Id="rId21" Type="http://schemas.openxmlformats.org/officeDocument/2006/relationships/image" Target="../media/image215.png"/><Relationship Id="rId34" Type="http://schemas.openxmlformats.org/officeDocument/2006/relationships/customXml" Target="../ink/ink225.xml"/><Relationship Id="rId7" Type="http://schemas.openxmlformats.org/officeDocument/2006/relationships/image" Target="../media/image208.png"/><Relationship Id="rId12" Type="http://schemas.openxmlformats.org/officeDocument/2006/relationships/customXml" Target="../ink/ink214.xml"/><Relationship Id="rId17" Type="http://schemas.openxmlformats.org/officeDocument/2006/relationships/image" Target="../media/image213.png"/><Relationship Id="rId25" Type="http://schemas.openxmlformats.org/officeDocument/2006/relationships/image" Target="../media/image217.png"/><Relationship Id="rId33" Type="http://schemas.openxmlformats.org/officeDocument/2006/relationships/image" Target="../media/image221.png"/><Relationship Id="rId38" Type="http://schemas.openxmlformats.org/officeDocument/2006/relationships/image" Target="../media/image239.png"/><Relationship Id="rId2" Type="http://schemas.openxmlformats.org/officeDocument/2006/relationships/image" Target="../media/image237.png"/><Relationship Id="rId16" Type="http://schemas.openxmlformats.org/officeDocument/2006/relationships/customXml" Target="../ink/ink216.xml"/><Relationship Id="rId20" Type="http://schemas.openxmlformats.org/officeDocument/2006/relationships/customXml" Target="../ink/ink218.xml"/><Relationship Id="rId29" Type="http://schemas.openxmlformats.org/officeDocument/2006/relationships/image" Target="../media/image21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11.xml"/><Relationship Id="rId11" Type="http://schemas.openxmlformats.org/officeDocument/2006/relationships/image" Target="../media/image210.png"/><Relationship Id="rId24" Type="http://schemas.openxmlformats.org/officeDocument/2006/relationships/customXml" Target="../ink/ink220.xml"/><Relationship Id="rId32" Type="http://schemas.openxmlformats.org/officeDocument/2006/relationships/customXml" Target="../ink/ink224.xml"/><Relationship Id="rId37" Type="http://schemas.openxmlformats.org/officeDocument/2006/relationships/image" Target="../media/image223.png"/><Relationship Id="rId5" Type="http://schemas.openxmlformats.org/officeDocument/2006/relationships/image" Target="../media/image207.png"/><Relationship Id="rId15" Type="http://schemas.openxmlformats.org/officeDocument/2006/relationships/image" Target="../media/image212.png"/><Relationship Id="rId23" Type="http://schemas.openxmlformats.org/officeDocument/2006/relationships/image" Target="../media/image216.png"/><Relationship Id="rId28" Type="http://schemas.openxmlformats.org/officeDocument/2006/relationships/customXml" Target="../ink/ink222.xml"/><Relationship Id="rId36" Type="http://schemas.openxmlformats.org/officeDocument/2006/relationships/customXml" Target="../ink/ink226.xml"/><Relationship Id="rId10" Type="http://schemas.openxmlformats.org/officeDocument/2006/relationships/customXml" Target="../ink/ink213.xml"/><Relationship Id="rId19" Type="http://schemas.openxmlformats.org/officeDocument/2006/relationships/image" Target="../media/image214.png"/><Relationship Id="rId31" Type="http://schemas.openxmlformats.org/officeDocument/2006/relationships/image" Target="../media/image220.png"/><Relationship Id="rId4" Type="http://schemas.openxmlformats.org/officeDocument/2006/relationships/customXml" Target="../ink/ink210.xml"/><Relationship Id="rId9" Type="http://schemas.openxmlformats.org/officeDocument/2006/relationships/image" Target="../media/image209.png"/><Relationship Id="rId14" Type="http://schemas.openxmlformats.org/officeDocument/2006/relationships/customXml" Target="../ink/ink215.xml"/><Relationship Id="rId22" Type="http://schemas.openxmlformats.org/officeDocument/2006/relationships/customXml" Target="../ink/ink219.xml"/><Relationship Id="rId27" Type="http://schemas.openxmlformats.org/officeDocument/2006/relationships/image" Target="../media/image218.png"/><Relationship Id="rId30" Type="http://schemas.openxmlformats.org/officeDocument/2006/relationships/customXml" Target="../ink/ink223.xml"/><Relationship Id="rId35" Type="http://schemas.openxmlformats.org/officeDocument/2006/relationships/image" Target="../media/image222.png"/><Relationship Id="rId8" Type="http://schemas.openxmlformats.org/officeDocument/2006/relationships/customXml" Target="../ink/ink212.xml"/><Relationship Id="rId3" Type="http://schemas.openxmlformats.org/officeDocument/2006/relationships/image" Target="../media/image23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2.png"/><Relationship Id="rId18" Type="http://schemas.openxmlformats.org/officeDocument/2006/relationships/customXml" Target="../ink/ink235.xml"/><Relationship Id="rId26" Type="http://schemas.openxmlformats.org/officeDocument/2006/relationships/customXml" Target="../ink/ink239.xml"/><Relationship Id="rId39" Type="http://schemas.openxmlformats.org/officeDocument/2006/relationships/image" Target="../media/image244.png"/><Relationship Id="rId21" Type="http://schemas.openxmlformats.org/officeDocument/2006/relationships/image" Target="../media/image216.png"/><Relationship Id="rId34" Type="http://schemas.openxmlformats.org/officeDocument/2006/relationships/customXml" Target="../ink/ink243.xml"/><Relationship Id="rId7" Type="http://schemas.openxmlformats.org/officeDocument/2006/relationships/image" Target="../media/image209.png"/><Relationship Id="rId12" Type="http://schemas.openxmlformats.org/officeDocument/2006/relationships/customXml" Target="../ink/ink232.xml"/><Relationship Id="rId17" Type="http://schemas.openxmlformats.org/officeDocument/2006/relationships/image" Target="../media/image214.png"/><Relationship Id="rId25" Type="http://schemas.openxmlformats.org/officeDocument/2006/relationships/image" Target="../media/image218.png"/><Relationship Id="rId33" Type="http://schemas.openxmlformats.org/officeDocument/2006/relationships/image" Target="../media/image222.png"/><Relationship Id="rId38" Type="http://schemas.openxmlformats.org/officeDocument/2006/relationships/image" Target="../media/image243.png"/><Relationship Id="rId2" Type="http://schemas.openxmlformats.org/officeDocument/2006/relationships/customXml" Target="../ink/ink227.xml"/><Relationship Id="rId16" Type="http://schemas.openxmlformats.org/officeDocument/2006/relationships/customXml" Target="../ink/ink234.xml"/><Relationship Id="rId20" Type="http://schemas.openxmlformats.org/officeDocument/2006/relationships/customXml" Target="../ink/ink236.xml"/><Relationship Id="rId29" Type="http://schemas.openxmlformats.org/officeDocument/2006/relationships/image" Target="../media/image22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29.xml"/><Relationship Id="rId11" Type="http://schemas.openxmlformats.org/officeDocument/2006/relationships/image" Target="../media/image211.png"/><Relationship Id="rId24" Type="http://schemas.openxmlformats.org/officeDocument/2006/relationships/customXml" Target="../ink/ink238.xml"/><Relationship Id="rId32" Type="http://schemas.openxmlformats.org/officeDocument/2006/relationships/customXml" Target="../ink/ink242.xml"/><Relationship Id="rId37" Type="http://schemas.openxmlformats.org/officeDocument/2006/relationships/image" Target="../media/image242.png"/><Relationship Id="rId5" Type="http://schemas.openxmlformats.org/officeDocument/2006/relationships/image" Target="../media/image208.png"/><Relationship Id="rId15" Type="http://schemas.openxmlformats.org/officeDocument/2006/relationships/image" Target="../media/image213.png"/><Relationship Id="rId23" Type="http://schemas.openxmlformats.org/officeDocument/2006/relationships/image" Target="../media/image217.png"/><Relationship Id="rId28" Type="http://schemas.openxmlformats.org/officeDocument/2006/relationships/customXml" Target="../ink/ink240.xml"/><Relationship Id="rId36" Type="http://schemas.openxmlformats.org/officeDocument/2006/relationships/image" Target="../media/image241.png"/><Relationship Id="rId10" Type="http://schemas.openxmlformats.org/officeDocument/2006/relationships/customXml" Target="../ink/ink231.xml"/><Relationship Id="rId19" Type="http://schemas.openxmlformats.org/officeDocument/2006/relationships/image" Target="../media/image215.png"/><Relationship Id="rId31" Type="http://schemas.openxmlformats.org/officeDocument/2006/relationships/image" Target="../media/image221.png"/><Relationship Id="rId4" Type="http://schemas.openxmlformats.org/officeDocument/2006/relationships/customXml" Target="../ink/ink228.xml"/><Relationship Id="rId9" Type="http://schemas.openxmlformats.org/officeDocument/2006/relationships/image" Target="../media/image210.png"/><Relationship Id="rId14" Type="http://schemas.openxmlformats.org/officeDocument/2006/relationships/customXml" Target="../ink/ink233.xml"/><Relationship Id="rId22" Type="http://schemas.openxmlformats.org/officeDocument/2006/relationships/customXml" Target="../ink/ink237.xml"/><Relationship Id="rId27" Type="http://schemas.openxmlformats.org/officeDocument/2006/relationships/image" Target="../media/image219.png"/><Relationship Id="rId30" Type="http://schemas.openxmlformats.org/officeDocument/2006/relationships/customXml" Target="../ink/ink241.xml"/><Relationship Id="rId35" Type="http://schemas.openxmlformats.org/officeDocument/2006/relationships/image" Target="../media/image223.png"/><Relationship Id="rId8" Type="http://schemas.openxmlformats.org/officeDocument/2006/relationships/customXml" Target="../ink/ink230.xml"/><Relationship Id="rId3" Type="http://schemas.openxmlformats.org/officeDocument/2006/relationships/image" Target="../media/image20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2.png"/><Relationship Id="rId18" Type="http://schemas.openxmlformats.org/officeDocument/2006/relationships/customXml" Target="../ink/ink252.xml"/><Relationship Id="rId26" Type="http://schemas.openxmlformats.org/officeDocument/2006/relationships/customXml" Target="../ink/ink256.xml"/><Relationship Id="rId3" Type="http://schemas.openxmlformats.org/officeDocument/2006/relationships/image" Target="../media/image207.png"/><Relationship Id="rId21" Type="http://schemas.openxmlformats.org/officeDocument/2006/relationships/image" Target="../media/image216.png"/><Relationship Id="rId34" Type="http://schemas.openxmlformats.org/officeDocument/2006/relationships/customXml" Target="../ink/ink260.xml"/><Relationship Id="rId7" Type="http://schemas.openxmlformats.org/officeDocument/2006/relationships/image" Target="../media/image209.png"/><Relationship Id="rId12" Type="http://schemas.openxmlformats.org/officeDocument/2006/relationships/customXml" Target="../ink/ink249.xml"/><Relationship Id="rId17" Type="http://schemas.openxmlformats.org/officeDocument/2006/relationships/image" Target="../media/image214.png"/><Relationship Id="rId25" Type="http://schemas.openxmlformats.org/officeDocument/2006/relationships/image" Target="../media/image218.png"/><Relationship Id="rId33" Type="http://schemas.openxmlformats.org/officeDocument/2006/relationships/image" Target="../media/image222.png"/><Relationship Id="rId2" Type="http://schemas.openxmlformats.org/officeDocument/2006/relationships/customXml" Target="../ink/ink244.xml"/><Relationship Id="rId16" Type="http://schemas.openxmlformats.org/officeDocument/2006/relationships/customXml" Target="../ink/ink251.xml"/><Relationship Id="rId20" Type="http://schemas.openxmlformats.org/officeDocument/2006/relationships/customXml" Target="../ink/ink253.xml"/><Relationship Id="rId29" Type="http://schemas.openxmlformats.org/officeDocument/2006/relationships/image" Target="../media/image22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46.xml"/><Relationship Id="rId11" Type="http://schemas.openxmlformats.org/officeDocument/2006/relationships/image" Target="../media/image211.png"/><Relationship Id="rId24" Type="http://schemas.openxmlformats.org/officeDocument/2006/relationships/customXml" Target="../ink/ink255.xml"/><Relationship Id="rId32" Type="http://schemas.openxmlformats.org/officeDocument/2006/relationships/customXml" Target="../ink/ink259.xml"/><Relationship Id="rId5" Type="http://schemas.openxmlformats.org/officeDocument/2006/relationships/image" Target="../media/image208.png"/><Relationship Id="rId15" Type="http://schemas.openxmlformats.org/officeDocument/2006/relationships/image" Target="../media/image213.png"/><Relationship Id="rId23" Type="http://schemas.openxmlformats.org/officeDocument/2006/relationships/image" Target="../media/image217.png"/><Relationship Id="rId28" Type="http://schemas.openxmlformats.org/officeDocument/2006/relationships/customXml" Target="../ink/ink257.xml"/><Relationship Id="rId36" Type="http://schemas.openxmlformats.org/officeDocument/2006/relationships/image" Target="../media/image245.png"/><Relationship Id="rId10" Type="http://schemas.openxmlformats.org/officeDocument/2006/relationships/customXml" Target="../ink/ink248.xml"/><Relationship Id="rId19" Type="http://schemas.openxmlformats.org/officeDocument/2006/relationships/image" Target="../media/image215.png"/><Relationship Id="rId31" Type="http://schemas.openxmlformats.org/officeDocument/2006/relationships/image" Target="../media/image221.png"/><Relationship Id="rId4" Type="http://schemas.openxmlformats.org/officeDocument/2006/relationships/customXml" Target="../ink/ink245.xml"/><Relationship Id="rId9" Type="http://schemas.openxmlformats.org/officeDocument/2006/relationships/image" Target="../media/image210.png"/><Relationship Id="rId14" Type="http://schemas.openxmlformats.org/officeDocument/2006/relationships/customXml" Target="../ink/ink250.xml"/><Relationship Id="rId22" Type="http://schemas.openxmlformats.org/officeDocument/2006/relationships/customXml" Target="../ink/ink254.xml"/><Relationship Id="rId27" Type="http://schemas.openxmlformats.org/officeDocument/2006/relationships/image" Target="../media/image219.png"/><Relationship Id="rId30" Type="http://schemas.openxmlformats.org/officeDocument/2006/relationships/customXml" Target="../ink/ink258.xml"/><Relationship Id="rId35" Type="http://schemas.openxmlformats.org/officeDocument/2006/relationships/image" Target="../media/image223.png"/><Relationship Id="rId8" Type="http://schemas.openxmlformats.org/officeDocument/2006/relationships/customXml" Target="../ink/ink24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A301-816D-8A6D-A631-E16296CE5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650" y="657226"/>
            <a:ext cx="9420225" cy="3729038"/>
          </a:xfrm>
        </p:spPr>
        <p:txBody>
          <a:bodyPr>
            <a:normAutofit fontScale="90000"/>
          </a:bodyPr>
          <a:lstStyle/>
          <a:p>
            <a:r>
              <a:rPr lang="en-IN" sz="5000">
                <a:solidFill>
                  <a:srgbClr val="002060"/>
                </a:solidFill>
                <a:latin typeface="Arial Rounded MT Bold" panose="020F0704030504030204" pitchFamily="34" charset="0"/>
              </a:rPr>
              <a:t>ChBE 3200: Transport Phenomena</a:t>
            </a:r>
            <a:br>
              <a:rPr lang="en-IN" sz="5000">
                <a:latin typeface="Arial Rounded MT Bold" panose="020F0704030504030204" pitchFamily="34" charset="0"/>
              </a:rPr>
            </a:br>
            <a:r>
              <a:rPr lang="en-IN" sz="3500">
                <a:latin typeface="Arial Rounded MT Bold" panose="020F0704030504030204" pitchFamily="34" charset="0"/>
              </a:rPr>
              <a:t>(Fall 2023)</a:t>
            </a:r>
            <a:br>
              <a:rPr lang="en-IN" sz="3500">
                <a:latin typeface="Arial Rounded MT Bold" panose="020F0704030504030204" pitchFamily="34" charset="0"/>
              </a:rPr>
            </a:br>
            <a:br>
              <a:rPr lang="en-IN" sz="5000">
                <a:latin typeface="Arial Rounded MT Bold" panose="020F0704030504030204" pitchFamily="34" charset="0"/>
              </a:rPr>
            </a:br>
            <a:r>
              <a:rPr lang="en-IN" sz="5000">
                <a:latin typeface="Arial Rounded MT Bold" panose="020F0704030504030204" pitchFamily="34" charset="0"/>
              </a:rPr>
              <a:t>Lecture 9: Macroscopic Energy Balance &amp; Bernoulli Principle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77BF7-B459-0B6F-DA1B-CCE2D8E52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2638"/>
            <a:ext cx="9144000" cy="1846262"/>
          </a:xfrm>
        </p:spPr>
        <p:txBody>
          <a:bodyPr>
            <a:normAutofit fontScale="92500" lnSpcReduction="20000"/>
          </a:bodyPr>
          <a:lstStyle/>
          <a:p>
            <a:r>
              <a:rPr lang="en-IN" sz="3500" i="1">
                <a:latin typeface="Arial" panose="020B0604020202020204" pitchFamily="34" charset="0"/>
                <a:cs typeface="Arial" panose="020B0604020202020204" pitchFamily="34" charset="0"/>
              </a:rPr>
              <a:t>Sayan Bhowmik,</a:t>
            </a:r>
          </a:p>
          <a:p>
            <a:r>
              <a:rPr lang="en-IN" sz="2800">
                <a:latin typeface="Arial" panose="020B0604020202020204" pitchFamily="34" charset="0"/>
                <a:cs typeface="Arial" panose="020B0604020202020204" pitchFamily="34" charset="0"/>
              </a:rPr>
              <a:t>Graduate Teaching Assistant.</a:t>
            </a:r>
          </a:p>
          <a:p>
            <a:endParaRPr lang="en-I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3500">
                <a:latin typeface="Arial" panose="020B0604020202020204" pitchFamily="34" charset="0"/>
                <a:cs typeface="Arial" panose="020B0604020202020204" pitchFamily="34" charset="0"/>
              </a:rPr>
              <a:t>09-11-2023</a:t>
            </a:r>
          </a:p>
        </p:txBody>
      </p:sp>
    </p:spTree>
    <p:extLst>
      <p:ext uri="{BB962C8B-B14F-4D97-AF65-F5344CB8AC3E}">
        <p14:creationId xmlns:p14="http://schemas.microsoft.com/office/powerpoint/2010/main" val="6644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CED3-9F3F-FBE2-90C6-B9FBF8C1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900"/>
            <a:ext cx="10515600" cy="709104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Conservation of Mass: Continuity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77A770-EC48-0945-388D-13347702541A}"/>
                  </a:ext>
                </a:extLst>
              </p:cNvPr>
              <p:cNvSpPr txBox="1"/>
              <p:nvPr/>
            </p:nvSpPr>
            <p:spPr>
              <a:xfrm>
                <a:off x="342900" y="1538287"/>
                <a:ext cx="11515724" cy="7091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𝑚𝑎𝑠𝑠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𝑒𝑓𝑓𝑙𝑢𝑥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𝑚𝑎𝑠𝑠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𝑓𝑙𝑜𝑤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𝑖𝑛𝑡𝑜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𝑎𝑐𝑐𝑢𝑚𝑢𝑙𝑎𝑡𝑖𝑜𝑛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𝑚𝑎𝑠𝑠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77A770-EC48-0945-388D-133477025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538287"/>
                <a:ext cx="11515724" cy="7091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/>
              <p:nvPr/>
            </p:nvSpPr>
            <p:spPr>
              <a:xfrm>
                <a:off x="6102741" y="2711657"/>
                <a:ext cx="4672818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741" y="2711657"/>
                <a:ext cx="4672818" cy="8631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5AA0FD7-E065-D77C-1EC4-366AE9258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424" y="2653300"/>
            <a:ext cx="3834862" cy="2125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65D21-D707-E3DD-74B6-6F4268F04F1D}"/>
              </a:ext>
            </a:extLst>
          </p:cNvPr>
          <p:cNvSpPr txBox="1"/>
          <p:nvPr/>
        </p:nvSpPr>
        <p:spPr>
          <a:xfrm>
            <a:off x="3174818" y="6105863"/>
            <a:ext cx="586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/>
              <a:t>Image: Welty, </a:t>
            </a:r>
            <a:r>
              <a:rPr lang="en-IN" sz="1200" err="1"/>
              <a:t>Rorrer</a:t>
            </a:r>
            <a:r>
              <a:rPr lang="en-IN" sz="1200"/>
              <a:t>, Foster, Fundamentals of Momentum, Heat and Mass Transfer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/>
              <p:nvPr/>
            </p:nvSpPr>
            <p:spPr>
              <a:xfrm>
                <a:off x="6102741" y="3671235"/>
                <a:ext cx="5703869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̇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𝑚𝑎𝑠𝑠</m:t>
                          </m:r>
                        </m:e>
                      </m:d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741" y="3671235"/>
                <a:ext cx="5703869" cy="8631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DC36858-3B66-30EC-5922-FB134CDCD612}"/>
              </a:ext>
            </a:extLst>
          </p:cNvPr>
          <p:cNvSpPr/>
          <p:nvPr/>
        </p:nvSpPr>
        <p:spPr>
          <a:xfrm>
            <a:off x="2867025" y="4879521"/>
            <a:ext cx="2152650" cy="74295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0000"/>
                </a:solidFill>
              </a:rPr>
              <a:t>Continuity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ADA02-DDE4-8D25-11E5-33612293B7BC}"/>
              </a:ext>
            </a:extLst>
          </p:cNvPr>
          <p:cNvSpPr/>
          <p:nvPr/>
        </p:nvSpPr>
        <p:spPr>
          <a:xfrm>
            <a:off x="5026416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Momentum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07F909-3C35-4276-21CA-267419AEE792}"/>
              </a:ext>
            </a:extLst>
          </p:cNvPr>
          <p:cNvSpPr/>
          <p:nvPr/>
        </p:nvSpPr>
        <p:spPr>
          <a:xfrm>
            <a:off x="7185807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Energy Equation</a:t>
            </a:r>
          </a:p>
        </p:txBody>
      </p:sp>
    </p:spTree>
    <p:extLst>
      <p:ext uri="{BB962C8B-B14F-4D97-AF65-F5344CB8AC3E}">
        <p14:creationId xmlns:p14="http://schemas.microsoft.com/office/powerpoint/2010/main" val="932529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CED3-9F3F-FBE2-90C6-B9FBF8C1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649"/>
            <a:ext cx="10515600" cy="63227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Conservation of Momentum: Newton’s 2</a:t>
            </a:r>
            <a:r>
              <a:rPr lang="en-IN" sz="3600" baseline="30000">
                <a:latin typeface="Arial Rounded MT Bold"/>
                <a:ea typeface="+mj-lt"/>
                <a:cs typeface="+mj-lt"/>
              </a:rPr>
              <a:t>nd</a:t>
            </a:r>
            <a:r>
              <a:rPr lang="en-IN" sz="3600">
                <a:latin typeface="Arial Rounded MT Bold"/>
                <a:ea typeface="+mj-lt"/>
                <a:cs typeface="+mj-lt"/>
              </a:rPr>
              <a:t> Law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77A770-EC48-0945-388D-13347702541A}"/>
                  </a:ext>
                </a:extLst>
              </p:cNvPr>
              <p:cNvSpPr txBox="1"/>
              <p:nvPr/>
            </p:nvSpPr>
            <p:spPr>
              <a:xfrm>
                <a:off x="342900" y="1281112"/>
                <a:ext cx="11515724" cy="11791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𝑚𝑜𝑚𝑒𝑛𝑡𝑢𝑚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𝑚𝑜𝑚𝑒𝑛𝑡𝑢𝑚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𝑖𝑛𝑡𝑜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𝑎𝑐𝑐𝑢𝑚𝑢𝑙𝑎𝑡𝑖𝑜𝑛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𝑚𝑜𝑚𝑒𝑛𝑡𝑢𝑚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𝑆𝑢𝑚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𝑓𝑜𝑟𝑐𝑒𝑠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𝑎𝑐𝑡𝑖𝑛𝑔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77A770-EC48-0945-388D-133477025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281112"/>
                <a:ext cx="11515724" cy="11791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/>
              <p:nvPr/>
            </p:nvSpPr>
            <p:spPr>
              <a:xfrm>
                <a:off x="6102741" y="2711657"/>
                <a:ext cx="5647123" cy="961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741" y="2711657"/>
                <a:ext cx="5647123" cy="9619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6565D21-D707-E3DD-74B6-6F4268F04F1D}"/>
              </a:ext>
            </a:extLst>
          </p:cNvPr>
          <p:cNvSpPr txBox="1"/>
          <p:nvPr/>
        </p:nvSpPr>
        <p:spPr>
          <a:xfrm>
            <a:off x="3174818" y="6105863"/>
            <a:ext cx="586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/>
              <a:t>Image: Welty, </a:t>
            </a:r>
            <a:r>
              <a:rPr lang="en-IN" sz="1200" err="1"/>
              <a:t>Rorrer</a:t>
            </a:r>
            <a:r>
              <a:rPr lang="en-IN" sz="1200"/>
              <a:t>, Foster, Fundamentals of Momentum, Heat and Mass Transfer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/>
              <p:nvPr/>
            </p:nvSpPr>
            <p:spPr>
              <a:xfrm>
                <a:off x="6102741" y="3671235"/>
                <a:ext cx="4986686" cy="961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̇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741" y="3671235"/>
                <a:ext cx="4986686" cy="961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D52B31E-7845-E35E-78C2-FB8626863DDB}"/>
              </a:ext>
            </a:extLst>
          </p:cNvPr>
          <p:cNvSpPr/>
          <p:nvPr/>
        </p:nvSpPr>
        <p:spPr>
          <a:xfrm>
            <a:off x="2867025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Continuity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962535-1F7A-FA38-A2B4-A83F950D623C}"/>
              </a:ext>
            </a:extLst>
          </p:cNvPr>
          <p:cNvSpPr/>
          <p:nvPr/>
        </p:nvSpPr>
        <p:spPr>
          <a:xfrm>
            <a:off x="5026416" y="4879521"/>
            <a:ext cx="2152650" cy="74295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0000"/>
                </a:solidFill>
              </a:rPr>
              <a:t>Momentum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DA5F40-73B8-3604-AB79-827734ABBD69}"/>
              </a:ext>
            </a:extLst>
          </p:cNvPr>
          <p:cNvSpPr/>
          <p:nvPr/>
        </p:nvSpPr>
        <p:spPr>
          <a:xfrm>
            <a:off x="7185807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Energy Equation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3BDC04-599D-B08A-D5CC-2D48847FD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5424" y="2653300"/>
            <a:ext cx="3834862" cy="212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0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CED3-9F3F-FBE2-90C6-B9FBF8C1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649"/>
            <a:ext cx="10515600" cy="63227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Conservation of Energy: First Law of </a:t>
            </a:r>
            <a:r>
              <a:rPr lang="en-IN" sz="3600" err="1">
                <a:latin typeface="Arial Rounded MT Bold"/>
                <a:ea typeface="+mj-lt"/>
                <a:cs typeface="+mj-lt"/>
              </a:rPr>
              <a:t>Thermo</a:t>
            </a:r>
            <a:r>
              <a:rPr lang="en-IN" sz="3600">
                <a:latin typeface="Arial Rounded MT Bold"/>
                <a:ea typeface="+mj-lt"/>
                <a:cs typeface="+mj-lt"/>
              </a:rPr>
              <a:t>.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/>
              <p:nvPr/>
            </p:nvSpPr>
            <p:spPr>
              <a:xfrm>
                <a:off x="5378841" y="2711657"/>
                <a:ext cx="6024983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41" y="2711657"/>
                <a:ext cx="6024983" cy="8631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6565D21-D707-E3DD-74B6-6F4268F04F1D}"/>
              </a:ext>
            </a:extLst>
          </p:cNvPr>
          <p:cNvSpPr txBox="1"/>
          <p:nvPr/>
        </p:nvSpPr>
        <p:spPr>
          <a:xfrm>
            <a:off x="3174818" y="6105863"/>
            <a:ext cx="586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/>
              <a:t>Image: Welty, </a:t>
            </a:r>
            <a:r>
              <a:rPr lang="en-IN" sz="1200" err="1"/>
              <a:t>Rorrer</a:t>
            </a:r>
            <a:r>
              <a:rPr lang="en-IN" sz="1200"/>
              <a:t>, Foster, Fundamentals of Momentum, Heat and Mass Transfer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/>
              <p:nvPr/>
            </p:nvSpPr>
            <p:spPr>
              <a:xfrm>
                <a:off x="5378841" y="3852210"/>
                <a:ext cx="5378011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̇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41" y="3852210"/>
                <a:ext cx="5378011" cy="8631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83BDC04-599D-B08A-D5CC-2D48847FD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599" y="2653300"/>
            <a:ext cx="3834862" cy="21251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E1DA97-8C7F-BDA3-592E-3C46948A3AEB}"/>
              </a:ext>
            </a:extLst>
          </p:cNvPr>
          <p:cNvSpPr/>
          <p:nvPr/>
        </p:nvSpPr>
        <p:spPr>
          <a:xfrm>
            <a:off x="2867025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Continuity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83C4FB-E524-9C6F-065C-F6C412738E47}"/>
              </a:ext>
            </a:extLst>
          </p:cNvPr>
          <p:cNvSpPr/>
          <p:nvPr/>
        </p:nvSpPr>
        <p:spPr>
          <a:xfrm>
            <a:off x="5026416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Momentum Theorem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425232-2D2F-3921-ABA3-15E40A94C027}"/>
              </a:ext>
            </a:extLst>
          </p:cNvPr>
          <p:cNvSpPr/>
          <p:nvPr/>
        </p:nvSpPr>
        <p:spPr>
          <a:xfrm>
            <a:off x="7185807" y="4879521"/>
            <a:ext cx="2152650" cy="74295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0000"/>
                </a:solidFill>
              </a:rPr>
              <a:t>Energy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574591-F73E-19B2-3DD0-CC6FF568AC36}"/>
                  </a:ext>
                </a:extLst>
              </p:cNvPr>
              <p:cNvSpPr txBox="1"/>
              <p:nvPr/>
            </p:nvSpPr>
            <p:spPr>
              <a:xfrm>
                <a:off x="2341477" y="1276350"/>
                <a:ext cx="7510518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𝑒𝑓𝑓𝑙𝑢𝑥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𝑎𝑐𝑐𝑢𝑚𝑢𝑙𝑎𝑡𝑖𝑜𝑛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574591-F73E-19B2-3DD0-CC6FF568A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477" y="1276350"/>
                <a:ext cx="7510518" cy="1367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8858725E-3265-AD85-15B6-BF81C9336A81}"/>
              </a:ext>
            </a:extLst>
          </p:cNvPr>
          <p:cNvSpPr/>
          <p:nvPr/>
        </p:nvSpPr>
        <p:spPr>
          <a:xfrm>
            <a:off x="7000875" y="2711657"/>
            <a:ext cx="4402949" cy="9764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68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26D-6F93-4C9A-4C5D-8E4A78FD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7546"/>
            <a:ext cx="10515600" cy="74295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C08AD-0D1E-EB53-DE4F-410B11CDE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049"/>
            <a:ext cx="10515600" cy="3471863"/>
          </a:xfrm>
        </p:spPr>
        <p:txBody>
          <a:bodyPr/>
          <a:lstStyle/>
          <a:p>
            <a:pPr marL="0" indent="0">
              <a:buNone/>
            </a:pPr>
            <a:r>
              <a:rPr lang="en-IN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Conservation of Energy: First Law of Thermodynamics</a:t>
            </a:r>
          </a:p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Types of Work – Shaft and Shear </a:t>
            </a:r>
          </a:p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A Special Case: Bernoulli’s Principle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238E94-8DB6-9FB8-1D97-2AE55AB2D6FB}"/>
                  </a:ext>
                </a:extLst>
              </p:cNvPr>
              <p:cNvSpPr txBox="1"/>
              <p:nvPr/>
            </p:nvSpPr>
            <p:spPr>
              <a:xfrm>
                <a:off x="3092841" y="1279505"/>
                <a:ext cx="6024983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238E94-8DB6-9FB8-1D97-2AE55AB2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841" y="1279505"/>
                <a:ext cx="6024983" cy="8631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B088432-6A97-5749-9CDB-D0848A8D6BEA}"/>
              </a:ext>
            </a:extLst>
          </p:cNvPr>
          <p:cNvSpPr/>
          <p:nvPr/>
        </p:nvSpPr>
        <p:spPr>
          <a:xfrm>
            <a:off x="3867149" y="1308081"/>
            <a:ext cx="523875" cy="8346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63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A7E1E279-A617-8C93-B9E3-47A5EC8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Types of Work</a:t>
            </a:r>
            <a:endParaRPr lang="en-IN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5F2142-069F-C1E8-D2D4-454A7F5CA015}"/>
                  </a:ext>
                </a:extLst>
              </p:cNvPr>
              <p:cNvSpPr txBox="1"/>
              <p:nvPr/>
            </p:nvSpPr>
            <p:spPr>
              <a:xfrm>
                <a:off x="2701772" y="1281112"/>
                <a:ext cx="6807505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5F2142-069F-C1E8-D2D4-454A7F5CA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772" y="1281112"/>
                <a:ext cx="6807505" cy="8631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FFF68EB-2F74-0496-CEAD-D965C25FBDA9}"/>
              </a:ext>
            </a:extLst>
          </p:cNvPr>
          <p:cNvSpPr txBox="1"/>
          <p:nvPr/>
        </p:nvSpPr>
        <p:spPr>
          <a:xfrm>
            <a:off x="3576817" y="2372180"/>
            <a:ext cx="505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FF0000"/>
                </a:solidFill>
              </a:rPr>
              <a:t>Conservation of Energy Equation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F3CA9-DEE5-BF1B-0D6B-6004F9067D93}"/>
              </a:ext>
            </a:extLst>
          </p:cNvPr>
          <p:cNvSpPr/>
          <p:nvPr/>
        </p:nvSpPr>
        <p:spPr>
          <a:xfrm>
            <a:off x="4238625" y="1281112"/>
            <a:ext cx="581025" cy="8631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0EE13-1629-2766-570C-1CB2E9A9D608}"/>
                  </a:ext>
                </a:extLst>
              </p:cNvPr>
              <p:cNvSpPr txBox="1"/>
              <p:nvPr/>
            </p:nvSpPr>
            <p:spPr>
              <a:xfrm>
                <a:off x="4363894" y="2976562"/>
                <a:ext cx="3483261" cy="633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/>
                  <a:t> Work rate or power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0EE13-1629-2766-570C-1CB2E9A9D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894" y="2976562"/>
                <a:ext cx="3483261" cy="633443"/>
              </a:xfrm>
              <a:prstGeom prst="rect">
                <a:avLst/>
              </a:prstGeom>
              <a:blipFill>
                <a:blip r:embed="rId3"/>
                <a:stretch>
                  <a:fillRect l="-175" r="-4378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784B23-EFB7-AC04-CBBE-68E31E5D2642}"/>
                  </a:ext>
                </a:extLst>
              </p:cNvPr>
              <p:cNvSpPr txBox="1"/>
              <p:nvPr/>
            </p:nvSpPr>
            <p:spPr>
              <a:xfrm>
                <a:off x="1066800" y="3743325"/>
                <a:ext cx="8695009" cy="16028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/>
                  <a:t>Different types of work: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/>
                  <a:t>Shaft Work (Rotation of shafts, turbines, etc.)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IN" sz="24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/>
                  <a:t>Work done on surrounding to overcome normal stress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endParaRPr lang="en-IN" sz="24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/>
                  <a:t>Work done on surrounding to overcome shear stress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endParaRPr lang="en-IN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784B23-EFB7-AC04-CBBE-68E31E5D2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743325"/>
                <a:ext cx="8695009" cy="1602811"/>
              </a:xfrm>
              <a:prstGeom prst="rect">
                <a:avLst/>
              </a:prstGeom>
              <a:blipFill>
                <a:blip r:embed="rId4"/>
                <a:stretch>
                  <a:fillRect l="-1052" t="-2662" b="-6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5E3D24-9A00-27E2-3141-CB5F1E9E90BC}"/>
                  </a:ext>
                </a:extLst>
              </p:cNvPr>
              <p:cNvSpPr txBox="1"/>
              <p:nvPr/>
            </p:nvSpPr>
            <p:spPr>
              <a:xfrm>
                <a:off x="4163869" y="5491162"/>
                <a:ext cx="3876189" cy="8191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5E3D24-9A00-27E2-3141-CB5F1E9E9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869" y="5491162"/>
                <a:ext cx="3876189" cy="8191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60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A8D6DDA7-4336-87F5-A227-9E9DC99D1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Notations: Vectors and Tensors</a:t>
            </a:r>
            <a:endParaRPr lang="en-IN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03279-7773-C68C-B7E5-EB072DB89440}"/>
              </a:ext>
            </a:extLst>
          </p:cNvPr>
          <p:cNvSpPr txBox="1"/>
          <p:nvPr/>
        </p:nvSpPr>
        <p:spPr>
          <a:xfrm>
            <a:off x="2571750" y="1123950"/>
            <a:ext cx="1297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/>
              <a:t>Vectors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C8857-A168-62B3-CF9E-A36FAF489EFC}"/>
              </a:ext>
            </a:extLst>
          </p:cNvPr>
          <p:cNvSpPr txBox="1"/>
          <p:nvPr/>
        </p:nvSpPr>
        <p:spPr>
          <a:xfrm>
            <a:off x="8301327" y="1123949"/>
            <a:ext cx="1359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/>
              <a:t>Tensors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613C38-E6C7-9D10-1395-52E8DB06E79D}"/>
              </a:ext>
            </a:extLst>
          </p:cNvPr>
          <p:cNvCxnSpPr>
            <a:stCxn id="3" idx="2"/>
          </p:cNvCxnSpPr>
          <p:nvPr/>
        </p:nvCxnSpPr>
        <p:spPr>
          <a:xfrm>
            <a:off x="6096000" y="1276350"/>
            <a:ext cx="0" cy="54387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7">
                <a:extLst>
                  <a:ext uri="{FF2B5EF4-FFF2-40B4-BE49-F238E27FC236}">
                    <a16:creationId xmlns:a16="http://schemas.microsoft.com/office/drawing/2014/main" id="{F4E41A8C-FE82-DBD1-F05C-C83714636E3A}"/>
                  </a:ext>
                </a:extLst>
              </p14:cNvPr>
              <p14:cNvContentPartPr/>
              <p14:nvPr/>
            </p14:nvContentPartPr>
            <p14:xfrm>
              <a:off x="330943" y="1782644"/>
              <a:ext cx="1779840" cy="426960"/>
            </p14:xfrm>
          </p:contentPart>
        </mc:Choice>
        <mc:Fallback>
          <p:pic>
            <p:nvPicPr>
              <p:cNvPr id="27" name="Ink 27">
                <a:extLst>
                  <a:ext uri="{FF2B5EF4-FFF2-40B4-BE49-F238E27FC236}">
                    <a16:creationId xmlns:a16="http://schemas.microsoft.com/office/drawing/2014/main" id="{F4E41A8C-FE82-DBD1-F05C-C83714636E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460" y="1767177"/>
                <a:ext cx="1810446" cy="457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CBA41B5-2973-5AB0-6C65-84E3815186B8}"/>
                  </a:ext>
                </a:extLst>
              </p14:cNvPr>
              <p14:cNvContentPartPr/>
              <p14:nvPr/>
            </p14:nvContentPartPr>
            <p14:xfrm>
              <a:off x="3084943" y="1864364"/>
              <a:ext cx="333720" cy="226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CBA41B5-2973-5AB0-6C65-84E3815186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4143" y="1853564"/>
                <a:ext cx="3549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Ink 35">
                <a:extLst>
                  <a:ext uri="{FF2B5EF4-FFF2-40B4-BE49-F238E27FC236}">
                    <a16:creationId xmlns:a16="http://schemas.microsoft.com/office/drawing/2014/main" id="{A56DE29E-33F1-12CC-0EE9-65FDFEC02223}"/>
                  </a:ext>
                </a:extLst>
              </p14:cNvPr>
              <p14:cNvContentPartPr/>
              <p14:nvPr/>
            </p14:nvContentPartPr>
            <p14:xfrm>
              <a:off x="3833023" y="1725404"/>
              <a:ext cx="371160" cy="427680"/>
            </p14:xfrm>
          </p:contentPart>
        </mc:Choice>
        <mc:Fallback>
          <p:pic>
            <p:nvPicPr>
              <p:cNvPr id="34" name="Ink 35">
                <a:extLst>
                  <a:ext uri="{FF2B5EF4-FFF2-40B4-BE49-F238E27FC236}">
                    <a16:creationId xmlns:a16="http://schemas.microsoft.com/office/drawing/2014/main" id="{A56DE29E-33F1-12CC-0EE9-65FDFEC022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22233" y="1714613"/>
                <a:ext cx="392379" cy="448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5" name="Ink 35">
                <a:extLst>
                  <a:ext uri="{FF2B5EF4-FFF2-40B4-BE49-F238E27FC236}">
                    <a16:creationId xmlns:a16="http://schemas.microsoft.com/office/drawing/2014/main" id="{3DBB8604-6A4D-84F6-88D5-2583DD5A22C0}"/>
                  </a:ext>
                </a:extLst>
              </p14:cNvPr>
              <p14:cNvContentPartPr/>
              <p14:nvPr/>
            </p14:nvContentPartPr>
            <p14:xfrm>
              <a:off x="2368183" y="1668524"/>
              <a:ext cx="396360" cy="484560"/>
            </p14:xfrm>
          </p:contentPart>
        </mc:Choice>
        <mc:Fallback>
          <p:pic>
            <p:nvPicPr>
              <p:cNvPr id="35" name="Ink 35">
                <a:extLst>
                  <a:ext uri="{FF2B5EF4-FFF2-40B4-BE49-F238E27FC236}">
                    <a16:creationId xmlns:a16="http://schemas.microsoft.com/office/drawing/2014/main" id="{3DBB8604-6A4D-84F6-88D5-2583DD5A22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57383" y="1657724"/>
                <a:ext cx="41760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8" name="Ink 38">
                <a:extLst>
                  <a:ext uri="{FF2B5EF4-FFF2-40B4-BE49-F238E27FC236}">
                    <a16:creationId xmlns:a16="http://schemas.microsoft.com/office/drawing/2014/main" id="{EEA56BE9-D5AC-B0BF-B9AA-169309C2A3B7}"/>
                  </a:ext>
                </a:extLst>
              </p14:cNvPr>
              <p14:cNvContentPartPr/>
              <p14:nvPr/>
            </p14:nvContentPartPr>
            <p14:xfrm>
              <a:off x="387463" y="2567804"/>
              <a:ext cx="327240" cy="446400"/>
            </p14:xfrm>
          </p:contentPart>
        </mc:Choice>
        <mc:Fallback>
          <p:pic>
            <p:nvPicPr>
              <p:cNvPr id="38" name="Ink 38">
                <a:extLst>
                  <a:ext uri="{FF2B5EF4-FFF2-40B4-BE49-F238E27FC236}">
                    <a16:creationId xmlns:a16="http://schemas.microsoft.com/office/drawing/2014/main" id="{EEA56BE9-D5AC-B0BF-B9AA-169309C2A3B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6663" y="2557013"/>
                <a:ext cx="348480" cy="467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8" name="Ink 49">
                <a:extLst>
                  <a:ext uri="{FF2B5EF4-FFF2-40B4-BE49-F238E27FC236}">
                    <a16:creationId xmlns:a16="http://schemas.microsoft.com/office/drawing/2014/main" id="{97101EB8-F1D2-0F29-5375-425FBC3445D8}"/>
                  </a:ext>
                </a:extLst>
              </p14:cNvPr>
              <p14:cNvContentPartPr/>
              <p14:nvPr/>
            </p14:nvContentPartPr>
            <p14:xfrm>
              <a:off x="1425703" y="2486084"/>
              <a:ext cx="1087200" cy="458280"/>
            </p14:xfrm>
          </p:contentPart>
        </mc:Choice>
        <mc:Fallback>
          <p:pic>
            <p:nvPicPr>
              <p:cNvPr id="48" name="Ink 49">
                <a:extLst>
                  <a:ext uri="{FF2B5EF4-FFF2-40B4-BE49-F238E27FC236}">
                    <a16:creationId xmlns:a16="http://schemas.microsoft.com/office/drawing/2014/main" id="{97101EB8-F1D2-0F29-5375-425FBC3445D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14907" y="2475292"/>
                <a:ext cx="1108433" cy="479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9" name="Ink 49">
                <a:extLst>
                  <a:ext uri="{FF2B5EF4-FFF2-40B4-BE49-F238E27FC236}">
                    <a16:creationId xmlns:a16="http://schemas.microsoft.com/office/drawing/2014/main" id="{4E846DB4-71B8-7A3E-161D-351F6F7728F7}"/>
                  </a:ext>
                </a:extLst>
              </p14:cNvPr>
              <p14:cNvContentPartPr/>
              <p14:nvPr/>
            </p14:nvContentPartPr>
            <p14:xfrm>
              <a:off x="975703" y="2724764"/>
              <a:ext cx="173160" cy="101160"/>
            </p14:xfrm>
          </p:contentPart>
        </mc:Choice>
        <mc:Fallback>
          <p:pic>
            <p:nvPicPr>
              <p:cNvPr id="49" name="Ink 49">
                <a:extLst>
                  <a:ext uri="{FF2B5EF4-FFF2-40B4-BE49-F238E27FC236}">
                    <a16:creationId xmlns:a16="http://schemas.microsoft.com/office/drawing/2014/main" id="{4E846DB4-71B8-7A3E-161D-351F6F7728F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4880" y="2713925"/>
                <a:ext cx="194444" cy="1224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6" name="Ink 66">
                <a:extLst>
                  <a:ext uri="{FF2B5EF4-FFF2-40B4-BE49-F238E27FC236}">
                    <a16:creationId xmlns:a16="http://schemas.microsoft.com/office/drawing/2014/main" id="{8AFE3E43-F7E3-D981-B126-BD41F0AE3EEE}"/>
                  </a:ext>
                </a:extLst>
              </p14:cNvPr>
              <p14:cNvContentPartPr/>
              <p14:nvPr/>
            </p14:nvContentPartPr>
            <p14:xfrm>
              <a:off x="2713783" y="2366564"/>
              <a:ext cx="2880000" cy="747720"/>
            </p14:xfrm>
          </p:contentPart>
        </mc:Choice>
        <mc:Fallback>
          <p:pic>
            <p:nvPicPr>
              <p:cNvPr id="66" name="Ink 66">
                <a:extLst>
                  <a:ext uri="{FF2B5EF4-FFF2-40B4-BE49-F238E27FC236}">
                    <a16:creationId xmlns:a16="http://schemas.microsoft.com/office/drawing/2014/main" id="{8AFE3E43-F7E3-D981-B126-BD41F0AE3EE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02982" y="2355769"/>
                <a:ext cx="2901243" cy="7689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4" name="Ink 74">
                <a:extLst>
                  <a:ext uri="{FF2B5EF4-FFF2-40B4-BE49-F238E27FC236}">
                    <a16:creationId xmlns:a16="http://schemas.microsoft.com/office/drawing/2014/main" id="{1BEA93D2-FD11-E97A-7B4A-5277BA67DFFA}"/>
                  </a:ext>
                </a:extLst>
              </p14:cNvPr>
              <p14:cNvContentPartPr/>
              <p14:nvPr/>
            </p14:nvContentPartPr>
            <p14:xfrm>
              <a:off x="2091343" y="2900804"/>
              <a:ext cx="3578040" cy="439920"/>
            </p14:xfrm>
          </p:contentPart>
        </mc:Choice>
        <mc:Fallback>
          <p:pic>
            <p:nvPicPr>
              <p:cNvPr id="74" name="Ink 74">
                <a:extLst>
                  <a:ext uri="{FF2B5EF4-FFF2-40B4-BE49-F238E27FC236}">
                    <a16:creationId xmlns:a16="http://schemas.microsoft.com/office/drawing/2014/main" id="{1BEA93D2-FD11-E97A-7B4A-5277BA67DFF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80542" y="2889995"/>
                <a:ext cx="3599282" cy="461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7" name="Ink 77">
                <a:extLst>
                  <a:ext uri="{FF2B5EF4-FFF2-40B4-BE49-F238E27FC236}">
                    <a16:creationId xmlns:a16="http://schemas.microsoft.com/office/drawing/2014/main" id="{919E5F47-F80A-1254-D230-6EE9E46BE6D6}"/>
                  </a:ext>
                </a:extLst>
              </p14:cNvPr>
              <p14:cNvContentPartPr/>
              <p14:nvPr/>
            </p14:nvContentPartPr>
            <p14:xfrm>
              <a:off x="3744823" y="3322364"/>
              <a:ext cx="195120" cy="276120"/>
            </p14:xfrm>
          </p:contentPart>
        </mc:Choice>
        <mc:Fallback>
          <p:pic>
            <p:nvPicPr>
              <p:cNvPr id="77" name="Ink 77">
                <a:extLst>
                  <a:ext uri="{FF2B5EF4-FFF2-40B4-BE49-F238E27FC236}">
                    <a16:creationId xmlns:a16="http://schemas.microsoft.com/office/drawing/2014/main" id="{919E5F47-F80A-1254-D230-6EE9E46BE6D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34023" y="3311578"/>
                <a:ext cx="216360" cy="2973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0" name="Ink 90">
                <a:extLst>
                  <a:ext uri="{FF2B5EF4-FFF2-40B4-BE49-F238E27FC236}">
                    <a16:creationId xmlns:a16="http://schemas.microsoft.com/office/drawing/2014/main" id="{AFC8EBCD-68BF-EA9A-4E74-29B9151B7CC0}"/>
                  </a:ext>
                </a:extLst>
              </p14:cNvPr>
              <p14:cNvContentPartPr/>
              <p14:nvPr/>
            </p14:nvContentPartPr>
            <p14:xfrm>
              <a:off x="2355583" y="3580124"/>
              <a:ext cx="2225880" cy="370440"/>
            </p14:xfrm>
          </p:contentPart>
        </mc:Choice>
        <mc:Fallback>
          <p:pic>
            <p:nvPicPr>
              <p:cNvPr id="90" name="Ink 90">
                <a:extLst>
                  <a:ext uri="{FF2B5EF4-FFF2-40B4-BE49-F238E27FC236}">
                    <a16:creationId xmlns:a16="http://schemas.microsoft.com/office/drawing/2014/main" id="{AFC8EBCD-68BF-EA9A-4E74-29B9151B7CC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44785" y="3569334"/>
                <a:ext cx="2247117" cy="391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7" name="Ink 97">
                <a:extLst>
                  <a:ext uri="{FF2B5EF4-FFF2-40B4-BE49-F238E27FC236}">
                    <a16:creationId xmlns:a16="http://schemas.microsoft.com/office/drawing/2014/main" id="{A3E0FA02-25F4-27EC-C983-75527C0112AE}"/>
                  </a:ext>
                </a:extLst>
              </p14:cNvPr>
              <p14:cNvContentPartPr/>
              <p14:nvPr/>
            </p14:nvContentPartPr>
            <p14:xfrm>
              <a:off x="356143" y="4020044"/>
              <a:ext cx="591480" cy="528480"/>
            </p14:xfrm>
          </p:contentPart>
        </mc:Choice>
        <mc:Fallback>
          <p:pic>
            <p:nvPicPr>
              <p:cNvPr id="97" name="Ink 97">
                <a:extLst>
                  <a:ext uri="{FF2B5EF4-FFF2-40B4-BE49-F238E27FC236}">
                    <a16:creationId xmlns:a16="http://schemas.microsoft.com/office/drawing/2014/main" id="{A3E0FA02-25F4-27EC-C983-75527C0112A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5336" y="4009244"/>
                <a:ext cx="612733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6" name="Ink 106">
                <a:extLst>
                  <a:ext uri="{FF2B5EF4-FFF2-40B4-BE49-F238E27FC236}">
                    <a16:creationId xmlns:a16="http://schemas.microsoft.com/office/drawing/2014/main" id="{DEA19BB2-6559-A021-67A7-3F97AF7A0304}"/>
                  </a:ext>
                </a:extLst>
              </p14:cNvPr>
              <p14:cNvContentPartPr/>
              <p14:nvPr/>
            </p14:nvContentPartPr>
            <p14:xfrm>
              <a:off x="1173343" y="4079444"/>
              <a:ext cx="1641600" cy="349920"/>
            </p14:xfrm>
          </p:contentPart>
        </mc:Choice>
        <mc:Fallback>
          <p:pic>
            <p:nvPicPr>
              <p:cNvPr id="106" name="Ink 106">
                <a:extLst>
                  <a:ext uri="{FF2B5EF4-FFF2-40B4-BE49-F238E27FC236}">
                    <a16:creationId xmlns:a16="http://schemas.microsoft.com/office/drawing/2014/main" id="{DEA19BB2-6559-A021-67A7-3F97AF7A030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62541" y="4068644"/>
                <a:ext cx="1662845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23" name="Ink 123">
                <a:extLst>
                  <a:ext uri="{FF2B5EF4-FFF2-40B4-BE49-F238E27FC236}">
                    <a16:creationId xmlns:a16="http://schemas.microsoft.com/office/drawing/2014/main" id="{9C1C47A8-99FB-E5A9-3723-C9DCE8B1CF5C}"/>
                  </a:ext>
                </a:extLst>
              </p14:cNvPr>
              <p14:cNvContentPartPr/>
              <p14:nvPr/>
            </p14:nvContentPartPr>
            <p14:xfrm>
              <a:off x="2947063" y="3920324"/>
              <a:ext cx="2640240" cy="735120"/>
            </p14:xfrm>
          </p:contentPart>
        </mc:Choice>
        <mc:Fallback>
          <p:pic>
            <p:nvPicPr>
              <p:cNvPr id="123" name="Ink 123">
                <a:extLst>
                  <a:ext uri="{FF2B5EF4-FFF2-40B4-BE49-F238E27FC236}">
                    <a16:creationId xmlns:a16="http://schemas.microsoft.com/office/drawing/2014/main" id="{9C1C47A8-99FB-E5A9-3723-C9DCE8B1CF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36263" y="3909524"/>
                <a:ext cx="2661480" cy="7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FAFFC97-24F7-2C9C-3F61-EC351B545C49}"/>
                  </a:ext>
                </a:extLst>
              </p14:cNvPr>
              <p14:cNvContentPartPr/>
              <p14:nvPr/>
            </p14:nvContentPartPr>
            <p14:xfrm>
              <a:off x="1031863" y="5484884"/>
              <a:ext cx="166680" cy="129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FAFFC97-24F7-2C9C-3F61-EC351B545C4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1063" y="5474084"/>
                <a:ext cx="1879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8" name="Ink 128">
                <a:extLst>
                  <a:ext uri="{FF2B5EF4-FFF2-40B4-BE49-F238E27FC236}">
                    <a16:creationId xmlns:a16="http://schemas.microsoft.com/office/drawing/2014/main" id="{92D791FA-2CF8-178A-8CF3-19A214328C52}"/>
                  </a:ext>
                </a:extLst>
              </p14:cNvPr>
              <p14:cNvContentPartPr/>
              <p14:nvPr/>
            </p14:nvContentPartPr>
            <p14:xfrm>
              <a:off x="965983" y="5076284"/>
              <a:ext cx="629280" cy="308520"/>
            </p14:xfrm>
          </p:contentPart>
        </mc:Choice>
        <mc:Fallback>
          <p:pic>
            <p:nvPicPr>
              <p:cNvPr id="128" name="Ink 128">
                <a:extLst>
                  <a:ext uri="{FF2B5EF4-FFF2-40B4-BE49-F238E27FC236}">
                    <a16:creationId xmlns:a16="http://schemas.microsoft.com/office/drawing/2014/main" id="{92D791FA-2CF8-178A-8CF3-19A214328C5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55177" y="5065471"/>
                <a:ext cx="650532" cy="329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8" name="Ink 138">
                <a:extLst>
                  <a:ext uri="{FF2B5EF4-FFF2-40B4-BE49-F238E27FC236}">
                    <a16:creationId xmlns:a16="http://schemas.microsoft.com/office/drawing/2014/main" id="{6F378A52-C812-4135-CF2C-13E524FE2FDE}"/>
                  </a:ext>
                </a:extLst>
              </p14:cNvPr>
              <p14:cNvContentPartPr/>
              <p14:nvPr/>
            </p14:nvContentPartPr>
            <p14:xfrm>
              <a:off x="1896583" y="4604684"/>
              <a:ext cx="968400" cy="1433880"/>
            </p14:xfrm>
          </p:contentPart>
        </mc:Choice>
        <mc:Fallback>
          <p:pic>
            <p:nvPicPr>
              <p:cNvPr id="138" name="Ink 138">
                <a:extLst>
                  <a:ext uri="{FF2B5EF4-FFF2-40B4-BE49-F238E27FC236}">
                    <a16:creationId xmlns:a16="http://schemas.microsoft.com/office/drawing/2014/main" id="{6F378A52-C812-4135-CF2C-13E524FE2FD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85787" y="4593884"/>
                <a:ext cx="989632" cy="14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50" name="Ink 150">
                <a:extLst>
                  <a:ext uri="{FF2B5EF4-FFF2-40B4-BE49-F238E27FC236}">
                    <a16:creationId xmlns:a16="http://schemas.microsoft.com/office/drawing/2014/main" id="{4088555E-5D06-3C78-646A-A226615DFB2C}"/>
                  </a:ext>
                </a:extLst>
              </p14:cNvPr>
              <p14:cNvContentPartPr/>
              <p14:nvPr/>
            </p14:nvContentPartPr>
            <p14:xfrm>
              <a:off x="6341503" y="1726124"/>
              <a:ext cx="1785960" cy="405360"/>
            </p14:xfrm>
          </p:contentPart>
        </mc:Choice>
        <mc:Fallback>
          <p:pic>
            <p:nvPicPr>
              <p:cNvPr id="150" name="Ink 150">
                <a:extLst>
                  <a:ext uri="{FF2B5EF4-FFF2-40B4-BE49-F238E27FC236}">
                    <a16:creationId xmlns:a16="http://schemas.microsoft.com/office/drawing/2014/main" id="{4088555E-5D06-3C78-646A-A226615DFB2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26020" y="1710658"/>
                <a:ext cx="1816566" cy="435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61" name="Ink 162">
                <a:extLst>
                  <a:ext uri="{FF2B5EF4-FFF2-40B4-BE49-F238E27FC236}">
                    <a16:creationId xmlns:a16="http://schemas.microsoft.com/office/drawing/2014/main" id="{ED250E84-81E4-4634-FFCB-78D1D6D753E2}"/>
                  </a:ext>
                </a:extLst>
              </p14:cNvPr>
              <p14:cNvContentPartPr/>
              <p14:nvPr/>
            </p14:nvContentPartPr>
            <p14:xfrm>
              <a:off x="6942343" y="2769044"/>
              <a:ext cx="160200" cy="119880"/>
            </p14:xfrm>
          </p:contentPart>
        </mc:Choice>
        <mc:Fallback>
          <p:pic>
            <p:nvPicPr>
              <p:cNvPr id="161" name="Ink 162">
                <a:extLst>
                  <a:ext uri="{FF2B5EF4-FFF2-40B4-BE49-F238E27FC236}">
                    <a16:creationId xmlns:a16="http://schemas.microsoft.com/office/drawing/2014/main" id="{ED250E84-81E4-4634-FFCB-78D1D6D753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31567" y="2758244"/>
                <a:ext cx="181392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62" name="Ink 162">
                <a:extLst>
                  <a:ext uri="{FF2B5EF4-FFF2-40B4-BE49-F238E27FC236}">
                    <a16:creationId xmlns:a16="http://schemas.microsoft.com/office/drawing/2014/main" id="{10BFFF0D-579D-7637-3A86-B49961D6ADFC}"/>
                  </a:ext>
                </a:extLst>
              </p14:cNvPr>
              <p14:cNvContentPartPr/>
              <p14:nvPr/>
            </p14:nvContentPartPr>
            <p14:xfrm>
              <a:off x="6444823" y="2662124"/>
              <a:ext cx="205200" cy="578880"/>
            </p14:xfrm>
          </p:contentPart>
        </mc:Choice>
        <mc:Fallback>
          <p:pic>
            <p:nvPicPr>
              <p:cNvPr id="162" name="Ink 162">
                <a:extLst>
                  <a:ext uri="{FF2B5EF4-FFF2-40B4-BE49-F238E27FC236}">
                    <a16:creationId xmlns:a16="http://schemas.microsoft.com/office/drawing/2014/main" id="{10BFFF0D-579D-7637-3A86-B49961D6ADF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34004" y="2651324"/>
                <a:ext cx="226477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67" name="Ink 167">
                <a:extLst>
                  <a:ext uri="{FF2B5EF4-FFF2-40B4-BE49-F238E27FC236}">
                    <a16:creationId xmlns:a16="http://schemas.microsoft.com/office/drawing/2014/main" id="{3209C602-348C-4C84-BC02-CB866981107B}"/>
                  </a:ext>
                </a:extLst>
              </p14:cNvPr>
              <p14:cNvContentPartPr/>
              <p14:nvPr/>
            </p14:nvContentPartPr>
            <p14:xfrm>
              <a:off x="7366423" y="2593004"/>
              <a:ext cx="559800" cy="572400"/>
            </p14:xfrm>
          </p:contentPart>
        </mc:Choice>
        <mc:Fallback>
          <p:pic>
            <p:nvPicPr>
              <p:cNvPr id="167" name="Ink 167">
                <a:extLst>
                  <a:ext uri="{FF2B5EF4-FFF2-40B4-BE49-F238E27FC236}">
                    <a16:creationId xmlns:a16="http://schemas.microsoft.com/office/drawing/2014/main" id="{3209C602-348C-4C84-BC02-CB866981107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55630" y="2582204"/>
                <a:ext cx="581026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FB99AFF-97B3-BB03-BDC0-B9E3378F24AC}"/>
                  </a:ext>
                </a:extLst>
              </p14:cNvPr>
              <p14:cNvContentPartPr/>
              <p14:nvPr/>
            </p14:nvContentPartPr>
            <p14:xfrm>
              <a:off x="3116263" y="5120204"/>
              <a:ext cx="156960" cy="190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FB99AFF-97B3-BB03-BDC0-B9E3378F24A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05463" y="5109404"/>
                <a:ext cx="1782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2BC1452-2C42-A25E-53D2-B5652EBAD8CB}"/>
                  </a:ext>
                </a:extLst>
              </p14:cNvPr>
              <p14:cNvContentPartPr/>
              <p14:nvPr/>
            </p14:nvContentPartPr>
            <p14:xfrm>
              <a:off x="3119863" y="5221004"/>
              <a:ext cx="166680" cy="190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2BC1452-2C42-A25E-53D2-B5652EBAD8C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09063" y="5210404"/>
                <a:ext cx="187920" cy="3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73" name="Ink 173">
                <a:extLst>
                  <a:ext uri="{FF2B5EF4-FFF2-40B4-BE49-F238E27FC236}">
                    <a16:creationId xmlns:a16="http://schemas.microsoft.com/office/drawing/2014/main" id="{1525E2CB-6CAA-0256-3518-D0A3940D6C0D}"/>
                  </a:ext>
                </a:extLst>
              </p14:cNvPr>
              <p14:cNvContentPartPr/>
              <p14:nvPr/>
            </p14:nvContentPartPr>
            <p14:xfrm>
              <a:off x="3562663" y="4956764"/>
              <a:ext cx="345960" cy="420840"/>
            </p14:xfrm>
          </p:contentPart>
        </mc:Choice>
        <mc:Fallback>
          <p:pic>
            <p:nvPicPr>
              <p:cNvPr id="173" name="Ink 173">
                <a:extLst>
                  <a:ext uri="{FF2B5EF4-FFF2-40B4-BE49-F238E27FC236}">
                    <a16:creationId xmlns:a16="http://schemas.microsoft.com/office/drawing/2014/main" id="{1525E2CB-6CAA-0256-3518-D0A3940D6C0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51874" y="4945964"/>
                <a:ext cx="367178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76" name="Ink 176">
                <a:extLst>
                  <a:ext uri="{FF2B5EF4-FFF2-40B4-BE49-F238E27FC236}">
                    <a16:creationId xmlns:a16="http://schemas.microsoft.com/office/drawing/2014/main" id="{E73A2C58-1A43-0805-93BC-5056C36E5BFA}"/>
                  </a:ext>
                </a:extLst>
              </p14:cNvPr>
              <p14:cNvContentPartPr/>
              <p14:nvPr/>
            </p14:nvContentPartPr>
            <p14:xfrm>
              <a:off x="8127103" y="2536124"/>
              <a:ext cx="792360" cy="333720"/>
            </p14:xfrm>
          </p:contentPart>
        </mc:Choice>
        <mc:Fallback>
          <p:pic>
            <p:nvPicPr>
              <p:cNvPr id="176" name="Ink 176">
                <a:extLst>
                  <a:ext uri="{FF2B5EF4-FFF2-40B4-BE49-F238E27FC236}">
                    <a16:creationId xmlns:a16="http://schemas.microsoft.com/office/drawing/2014/main" id="{E73A2C58-1A43-0805-93BC-5056C36E5BF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116308" y="2525324"/>
                <a:ext cx="81359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81" name="Ink 181">
                <a:extLst>
                  <a:ext uri="{FF2B5EF4-FFF2-40B4-BE49-F238E27FC236}">
                    <a16:creationId xmlns:a16="http://schemas.microsoft.com/office/drawing/2014/main" id="{0BC017E5-962A-65D6-1DA7-4955E3FFCFBE}"/>
                  </a:ext>
                </a:extLst>
              </p14:cNvPr>
              <p14:cNvContentPartPr/>
              <p14:nvPr/>
            </p14:nvContentPartPr>
            <p14:xfrm>
              <a:off x="9089023" y="2290964"/>
              <a:ext cx="182520" cy="282600"/>
            </p14:xfrm>
          </p:contentPart>
        </mc:Choice>
        <mc:Fallback>
          <p:pic>
            <p:nvPicPr>
              <p:cNvPr id="181" name="Ink 181">
                <a:extLst>
                  <a:ext uri="{FF2B5EF4-FFF2-40B4-BE49-F238E27FC236}">
                    <a16:creationId xmlns:a16="http://schemas.microsoft.com/office/drawing/2014/main" id="{0BC017E5-962A-65D6-1DA7-4955E3FFCFB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078244" y="2280164"/>
                <a:ext cx="203718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95" name="Ink 195">
                <a:extLst>
                  <a:ext uri="{FF2B5EF4-FFF2-40B4-BE49-F238E27FC236}">
                    <a16:creationId xmlns:a16="http://schemas.microsoft.com/office/drawing/2014/main" id="{43990EDC-E342-1D14-C19F-DB9C8E38AB3C}"/>
                  </a:ext>
                </a:extLst>
              </p14:cNvPr>
              <p14:cNvContentPartPr/>
              <p14:nvPr/>
            </p14:nvContentPartPr>
            <p14:xfrm>
              <a:off x="9361879" y="3060513"/>
              <a:ext cx="1906110" cy="561083"/>
            </p14:xfrm>
          </p:contentPart>
        </mc:Choice>
        <mc:Fallback>
          <p:pic>
            <p:nvPicPr>
              <p:cNvPr id="195" name="Ink 195">
                <a:extLst>
                  <a:ext uri="{FF2B5EF4-FFF2-40B4-BE49-F238E27FC236}">
                    <a16:creationId xmlns:a16="http://schemas.microsoft.com/office/drawing/2014/main" id="{43990EDC-E342-1D14-C19F-DB9C8E38AB3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351082" y="3049716"/>
                <a:ext cx="1927345" cy="582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15" name="Ink 216">
                <a:extLst>
                  <a:ext uri="{FF2B5EF4-FFF2-40B4-BE49-F238E27FC236}">
                    <a16:creationId xmlns:a16="http://schemas.microsoft.com/office/drawing/2014/main" id="{62A4A36E-534F-3501-A8B9-D315FE134295}"/>
                  </a:ext>
                </a:extLst>
              </p14:cNvPr>
              <p14:cNvContentPartPr/>
              <p14:nvPr/>
            </p14:nvContentPartPr>
            <p14:xfrm>
              <a:off x="10850455" y="3438392"/>
              <a:ext cx="228759" cy="492587"/>
            </p14:xfrm>
          </p:contentPart>
        </mc:Choice>
        <mc:Fallback>
          <p:pic>
            <p:nvPicPr>
              <p:cNvPr id="215" name="Ink 216">
                <a:extLst>
                  <a:ext uri="{FF2B5EF4-FFF2-40B4-BE49-F238E27FC236}">
                    <a16:creationId xmlns:a16="http://schemas.microsoft.com/office/drawing/2014/main" id="{62A4A36E-534F-3501-A8B9-D315FE13429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839647" y="3427590"/>
                <a:ext cx="250014" cy="513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16" name="Ink 216">
                <a:extLst>
                  <a:ext uri="{FF2B5EF4-FFF2-40B4-BE49-F238E27FC236}">
                    <a16:creationId xmlns:a16="http://schemas.microsoft.com/office/drawing/2014/main" id="{724E1421-357B-3FA9-A1BB-ED43C8138D5C}"/>
                  </a:ext>
                </a:extLst>
              </p14:cNvPr>
              <p14:cNvContentPartPr/>
              <p14:nvPr/>
            </p14:nvContentPartPr>
            <p14:xfrm>
              <a:off x="9338938" y="3461989"/>
              <a:ext cx="1350926" cy="439493"/>
            </p14:xfrm>
          </p:contentPart>
        </mc:Choice>
        <mc:Fallback>
          <p:pic>
            <p:nvPicPr>
              <p:cNvPr id="216" name="Ink 216">
                <a:extLst>
                  <a:ext uri="{FF2B5EF4-FFF2-40B4-BE49-F238E27FC236}">
                    <a16:creationId xmlns:a16="http://schemas.microsoft.com/office/drawing/2014/main" id="{724E1421-357B-3FA9-A1BB-ED43C8138D5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328142" y="3451199"/>
                <a:ext cx="1372158" cy="4607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19" name="Ink 219">
                <a:extLst>
                  <a:ext uri="{FF2B5EF4-FFF2-40B4-BE49-F238E27FC236}">
                    <a16:creationId xmlns:a16="http://schemas.microsoft.com/office/drawing/2014/main" id="{93BBB68B-3EEE-9359-42D9-9760C0A0031E}"/>
                  </a:ext>
                </a:extLst>
              </p14:cNvPr>
              <p14:cNvContentPartPr/>
              <p14:nvPr/>
            </p14:nvContentPartPr>
            <p14:xfrm>
              <a:off x="8133223" y="2888204"/>
              <a:ext cx="824040" cy="478440"/>
            </p14:xfrm>
          </p:contentPart>
        </mc:Choice>
        <mc:Fallback>
          <p:pic>
            <p:nvPicPr>
              <p:cNvPr id="219" name="Ink 219">
                <a:extLst>
                  <a:ext uri="{FF2B5EF4-FFF2-40B4-BE49-F238E27FC236}">
                    <a16:creationId xmlns:a16="http://schemas.microsoft.com/office/drawing/2014/main" id="{93BBB68B-3EEE-9359-42D9-9760C0A0031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22423" y="2877396"/>
                <a:ext cx="845280" cy="4996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24" name="Ink 224">
                <a:extLst>
                  <a:ext uri="{FF2B5EF4-FFF2-40B4-BE49-F238E27FC236}">
                    <a16:creationId xmlns:a16="http://schemas.microsoft.com/office/drawing/2014/main" id="{CF7CCB4E-D6D9-FF02-9C8D-076DEF35A8D3}"/>
                  </a:ext>
                </a:extLst>
              </p14:cNvPr>
              <p14:cNvContentPartPr/>
              <p14:nvPr/>
            </p14:nvContentPartPr>
            <p14:xfrm>
              <a:off x="9032503" y="3027524"/>
              <a:ext cx="239040" cy="489240"/>
            </p14:xfrm>
          </p:contentPart>
        </mc:Choice>
        <mc:Fallback>
          <p:pic>
            <p:nvPicPr>
              <p:cNvPr id="224" name="Ink 224">
                <a:extLst>
                  <a:ext uri="{FF2B5EF4-FFF2-40B4-BE49-F238E27FC236}">
                    <a16:creationId xmlns:a16="http://schemas.microsoft.com/office/drawing/2014/main" id="{CF7CCB4E-D6D9-FF02-9C8D-076DEF35A8D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021719" y="3016724"/>
                <a:ext cx="260248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32" name="Ink 232">
                <a:extLst>
                  <a:ext uri="{FF2B5EF4-FFF2-40B4-BE49-F238E27FC236}">
                    <a16:creationId xmlns:a16="http://schemas.microsoft.com/office/drawing/2014/main" id="{ECF91718-B21A-351E-4286-2A19B4260EE9}"/>
                  </a:ext>
                </a:extLst>
              </p14:cNvPr>
              <p14:cNvContentPartPr/>
              <p14:nvPr/>
            </p14:nvContentPartPr>
            <p14:xfrm>
              <a:off x="11227677" y="3381694"/>
              <a:ext cx="584026" cy="337567"/>
            </p14:xfrm>
          </p:contentPart>
        </mc:Choice>
        <mc:Fallback>
          <p:pic>
            <p:nvPicPr>
              <p:cNvPr id="232" name="Ink 232">
                <a:extLst>
                  <a:ext uri="{FF2B5EF4-FFF2-40B4-BE49-F238E27FC236}">
                    <a16:creationId xmlns:a16="http://schemas.microsoft.com/office/drawing/2014/main" id="{ECF91718-B21A-351E-4286-2A19B4260EE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216882" y="3370886"/>
                <a:ext cx="605257" cy="358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43" name="Ink 243">
                <a:extLst>
                  <a:ext uri="{FF2B5EF4-FFF2-40B4-BE49-F238E27FC236}">
                    <a16:creationId xmlns:a16="http://schemas.microsoft.com/office/drawing/2014/main" id="{6CC43AD1-B5CE-47DE-0CC9-9F73A8EF7F88}"/>
                  </a:ext>
                </a:extLst>
              </p14:cNvPr>
              <p14:cNvContentPartPr/>
              <p14:nvPr/>
            </p14:nvContentPartPr>
            <p14:xfrm>
              <a:off x="9427111" y="1743956"/>
              <a:ext cx="1347386" cy="294568"/>
            </p14:xfrm>
          </p:contentPart>
        </mc:Choice>
        <mc:Fallback>
          <p:pic>
            <p:nvPicPr>
              <p:cNvPr id="243" name="Ink 243">
                <a:extLst>
                  <a:ext uri="{FF2B5EF4-FFF2-40B4-BE49-F238E27FC236}">
                    <a16:creationId xmlns:a16="http://schemas.microsoft.com/office/drawing/2014/main" id="{6CC43AD1-B5CE-47DE-0CC9-9F73A8EF7F8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416312" y="1733153"/>
                <a:ext cx="1368625" cy="315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46" name="Ink 246">
                <a:extLst>
                  <a:ext uri="{FF2B5EF4-FFF2-40B4-BE49-F238E27FC236}">
                    <a16:creationId xmlns:a16="http://schemas.microsoft.com/office/drawing/2014/main" id="{E5287F2F-B5A0-5E99-E92E-95EEFAF2B6B0}"/>
                  </a:ext>
                </a:extLst>
              </p14:cNvPr>
              <p14:cNvContentPartPr/>
              <p14:nvPr/>
            </p14:nvContentPartPr>
            <p14:xfrm>
              <a:off x="11018126" y="1733186"/>
              <a:ext cx="244503" cy="507925"/>
            </p14:xfrm>
          </p:contentPart>
        </mc:Choice>
        <mc:Fallback>
          <p:pic>
            <p:nvPicPr>
              <p:cNvPr id="246" name="Ink 246">
                <a:extLst>
                  <a:ext uri="{FF2B5EF4-FFF2-40B4-BE49-F238E27FC236}">
                    <a16:creationId xmlns:a16="http://schemas.microsoft.com/office/drawing/2014/main" id="{E5287F2F-B5A0-5E99-E92E-95EEFAF2B6B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007323" y="1722394"/>
                <a:ext cx="265748" cy="529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57" name="Ink 257">
                <a:extLst>
                  <a:ext uri="{FF2B5EF4-FFF2-40B4-BE49-F238E27FC236}">
                    <a16:creationId xmlns:a16="http://schemas.microsoft.com/office/drawing/2014/main" id="{299799F5-4428-75FA-D0E1-B48AD47442CC}"/>
                  </a:ext>
                </a:extLst>
              </p14:cNvPr>
              <p14:cNvContentPartPr/>
              <p14:nvPr/>
            </p14:nvContentPartPr>
            <p14:xfrm>
              <a:off x="9447486" y="2035904"/>
              <a:ext cx="1703370" cy="297478"/>
            </p14:xfrm>
          </p:contentPart>
        </mc:Choice>
        <mc:Fallback>
          <p:pic>
            <p:nvPicPr>
              <p:cNvPr id="257" name="Ink 257">
                <a:extLst>
                  <a:ext uri="{FF2B5EF4-FFF2-40B4-BE49-F238E27FC236}">
                    <a16:creationId xmlns:a16="http://schemas.microsoft.com/office/drawing/2014/main" id="{299799F5-4428-75FA-D0E1-B48AD47442C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433087" y="2025100"/>
                <a:ext cx="1728208" cy="322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67" name="Ink 267">
                <a:extLst>
                  <a:ext uri="{FF2B5EF4-FFF2-40B4-BE49-F238E27FC236}">
                    <a16:creationId xmlns:a16="http://schemas.microsoft.com/office/drawing/2014/main" id="{44726D64-1845-E7FA-B9ED-55B17130BDCD}"/>
                  </a:ext>
                </a:extLst>
              </p14:cNvPr>
              <p14:cNvContentPartPr/>
              <p14:nvPr/>
            </p14:nvContentPartPr>
            <p14:xfrm>
              <a:off x="9442247" y="2404113"/>
              <a:ext cx="1306635" cy="432246"/>
            </p14:xfrm>
          </p:contentPart>
        </mc:Choice>
        <mc:Fallback>
          <p:pic>
            <p:nvPicPr>
              <p:cNvPr id="267" name="Ink 267">
                <a:extLst>
                  <a:ext uri="{FF2B5EF4-FFF2-40B4-BE49-F238E27FC236}">
                    <a16:creationId xmlns:a16="http://schemas.microsoft.com/office/drawing/2014/main" id="{44726D64-1845-E7FA-B9ED-55B17130BDC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431448" y="2393316"/>
                <a:ext cx="1327872" cy="4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71" name="Ink 271">
                <a:extLst>
                  <a:ext uri="{FF2B5EF4-FFF2-40B4-BE49-F238E27FC236}">
                    <a16:creationId xmlns:a16="http://schemas.microsoft.com/office/drawing/2014/main" id="{219992A8-F39D-D14B-6858-1CA4C419871B}"/>
                  </a:ext>
                </a:extLst>
              </p14:cNvPr>
              <p14:cNvContentPartPr/>
              <p14:nvPr/>
            </p14:nvContentPartPr>
            <p14:xfrm>
              <a:off x="10967479" y="2419540"/>
              <a:ext cx="228784" cy="422350"/>
            </p14:xfrm>
          </p:contentPart>
        </mc:Choice>
        <mc:Fallback>
          <p:pic>
            <p:nvPicPr>
              <p:cNvPr id="271" name="Ink 271">
                <a:extLst>
                  <a:ext uri="{FF2B5EF4-FFF2-40B4-BE49-F238E27FC236}">
                    <a16:creationId xmlns:a16="http://schemas.microsoft.com/office/drawing/2014/main" id="{219992A8-F39D-D14B-6858-1CA4C419871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956704" y="2408738"/>
                <a:ext cx="249974" cy="443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93" name="Ink 293">
                <a:extLst>
                  <a:ext uri="{FF2B5EF4-FFF2-40B4-BE49-F238E27FC236}">
                    <a16:creationId xmlns:a16="http://schemas.microsoft.com/office/drawing/2014/main" id="{17C9847C-BE24-9B50-8061-82AC53096012}"/>
                  </a:ext>
                </a:extLst>
              </p14:cNvPr>
              <p14:cNvContentPartPr/>
              <p14:nvPr/>
            </p14:nvContentPartPr>
            <p14:xfrm>
              <a:off x="9361037" y="2714399"/>
              <a:ext cx="2252046" cy="513747"/>
            </p14:xfrm>
          </p:contentPart>
        </mc:Choice>
        <mc:Fallback>
          <p:pic>
            <p:nvPicPr>
              <p:cNvPr id="293" name="Ink 293">
                <a:extLst>
                  <a:ext uri="{FF2B5EF4-FFF2-40B4-BE49-F238E27FC236}">
                    <a16:creationId xmlns:a16="http://schemas.microsoft.com/office/drawing/2014/main" id="{17C9847C-BE24-9B50-8061-82AC5309601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50239" y="2703598"/>
                <a:ext cx="2273282" cy="534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02" name="Ink 302">
                <a:extLst>
                  <a:ext uri="{FF2B5EF4-FFF2-40B4-BE49-F238E27FC236}">
                    <a16:creationId xmlns:a16="http://schemas.microsoft.com/office/drawing/2014/main" id="{037163F2-8F84-9D03-7FC5-AAF94102D397}"/>
                  </a:ext>
                </a:extLst>
              </p14:cNvPr>
              <p14:cNvContentPartPr/>
              <p14:nvPr/>
            </p14:nvContentPartPr>
            <p14:xfrm>
              <a:off x="6225583" y="3460604"/>
              <a:ext cx="650880" cy="458640"/>
            </p14:xfrm>
          </p:contentPart>
        </mc:Choice>
        <mc:Fallback>
          <p:pic>
            <p:nvPicPr>
              <p:cNvPr id="302" name="Ink 302">
                <a:extLst>
                  <a:ext uri="{FF2B5EF4-FFF2-40B4-BE49-F238E27FC236}">
                    <a16:creationId xmlns:a16="http://schemas.microsoft.com/office/drawing/2014/main" id="{037163F2-8F84-9D03-7FC5-AAF94102D39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214783" y="3449804"/>
                <a:ext cx="67212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7CC86C1C-2399-5A9D-F6C2-7E2BAF8C6175}"/>
                  </a:ext>
                </a:extLst>
              </p14:cNvPr>
              <p14:cNvContentPartPr/>
              <p14:nvPr/>
            </p14:nvContentPartPr>
            <p14:xfrm>
              <a:off x="6957823" y="3410204"/>
              <a:ext cx="31680" cy="4428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7CC86C1C-2399-5A9D-F6C2-7E2BAF8C617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47023" y="3399404"/>
                <a:ext cx="529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13" name="Ink 315">
                <a:extLst>
                  <a:ext uri="{FF2B5EF4-FFF2-40B4-BE49-F238E27FC236}">
                    <a16:creationId xmlns:a16="http://schemas.microsoft.com/office/drawing/2014/main" id="{63C67ED4-83A3-3145-1E3A-03145D67331D}"/>
                  </a:ext>
                </a:extLst>
              </p14:cNvPr>
              <p14:cNvContentPartPr/>
              <p14:nvPr/>
            </p14:nvContentPartPr>
            <p14:xfrm>
              <a:off x="7866463" y="3529724"/>
              <a:ext cx="191880" cy="119880"/>
            </p14:xfrm>
          </p:contentPart>
        </mc:Choice>
        <mc:Fallback>
          <p:pic>
            <p:nvPicPr>
              <p:cNvPr id="313" name="Ink 315">
                <a:extLst>
                  <a:ext uri="{FF2B5EF4-FFF2-40B4-BE49-F238E27FC236}">
                    <a16:creationId xmlns:a16="http://schemas.microsoft.com/office/drawing/2014/main" id="{63C67ED4-83A3-3145-1E3A-03145D67331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855643" y="3518924"/>
                <a:ext cx="21316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14" name="Ink 315">
                <a:extLst>
                  <a:ext uri="{FF2B5EF4-FFF2-40B4-BE49-F238E27FC236}">
                    <a16:creationId xmlns:a16="http://schemas.microsoft.com/office/drawing/2014/main" id="{CDE8BCBA-D44E-872E-34C2-F217A551F0A0}"/>
                  </a:ext>
                </a:extLst>
              </p14:cNvPr>
              <p14:cNvContentPartPr/>
              <p14:nvPr/>
            </p14:nvContentPartPr>
            <p14:xfrm>
              <a:off x="7297303" y="3448004"/>
              <a:ext cx="421200" cy="330120"/>
            </p14:xfrm>
          </p:contentPart>
        </mc:Choice>
        <mc:Fallback>
          <p:pic>
            <p:nvPicPr>
              <p:cNvPr id="314" name="Ink 315">
                <a:extLst>
                  <a:ext uri="{FF2B5EF4-FFF2-40B4-BE49-F238E27FC236}">
                    <a16:creationId xmlns:a16="http://schemas.microsoft.com/office/drawing/2014/main" id="{CDE8BCBA-D44E-872E-34C2-F217A551F0A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286512" y="3437204"/>
                <a:ext cx="442422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15" name="Ink 315">
                <a:extLst>
                  <a:ext uri="{FF2B5EF4-FFF2-40B4-BE49-F238E27FC236}">
                    <a16:creationId xmlns:a16="http://schemas.microsoft.com/office/drawing/2014/main" id="{ABBD15F1-6566-DABE-7045-B5359D6866B9}"/>
                  </a:ext>
                </a:extLst>
              </p14:cNvPr>
              <p14:cNvContentPartPr/>
              <p14:nvPr/>
            </p14:nvContentPartPr>
            <p14:xfrm>
              <a:off x="6995263" y="3549164"/>
              <a:ext cx="151560" cy="307800"/>
            </p14:xfrm>
          </p:contentPart>
        </mc:Choice>
        <mc:Fallback>
          <p:pic>
            <p:nvPicPr>
              <p:cNvPr id="315" name="Ink 315">
                <a:extLst>
                  <a:ext uri="{FF2B5EF4-FFF2-40B4-BE49-F238E27FC236}">
                    <a16:creationId xmlns:a16="http://schemas.microsoft.com/office/drawing/2014/main" id="{ABBD15F1-6566-DABE-7045-B5359D6866B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984437" y="3538351"/>
                <a:ext cx="172851" cy="329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21" name="Ink 321">
                <a:extLst>
                  <a:ext uri="{FF2B5EF4-FFF2-40B4-BE49-F238E27FC236}">
                    <a16:creationId xmlns:a16="http://schemas.microsoft.com/office/drawing/2014/main" id="{19679559-C0BB-6085-841E-5170244040E0}"/>
                  </a:ext>
                </a:extLst>
              </p14:cNvPr>
              <p14:cNvContentPartPr/>
              <p14:nvPr/>
            </p14:nvContentPartPr>
            <p14:xfrm>
              <a:off x="8127103" y="3441524"/>
              <a:ext cx="289440" cy="324720"/>
            </p14:xfrm>
          </p:contentPart>
        </mc:Choice>
        <mc:Fallback>
          <p:pic>
            <p:nvPicPr>
              <p:cNvPr id="321" name="Ink 321">
                <a:extLst>
                  <a:ext uri="{FF2B5EF4-FFF2-40B4-BE49-F238E27FC236}">
                    <a16:creationId xmlns:a16="http://schemas.microsoft.com/office/drawing/2014/main" id="{19679559-C0BB-6085-841E-5170244040E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116316" y="3430712"/>
                <a:ext cx="310654" cy="345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34" name="Ink 334">
                <a:extLst>
                  <a:ext uri="{FF2B5EF4-FFF2-40B4-BE49-F238E27FC236}">
                    <a16:creationId xmlns:a16="http://schemas.microsoft.com/office/drawing/2014/main" id="{FA7CA3E4-370C-301C-5984-17AF7E596329}"/>
                  </a:ext>
                </a:extLst>
              </p14:cNvPr>
              <p14:cNvContentPartPr/>
              <p14:nvPr/>
            </p14:nvContentPartPr>
            <p14:xfrm>
              <a:off x="7096063" y="3856604"/>
              <a:ext cx="1986120" cy="477720"/>
            </p14:xfrm>
          </p:contentPart>
        </mc:Choice>
        <mc:Fallback>
          <p:pic>
            <p:nvPicPr>
              <p:cNvPr id="334" name="Ink 334">
                <a:extLst>
                  <a:ext uri="{FF2B5EF4-FFF2-40B4-BE49-F238E27FC236}">
                    <a16:creationId xmlns:a16="http://schemas.microsoft.com/office/drawing/2014/main" id="{FA7CA3E4-370C-301C-5984-17AF7E59632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080586" y="3841124"/>
                <a:ext cx="2016714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341" name="Ink 341">
                <a:extLst>
                  <a:ext uri="{FF2B5EF4-FFF2-40B4-BE49-F238E27FC236}">
                    <a16:creationId xmlns:a16="http://schemas.microsoft.com/office/drawing/2014/main" id="{29D5370D-9C4C-C666-FAF2-20A0D94474E1}"/>
                  </a:ext>
                </a:extLst>
              </p14:cNvPr>
              <p14:cNvContentPartPr/>
              <p14:nvPr/>
            </p14:nvContentPartPr>
            <p14:xfrm>
              <a:off x="6247903" y="4441244"/>
              <a:ext cx="483480" cy="521640"/>
            </p14:xfrm>
          </p:contentPart>
        </mc:Choice>
        <mc:Fallback>
          <p:pic>
            <p:nvPicPr>
              <p:cNvPr id="341" name="Ink 341">
                <a:extLst>
                  <a:ext uri="{FF2B5EF4-FFF2-40B4-BE49-F238E27FC236}">
                    <a16:creationId xmlns:a16="http://schemas.microsoft.com/office/drawing/2014/main" id="{29D5370D-9C4C-C666-FAF2-20A0D94474E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237103" y="4430437"/>
                <a:ext cx="504720" cy="542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49" name="Ink 349">
                <a:extLst>
                  <a:ext uri="{FF2B5EF4-FFF2-40B4-BE49-F238E27FC236}">
                    <a16:creationId xmlns:a16="http://schemas.microsoft.com/office/drawing/2014/main" id="{48BEBBF3-C4FF-A88A-FA04-F5071200C7C1}"/>
                  </a:ext>
                </a:extLst>
              </p14:cNvPr>
              <p14:cNvContentPartPr/>
              <p14:nvPr/>
            </p14:nvContentPartPr>
            <p14:xfrm>
              <a:off x="6787903" y="4466444"/>
              <a:ext cx="471960" cy="465480"/>
            </p14:xfrm>
          </p:contentPart>
        </mc:Choice>
        <mc:Fallback>
          <p:pic>
            <p:nvPicPr>
              <p:cNvPr id="349" name="Ink 349">
                <a:extLst>
                  <a:ext uri="{FF2B5EF4-FFF2-40B4-BE49-F238E27FC236}">
                    <a16:creationId xmlns:a16="http://schemas.microsoft.com/office/drawing/2014/main" id="{48BEBBF3-C4FF-A88A-FA04-F5071200C7C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777095" y="4455644"/>
                <a:ext cx="493216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62" name="Ink 363">
                <a:extLst>
                  <a:ext uri="{FF2B5EF4-FFF2-40B4-BE49-F238E27FC236}">
                    <a16:creationId xmlns:a16="http://schemas.microsoft.com/office/drawing/2014/main" id="{C84B5E70-1655-EBF8-DD32-1324D449FDDF}"/>
                  </a:ext>
                </a:extLst>
              </p14:cNvPr>
              <p14:cNvContentPartPr/>
              <p14:nvPr/>
            </p14:nvContentPartPr>
            <p14:xfrm>
              <a:off x="8033503" y="4435124"/>
              <a:ext cx="798120" cy="471960"/>
            </p14:xfrm>
          </p:contentPart>
        </mc:Choice>
        <mc:Fallback>
          <p:pic>
            <p:nvPicPr>
              <p:cNvPr id="362" name="Ink 363">
                <a:extLst>
                  <a:ext uri="{FF2B5EF4-FFF2-40B4-BE49-F238E27FC236}">
                    <a16:creationId xmlns:a16="http://schemas.microsoft.com/office/drawing/2014/main" id="{C84B5E70-1655-EBF8-DD32-1324D449FDD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022703" y="4424324"/>
                <a:ext cx="81936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363" name="Ink 363">
                <a:extLst>
                  <a:ext uri="{FF2B5EF4-FFF2-40B4-BE49-F238E27FC236}">
                    <a16:creationId xmlns:a16="http://schemas.microsoft.com/office/drawing/2014/main" id="{D04FFDA0-8680-5546-688D-F58CE62CBC9F}"/>
                  </a:ext>
                </a:extLst>
              </p14:cNvPr>
              <p14:cNvContentPartPr/>
              <p14:nvPr/>
            </p14:nvContentPartPr>
            <p14:xfrm>
              <a:off x="7404583" y="4485164"/>
              <a:ext cx="458640" cy="471600"/>
            </p14:xfrm>
          </p:contentPart>
        </mc:Choice>
        <mc:Fallback>
          <p:pic>
            <p:nvPicPr>
              <p:cNvPr id="363" name="Ink 363">
                <a:extLst>
                  <a:ext uri="{FF2B5EF4-FFF2-40B4-BE49-F238E27FC236}">
                    <a16:creationId xmlns:a16="http://schemas.microsoft.com/office/drawing/2014/main" id="{D04FFDA0-8680-5546-688D-F58CE62CBC9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393783" y="4474356"/>
                <a:ext cx="479880" cy="492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368" name="Ink 368">
                <a:extLst>
                  <a:ext uri="{FF2B5EF4-FFF2-40B4-BE49-F238E27FC236}">
                    <a16:creationId xmlns:a16="http://schemas.microsoft.com/office/drawing/2014/main" id="{FEB6BE8F-CBC3-0C77-F149-51CB8A0CC1CB}"/>
                  </a:ext>
                </a:extLst>
              </p14:cNvPr>
              <p14:cNvContentPartPr/>
              <p14:nvPr/>
            </p14:nvContentPartPr>
            <p14:xfrm>
              <a:off x="7529863" y="4944164"/>
              <a:ext cx="1163160" cy="414720"/>
            </p14:xfrm>
          </p:contentPart>
        </mc:Choice>
        <mc:Fallback>
          <p:pic>
            <p:nvPicPr>
              <p:cNvPr id="368" name="Ink 368">
                <a:extLst>
                  <a:ext uri="{FF2B5EF4-FFF2-40B4-BE49-F238E27FC236}">
                    <a16:creationId xmlns:a16="http://schemas.microsoft.com/office/drawing/2014/main" id="{FEB6BE8F-CBC3-0C77-F149-51CB8A0CC1C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514388" y="4928671"/>
                <a:ext cx="1193751" cy="445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74" name="Ink 375">
                <a:extLst>
                  <a:ext uri="{FF2B5EF4-FFF2-40B4-BE49-F238E27FC236}">
                    <a16:creationId xmlns:a16="http://schemas.microsoft.com/office/drawing/2014/main" id="{2E8BC9F0-A7B8-8814-4152-C54D29B35BDC}"/>
                  </a:ext>
                </a:extLst>
              </p14:cNvPr>
              <p14:cNvContentPartPr/>
              <p14:nvPr/>
            </p14:nvContentPartPr>
            <p14:xfrm>
              <a:off x="7039543" y="5573084"/>
              <a:ext cx="201600" cy="258120"/>
            </p14:xfrm>
          </p:contentPart>
        </mc:Choice>
        <mc:Fallback>
          <p:pic>
            <p:nvPicPr>
              <p:cNvPr id="374" name="Ink 375">
                <a:extLst>
                  <a:ext uri="{FF2B5EF4-FFF2-40B4-BE49-F238E27FC236}">
                    <a16:creationId xmlns:a16="http://schemas.microsoft.com/office/drawing/2014/main" id="{2E8BC9F0-A7B8-8814-4152-C54D29B35BD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028743" y="5562284"/>
                <a:ext cx="2228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375" name="Ink 375">
                <a:extLst>
                  <a:ext uri="{FF2B5EF4-FFF2-40B4-BE49-F238E27FC236}">
                    <a16:creationId xmlns:a16="http://schemas.microsoft.com/office/drawing/2014/main" id="{926CD274-DB6C-CBE1-3124-982143379198}"/>
                  </a:ext>
                </a:extLst>
              </p14:cNvPr>
              <p14:cNvContentPartPr/>
              <p14:nvPr/>
            </p14:nvContentPartPr>
            <p14:xfrm>
              <a:off x="6435823" y="5617004"/>
              <a:ext cx="276840" cy="182880"/>
            </p14:xfrm>
          </p:contentPart>
        </mc:Choice>
        <mc:Fallback>
          <p:pic>
            <p:nvPicPr>
              <p:cNvPr id="375" name="Ink 375">
                <a:extLst>
                  <a:ext uri="{FF2B5EF4-FFF2-40B4-BE49-F238E27FC236}">
                    <a16:creationId xmlns:a16="http://schemas.microsoft.com/office/drawing/2014/main" id="{926CD274-DB6C-CBE1-3124-98214337919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25023" y="5606204"/>
                <a:ext cx="2980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93" name="Ink 397">
                <a:extLst>
                  <a:ext uri="{FF2B5EF4-FFF2-40B4-BE49-F238E27FC236}">
                    <a16:creationId xmlns:a16="http://schemas.microsoft.com/office/drawing/2014/main" id="{8AC04C15-9410-28E8-ECED-48917AAD91B5}"/>
                  </a:ext>
                </a:extLst>
              </p14:cNvPr>
              <p14:cNvContentPartPr/>
              <p14:nvPr/>
            </p14:nvContentPartPr>
            <p14:xfrm>
              <a:off x="7749823" y="5925164"/>
              <a:ext cx="163800" cy="214200"/>
            </p14:xfrm>
          </p:contentPart>
        </mc:Choice>
        <mc:Fallback>
          <p:pic>
            <p:nvPicPr>
              <p:cNvPr id="393" name="Ink 397">
                <a:extLst>
                  <a:ext uri="{FF2B5EF4-FFF2-40B4-BE49-F238E27FC236}">
                    <a16:creationId xmlns:a16="http://schemas.microsoft.com/office/drawing/2014/main" id="{8AC04C15-9410-28E8-ECED-48917AAD91B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739023" y="5914364"/>
                <a:ext cx="1850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394" name="Ink 397">
                <a:extLst>
                  <a:ext uri="{FF2B5EF4-FFF2-40B4-BE49-F238E27FC236}">
                    <a16:creationId xmlns:a16="http://schemas.microsoft.com/office/drawing/2014/main" id="{B1CFDD50-060C-A5E5-CD25-D9EF26D7A093}"/>
                  </a:ext>
                </a:extLst>
              </p14:cNvPr>
              <p14:cNvContentPartPr/>
              <p14:nvPr/>
            </p14:nvContentPartPr>
            <p14:xfrm>
              <a:off x="6963943" y="5950364"/>
              <a:ext cx="188640" cy="138600"/>
            </p14:xfrm>
          </p:contentPart>
        </mc:Choice>
        <mc:Fallback>
          <p:pic>
            <p:nvPicPr>
              <p:cNvPr id="394" name="Ink 397">
                <a:extLst>
                  <a:ext uri="{FF2B5EF4-FFF2-40B4-BE49-F238E27FC236}">
                    <a16:creationId xmlns:a16="http://schemas.microsoft.com/office/drawing/2014/main" id="{B1CFDD50-060C-A5E5-CD25-D9EF26D7A09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953143" y="5939564"/>
                <a:ext cx="2098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95" name="Ink 397">
                <a:extLst>
                  <a:ext uri="{FF2B5EF4-FFF2-40B4-BE49-F238E27FC236}">
                    <a16:creationId xmlns:a16="http://schemas.microsoft.com/office/drawing/2014/main" id="{2752E7B4-02DC-26ED-291F-B13337FC3430}"/>
                  </a:ext>
                </a:extLst>
              </p14:cNvPr>
              <p14:cNvContentPartPr/>
              <p14:nvPr/>
            </p14:nvContentPartPr>
            <p14:xfrm>
              <a:off x="6398023" y="5950364"/>
              <a:ext cx="132120" cy="238680"/>
            </p14:xfrm>
          </p:contentPart>
        </mc:Choice>
        <mc:Fallback>
          <p:pic>
            <p:nvPicPr>
              <p:cNvPr id="395" name="Ink 397">
                <a:extLst>
                  <a:ext uri="{FF2B5EF4-FFF2-40B4-BE49-F238E27FC236}">
                    <a16:creationId xmlns:a16="http://schemas.microsoft.com/office/drawing/2014/main" id="{2752E7B4-02DC-26ED-291F-B13337FC343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387223" y="5939564"/>
                <a:ext cx="1533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96" name="Ink 397">
                <a:extLst>
                  <a:ext uri="{FF2B5EF4-FFF2-40B4-BE49-F238E27FC236}">
                    <a16:creationId xmlns:a16="http://schemas.microsoft.com/office/drawing/2014/main" id="{2959E202-99E6-35CF-195D-E804D6A1F328}"/>
                  </a:ext>
                </a:extLst>
              </p14:cNvPr>
              <p14:cNvContentPartPr/>
              <p14:nvPr/>
            </p14:nvContentPartPr>
            <p14:xfrm>
              <a:off x="7693303" y="5541404"/>
              <a:ext cx="207360" cy="232920"/>
            </p14:xfrm>
          </p:contentPart>
        </mc:Choice>
        <mc:Fallback>
          <p:pic>
            <p:nvPicPr>
              <p:cNvPr id="396" name="Ink 397">
                <a:extLst>
                  <a:ext uri="{FF2B5EF4-FFF2-40B4-BE49-F238E27FC236}">
                    <a16:creationId xmlns:a16="http://schemas.microsoft.com/office/drawing/2014/main" id="{2959E202-99E6-35CF-195D-E804D6A1F32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682503" y="5530604"/>
                <a:ext cx="2286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411" name="Ink 413">
                <a:extLst>
                  <a:ext uri="{FF2B5EF4-FFF2-40B4-BE49-F238E27FC236}">
                    <a16:creationId xmlns:a16="http://schemas.microsoft.com/office/drawing/2014/main" id="{E72B8713-BDCD-E1E0-A23E-29B70F3EA42E}"/>
                  </a:ext>
                </a:extLst>
              </p14:cNvPr>
              <p14:cNvContentPartPr/>
              <p14:nvPr/>
            </p14:nvContentPartPr>
            <p14:xfrm>
              <a:off x="6284983" y="5610884"/>
              <a:ext cx="339840" cy="1069200"/>
            </p14:xfrm>
          </p:contentPart>
        </mc:Choice>
        <mc:Fallback>
          <p:pic>
            <p:nvPicPr>
              <p:cNvPr id="411" name="Ink 413">
                <a:extLst>
                  <a:ext uri="{FF2B5EF4-FFF2-40B4-BE49-F238E27FC236}">
                    <a16:creationId xmlns:a16="http://schemas.microsoft.com/office/drawing/2014/main" id="{E72B8713-BDCD-E1E0-A23E-29B70F3EA42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274183" y="5600084"/>
                <a:ext cx="361080" cy="10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412" name="Ink 413">
                <a:extLst>
                  <a:ext uri="{FF2B5EF4-FFF2-40B4-BE49-F238E27FC236}">
                    <a16:creationId xmlns:a16="http://schemas.microsoft.com/office/drawing/2014/main" id="{DE2DF65C-5D8B-9978-770F-82370ADC8AF1}"/>
                  </a:ext>
                </a:extLst>
              </p14:cNvPr>
              <p14:cNvContentPartPr/>
              <p14:nvPr/>
            </p14:nvContentPartPr>
            <p14:xfrm>
              <a:off x="7781143" y="5510084"/>
              <a:ext cx="786240" cy="1094040"/>
            </p14:xfrm>
          </p:contentPart>
        </mc:Choice>
        <mc:Fallback>
          <p:pic>
            <p:nvPicPr>
              <p:cNvPr id="412" name="Ink 413">
                <a:extLst>
                  <a:ext uri="{FF2B5EF4-FFF2-40B4-BE49-F238E27FC236}">
                    <a16:creationId xmlns:a16="http://schemas.microsoft.com/office/drawing/2014/main" id="{DE2DF65C-5D8B-9978-770F-82370ADC8AF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770343" y="5499284"/>
                <a:ext cx="807480" cy="11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413" name="Ink 413">
                <a:extLst>
                  <a:ext uri="{FF2B5EF4-FFF2-40B4-BE49-F238E27FC236}">
                    <a16:creationId xmlns:a16="http://schemas.microsoft.com/office/drawing/2014/main" id="{62D63F64-920F-48AD-F4FF-B51A04F6322F}"/>
                  </a:ext>
                </a:extLst>
              </p14:cNvPr>
              <p14:cNvContentPartPr/>
              <p14:nvPr/>
            </p14:nvContentPartPr>
            <p14:xfrm>
              <a:off x="7102903" y="6321164"/>
              <a:ext cx="175680" cy="244440"/>
            </p14:xfrm>
          </p:contentPart>
        </mc:Choice>
        <mc:Fallback>
          <p:pic>
            <p:nvPicPr>
              <p:cNvPr id="413" name="Ink 413">
                <a:extLst>
                  <a:ext uri="{FF2B5EF4-FFF2-40B4-BE49-F238E27FC236}">
                    <a16:creationId xmlns:a16="http://schemas.microsoft.com/office/drawing/2014/main" id="{62D63F64-920F-48AD-F4FF-B51A04F6322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092103" y="6310364"/>
                <a:ext cx="19692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F49E3B7A-C7EF-7714-339E-0A1317F3FABC}"/>
                  </a:ext>
                </a:extLst>
              </p14:cNvPr>
              <p14:cNvContentPartPr/>
              <p14:nvPr/>
            </p14:nvContentPartPr>
            <p14:xfrm>
              <a:off x="9673645" y="5339414"/>
              <a:ext cx="295920" cy="61020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F49E3B7A-C7EF-7714-339E-0A1317F3FAB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662845" y="5328614"/>
                <a:ext cx="31716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FBB4315B-39ED-668E-7AAC-02BB8B6E44FA}"/>
                  </a:ext>
                </a:extLst>
              </p14:cNvPr>
              <p14:cNvContentPartPr/>
              <p14:nvPr/>
            </p14:nvContentPartPr>
            <p14:xfrm>
              <a:off x="9976045" y="5308094"/>
              <a:ext cx="968040" cy="1908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FBB4315B-39ED-668E-7AAC-02BB8B6E44F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961645" y="5293694"/>
                <a:ext cx="9964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420" name="Ink 420">
                <a:extLst>
                  <a:ext uri="{FF2B5EF4-FFF2-40B4-BE49-F238E27FC236}">
                    <a16:creationId xmlns:a16="http://schemas.microsoft.com/office/drawing/2014/main" id="{1F7463BA-5C2D-146F-3910-3E2FE6FB70A2}"/>
                  </a:ext>
                </a:extLst>
              </p14:cNvPr>
              <p14:cNvContentPartPr/>
              <p14:nvPr/>
            </p14:nvContentPartPr>
            <p14:xfrm>
              <a:off x="9668245" y="5332934"/>
              <a:ext cx="1301040" cy="685800"/>
            </p14:xfrm>
          </p:contentPart>
        </mc:Choice>
        <mc:Fallback>
          <p:pic>
            <p:nvPicPr>
              <p:cNvPr id="420" name="Ink 420">
                <a:extLst>
                  <a:ext uri="{FF2B5EF4-FFF2-40B4-BE49-F238E27FC236}">
                    <a16:creationId xmlns:a16="http://schemas.microsoft.com/office/drawing/2014/main" id="{1F7463BA-5C2D-146F-3910-3E2FE6FB70A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657445" y="5322134"/>
                <a:ext cx="132228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430" name="Ink 432">
                <a:extLst>
                  <a:ext uri="{FF2B5EF4-FFF2-40B4-BE49-F238E27FC236}">
                    <a16:creationId xmlns:a16="http://schemas.microsoft.com/office/drawing/2014/main" id="{E9CBF426-A3E6-11C3-8B90-FD10494FD6F6}"/>
                  </a:ext>
                </a:extLst>
              </p14:cNvPr>
              <p14:cNvContentPartPr/>
              <p14:nvPr/>
            </p14:nvContentPartPr>
            <p14:xfrm>
              <a:off x="11075845" y="5641094"/>
              <a:ext cx="308520" cy="25560"/>
            </p14:xfrm>
          </p:contentPart>
        </mc:Choice>
        <mc:Fallback>
          <p:pic>
            <p:nvPicPr>
              <p:cNvPr id="430" name="Ink 432">
                <a:extLst>
                  <a:ext uri="{FF2B5EF4-FFF2-40B4-BE49-F238E27FC236}">
                    <a16:creationId xmlns:a16="http://schemas.microsoft.com/office/drawing/2014/main" id="{E9CBF426-A3E6-11C3-8B90-FD10494FD6F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065045" y="5630294"/>
                <a:ext cx="3297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431" name="Ink 432">
                <a:extLst>
                  <a:ext uri="{FF2B5EF4-FFF2-40B4-BE49-F238E27FC236}">
                    <a16:creationId xmlns:a16="http://schemas.microsoft.com/office/drawing/2014/main" id="{E78331E4-D18D-B498-484D-7D33E557D81E}"/>
                  </a:ext>
                </a:extLst>
              </p14:cNvPr>
              <p14:cNvContentPartPr/>
              <p14:nvPr/>
            </p14:nvContentPartPr>
            <p14:xfrm>
              <a:off x="10547725" y="5647574"/>
              <a:ext cx="390240" cy="25200"/>
            </p14:xfrm>
          </p:contentPart>
        </mc:Choice>
        <mc:Fallback>
          <p:pic>
            <p:nvPicPr>
              <p:cNvPr id="431" name="Ink 432">
                <a:extLst>
                  <a:ext uri="{FF2B5EF4-FFF2-40B4-BE49-F238E27FC236}">
                    <a16:creationId xmlns:a16="http://schemas.microsoft.com/office/drawing/2014/main" id="{E78331E4-D18D-B498-484D-7D33E557D81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536925" y="5636926"/>
                <a:ext cx="411480" cy="461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432" name="Ink 432">
                <a:extLst>
                  <a:ext uri="{FF2B5EF4-FFF2-40B4-BE49-F238E27FC236}">
                    <a16:creationId xmlns:a16="http://schemas.microsoft.com/office/drawing/2014/main" id="{5A061BA4-F713-8DAE-A23C-DB27042798B9}"/>
                  </a:ext>
                </a:extLst>
              </p14:cNvPr>
              <p14:cNvContentPartPr/>
              <p14:nvPr/>
            </p14:nvContentPartPr>
            <p14:xfrm>
              <a:off x="10239565" y="5603294"/>
              <a:ext cx="163800" cy="126000"/>
            </p14:xfrm>
          </p:contentPart>
        </mc:Choice>
        <mc:Fallback>
          <p:pic>
            <p:nvPicPr>
              <p:cNvPr id="432" name="Ink 432">
                <a:extLst>
                  <a:ext uri="{FF2B5EF4-FFF2-40B4-BE49-F238E27FC236}">
                    <a16:creationId xmlns:a16="http://schemas.microsoft.com/office/drawing/2014/main" id="{5A061BA4-F713-8DAE-A23C-DB27042798B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228765" y="5592494"/>
                <a:ext cx="1850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17FCFFBD-DDA3-B25C-7DD2-94C32C7C57C0}"/>
                  </a:ext>
                </a:extLst>
              </p14:cNvPr>
              <p14:cNvContentPartPr/>
              <p14:nvPr/>
            </p14:nvContentPartPr>
            <p14:xfrm>
              <a:off x="10327765" y="4842614"/>
              <a:ext cx="12960" cy="1908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17FCFFBD-DDA3-B25C-7DD2-94C32C7C57C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316965" y="4831814"/>
                <a:ext cx="342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440" name="Ink 440">
                <a:extLst>
                  <a:ext uri="{FF2B5EF4-FFF2-40B4-BE49-F238E27FC236}">
                    <a16:creationId xmlns:a16="http://schemas.microsoft.com/office/drawing/2014/main" id="{736209B0-B790-AF7C-B9E4-0AAFEC0EAA63}"/>
                  </a:ext>
                </a:extLst>
              </p14:cNvPr>
              <p14:cNvContentPartPr/>
              <p14:nvPr/>
            </p14:nvContentPartPr>
            <p14:xfrm>
              <a:off x="10258285" y="4974734"/>
              <a:ext cx="69840" cy="603720"/>
            </p14:xfrm>
          </p:contentPart>
        </mc:Choice>
        <mc:Fallback>
          <p:pic>
            <p:nvPicPr>
              <p:cNvPr id="440" name="Ink 440">
                <a:extLst>
                  <a:ext uri="{FF2B5EF4-FFF2-40B4-BE49-F238E27FC236}">
                    <a16:creationId xmlns:a16="http://schemas.microsoft.com/office/drawing/2014/main" id="{736209B0-B790-AF7C-B9E4-0AAFEC0EAA6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47429" y="4963940"/>
                <a:ext cx="91190" cy="624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AD6D08AC-9D51-C43C-8C60-1BBBD1E08E79}"/>
                  </a:ext>
                </a:extLst>
              </p14:cNvPr>
              <p14:cNvContentPartPr/>
              <p14:nvPr/>
            </p14:nvContentPartPr>
            <p14:xfrm>
              <a:off x="10277365" y="5584574"/>
              <a:ext cx="19080" cy="2556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AD6D08AC-9D51-C43C-8C60-1BBBD1E08E7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266765" y="5573620"/>
                <a:ext cx="39927" cy="471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447" name="Ink 447">
                <a:extLst>
                  <a:ext uri="{FF2B5EF4-FFF2-40B4-BE49-F238E27FC236}">
                    <a16:creationId xmlns:a16="http://schemas.microsoft.com/office/drawing/2014/main" id="{6446C088-F5F6-3F9E-9F72-ED82A15E820E}"/>
                  </a:ext>
                </a:extLst>
              </p14:cNvPr>
              <p14:cNvContentPartPr/>
              <p14:nvPr/>
            </p14:nvContentPartPr>
            <p14:xfrm>
              <a:off x="10409485" y="5050334"/>
              <a:ext cx="471960" cy="446760"/>
            </p14:xfrm>
          </p:contentPart>
        </mc:Choice>
        <mc:Fallback>
          <p:pic>
            <p:nvPicPr>
              <p:cNvPr id="447" name="Ink 447">
                <a:extLst>
                  <a:ext uri="{FF2B5EF4-FFF2-40B4-BE49-F238E27FC236}">
                    <a16:creationId xmlns:a16="http://schemas.microsoft.com/office/drawing/2014/main" id="{6446C088-F5F6-3F9E-9F72-ED82A15E820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398685" y="5039534"/>
                <a:ext cx="49320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456" name="Ink 457">
                <a:extLst>
                  <a:ext uri="{FF2B5EF4-FFF2-40B4-BE49-F238E27FC236}">
                    <a16:creationId xmlns:a16="http://schemas.microsoft.com/office/drawing/2014/main" id="{C0453BFD-1240-ECCB-DCFE-D7D0320428D0}"/>
                  </a:ext>
                </a:extLst>
              </p14:cNvPr>
              <p14:cNvContentPartPr/>
              <p14:nvPr/>
            </p14:nvContentPartPr>
            <p14:xfrm>
              <a:off x="11330725" y="5566574"/>
              <a:ext cx="103680" cy="175680"/>
            </p14:xfrm>
          </p:contentPart>
        </mc:Choice>
        <mc:Fallback>
          <p:pic>
            <p:nvPicPr>
              <p:cNvPr id="456" name="Ink 457">
                <a:extLst>
                  <a:ext uri="{FF2B5EF4-FFF2-40B4-BE49-F238E27FC236}">
                    <a16:creationId xmlns:a16="http://schemas.microsoft.com/office/drawing/2014/main" id="{C0453BFD-1240-ECCB-DCFE-D7D0320428D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319925" y="5555774"/>
                <a:ext cx="1249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457" name="Ink 457">
                <a:extLst>
                  <a:ext uri="{FF2B5EF4-FFF2-40B4-BE49-F238E27FC236}">
                    <a16:creationId xmlns:a16="http://schemas.microsoft.com/office/drawing/2014/main" id="{C858E8D2-A19A-A9C8-B5B9-845CC92D6B81}"/>
                  </a:ext>
                </a:extLst>
              </p14:cNvPr>
              <p14:cNvContentPartPr/>
              <p14:nvPr/>
            </p14:nvContentPartPr>
            <p14:xfrm>
              <a:off x="10884325" y="4855214"/>
              <a:ext cx="172800" cy="138600"/>
            </p14:xfrm>
          </p:contentPart>
        </mc:Choice>
        <mc:Fallback>
          <p:pic>
            <p:nvPicPr>
              <p:cNvPr id="457" name="Ink 457">
                <a:extLst>
                  <a:ext uri="{FF2B5EF4-FFF2-40B4-BE49-F238E27FC236}">
                    <a16:creationId xmlns:a16="http://schemas.microsoft.com/office/drawing/2014/main" id="{C858E8D2-A19A-A9C8-B5B9-845CC92D6B8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869925" y="4840814"/>
                <a:ext cx="2012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462" name="Ink 462">
                <a:extLst>
                  <a:ext uri="{FF2B5EF4-FFF2-40B4-BE49-F238E27FC236}">
                    <a16:creationId xmlns:a16="http://schemas.microsoft.com/office/drawing/2014/main" id="{A37CD8AD-F69B-1349-1B3E-93554C3BED59}"/>
                  </a:ext>
                </a:extLst>
              </p14:cNvPr>
              <p14:cNvContentPartPr/>
              <p14:nvPr/>
            </p14:nvContentPartPr>
            <p14:xfrm>
              <a:off x="10270885" y="4754774"/>
              <a:ext cx="135720" cy="113400"/>
            </p14:xfrm>
          </p:contentPart>
        </mc:Choice>
        <mc:Fallback>
          <p:pic>
            <p:nvPicPr>
              <p:cNvPr id="462" name="Ink 462">
                <a:extLst>
                  <a:ext uri="{FF2B5EF4-FFF2-40B4-BE49-F238E27FC236}">
                    <a16:creationId xmlns:a16="http://schemas.microsoft.com/office/drawing/2014/main" id="{A37CD8AD-F69B-1349-1B3E-93554C3BED5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260085" y="4744008"/>
                <a:ext cx="156960" cy="134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471" name="Ink 471">
                <a:extLst>
                  <a:ext uri="{FF2B5EF4-FFF2-40B4-BE49-F238E27FC236}">
                    <a16:creationId xmlns:a16="http://schemas.microsoft.com/office/drawing/2014/main" id="{FDA46C5E-47FD-D8C3-7082-823AFD57F6FC}"/>
                  </a:ext>
                </a:extLst>
              </p14:cNvPr>
              <p14:cNvContentPartPr/>
              <p14:nvPr/>
            </p14:nvContentPartPr>
            <p14:xfrm>
              <a:off x="11485183" y="5613284"/>
              <a:ext cx="188280" cy="201600"/>
            </p14:xfrm>
          </p:contentPart>
        </mc:Choice>
        <mc:Fallback>
          <p:pic>
            <p:nvPicPr>
              <p:cNvPr id="471" name="Ink 471">
                <a:extLst>
                  <a:ext uri="{FF2B5EF4-FFF2-40B4-BE49-F238E27FC236}">
                    <a16:creationId xmlns:a16="http://schemas.microsoft.com/office/drawing/2014/main" id="{FDA46C5E-47FD-D8C3-7082-823AFD57F6F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474383" y="5602484"/>
                <a:ext cx="2095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476" name="Ink 477">
                <a:extLst>
                  <a:ext uri="{FF2B5EF4-FFF2-40B4-BE49-F238E27FC236}">
                    <a16:creationId xmlns:a16="http://schemas.microsoft.com/office/drawing/2014/main" id="{64B74805-DBE8-B0D4-FD40-3C4CDB348A25}"/>
                  </a:ext>
                </a:extLst>
              </p14:cNvPr>
              <p14:cNvContentPartPr/>
              <p14:nvPr/>
            </p14:nvContentPartPr>
            <p14:xfrm>
              <a:off x="10195663" y="4475324"/>
              <a:ext cx="195480" cy="182880"/>
            </p14:xfrm>
          </p:contentPart>
        </mc:Choice>
        <mc:Fallback>
          <p:pic>
            <p:nvPicPr>
              <p:cNvPr id="476" name="Ink 477">
                <a:extLst>
                  <a:ext uri="{FF2B5EF4-FFF2-40B4-BE49-F238E27FC236}">
                    <a16:creationId xmlns:a16="http://schemas.microsoft.com/office/drawing/2014/main" id="{64B74805-DBE8-B0D4-FD40-3C4CDB348A2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184863" y="4464524"/>
                <a:ext cx="216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477" name="Ink 477">
                <a:extLst>
                  <a:ext uri="{FF2B5EF4-FFF2-40B4-BE49-F238E27FC236}">
                    <a16:creationId xmlns:a16="http://schemas.microsoft.com/office/drawing/2014/main" id="{B97EBDE5-2776-2252-965C-E016954DB92D}"/>
                  </a:ext>
                </a:extLst>
              </p14:cNvPr>
              <p14:cNvContentPartPr/>
              <p14:nvPr/>
            </p14:nvContentPartPr>
            <p14:xfrm>
              <a:off x="11144983" y="4726604"/>
              <a:ext cx="182880" cy="169920"/>
            </p14:xfrm>
          </p:contentPart>
        </mc:Choice>
        <mc:Fallback>
          <p:pic>
            <p:nvPicPr>
              <p:cNvPr id="477" name="Ink 477">
                <a:extLst>
                  <a:ext uri="{FF2B5EF4-FFF2-40B4-BE49-F238E27FC236}">
                    <a16:creationId xmlns:a16="http://schemas.microsoft.com/office/drawing/2014/main" id="{B97EBDE5-2776-2252-965C-E016954DB92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134183" y="4715804"/>
                <a:ext cx="2041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0887BE3E-CD55-23A0-74BA-2D8BA540DC72}"/>
                  </a:ext>
                </a:extLst>
              </p14:cNvPr>
              <p14:cNvContentPartPr/>
              <p14:nvPr/>
            </p14:nvContentPartPr>
            <p14:xfrm>
              <a:off x="9730183" y="5374244"/>
              <a:ext cx="1163520" cy="562680"/>
            </p14:xfrm>
          </p:contentPart>
        </mc:Choice>
        <mc:Fallback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0887BE3E-CD55-23A0-74BA-2D8BA540DC7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676183" y="5266244"/>
                <a:ext cx="1271160" cy="77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489" name="Ink 489">
                <a:extLst>
                  <a:ext uri="{FF2B5EF4-FFF2-40B4-BE49-F238E27FC236}">
                    <a16:creationId xmlns:a16="http://schemas.microsoft.com/office/drawing/2014/main" id="{9B85103A-2BC4-7C9A-272B-A35BDCC7BAAA}"/>
                  </a:ext>
                </a:extLst>
              </p14:cNvPr>
              <p14:cNvContentPartPr/>
              <p14:nvPr/>
            </p14:nvContentPartPr>
            <p14:xfrm>
              <a:off x="10220503" y="5072564"/>
              <a:ext cx="145080" cy="591480"/>
            </p14:xfrm>
          </p:contentPart>
        </mc:Choice>
        <mc:Fallback>
          <p:pic>
            <p:nvPicPr>
              <p:cNvPr id="489" name="Ink 489">
                <a:extLst>
                  <a:ext uri="{FF2B5EF4-FFF2-40B4-BE49-F238E27FC236}">
                    <a16:creationId xmlns:a16="http://schemas.microsoft.com/office/drawing/2014/main" id="{9B85103A-2BC4-7C9A-272B-A35BDCC7BAA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205023" y="5057084"/>
                <a:ext cx="175680" cy="6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493" name="Ink 493">
                <a:extLst>
                  <a:ext uri="{FF2B5EF4-FFF2-40B4-BE49-F238E27FC236}">
                    <a16:creationId xmlns:a16="http://schemas.microsoft.com/office/drawing/2014/main" id="{9B86E8EA-7136-05B2-5493-9C8377CB01DD}"/>
                  </a:ext>
                </a:extLst>
              </p14:cNvPr>
              <p14:cNvContentPartPr/>
              <p14:nvPr/>
            </p14:nvContentPartPr>
            <p14:xfrm>
              <a:off x="9686263" y="4971764"/>
              <a:ext cx="276840" cy="157680"/>
            </p14:xfrm>
          </p:contentPart>
        </mc:Choice>
        <mc:Fallback>
          <p:pic>
            <p:nvPicPr>
              <p:cNvPr id="493" name="Ink 493">
                <a:extLst>
                  <a:ext uri="{FF2B5EF4-FFF2-40B4-BE49-F238E27FC236}">
                    <a16:creationId xmlns:a16="http://schemas.microsoft.com/office/drawing/2014/main" id="{9B86E8EA-7136-05B2-5493-9C8377CB01D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670783" y="4956284"/>
                <a:ext cx="3074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28743E2B-B419-C34C-81B0-57F454BDF715}"/>
                  </a:ext>
                </a:extLst>
              </p14:cNvPr>
              <p14:cNvContentPartPr/>
              <p14:nvPr/>
            </p14:nvContentPartPr>
            <p14:xfrm>
              <a:off x="10264783" y="5600684"/>
              <a:ext cx="666720" cy="18252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28743E2B-B419-C34C-81B0-57F454BDF71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249303" y="5585234"/>
                <a:ext cx="697320" cy="213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0F3726ED-03D4-8697-1196-6BFB88032547}"/>
                  </a:ext>
                </a:extLst>
              </p14:cNvPr>
              <p14:cNvContentPartPr/>
              <p14:nvPr/>
            </p14:nvContentPartPr>
            <p14:xfrm>
              <a:off x="10880743" y="5738924"/>
              <a:ext cx="157680" cy="11340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0F3726ED-03D4-8697-1196-6BFB88032547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865228" y="5723444"/>
                <a:ext cx="18835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52252D2F-BB25-D3F3-5799-8C5D469E1891}"/>
                  </a:ext>
                </a:extLst>
              </p14:cNvPr>
              <p14:cNvContentPartPr/>
              <p14:nvPr/>
            </p14:nvContentPartPr>
            <p14:xfrm>
              <a:off x="10975063" y="5801924"/>
              <a:ext cx="94680" cy="226080"/>
            </p14:xfrm>
          </p:contentPart>
        </mc:Choice>
        <mc:Fallback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52252D2F-BB25-D3F3-5799-8C5D469E189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959583" y="5786444"/>
                <a:ext cx="1252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512" name="Ink 512">
                <a:extLst>
                  <a:ext uri="{FF2B5EF4-FFF2-40B4-BE49-F238E27FC236}">
                    <a16:creationId xmlns:a16="http://schemas.microsoft.com/office/drawing/2014/main" id="{30184299-C770-8CBF-8F01-150E6DD2682C}"/>
                  </a:ext>
                </a:extLst>
              </p14:cNvPr>
              <p14:cNvContentPartPr/>
              <p14:nvPr/>
            </p14:nvContentPartPr>
            <p14:xfrm>
              <a:off x="10252183" y="5078684"/>
              <a:ext cx="835560" cy="553680"/>
            </p14:xfrm>
          </p:contentPart>
        </mc:Choice>
        <mc:Fallback>
          <p:pic>
            <p:nvPicPr>
              <p:cNvPr id="512" name="Ink 512">
                <a:extLst>
                  <a:ext uri="{FF2B5EF4-FFF2-40B4-BE49-F238E27FC236}">
                    <a16:creationId xmlns:a16="http://schemas.microsoft.com/office/drawing/2014/main" id="{30184299-C770-8CBF-8F01-150E6DD2682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236710" y="5063204"/>
                <a:ext cx="866147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3" name="Ink 13">
                <a:extLst>
                  <a:ext uri="{FF2B5EF4-FFF2-40B4-BE49-F238E27FC236}">
                    <a16:creationId xmlns:a16="http://schemas.microsoft.com/office/drawing/2014/main" id="{B0E3D145-C1FB-887F-75BF-1D7984C904D4}"/>
                  </a:ext>
                </a:extLst>
              </p14:cNvPr>
              <p14:cNvContentPartPr/>
              <p14:nvPr/>
            </p14:nvContentPartPr>
            <p14:xfrm>
              <a:off x="8617423" y="5767844"/>
              <a:ext cx="717120" cy="560160"/>
            </p14:xfrm>
          </p:contentPart>
        </mc:Choice>
        <mc:Fallback>
          <p:pic>
            <p:nvPicPr>
              <p:cNvPr id="13" name="Ink 13">
                <a:extLst>
                  <a:ext uri="{FF2B5EF4-FFF2-40B4-BE49-F238E27FC236}">
                    <a16:creationId xmlns:a16="http://schemas.microsoft.com/office/drawing/2014/main" id="{B0E3D145-C1FB-887F-75BF-1D7984C904D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606623" y="5757037"/>
                <a:ext cx="738360" cy="581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9" name="Ink 19">
                <a:extLst>
                  <a:ext uri="{FF2B5EF4-FFF2-40B4-BE49-F238E27FC236}">
                    <a16:creationId xmlns:a16="http://schemas.microsoft.com/office/drawing/2014/main" id="{F3458E93-1C08-8BA8-9E73-7E2688085662}"/>
                  </a:ext>
                </a:extLst>
              </p14:cNvPr>
              <p14:cNvContentPartPr/>
              <p14:nvPr/>
            </p14:nvContentPartPr>
            <p14:xfrm>
              <a:off x="6593143" y="5718164"/>
              <a:ext cx="264600" cy="87840"/>
            </p14:xfrm>
          </p:contentPart>
        </mc:Choice>
        <mc:Fallback>
          <p:pic>
            <p:nvPicPr>
              <p:cNvPr id="19" name="Ink 19">
                <a:extLst>
                  <a:ext uri="{FF2B5EF4-FFF2-40B4-BE49-F238E27FC236}">
                    <a16:creationId xmlns:a16="http://schemas.microsoft.com/office/drawing/2014/main" id="{F3458E93-1C08-8BA8-9E73-7E268808566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582343" y="5707320"/>
                <a:ext cx="285840" cy="1091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22" name="Ink 22">
                <a:extLst>
                  <a:ext uri="{FF2B5EF4-FFF2-40B4-BE49-F238E27FC236}">
                    <a16:creationId xmlns:a16="http://schemas.microsoft.com/office/drawing/2014/main" id="{A8C03549-2599-7BAE-91E1-A2BA89CFFF4F}"/>
                  </a:ext>
                </a:extLst>
              </p14:cNvPr>
              <p14:cNvContentPartPr/>
              <p14:nvPr/>
            </p14:nvContentPartPr>
            <p14:xfrm>
              <a:off x="7234303" y="5718164"/>
              <a:ext cx="232920" cy="175680"/>
            </p14:xfrm>
          </p:contentPart>
        </mc:Choice>
        <mc:Fallback>
          <p:pic>
            <p:nvPicPr>
              <p:cNvPr id="22" name="Ink 22">
                <a:extLst>
                  <a:ext uri="{FF2B5EF4-FFF2-40B4-BE49-F238E27FC236}">
                    <a16:creationId xmlns:a16="http://schemas.microsoft.com/office/drawing/2014/main" id="{A8C03549-2599-7BAE-91E1-A2BA89CFFF4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223520" y="5707364"/>
                <a:ext cx="254127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26" name="Ink 27">
                <a:extLst>
                  <a:ext uri="{FF2B5EF4-FFF2-40B4-BE49-F238E27FC236}">
                    <a16:creationId xmlns:a16="http://schemas.microsoft.com/office/drawing/2014/main" id="{BA596B59-5A41-5C58-C3B0-B65530EF352E}"/>
                  </a:ext>
                </a:extLst>
              </p14:cNvPr>
              <p14:cNvContentPartPr/>
              <p14:nvPr/>
            </p14:nvContentPartPr>
            <p14:xfrm>
              <a:off x="7875463" y="5667404"/>
              <a:ext cx="239400" cy="138600"/>
            </p14:xfrm>
          </p:contentPart>
        </mc:Choice>
        <mc:Fallback>
          <p:pic>
            <p:nvPicPr>
              <p:cNvPr id="26" name="Ink 27">
                <a:extLst>
                  <a:ext uri="{FF2B5EF4-FFF2-40B4-BE49-F238E27FC236}">
                    <a16:creationId xmlns:a16="http://schemas.microsoft.com/office/drawing/2014/main" id="{BA596B59-5A41-5C58-C3B0-B65530EF352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864647" y="5656604"/>
                <a:ext cx="260672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30" name="Ink 31">
                <a:extLst>
                  <a:ext uri="{FF2B5EF4-FFF2-40B4-BE49-F238E27FC236}">
                    <a16:creationId xmlns:a16="http://schemas.microsoft.com/office/drawing/2014/main" id="{DE674940-4210-BBF8-4B13-547D7534CD17}"/>
                  </a:ext>
                </a:extLst>
              </p14:cNvPr>
              <p14:cNvContentPartPr/>
              <p14:nvPr/>
            </p14:nvContentPartPr>
            <p14:xfrm>
              <a:off x="6574063" y="6059084"/>
              <a:ext cx="295920" cy="174600"/>
            </p14:xfrm>
          </p:contentPart>
        </mc:Choice>
        <mc:Fallback>
          <p:pic>
            <p:nvPicPr>
              <p:cNvPr id="30" name="Ink 31">
                <a:extLst>
                  <a:ext uri="{FF2B5EF4-FFF2-40B4-BE49-F238E27FC236}">
                    <a16:creationId xmlns:a16="http://schemas.microsoft.com/office/drawing/2014/main" id="{DE674940-4210-BBF8-4B13-547D7534CD1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563263" y="6048262"/>
                <a:ext cx="317160" cy="1958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36" name="Ink 36">
                <a:extLst>
                  <a:ext uri="{FF2B5EF4-FFF2-40B4-BE49-F238E27FC236}">
                    <a16:creationId xmlns:a16="http://schemas.microsoft.com/office/drawing/2014/main" id="{F1C9D4E6-0194-38B8-B8F5-A3BF11532568}"/>
                  </a:ext>
                </a:extLst>
              </p14:cNvPr>
              <p14:cNvContentPartPr/>
              <p14:nvPr/>
            </p14:nvContentPartPr>
            <p14:xfrm>
              <a:off x="7114783" y="6032804"/>
              <a:ext cx="213840" cy="175680"/>
            </p14:xfrm>
          </p:contentPart>
        </mc:Choice>
        <mc:Fallback>
          <p:pic>
            <p:nvPicPr>
              <p:cNvPr id="36" name="Ink 36">
                <a:extLst>
                  <a:ext uri="{FF2B5EF4-FFF2-40B4-BE49-F238E27FC236}">
                    <a16:creationId xmlns:a16="http://schemas.microsoft.com/office/drawing/2014/main" id="{F1C9D4E6-0194-38B8-B8F5-A3BF1153256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103983" y="6022004"/>
                <a:ext cx="2350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41" name="Ink 41">
                <a:extLst>
                  <a:ext uri="{FF2B5EF4-FFF2-40B4-BE49-F238E27FC236}">
                    <a16:creationId xmlns:a16="http://schemas.microsoft.com/office/drawing/2014/main" id="{7DF2ACC4-7A3B-7582-487E-121F61223979}"/>
                  </a:ext>
                </a:extLst>
              </p14:cNvPr>
              <p14:cNvContentPartPr/>
              <p14:nvPr/>
            </p14:nvContentPartPr>
            <p14:xfrm>
              <a:off x="7907143" y="6025604"/>
              <a:ext cx="264240" cy="157680"/>
            </p14:xfrm>
          </p:contentPart>
        </mc:Choice>
        <mc:Fallback>
          <p:pic>
            <p:nvPicPr>
              <p:cNvPr id="41" name="Ink 41">
                <a:extLst>
                  <a:ext uri="{FF2B5EF4-FFF2-40B4-BE49-F238E27FC236}">
                    <a16:creationId xmlns:a16="http://schemas.microsoft.com/office/drawing/2014/main" id="{7DF2ACC4-7A3B-7582-487E-121F6122397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896358" y="6014779"/>
                <a:ext cx="285451" cy="1789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44" name="Ink 44">
                <a:extLst>
                  <a:ext uri="{FF2B5EF4-FFF2-40B4-BE49-F238E27FC236}">
                    <a16:creationId xmlns:a16="http://schemas.microsoft.com/office/drawing/2014/main" id="{14282179-5F03-93DC-73C9-F3C4257326A2}"/>
                  </a:ext>
                </a:extLst>
              </p14:cNvPr>
              <p14:cNvContentPartPr/>
              <p14:nvPr/>
            </p14:nvContentPartPr>
            <p14:xfrm>
              <a:off x="6637783" y="6472004"/>
              <a:ext cx="270000" cy="132480"/>
            </p14:xfrm>
          </p:contentPart>
        </mc:Choice>
        <mc:Fallback>
          <p:pic>
            <p:nvPicPr>
              <p:cNvPr id="44" name="Ink 44">
                <a:extLst>
                  <a:ext uri="{FF2B5EF4-FFF2-40B4-BE49-F238E27FC236}">
                    <a16:creationId xmlns:a16="http://schemas.microsoft.com/office/drawing/2014/main" id="{14282179-5F03-93DC-73C9-F3C4257326A2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626983" y="6461175"/>
                <a:ext cx="291240" cy="153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47" name="Ink 49">
                <a:extLst>
                  <a:ext uri="{FF2B5EF4-FFF2-40B4-BE49-F238E27FC236}">
                    <a16:creationId xmlns:a16="http://schemas.microsoft.com/office/drawing/2014/main" id="{F55C1AA8-6F61-51CB-9770-54BBAFEE9ADB}"/>
                  </a:ext>
                </a:extLst>
              </p14:cNvPr>
              <p14:cNvContentPartPr/>
              <p14:nvPr/>
            </p14:nvContentPartPr>
            <p14:xfrm>
              <a:off x="7297303" y="6468404"/>
              <a:ext cx="219960" cy="279720"/>
            </p14:xfrm>
          </p:contentPart>
        </mc:Choice>
        <mc:Fallback>
          <p:pic>
            <p:nvPicPr>
              <p:cNvPr id="47" name="Ink 49">
                <a:extLst>
                  <a:ext uri="{FF2B5EF4-FFF2-40B4-BE49-F238E27FC236}">
                    <a16:creationId xmlns:a16="http://schemas.microsoft.com/office/drawing/2014/main" id="{F55C1AA8-6F61-51CB-9770-54BBAFEE9AD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286521" y="6457604"/>
                <a:ext cx="241165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52" name="Ink 52">
                <a:extLst>
                  <a:ext uri="{FF2B5EF4-FFF2-40B4-BE49-F238E27FC236}">
                    <a16:creationId xmlns:a16="http://schemas.microsoft.com/office/drawing/2014/main" id="{ACB5E7E4-7CB5-94CC-CDBE-AE09FF710B24}"/>
                  </a:ext>
                </a:extLst>
              </p14:cNvPr>
              <p14:cNvContentPartPr/>
              <p14:nvPr/>
            </p14:nvContentPartPr>
            <p14:xfrm>
              <a:off x="7957903" y="6434204"/>
              <a:ext cx="238680" cy="151200"/>
            </p14:xfrm>
          </p:contentPart>
        </mc:Choice>
        <mc:Fallback>
          <p:pic>
            <p:nvPicPr>
              <p:cNvPr id="52" name="Ink 52">
                <a:extLst>
                  <a:ext uri="{FF2B5EF4-FFF2-40B4-BE49-F238E27FC236}">
                    <a16:creationId xmlns:a16="http://schemas.microsoft.com/office/drawing/2014/main" id="{ACB5E7E4-7CB5-94CC-CDBE-AE09FF710B2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947103" y="6423404"/>
                <a:ext cx="2599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4602830-4D4D-5525-F204-69B2451A0EF5}"/>
                  </a:ext>
                </a:extLst>
              </p14:cNvPr>
              <p14:cNvContentPartPr/>
              <p14:nvPr/>
            </p14:nvContentPartPr>
            <p14:xfrm>
              <a:off x="10403023" y="4588364"/>
              <a:ext cx="138600" cy="88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4602830-4D4D-5525-F204-69B2451A0EF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392251" y="4577564"/>
                <a:ext cx="159785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6F84055-0087-0E31-5458-1ABC9B5A0E42}"/>
                  </a:ext>
                </a:extLst>
              </p14:cNvPr>
              <p14:cNvContentPartPr/>
              <p14:nvPr/>
            </p14:nvContentPartPr>
            <p14:xfrm>
              <a:off x="11346223" y="4842524"/>
              <a:ext cx="126000" cy="1832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6F84055-0087-0E31-5458-1ABC9B5A0E4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335423" y="4831724"/>
                <a:ext cx="1472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E918E99-2AB6-5B2F-358C-E5CADB691A94}"/>
                  </a:ext>
                </a:extLst>
              </p14:cNvPr>
              <p14:cNvContentPartPr/>
              <p14:nvPr/>
            </p14:nvContentPartPr>
            <p14:xfrm>
              <a:off x="11654023" y="5708324"/>
              <a:ext cx="157680" cy="1191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E918E99-2AB6-5B2F-358C-E5CADB691A9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643198" y="5697524"/>
                <a:ext cx="178969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90ABA9C-431C-FE61-733C-25362B21BF63}"/>
                  </a:ext>
                </a:extLst>
              </p14:cNvPr>
              <p14:cNvContentPartPr/>
              <p14:nvPr/>
            </p14:nvContentPartPr>
            <p14:xfrm>
              <a:off x="9824503" y="5091284"/>
              <a:ext cx="100800" cy="82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90ABA9C-431C-FE61-733C-25362B21BF6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809023" y="5075804"/>
                <a:ext cx="1314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01190BD-BD43-A76E-9A7E-92E91E6FEE87}"/>
                  </a:ext>
                </a:extLst>
              </p14:cNvPr>
              <p14:cNvContentPartPr/>
              <p14:nvPr/>
            </p14:nvContentPartPr>
            <p14:xfrm>
              <a:off x="9944023" y="5066084"/>
              <a:ext cx="100800" cy="1008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01190BD-BD43-A76E-9A7E-92E91E6FEE8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928543" y="5050604"/>
                <a:ext cx="1314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62" name="Ink 62">
                <a:extLst>
                  <a:ext uri="{FF2B5EF4-FFF2-40B4-BE49-F238E27FC236}">
                    <a16:creationId xmlns:a16="http://schemas.microsoft.com/office/drawing/2014/main" id="{61BA48AC-71EF-920F-04D1-010C95A0A338}"/>
                  </a:ext>
                </a:extLst>
              </p14:cNvPr>
              <p14:cNvContentPartPr/>
              <p14:nvPr/>
            </p14:nvContentPartPr>
            <p14:xfrm>
              <a:off x="11107183" y="5167604"/>
              <a:ext cx="239400" cy="219600"/>
            </p14:xfrm>
          </p:contentPart>
        </mc:Choice>
        <mc:Fallback>
          <p:pic>
            <p:nvPicPr>
              <p:cNvPr id="62" name="Ink 62">
                <a:extLst>
                  <a:ext uri="{FF2B5EF4-FFF2-40B4-BE49-F238E27FC236}">
                    <a16:creationId xmlns:a16="http://schemas.microsoft.com/office/drawing/2014/main" id="{61BA48AC-71EF-920F-04D1-010C95A0A338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091703" y="5152149"/>
                <a:ext cx="270000" cy="250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449" name="Ink 449">
                <a:extLst>
                  <a:ext uri="{FF2B5EF4-FFF2-40B4-BE49-F238E27FC236}">
                    <a16:creationId xmlns:a16="http://schemas.microsoft.com/office/drawing/2014/main" id="{16C3C37A-7DAF-D23F-125E-B957FEC9AF03}"/>
                  </a:ext>
                </a:extLst>
              </p14:cNvPr>
              <p14:cNvContentPartPr/>
              <p14:nvPr/>
            </p14:nvContentPartPr>
            <p14:xfrm>
              <a:off x="11097463" y="5921444"/>
              <a:ext cx="299520" cy="126000"/>
            </p14:xfrm>
          </p:contentPart>
        </mc:Choice>
        <mc:Fallback>
          <p:pic>
            <p:nvPicPr>
              <p:cNvPr id="449" name="Ink 449">
                <a:extLst>
                  <a:ext uri="{FF2B5EF4-FFF2-40B4-BE49-F238E27FC236}">
                    <a16:creationId xmlns:a16="http://schemas.microsoft.com/office/drawing/2014/main" id="{16C3C37A-7DAF-D23F-125E-B957FEC9AF0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081983" y="5905964"/>
                <a:ext cx="3301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48836892-8531-CB75-25D0-5AC59A3C1150}"/>
                  </a:ext>
                </a:extLst>
              </p14:cNvPr>
              <p14:cNvContentPartPr/>
              <p14:nvPr/>
            </p14:nvContentPartPr>
            <p14:xfrm>
              <a:off x="10446943" y="4619684"/>
              <a:ext cx="44280" cy="648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48836892-8531-CB75-25D0-5AC59A3C115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436143" y="4608884"/>
                <a:ext cx="655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454" name="Ink 454">
                <a:extLst>
                  <a:ext uri="{FF2B5EF4-FFF2-40B4-BE49-F238E27FC236}">
                    <a16:creationId xmlns:a16="http://schemas.microsoft.com/office/drawing/2014/main" id="{517A98B2-DE10-164A-5042-A4E4510D4E16}"/>
                  </a:ext>
                </a:extLst>
              </p14:cNvPr>
              <p14:cNvContentPartPr/>
              <p14:nvPr/>
            </p14:nvContentPartPr>
            <p14:xfrm>
              <a:off x="9849703" y="5103884"/>
              <a:ext cx="132480" cy="25560"/>
            </p14:xfrm>
          </p:contentPart>
        </mc:Choice>
        <mc:Fallback>
          <p:pic>
            <p:nvPicPr>
              <p:cNvPr id="454" name="Ink 454">
                <a:extLst>
                  <a:ext uri="{FF2B5EF4-FFF2-40B4-BE49-F238E27FC236}">
                    <a16:creationId xmlns:a16="http://schemas.microsoft.com/office/drawing/2014/main" id="{517A98B2-DE10-164A-5042-A4E4510D4E1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834181" y="5088404"/>
                <a:ext cx="163163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B4ABC322-0BCD-83CE-2194-CF70EF81B1E4}"/>
                  </a:ext>
                </a:extLst>
              </p14:cNvPr>
              <p14:cNvContentPartPr/>
              <p14:nvPr/>
            </p14:nvContentPartPr>
            <p14:xfrm>
              <a:off x="11113303" y="5248604"/>
              <a:ext cx="25560" cy="36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B4ABC322-0BCD-83CE-2194-CF70EF81B1E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1097823" y="5233124"/>
                <a:ext cx="561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AA9D6162-F08C-4650-4C22-8B235DC64BF1}"/>
                  </a:ext>
                </a:extLst>
              </p14:cNvPr>
              <p14:cNvContentPartPr/>
              <p14:nvPr/>
            </p14:nvContentPartPr>
            <p14:xfrm>
              <a:off x="11100703" y="5971484"/>
              <a:ext cx="38160" cy="1296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AA9D6162-F08C-4650-4C22-8B235DC64BF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085223" y="5956004"/>
                <a:ext cx="687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FD1A05A0-B98E-4AD2-DE85-F8775FA30E2E}"/>
                  </a:ext>
                </a:extLst>
              </p14:cNvPr>
              <p14:cNvContentPartPr/>
              <p14:nvPr/>
            </p14:nvContentPartPr>
            <p14:xfrm>
              <a:off x="6643183" y="6535004"/>
              <a:ext cx="75960" cy="1296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FD1A05A0-B98E-4AD2-DE85-F8775FA30E2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632332" y="6524204"/>
                <a:ext cx="97301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4AB865F8-40AA-8F9A-EA10-B40930C311A3}"/>
                  </a:ext>
                </a:extLst>
              </p14:cNvPr>
              <p14:cNvContentPartPr/>
              <p14:nvPr/>
            </p14:nvContentPartPr>
            <p14:xfrm>
              <a:off x="7322143" y="6522404"/>
              <a:ext cx="63360" cy="1296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4AB865F8-40AA-8F9A-EA10-B40930C311A3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311343" y="6511604"/>
                <a:ext cx="846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464" name="Ink 464">
                <a:extLst>
                  <a:ext uri="{FF2B5EF4-FFF2-40B4-BE49-F238E27FC236}">
                    <a16:creationId xmlns:a16="http://schemas.microsoft.com/office/drawing/2014/main" id="{04368B85-8F3B-79BB-408E-ACB0561B8F67}"/>
                  </a:ext>
                </a:extLst>
              </p14:cNvPr>
              <p14:cNvContentPartPr/>
              <p14:nvPr/>
            </p14:nvContentPartPr>
            <p14:xfrm>
              <a:off x="7963663" y="6509804"/>
              <a:ext cx="226800" cy="12960"/>
            </p14:xfrm>
          </p:contentPart>
        </mc:Choice>
        <mc:Fallback>
          <p:pic>
            <p:nvPicPr>
              <p:cNvPr id="464" name="Ink 464">
                <a:extLst>
                  <a:ext uri="{FF2B5EF4-FFF2-40B4-BE49-F238E27FC236}">
                    <a16:creationId xmlns:a16="http://schemas.microsoft.com/office/drawing/2014/main" id="{04368B85-8F3B-79BB-408E-ACB0561B8F6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952863" y="6499004"/>
                <a:ext cx="2480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040FA966-F619-2C4B-F4F0-4FF7D0F72525}"/>
                  </a:ext>
                </a:extLst>
              </p14:cNvPr>
              <p14:cNvContentPartPr/>
              <p14:nvPr/>
            </p14:nvContentPartPr>
            <p14:xfrm>
              <a:off x="8309983" y="1738004"/>
              <a:ext cx="182160" cy="33984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040FA966-F619-2C4B-F4F0-4FF7D0F7252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299162" y="1727204"/>
                <a:ext cx="203442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BF3F5359-1CC9-F6B5-DF49-C14D3C9FBA39}"/>
                  </a:ext>
                </a:extLst>
              </p14:cNvPr>
              <p14:cNvContentPartPr/>
              <p14:nvPr/>
            </p14:nvContentPartPr>
            <p14:xfrm>
              <a:off x="8303143" y="2171804"/>
              <a:ext cx="138600" cy="2556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BF3F5359-1CC9-F6B5-DF49-C14D3C9FBA3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292371" y="2161004"/>
                <a:ext cx="159785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133D7172-31AA-2C90-82C8-A14E327AB62F}"/>
                  </a:ext>
                </a:extLst>
              </p14:cNvPr>
              <p14:cNvContentPartPr/>
              <p14:nvPr/>
            </p14:nvContentPartPr>
            <p14:xfrm>
              <a:off x="8277943" y="2272244"/>
              <a:ext cx="163800" cy="6480"/>
            </p14:xfrm>
          </p:contentPart>
        </mc:Choice>
        <mc:Fallback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133D7172-31AA-2C90-82C8-A14E327AB62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267143" y="2262012"/>
                <a:ext cx="185040" cy="2660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78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9C9C81-DB10-F36F-5A66-865FB6E5F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23" y="2533580"/>
            <a:ext cx="3598957" cy="2209886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6F5F345B-8930-65AB-7E9D-E3AFC6C1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Work done to overcome fluid-stress</a:t>
            </a:r>
            <a:endParaRPr lang="en-IN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2C2EB1-CD8A-21D0-4888-639B100685B8}"/>
                  </a:ext>
                </a:extLst>
              </p:cNvPr>
              <p:cNvSpPr txBox="1"/>
              <p:nvPr/>
            </p:nvSpPr>
            <p:spPr>
              <a:xfrm>
                <a:off x="4167430" y="1276350"/>
                <a:ext cx="3876189" cy="8191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2C2EB1-CD8A-21D0-4888-639B10068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430" y="1276350"/>
                <a:ext cx="3876189" cy="8191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018C15F-3043-9468-A455-D1D91129E48B}"/>
              </a:ext>
            </a:extLst>
          </p:cNvPr>
          <p:cNvSpPr/>
          <p:nvPr/>
        </p:nvSpPr>
        <p:spPr>
          <a:xfrm>
            <a:off x="6200775" y="1295400"/>
            <a:ext cx="1861894" cy="8191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3A1AC-7A04-FEE7-453A-095C6549FD01}"/>
              </a:ext>
            </a:extLst>
          </p:cNvPr>
          <p:cNvSpPr txBox="1"/>
          <p:nvPr/>
        </p:nvSpPr>
        <p:spPr>
          <a:xfrm>
            <a:off x="8043619" y="1586919"/>
            <a:ext cx="2990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>
                <a:solidFill>
                  <a:srgbClr val="FF0000"/>
                </a:solidFill>
              </a:rPr>
              <a:t>Work done to overcome fluid-stress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5">
                <a:extLst>
                  <a:ext uri="{FF2B5EF4-FFF2-40B4-BE49-F238E27FC236}">
                    <a16:creationId xmlns:a16="http://schemas.microsoft.com/office/drawing/2014/main" id="{C05F6DDA-CCAF-EF81-53C9-6AC8D6A35DDD}"/>
                  </a:ext>
                </a:extLst>
              </p14:cNvPr>
              <p14:cNvContentPartPr/>
              <p14:nvPr/>
            </p14:nvContentPartPr>
            <p14:xfrm>
              <a:off x="4738423" y="2460884"/>
              <a:ext cx="1176120" cy="377280"/>
            </p14:xfrm>
          </p:contentPart>
        </mc:Choice>
        <mc:Fallback>
          <p:pic>
            <p:nvPicPr>
              <p:cNvPr id="15" name="Ink 15">
                <a:extLst>
                  <a:ext uri="{FF2B5EF4-FFF2-40B4-BE49-F238E27FC236}">
                    <a16:creationId xmlns:a16="http://schemas.microsoft.com/office/drawing/2014/main" id="{C05F6DDA-CCAF-EF81-53C9-6AC8D6A35D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27623" y="2450094"/>
                <a:ext cx="1197360" cy="39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Ink 37">
                <a:extLst>
                  <a:ext uri="{FF2B5EF4-FFF2-40B4-BE49-F238E27FC236}">
                    <a16:creationId xmlns:a16="http://schemas.microsoft.com/office/drawing/2014/main" id="{6FFEF7A4-57AA-7F9B-E004-ED6847A4DF44}"/>
                  </a:ext>
                </a:extLst>
              </p14:cNvPr>
              <p14:cNvContentPartPr/>
              <p14:nvPr/>
            </p14:nvContentPartPr>
            <p14:xfrm>
              <a:off x="6259783" y="2429564"/>
              <a:ext cx="2760480" cy="377640"/>
            </p14:xfrm>
          </p:contentPart>
        </mc:Choice>
        <mc:Fallback>
          <p:pic>
            <p:nvPicPr>
              <p:cNvPr id="37" name="Ink 37">
                <a:extLst>
                  <a:ext uri="{FF2B5EF4-FFF2-40B4-BE49-F238E27FC236}">
                    <a16:creationId xmlns:a16="http://schemas.microsoft.com/office/drawing/2014/main" id="{6FFEF7A4-57AA-7F9B-E004-ED6847A4DF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48982" y="2418764"/>
                <a:ext cx="2781723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FF96E1E-267F-24D1-5351-1EB74883D375}"/>
                  </a:ext>
                </a:extLst>
              </p14:cNvPr>
              <p14:cNvContentPartPr/>
              <p14:nvPr/>
            </p14:nvContentPartPr>
            <p14:xfrm>
              <a:off x="9202063" y="2611724"/>
              <a:ext cx="138600" cy="507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FF96E1E-267F-24D1-5351-1EB74883D3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91263" y="2600847"/>
                <a:ext cx="159840" cy="72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18BE358-017D-1D28-F677-2D43124B90FE}"/>
                  </a:ext>
                </a:extLst>
              </p14:cNvPr>
              <p14:cNvContentPartPr/>
              <p14:nvPr/>
            </p14:nvContentPartPr>
            <p14:xfrm>
              <a:off x="9154543" y="2749964"/>
              <a:ext cx="177120" cy="316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18BE358-017D-1D28-F677-2D43124B90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43743" y="2739164"/>
                <a:ext cx="1983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6" name="Ink 46">
                <a:extLst>
                  <a:ext uri="{FF2B5EF4-FFF2-40B4-BE49-F238E27FC236}">
                    <a16:creationId xmlns:a16="http://schemas.microsoft.com/office/drawing/2014/main" id="{25A03148-6179-D55C-2E47-6C6C517A6B0F}"/>
                  </a:ext>
                </a:extLst>
              </p14:cNvPr>
              <p14:cNvContentPartPr/>
              <p14:nvPr/>
            </p14:nvContentPartPr>
            <p14:xfrm>
              <a:off x="9693103" y="2423084"/>
              <a:ext cx="942840" cy="515880"/>
            </p14:xfrm>
          </p:contentPart>
        </mc:Choice>
        <mc:Fallback>
          <p:pic>
            <p:nvPicPr>
              <p:cNvPr id="46" name="Ink 46">
                <a:extLst>
                  <a:ext uri="{FF2B5EF4-FFF2-40B4-BE49-F238E27FC236}">
                    <a16:creationId xmlns:a16="http://schemas.microsoft.com/office/drawing/2014/main" id="{25A03148-6179-D55C-2E47-6C6C517A6B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82303" y="2412284"/>
                <a:ext cx="96408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3" name="Ink 53">
                <a:extLst>
                  <a:ext uri="{FF2B5EF4-FFF2-40B4-BE49-F238E27FC236}">
                    <a16:creationId xmlns:a16="http://schemas.microsoft.com/office/drawing/2014/main" id="{09AEB905-7354-FED6-3953-3A60E0DD8F8D}"/>
                  </a:ext>
                </a:extLst>
              </p14:cNvPr>
              <p14:cNvContentPartPr/>
              <p14:nvPr/>
            </p14:nvContentPartPr>
            <p14:xfrm>
              <a:off x="4788463" y="3077564"/>
              <a:ext cx="1163520" cy="424800"/>
            </p14:xfrm>
          </p:contentPart>
        </mc:Choice>
        <mc:Fallback>
          <p:pic>
            <p:nvPicPr>
              <p:cNvPr id="53" name="Ink 53">
                <a:extLst>
                  <a:ext uri="{FF2B5EF4-FFF2-40B4-BE49-F238E27FC236}">
                    <a16:creationId xmlns:a16="http://schemas.microsoft.com/office/drawing/2014/main" id="{09AEB905-7354-FED6-3953-3A60E0DD8F8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77663" y="3066755"/>
                <a:ext cx="1184760" cy="446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2" name="Ink 62">
                <a:extLst>
                  <a:ext uri="{FF2B5EF4-FFF2-40B4-BE49-F238E27FC236}">
                    <a16:creationId xmlns:a16="http://schemas.microsoft.com/office/drawing/2014/main" id="{F683930F-F61C-5B8F-7E11-7D623579970B}"/>
                  </a:ext>
                </a:extLst>
              </p14:cNvPr>
              <p14:cNvContentPartPr/>
              <p14:nvPr/>
            </p14:nvContentPartPr>
            <p14:xfrm>
              <a:off x="6366703" y="3064244"/>
              <a:ext cx="1496880" cy="339840"/>
            </p14:xfrm>
          </p:contentPart>
        </mc:Choice>
        <mc:Fallback>
          <p:pic>
            <p:nvPicPr>
              <p:cNvPr id="62" name="Ink 62">
                <a:extLst>
                  <a:ext uri="{FF2B5EF4-FFF2-40B4-BE49-F238E27FC236}">
                    <a16:creationId xmlns:a16="http://schemas.microsoft.com/office/drawing/2014/main" id="{F683930F-F61C-5B8F-7E11-7D62357997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52303" y="3049844"/>
                <a:ext cx="152532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1" name="Ink 71">
                <a:extLst>
                  <a:ext uri="{FF2B5EF4-FFF2-40B4-BE49-F238E27FC236}">
                    <a16:creationId xmlns:a16="http://schemas.microsoft.com/office/drawing/2014/main" id="{4836CC01-C895-C2CB-D878-76DCA35D0594}"/>
                  </a:ext>
                </a:extLst>
              </p14:cNvPr>
              <p14:cNvContentPartPr/>
              <p14:nvPr/>
            </p14:nvContentPartPr>
            <p14:xfrm>
              <a:off x="8014063" y="2965244"/>
              <a:ext cx="1314360" cy="407520"/>
            </p14:xfrm>
          </p:contentPart>
        </mc:Choice>
        <mc:Fallback>
          <p:pic>
            <p:nvPicPr>
              <p:cNvPr id="71" name="Ink 71">
                <a:extLst>
                  <a:ext uri="{FF2B5EF4-FFF2-40B4-BE49-F238E27FC236}">
                    <a16:creationId xmlns:a16="http://schemas.microsoft.com/office/drawing/2014/main" id="{4836CC01-C895-C2CB-D878-76DCA35D059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99663" y="2950857"/>
                <a:ext cx="1342800" cy="4359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47906D0-A938-4BF6-5452-411042C84BFD}"/>
                  </a:ext>
                </a:extLst>
              </p14:cNvPr>
              <p14:cNvContentPartPr/>
              <p14:nvPr/>
            </p14:nvContentPartPr>
            <p14:xfrm>
              <a:off x="9667543" y="3202844"/>
              <a:ext cx="119880" cy="255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47906D0-A938-4BF6-5452-411042C84B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656743" y="3192044"/>
                <a:ext cx="1411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B2F8677-DE1B-0960-CFB3-590BC02CED61}"/>
                  </a:ext>
                </a:extLst>
              </p14:cNvPr>
              <p14:cNvContentPartPr/>
              <p14:nvPr/>
            </p14:nvContentPartPr>
            <p14:xfrm>
              <a:off x="9654943" y="3322364"/>
              <a:ext cx="156960" cy="129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B2F8677-DE1B-0960-CFB3-590BC02CED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644143" y="3311564"/>
                <a:ext cx="178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53B0997-736E-4531-250E-ECA37FAA659F}"/>
                  </a:ext>
                </a:extLst>
              </p14:cNvPr>
              <p14:cNvContentPartPr/>
              <p14:nvPr/>
            </p14:nvContentPartPr>
            <p14:xfrm>
              <a:off x="10283503" y="2995124"/>
              <a:ext cx="195120" cy="3085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53B0997-736E-4531-250E-ECA37FAA659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272703" y="2984324"/>
                <a:ext cx="21636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7" name="Ink 77">
                <a:extLst>
                  <a:ext uri="{FF2B5EF4-FFF2-40B4-BE49-F238E27FC236}">
                    <a16:creationId xmlns:a16="http://schemas.microsoft.com/office/drawing/2014/main" id="{AA982235-FD37-5312-7925-7275BE83D272}"/>
                  </a:ext>
                </a:extLst>
              </p14:cNvPr>
              <p14:cNvContentPartPr/>
              <p14:nvPr/>
            </p14:nvContentPartPr>
            <p14:xfrm>
              <a:off x="10278103" y="3372404"/>
              <a:ext cx="169560" cy="82080"/>
            </p14:xfrm>
          </p:contentPart>
        </mc:Choice>
        <mc:Fallback>
          <p:pic>
            <p:nvPicPr>
              <p:cNvPr id="77" name="Ink 77">
                <a:extLst>
                  <a:ext uri="{FF2B5EF4-FFF2-40B4-BE49-F238E27FC236}">
                    <a16:creationId xmlns:a16="http://schemas.microsoft.com/office/drawing/2014/main" id="{AA982235-FD37-5312-7925-7275BE83D27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67303" y="3361604"/>
                <a:ext cx="1908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3" name="Ink 83">
                <a:extLst>
                  <a:ext uri="{FF2B5EF4-FFF2-40B4-BE49-F238E27FC236}">
                    <a16:creationId xmlns:a16="http://schemas.microsoft.com/office/drawing/2014/main" id="{E05A63A9-8A10-5898-43CF-35806FA6EAC5}"/>
                  </a:ext>
                </a:extLst>
              </p14:cNvPr>
              <p14:cNvContentPartPr/>
              <p14:nvPr/>
            </p14:nvContentPartPr>
            <p14:xfrm>
              <a:off x="10597783" y="2929604"/>
              <a:ext cx="1201320" cy="386640"/>
            </p14:xfrm>
          </p:contentPart>
        </mc:Choice>
        <mc:Fallback>
          <p:pic>
            <p:nvPicPr>
              <p:cNvPr id="83" name="Ink 83">
                <a:extLst>
                  <a:ext uri="{FF2B5EF4-FFF2-40B4-BE49-F238E27FC236}">
                    <a16:creationId xmlns:a16="http://schemas.microsoft.com/office/drawing/2014/main" id="{E05A63A9-8A10-5898-43CF-35806FA6EAC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586983" y="2918814"/>
                <a:ext cx="1222560" cy="407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8" name="Ink 88">
                <a:extLst>
                  <a:ext uri="{FF2B5EF4-FFF2-40B4-BE49-F238E27FC236}">
                    <a16:creationId xmlns:a16="http://schemas.microsoft.com/office/drawing/2014/main" id="{C7F4528F-A0B8-996E-5640-B86721177477}"/>
                  </a:ext>
                </a:extLst>
              </p14:cNvPr>
              <p14:cNvContentPartPr/>
              <p14:nvPr/>
            </p14:nvContentPartPr>
            <p14:xfrm>
              <a:off x="4801063" y="3662564"/>
              <a:ext cx="886320" cy="410760"/>
            </p14:xfrm>
          </p:contentPart>
        </mc:Choice>
        <mc:Fallback>
          <p:pic>
            <p:nvPicPr>
              <p:cNvPr id="88" name="Ink 88">
                <a:extLst>
                  <a:ext uri="{FF2B5EF4-FFF2-40B4-BE49-F238E27FC236}">
                    <a16:creationId xmlns:a16="http://schemas.microsoft.com/office/drawing/2014/main" id="{C7F4528F-A0B8-996E-5640-B8672117747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90259" y="3651773"/>
                <a:ext cx="907569" cy="4319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4" name="Ink 94">
                <a:extLst>
                  <a:ext uri="{FF2B5EF4-FFF2-40B4-BE49-F238E27FC236}">
                    <a16:creationId xmlns:a16="http://schemas.microsoft.com/office/drawing/2014/main" id="{242688D9-1167-31EF-2452-1CECB6C891B0}"/>
                  </a:ext>
                </a:extLst>
              </p14:cNvPr>
              <p14:cNvContentPartPr/>
              <p14:nvPr/>
            </p14:nvContentPartPr>
            <p14:xfrm>
              <a:off x="5939743" y="3630884"/>
              <a:ext cx="816840" cy="389160"/>
            </p14:xfrm>
          </p:contentPart>
        </mc:Choice>
        <mc:Fallback>
          <p:pic>
            <p:nvPicPr>
              <p:cNvPr id="94" name="Ink 94">
                <a:extLst>
                  <a:ext uri="{FF2B5EF4-FFF2-40B4-BE49-F238E27FC236}">
                    <a16:creationId xmlns:a16="http://schemas.microsoft.com/office/drawing/2014/main" id="{242688D9-1167-31EF-2452-1CECB6C891B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25343" y="3616471"/>
                <a:ext cx="845280" cy="417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EB8D54C-7C95-8EFE-7D74-473025E3B7B3}"/>
                  </a:ext>
                </a:extLst>
              </p14:cNvPr>
              <p14:cNvContentPartPr/>
              <p14:nvPr/>
            </p14:nvContentPartPr>
            <p14:xfrm>
              <a:off x="7108663" y="3800804"/>
              <a:ext cx="19080" cy="309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EB8D54C-7C95-8EFE-7D74-473025E3B7B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94530" y="3786570"/>
                <a:ext cx="46993" cy="590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DDC5E46-742B-55C6-C6AA-7BA15301BD22}"/>
                  </a:ext>
                </a:extLst>
              </p14:cNvPr>
              <p14:cNvContentPartPr/>
              <p14:nvPr/>
            </p14:nvContentPartPr>
            <p14:xfrm>
              <a:off x="7102183" y="3969644"/>
              <a:ext cx="25560" cy="255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DDC5E46-742B-55C6-C6AA-7BA15301BD2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87783" y="3955244"/>
                <a:ext cx="54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1E17463-3BFC-5D53-26D0-41B1B4E91F89}"/>
                  </a:ext>
                </a:extLst>
              </p14:cNvPr>
              <p14:cNvContentPartPr/>
              <p14:nvPr/>
            </p14:nvContentPartPr>
            <p14:xfrm>
              <a:off x="7681423" y="3599564"/>
              <a:ext cx="194400" cy="2887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1E17463-3BFC-5D53-26D0-41B1B4E91F8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67050" y="3585182"/>
                <a:ext cx="222787" cy="317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3" name="Ink 104">
                <a:extLst>
                  <a:ext uri="{FF2B5EF4-FFF2-40B4-BE49-F238E27FC236}">
                    <a16:creationId xmlns:a16="http://schemas.microsoft.com/office/drawing/2014/main" id="{CF7E0B89-0D12-6106-F958-D5C12F6F4231}"/>
                  </a:ext>
                </a:extLst>
              </p14:cNvPr>
              <p14:cNvContentPartPr/>
              <p14:nvPr/>
            </p14:nvContentPartPr>
            <p14:xfrm>
              <a:off x="8095783" y="3586964"/>
              <a:ext cx="502920" cy="338400"/>
            </p14:xfrm>
          </p:contentPart>
        </mc:Choice>
        <mc:Fallback>
          <p:pic>
            <p:nvPicPr>
              <p:cNvPr id="103" name="Ink 104">
                <a:extLst>
                  <a:ext uri="{FF2B5EF4-FFF2-40B4-BE49-F238E27FC236}">
                    <a16:creationId xmlns:a16="http://schemas.microsoft.com/office/drawing/2014/main" id="{CF7E0B89-0D12-6106-F958-D5C12F6F423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084991" y="3576175"/>
                <a:ext cx="524145" cy="359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4" name="Ink 104">
                <a:extLst>
                  <a:ext uri="{FF2B5EF4-FFF2-40B4-BE49-F238E27FC236}">
                    <a16:creationId xmlns:a16="http://schemas.microsoft.com/office/drawing/2014/main" id="{5F345921-EFD9-5FE8-428E-8390CE445064}"/>
                  </a:ext>
                </a:extLst>
              </p14:cNvPr>
              <p14:cNvContentPartPr/>
              <p14:nvPr/>
            </p14:nvContentPartPr>
            <p14:xfrm>
              <a:off x="7668823" y="3969644"/>
              <a:ext cx="188280" cy="88200"/>
            </p14:xfrm>
          </p:contentPart>
        </mc:Choice>
        <mc:Fallback>
          <p:pic>
            <p:nvPicPr>
              <p:cNvPr id="104" name="Ink 104">
                <a:extLst>
                  <a:ext uri="{FF2B5EF4-FFF2-40B4-BE49-F238E27FC236}">
                    <a16:creationId xmlns:a16="http://schemas.microsoft.com/office/drawing/2014/main" id="{5F345921-EFD9-5FE8-428E-8390CE44506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58023" y="3958844"/>
                <a:ext cx="209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0" name="Ink 110">
                <a:extLst>
                  <a:ext uri="{FF2B5EF4-FFF2-40B4-BE49-F238E27FC236}">
                    <a16:creationId xmlns:a16="http://schemas.microsoft.com/office/drawing/2014/main" id="{71E55869-2FD9-9783-C3C1-C937CD18F9A6}"/>
                  </a:ext>
                </a:extLst>
              </p14:cNvPr>
              <p14:cNvContentPartPr/>
              <p14:nvPr/>
            </p14:nvContentPartPr>
            <p14:xfrm>
              <a:off x="8806783" y="3549164"/>
              <a:ext cx="543960" cy="716400"/>
            </p14:xfrm>
          </p:contentPart>
        </mc:Choice>
        <mc:Fallback>
          <p:pic>
            <p:nvPicPr>
              <p:cNvPr id="110" name="Ink 110">
                <a:extLst>
                  <a:ext uri="{FF2B5EF4-FFF2-40B4-BE49-F238E27FC236}">
                    <a16:creationId xmlns:a16="http://schemas.microsoft.com/office/drawing/2014/main" id="{71E55869-2FD9-9783-C3C1-C937CD18F9A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95983" y="3538364"/>
                <a:ext cx="565200" cy="73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537F8CD-21A5-781F-B103-28181949BC00}"/>
                  </a:ext>
                </a:extLst>
              </p14:cNvPr>
              <p14:cNvContentPartPr/>
              <p14:nvPr/>
            </p14:nvContentPartPr>
            <p14:xfrm>
              <a:off x="9761863" y="3737084"/>
              <a:ext cx="126000" cy="255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537F8CD-21A5-781F-B103-28181949BC0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751063" y="3726284"/>
                <a:ext cx="1472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F6AF1D4-8F5A-0516-64FE-1241C23055C7}"/>
                  </a:ext>
                </a:extLst>
              </p14:cNvPr>
              <p14:cNvContentPartPr/>
              <p14:nvPr/>
            </p14:nvContentPartPr>
            <p14:xfrm>
              <a:off x="9736663" y="3844004"/>
              <a:ext cx="189000" cy="190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F6AF1D4-8F5A-0516-64FE-1241C23055C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725863" y="3833204"/>
                <a:ext cx="2102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20" name="Ink 121">
                <a:extLst>
                  <a:ext uri="{FF2B5EF4-FFF2-40B4-BE49-F238E27FC236}">
                    <a16:creationId xmlns:a16="http://schemas.microsoft.com/office/drawing/2014/main" id="{AB9D895E-8074-43D2-B82C-4A45E6230E25}"/>
                  </a:ext>
                </a:extLst>
              </p14:cNvPr>
              <p14:cNvContentPartPr/>
              <p14:nvPr/>
            </p14:nvContentPartPr>
            <p14:xfrm>
              <a:off x="10296823" y="3586244"/>
              <a:ext cx="968040" cy="314640"/>
            </p14:xfrm>
          </p:contentPart>
        </mc:Choice>
        <mc:Fallback>
          <p:pic>
            <p:nvPicPr>
              <p:cNvPr id="120" name="Ink 121">
                <a:extLst>
                  <a:ext uri="{FF2B5EF4-FFF2-40B4-BE49-F238E27FC236}">
                    <a16:creationId xmlns:a16="http://schemas.microsoft.com/office/drawing/2014/main" id="{AB9D895E-8074-43D2-B82C-4A45E6230E2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286019" y="3575444"/>
                <a:ext cx="989288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21" name="Ink 121">
                <a:extLst>
                  <a:ext uri="{FF2B5EF4-FFF2-40B4-BE49-F238E27FC236}">
                    <a16:creationId xmlns:a16="http://schemas.microsoft.com/office/drawing/2014/main" id="{73FDB7FA-9111-180A-C0E3-D7AE1D49911A}"/>
                  </a:ext>
                </a:extLst>
              </p14:cNvPr>
              <p14:cNvContentPartPr/>
              <p14:nvPr/>
            </p14:nvContentPartPr>
            <p14:xfrm>
              <a:off x="10246423" y="3982244"/>
              <a:ext cx="213480" cy="94680"/>
            </p14:xfrm>
          </p:contentPart>
        </mc:Choice>
        <mc:Fallback>
          <p:pic>
            <p:nvPicPr>
              <p:cNvPr id="121" name="Ink 121">
                <a:extLst>
                  <a:ext uri="{FF2B5EF4-FFF2-40B4-BE49-F238E27FC236}">
                    <a16:creationId xmlns:a16="http://schemas.microsoft.com/office/drawing/2014/main" id="{73FDB7FA-9111-180A-C0E3-D7AE1D49911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235623" y="3971444"/>
                <a:ext cx="2347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A44AF37-2E11-C356-9222-3CE1420E72C4}"/>
                  </a:ext>
                </a:extLst>
              </p14:cNvPr>
              <p14:cNvContentPartPr/>
              <p14:nvPr/>
            </p14:nvContentPartPr>
            <p14:xfrm>
              <a:off x="11396263" y="3598844"/>
              <a:ext cx="302040" cy="2455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A44AF37-2E11-C356-9222-3CE1420E72C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385463" y="3588060"/>
                <a:ext cx="323280" cy="266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BABE5F4-7DB1-3618-9558-116F46135165}"/>
                  </a:ext>
                </a:extLst>
              </p14:cNvPr>
              <p14:cNvContentPartPr/>
              <p14:nvPr/>
            </p14:nvContentPartPr>
            <p14:xfrm>
              <a:off x="11396263" y="3925724"/>
              <a:ext cx="249120" cy="129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BABE5F4-7DB1-3618-9558-116F4613516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381863" y="3911324"/>
                <a:ext cx="2775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18D6946-97BB-D885-941A-E05B3CE68E39}"/>
                  </a:ext>
                </a:extLst>
              </p14:cNvPr>
              <p14:cNvContentPartPr/>
              <p14:nvPr/>
            </p14:nvContentPartPr>
            <p14:xfrm>
              <a:off x="5153143" y="4246484"/>
              <a:ext cx="383760" cy="4528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18D6946-97BB-D885-941A-E05B3CE68E3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37663" y="4231016"/>
                <a:ext cx="414360" cy="483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37403F5-A6C5-085C-C0FC-6AF6552D7CD9}"/>
                  </a:ext>
                </a:extLst>
              </p14:cNvPr>
              <p14:cNvContentPartPr/>
              <p14:nvPr/>
            </p14:nvContentPartPr>
            <p14:xfrm>
              <a:off x="5439703" y="4604684"/>
              <a:ext cx="153360" cy="1890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37403F5-A6C5-085C-C0FC-6AF6552D7CD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424223" y="4589204"/>
                <a:ext cx="1839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4D46677-1D7D-D005-CEB8-4DCB1EDC31E2}"/>
                  </a:ext>
                </a:extLst>
              </p14:cNvPr>
              <p14:cNvContentPartPr/>
              <p14:nvPr/>
            </p14:nvContentPartPr>
            <p14:xfrm>
              <a:off x="5807263" y="4398044"/>
              <a:ext cx="295920" cy="3704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4D46677-1D7D-D005-CEB8-4DCB1EDC31E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91783" y="4382579"/>
                <a:ext cx="326520" cy="401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A5F8B214-7A26-152E-63C2-906E1CA968EE}"/>
                  </a:ext>
                </a:extLst>
              </p14:cNvPr>
              <p14:cNvContentPartPr/>
              <p14:nvPr/>
            </p14:nvContentPartPr>
            <p14:xfrm>
              <a:off x="6190663" y="4542044"/>
              <a:ext cx="358560" cy="2268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A5F8B214-7A26-152E-63C2-906E1CA968E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175199" y="4526564"/>
                <a:ext cx="389129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5804855-1D69-E73C-27E1-BD63D1D0FD64}"/>
                  </a:ext>
                </a:extLst>
              </p14:cNvPr>
              <p14:cNvContentPartPr/>
              <p14:nvPr/>
            </p14:nvContentPartPr>
            <p14:xfrm>
              <a:off x="6580543" y="4347644"/>
              <a:ext cx="56880" cy="3636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5804855-1D69-E73C-27E1-BD63D1D0FD6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565063" y="4332164"/>
                <a:ext cx="8748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04764E4-C0BB-A077-3423-C84BA35E2643}"/>
                  </a:ext>
                </a:extLst>
              </p14:cNvPr>
              <p14:cNvContentPartPr/>
              <p14:nvPr/>
            </p14:nvContentPartPr>
            <p14:xfrm>
              <a:off x="6637063" y="4542044"/>
              <a:ext cx="163800" cy="2113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04764E4-C0BB-A077-3423-C84BA35E264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21583" y="4526564"/>
                <a:ext cx="19440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A4265A8-A615-D29F-108A-8ADF59FADA90}"/>
                  </a:ext>
                </a:extLst>
              </p14:cNvPr>
              <p14:cNvContentPartPr/>
              <p14:nvPr/>
            </p14:nvContentPartPr>
            <p14:xfrm>
              <a:off x="7065823" y="4385444"/>
              <a:ext cx="244080" cy="3510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A4265A8-A615-D29F-108A-8ADF59FADA9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50343" y="4369980"/>
                <a:ext cx="274680" cy="381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994A5365-9180-E308-4881-97C675F1CCF1}"/>
                  </a:ext>
                </a:extLst>
              </p14:cNvPr>
              <p14:cNvContentPartPr/>
              <p14:nvPr/>
            </p14:nvContentPartPr>
            <p14:xfrm>
              <a:off x="7397743" y="4566884"/>
              <a:ext cx="113400" cy="1695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994A5365-9180-E308-4881-97C675F1CCF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382263" y="4551404"/>
                <a:ext cx="1440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BDD34494-DC3E-A474-0363-D533BE81123D}"/>
                  </a:ext>
                </a:extLst>
              </p14:cNvPr>
              <p14:cNvContentPartPr/>
              <p14:nvPr/>
            </p14:nvContentPartPr>
            <p14:xfrm>
              <a:off x="7580263" y="4563644"/>
              <a:ext cx="182520" cy="1706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BDD34494-DC3E-A474-0363-D533BE81123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564783" y="4548197"/>
                <a:ext cx="213120" cy="201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8E91F1D0-0E48-D00B-3A2C-E2A63C4E202D}"/>
                  </a:ext>
                </a:extLst>
              </p14:cNvPr>
              <p14:cNvContentPartPr/>
              <p14:nvPr/>
            </p14:nvContentPartPr>
            <p14:xfrm>
              <a:off x="7800223" y="4554644"/>
              <a:ext cx="214200" cy="1951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8E91F1D0-0E48-D00B-3A2C-E2A63C4E202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784743" y="4539164"/>
                <a:ext cx="2448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091625A-AB9E-4CBD-6ACD-6B91615A8D71}"/>
                  </a:ext>
                </a:extLst>
              </p14:cNvPr>
              <p14:cNvContentPartPr/>
              <p14:nvPr/>
            </p14:nvContentPartPr>
            <p14:xfrm>
              <a:off x="8290543" y="4350524"/>
              <a:ext cx="207000" cy="3362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091625A-AB9E-4CBD-6ACD-6B91615A8D7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275090" y="4335061"/>
                <a:ext cx="237547" cy="366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CF6EC4C-C625-2F8C-565E-966D0D912975}"/>
                  </a:ext>
                </a:extLst>
              </p14:cNvPr>
              <p14:cNvContentPartPr/>
              <p14:nvPr/>
            </p14:nvContentPartPr>
            <p14:xfrm>
              <a:off x="8579623" y="4532684"/>
              <a:ext cx="195120" cy="4622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CF6EC4C-C625-2F8C-565E-966D0D91297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564143" y="4517204"/>
                <a:ext cx="22572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9EDF99C-CE3E-C73F-CD2F-DA92D0CD04AB}"/>
                  </a:ext>
                </a:extLst>
              </p14:cNvPr>
              <p14:cNvContentPartPr/>
              <p14:nvPr/>
            </p14:nvContentPartPr>
            <p14:xfrm>
              <a:off x="9114223" y="4372124"/>
              <a:ext cx="75960" cy="5284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9EDF99C-CE3E-C73F-CD2F-DA92D0CD04A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098743" y="4356644"/>
                <a:ext cx="10656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6663B28-B737-E490-79D4-07E11EA538DD}"/>
                  </a:ext>
                </a:extLst>
              </p14:cNvPr>
              <p14:cNvContentPartPr/>
              <p14:nvPr/>
            </p14:nvContentPartPr>
            <p14:xfrm>
              <a:off x="9000823" y="4579484"/>
              <a:ext cx="220320" cy="882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6663B28-B737-E490-79D4-07E11EA538D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985343" y="4564004"/>
                <a:ext cx="2509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98092F0-DB68-A8DB-01CE-19C2DAA21D3C}"/>
                  </a:ext>
                </a:extLst>
              </p14:cNvPr>
              <p14:cNvContentPartPr/>
              <p14:nvPr/>
            </p14:nvContentPartPr>
            <p14:xfrm>
              <a:off x="9302863" y="4363124"/>
              <a:ext cx="471960" cy="30492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98092F0-DB68-A8DB-01CE-19C2DAA21D3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287383" y="4347644"/>
                <a:ext cx="50256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316DEA21-5923-F000-DB06-ACFF64883462}"/>
                  </a:ext>
                </a:extLst>
              </p14:cNvPr>
              <p14:cNvContentPartPr/>
              <p14:nvPr/>
            </p14:nvContentPartPr>
            <p14:xfrm>
              <a:off x="9726943" y="4369244"/>
              <a:ext cx="41400" cy="284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316DEA21-5923-F000-DB06-ACFF6488346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711596" y="4353566"/>
                <a:ext cx="71736" cy="59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0157B12F-9F0F-0DB3-34BD-05518DFAFA10}"/>
                  </a:ext>
                </a:extLst>
              </p14:cNvPr>
              <p14:cNvContentPartPr/>
              <p14:nvPr/>
            </p14:nvContentPartPr>
            <p14:xfrm>
              <a:off x="9819823" y="4253324"/>
              <a:ext cx="338400" cy="4208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0157B12F-9F0F-0DB3-34BD-05518DFAFA1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804343" y="4237844"/>
                <a:ext cx="36900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53" name="Ink 153">
                <a:extLst>
                  <a:ext uri="{FF2B5EF4-FFF2-40B4-BE49-F238E27FC236}">
                    <a16:creationId xmlns:a16="http://schemas.microsoft.com/office/drawing/2014/main" id="{BF830E75-B102-DC4B-30BA-187093EA5A42}"/>
                  </a:ext>
                </a:extLst>
              </p14:cNvPr>
              <p14:cNvContentPartPr/>
              <p14:nvPr/>
            </p14:nvContentPartPr>
            <p14:xfrm>
              <a:off x="10415623" y="4253324"/>
              <a:ext cx="1339200" cy="584640"/>
            </p14:xfrm>
          </p:contentPart>
        </mc:Choice>
        <mc:Fallback>
          <p:pic>
            <p:nvPicPr>
              <p:cNvPr id="153" name="Ink 153">
                <a:extLst>
                  <a:ext uri="{FF2B5EF4-FFF2-40B4-BE49-F238E27FC236}">
                    <a16:creationId xmlns:a16="http://schemas.microsoft.com/office/drawing/2014/main" id="{BF830E75-B102-DC4B-30BA-187093EA5A4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404826" y="4242517"/>
                <a:ext cx="1360434" cy="605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60" name="Ink 160">
                <a:extLst>
                  <a:ext uri="{FF2B5EF4-FFF2-40B4-BE49-F238E27FC236}">
                    <a16:creationId xmlns:a16="http://schemas.microsoft.com/office/drawing/2014/main" id="{B928E2DE-79B5-ACFC-609F-AB2E57938FCA}"/>
                  </a:ext>
                </a:extLst>
              </p14:cNvPr>
              <p14:cNvContentPartPr/>
              <p14:nvPr/>
            </p14:nvContentPartPr>
            <p14:xfrm>
              <a:off x="5719783" y="4896644"/>
              <a:ext cx="1873440" cy="601200"/>
            </p14:xfrm>
          </p:contentPart>
        </mc:Choice>
        <mc:Fallback>
          <p:pic>
            <p:nvPicPr>
              <p:cNvPr id="160" name="Ink 160">
                <a:extLst>
                  <a:ext uri="{FF2B5EF4-FFF2-40B4-BE49-F238E27FC236}">
                    <a16:creationId xmlns:a16="http://schemas.microsoft.com/office/drawing/2014/main" id="{B928E2DE-79B5-ACFC-609F-AB2E57938FC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708981" y="4885844"/>
                <a:ext cx="1894684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64" name="Ink 164">
                <a:extLst>
                  <a:ext uri="{FF2B5EF4-FFF2-40B4-BE49-F238E27FC236}">
                    <a16:creationId xmlns:a16="http://schemas.microsoft.com/office/drawing/2014/main" id="{5C20ADE1-C2CD-0582-AF9B-66C133DF0D5D}"/>
                  </a:ext>
                </a:extLst>
              </p14:cNvPr>
              <p14:cNvContentPartPr/>
              <p14:nvPr/>
            </p14:nvContentPartPr>
            <p14:xfrm>
              <a:off x="7869343" y="4875044"/>
              <a:ext cx="578520" cy="367920"/>
            </p14:xfrm>
          </p:contentPart>
        </mc:Choice>
        <mc:Fallback>
          <p:pic>
            <p:nvPicPr>
              <p:cNvPr id="164" name="Ink 164">
                <a:extLst>
                  <a:ext uri="{FF2B5EF4-FFF2-40B4-BE49-F238E27FC236}">
                    <a16:creationId xmlns:a16="http://schemas.microsoft.com/office/drawing/2014/main" id="{5C20ADE1-C2CD-0582-AF9B-66C133DF0D5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858550" y="4864233"/>
                <a:ext cx="599747" cy="389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6D6E9DD-74BC-D3AB-DCB9-2207A10CAF43}"/>
                  </a:ext>
                </a:extLst>
              </p14:cNvPr>
              <p14:cNvContentPartPr/>
              <p14:nvPr/>
            </p14:nvContentPartPr>
            <p14:xfrm>
              <a:off x="443263" y="5660746"/>
              <a:ext cx="88200" cy="946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6D6E9DD-74BC-D3AB-DCB9-2207A10CAF4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2463" y="5649946"/>
                <a:ext cx="1094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3CA01998-A900-E716-CB8B-4581E5FE6CAF}"/>
                  </a:ext>
                </a:extLst>
              </p14:cNvPr>
              <p14:cNvContentPartPr/>
              <p14:nvPr/>
            </p14:nvContentPartPr>
            <p14:xfrm>
              <a:off x="286303" y="6132346"/>
              <a:ext cx="63360" cy="1072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3CA01998-A900-E716-CB8B-4581E5FE6CA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75503" y="6121546"/>
                <a:ext cx="8460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C419B2F-7FFF-A5E6-C7E4-FF56C7B16E28}"/>
                  </a:ext>
                </a:extLst>
              </p14:cNvPr>
              <p14:cNvContentPartPr/>
              <p14:nvPr/>
            </p14:nvContentPartPr>
            <p14:xfrm>
              <a:off x="663583" y="6081946"/>
              <a:ext cx="94680" cy="13860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C419B2F-7FFF-A5E6-C7E4-FF56C7B16E2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52783" y="6071146"/>
                <a:ext cx="1159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D3B551D-B17E-8028-A32A-79839C6168A9}"/>
                  </a:ext>
                </a:extLst>
              </p14:cNvPr>
              <p14:cNvContentPartPr/>
              <p14:nvPr/>
            </p14:nvContentPartPr>
            <p14:xfrm>
              <a:off x="996583" y="5714026"/>
              <a:ext cx="283320" cy="4028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D3B551D-B17E-8028-A32A-79839C6168A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82183" y="5699626"/>
                <a:ext cx="31176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1447CE6-EDC7-F9EC-13F0-DC855BFBCB6B}"/>
                  </a:ext>
                </a:extLst>
              </p14:cNvPr>
              <p14:cNvContentPartPr/>
              <p14:nvPr/>
            </p14:nvContentPartPr>
            <p14:xfrm>
              <a:off x="1386463" y="5812306"/>
              <a:ext cx="365040" cy="2944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1447CE6-EDC7-F9EC-13F0-DC855BFBCB6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375663" y="5801506"/>
                <a:ext cx="3862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5BA2939-E184-548B-4DB0-2F5AB84E38D7}"/>
                  </a:ext>
                </a:extLst>
              </p14:cNvPr>
              <p14:cNvContentPartPr/>
              <p14:nvPr/>
            </p14:nvContentPartPr>
            <p14:xfrm>
              <a:off x="1801543" y="5686666"/>
              <a:ext cx="50760" cy="4417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5BA2939-E184-548B-4DB0-2F5AB84E38D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790743" y="5675866"/>
                <a:ext cx="7200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1C12F5C3-9851-0590-B59A-C93D2EAF185A}"/>
                  </a:ext>
                </a:extLst>
              </p14:cNvPr>
              <p14:cNvContentPartPr/>
              <p14:nvPr/>
            </p14:nvContentPartPr>
            <p14:xfrm>
              <a:off x="1807663" y="5893666"/>
              <a:ext cx="195120" cy="2552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1C12F5C3-9851-0590-B59A-C93D2EAF185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796883" y="5882866"/>
                <a:ext cx="216321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AC3DB7C-D935-F7F4-4A94-CF5159119F09}"/>
                  </a:ext>
                </a:extLst>
              </p14:cNvPr>
              <p14:cNvContentPartPr/>
              <p14:nvPr/>
            </p14:nvContentPartPr>
            <p14:xfrm>
              <a:off x="2236063" y="5711866"/>
              <a:ext cx="257400" cy="4201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AC3DB7C-D935-F7F4-4A94-CF5159119F0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225263" y="5701066"/>
                <a:ext cx="27864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4787960-6E83-99B4-A322-930DFE1E595D}"/>
                  </a:ext>
                </a:extLst>
              </p14:cNvPr>
              <p14:cNvContentPartPr/>
              <p14:nvPr/>
            </p14:nvContentPartPr>
            <p14:xfrm>
              <a:off x="2540983" y="5938306"/>
              <a:ext cx="115560" cy="1875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4787960-6E83-99B4-A322-930DFE1E595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530183" y="5927506"/>
                <a:ext cx="13680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072CCC7-CE4D-6F41-815F-B3B72CBD7985}"/>
                  </a:ext>
                </a:extLst>
              </p14:cNvPr>
              <p14:cNvContentPartPr/>
              <p14:nvPr/>
            </p14:nvContentPartPr>
            <p14:xfrm>
              <a:off x="2725663" y="5931106"/>
              <a:ext cx="157680" cy="2016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072CCC7-CE4D-6F41-815F-B3B72CBD798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714863" y="5920306"/>
                <a:ext cx="1789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E162B6C8-363F-3E6D-7099-D07BABE9E246}"/>
                  </a:ext>
                </a:extLst>
              </p14:cNvPr>
              <p14:cNvContentPartPr/>
              <p14:nvPr/>
            </p14:nvContentPartPr>
            <p14:xfrm>
              <a:off x="2964343" y="5912386"/>
              <a:ext cx="214200" cy="2142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E162B6C8-363F-3E6D-7099-D07BABE9E24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953543" y="5901586"/>
                <a:ext cx="2354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84" name="Ink 185">
                <a:extLst>
                  <a:ext uri="{FF2B5EF4-FFF2-40B4-BE49-F238E27FC236}">
                    <a16:creationId xmlns:a16="http://schemas.microsoft.com/office/drawing/2014/main" id="{A5BF2A3B-5E0B-35EE-7A4B-F4B02C63D49D}"/>
                  </a:ext>
                </a:extLst>
              </p14:cNvPr>
              <p14:cNvContentPartPr/>
              <p14:nvPr/>
            </p14:nvContentPartPr>
            <p14:xfrm>
              <a:off x="4033903" y="5733466"/>
              <a:ext cx="685080" cy="336240"/>
            </p14:xfrm>
          </p:contentPart>
        </mc:Choice>
        <mc:Fallback>
          <p:pic>
            <p:nvPicPr>
              <p:cNvPr id="184" name="Ink 185">
                <a:extLst>
                  <a:ext uri="{FF2B5EF4-FFF2-40B4-BE49-F238E27FC236}">
                    <a16:creationId xmlns:a16="http://schemas.microsoft.com/office/drawing/2014/main" id="{A5BF2A3B-5E0B-35EE-7A4B-F4B02C63D49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023097" y="5722666"/>
                <a:ext cx="706331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85" name="Ink 185">
                <a:extLst>
                  <a:ext uri="{FF2B5EF4-FFF2-40B4-BE49-F238E27FC236}">
                    <a16:creationId xmlns:a16="http://schemas.microsoft.com/office/drawing/2014/main" id="{0B423F3E-7494-F0B8-F513-81115F76ADA8}"/>
                  </a:ext>
                </a:extLst>
              </p14:cNvPr>
              <p14:cNvContentPartPr/>
              <p14:nvPr/>
            </p14:nvContentPartPr>
            <p14:xfrm>
              <a:off x="3423343" y="5648866"/>
              <a:ext cx="371520" cy="685080"/>
            </p14:xfrm>
          </p:contentPart>
        </mc:Choice>
        <mc:Fallback>
          <p:pic>
            <p:nvPicPr>
              <p:cNvPr id="185" name="Ink 185">
                <a:extLst>
                  <a:ext uri="{FF2B5EF4-FFF2-40B4-BE49-F238E27FC236}">
                    <a16:creationId xmlns:a16="http://schemas.microsoft.com/office/drawing/2014/main" id="{0B423F3E-7494-F0B8-F513-81115F76ADA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412533" y="5638066"/>
                <a:ext cx="392781" cy="70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97" name="Ink 198">
                <a:extLst>
                  <a:ext uri="{FF2B5EF4-FFF2-40B4-BE49-F238E27FC236}">
                    <a16:creationId xmlns:a16="http://schemas.microsoft.com/office/drawing/2014/main" id="{E9076A06-0F7F-6A6D-E856-171F2E50FBB3}"/>
                  </a:ext>
                </a:extLst>
              </p14:cNvPr>
              <p14:cNvContentPartPr/>
              <p14:nvPr/>
            </p14:nvContentPartPr>
            <p14:xfrm>
              <a:off x="5687383" y="5567146"/>
              <a:ext cx="2595600" cy="747720"/>
            </p14:xfrm>
          </p:contentPart>
        </mc:Choice>
        <mc:Fallback>
          <p:pic>
            <p:nvPicPr>
              <p:cNvPr id="197" name="Ink 198">
                <a:extLst>
                  <a:ext uri="{FF2B5EF4-FFF2-40B4-BE49-F238E27FC236}">
                    <a16:creationId xmlns:a16="http://schemas.microsoft.com/office/drawing/2014/main" id="{E9076A06-0F7F-6A6D-E856-171F2E50FBB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76583" y="5556346"/>
                <a:ext cx="2616840" cy="7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98" name="Ink 198">
                <a:extLst>
                  <a:ext uri="{FF2B5EF4-FFF2-40B4-BE49-F238E27FC236}">
                    <a16:creationId xmlns:a16="http://schemas.microsoft.com/office/drawing/2014/main" id="{F85838E3-394A-C894-ECB9-C243E5AA389E}"/>
                  </a:ext>
                </a:extLst>
              </p14:cNvPr>
              <p14:cNvContentPartPr/>
              <p14:nvPr/>
            </p14:nvContentPartPr>
            <p14:xfrm>
              <a:off x="5021023" y="5811946"/>
              <a:ext cx="376920" cy="226440"/>
            </p14:xfrm>
          </p:contentPart>
        </mc:Choice>
        <mc:Fallback>
          <p:pic>
            <p:nvPicPr>
              <p:cNvPr id="198" name="Ink 198">
                <a:extLst>
                  <a:ext uri="{FF2B5EF4-FFF2-40B4-BE49-F238E27FC236}">
                    <a16:creationId xmlns:a16="http://schemas.microsoft.com/office/drawing/2014/main" id="{F85838E3-394A-C894-ECB9-C243E5AA389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010223" y="5801163"/>
                <a:ext cx="398160" cy="247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61810986-B961-F29A-2DB8-73F45D0C0A0C}"/>
                  </a:ext>
                </a:extLst>
              </p14:cNvPr>
              <p14:cNvContentPartPr/>
              <p14:nvPr/>
            </p14:nvContentPartPr>
            <p14:xfrm>
              <a:off x="3355303" y="5657684"/>
              <a:ext cx="2112840" cy="46764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61810986-B961-F29A-2DB8-73F45D0C0A0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301303" y="5549684"/>
                <a:ext cx="222048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02" name="Ink 202">
                <a:extLst>
                  <a:ext uri="{FF2B5EF4-FFF2-40B4-BE49-F238E27FC236}">
                    <a16:creationId xmlns:a16="http://schemas.microsoft.com/office/drawing/2014/main" id="{14A92625-5474-C4A6-E0E1-EC270B337C56}"/>
                  </a:ext>
                </a:extLst>
              </p14:cNvPr>
              <p14:cNvContentPartPr/>
              <p14:nvPr/>
            </p14:nvContentPartPr>
            <p14:xfrm>
              <a:off x="8648743" y="5761724"/>
              <a:ext cx="189000" cy="138600"/>
            </p14:xfrm>
          </p:contentPart>
        </mc:Choice>
        <mc:Fallback>
          <p:pic>
            <p:nvPicPr>
              <p:cNvPr id="202" name="Ink 202">
                <a:extLst>
                  <a:ext uri="{FF2B5EF4-FFF2-40B4-BE49-F238E27FC236}">
                    <a16:creationId xmlns:a16="http://schemas.microsoft.com/office/drawing/2014/main" id="{14A92625-5474-C4A6-E0E1-EC270B337C5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633263" y="5746244"/>
                <a:ext cx="2196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10" name="Ink 210">
                <a:extLst>
                  <a:ext uri="{FF2B5EF4-FFF2-40B4-BE49-F238E27FC236}">
                    <a16:creationId xmlns:a16="http://schemas.microsoft.com/office/drawing/2014/main" id="{0EF8ABF1-4C85-FC3C-DE78-AA8032EC731B}"/>
                  </a:ext>
                </a:extLst>
              </p14:cNvPr>
              <p14:cNvContentPartPr/>
              <p14:nvPr/>
            </p14:nvContentPartPr>
            <p14:xfrm>
              <a:off x="9205663" y="5346644"/>
              <a:ext cx="644400" cy="723240"/>
            </p14:xfrm>
          </p:contentPart>
        </mc:Choice>
        <mc:Fallback>
          <p:pic>
            <p:nvPicPr>
              <p:cNvPr id="210" name="Ink 210">
                <a:extLst>
                  <a:ext uri="{FF2B5EF4-FFF2-40B4-BE49-F238E27FC236}">
                    <a16:creationId xmlns:a16="http://schemas.microsoft.com/office/drawing/2014/main" id="{0EF8ABF1-4C85-FC3C-DE78-AA8032EC731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190192" y="5331164"/>
                <a:ext cx="674983" cy="7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15" name="Ink 215">
                <a:extLst>
                  <a:ext uri="{FF2B5EF4-FFF2-40B4-BE49-F238E27FC236}">
                    <a16:creationId xmlns:a16="http://schemas.microsoft.com/office/drawing/2014/main" id="{AABCE170-0649-FD80-A87B-A920CF220AE9}"/>
                  </a:ext>
                </a:extLst>
              </p14:cNvPr>
              <p14:cNvContentPartPr/>
              <p14:nvPr/>
            </p14:nvContentPartPr>
            <p14:xfrm>
              <a:off x="9642343" y="6145124"/>
              <a:ext cx="446760" cy="201600"/>
            </p14:xfrm>
          </p:contentPart>
        </mc:Choice>
        <mc:Fallback>
          <p:pic>
            <p:nvPicPr>
              <p:cNvPr id="215" name="Ink 215">
                <a:extLst>
                  <a:ext uri="{FF2B5EF4-FFF2-40B4-BE49-F238E27FC236}">
                    <a16:creationId xmlns:a16="http://schemas.microsoft.com/office/drawing/2014/main" id="{AABCE170-0649-FD80-A87B-A920CF220AE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626863" y="6129644"/>
                <a:ext cx="477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D29FFCF-D0D2-D873-F50E-22635999D7EC}"/>
                  </a:ext>
                </a:extLst>
              </p14:cNvPr>
              <p14:cNvContentPartPr/>
              <p14:nvPr/>
            </p14:nvContentPartPr>
            <p14:xfrm>
              <a:off x="10101343" y="5931284"/>
              <a:ext cx="217440" cy="1908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D29FFCF-D0D2-D873-F50E-22635999D7E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085889" y="5915804"/>
                <a:ext cx="247989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19" name="Ink 219">
                <a:extLst>
                  <a:ext uri="{FF2B5EF4-FFF2-40B4-BE49-F238E27FC236}">
                    <a16:creationId xmlns:a16="http://schemas.microsoft.com/office/drawing/2014/main" id="{FB122D5A-853D-058A-FA81-153B9D4C531D}"/>
                  </a:ext>
                </a:extLst>
              </p14:cNvPr>
              <p14:cNvContentPartPr/>
              <p14:nvPr/>
            </p14:nvContentPartPr>
            <p14:xfrm>
              <a:off x="10069663" y="5541404"/>
              <a:ext cx="440640" cy="270720"/>
            </p14:xfrm>
          </p:contentPart>
        </mc:Choice>
        <mc:Fallback>
          <p:pic>
            <p:nvPicPr>
              <p:cNvPr id="219" name="Ink 219">
                <a:extLst>
                  <a:ext uri="{FF2B5EF4-FFF2-40B4-BE49-F238E27FC236}">
                    <a16:creationId xmlns:a16="http://schemas.microsoft.com/office/drawing/2014/main" id="{FB122D5A-853D-058A-FA81-153B9D4C531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054170" y="5525924"/>
                <a:ext cx="471265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23" name="Ink 223">
                <a:extLst>
                  <a:ext uri="{FF2B5EF4-FFF2-40B4-BE49-F238E27FC236}">
                    <a16:creationId xmlns:a16="http://schemas.microsoft.com/office/drawing/2014/main" id="{4AF8052F-2CAE-F9BD-09A8-61973421D6A9}"/>
                  </a:ext>
                </a:extLst>
              </p14:cNvPr>
              <p14:cNvContentPartPr/>
              <p14:nvPr/>
            </p14:nvContentPartPr>
            <p14:xfrm>
              <a:off x="10711183" y="5503964"/>
              <a:ext cx="263880" cy="471600"/>
            </p14:xfrm>
          </p:contentPart>
        </mc:Choice>
        <mc:Fallback>
          <p:pic>
            <p:nvPicPr>
              <p:cNvPr id="223" name="Ink 223">
                <a:extLst>
                  <a:ext uri="{FF2B5EF4-FFF2-40B4-BE49-F238E27FC236}">
                    <a16:creationId xmlns:a16="http://schemas.microsoft.com/office/drawing/2014/main" id="{4AF8052F-2CAE-F9BD-09A8-61973421D6A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695703" y="5488496"/>
                <a:ext cx="294480" cy="502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27" name="Ink 227">
                <a:extLst>
                  <a:ext uri="{FF2B5EF4-FFF2-40B4-BE49-F238E27FC236}">
                    <a16:creationId xmlns:a16="http://schemas.microsoft.com/office/drawing/2014/main" id="{39FEECAF-FBDD-D38D-62C1-5FB7A927188C}"/>
                  </a:ext>
                </a:extLst>
              </p14:cNvPr>
              <p14:cNvContentPartPr/>
              <p14:nvPr/>
            </p14:nvContentPartPr>
            <p14:xfrm>
              <a:off x="11163703" y="5431244"/>
              <a:ext cx="508680" cy="367200"/>
            </p14:xfrm>
          </p:contentPart>
        </mc:Choice>
        <mc:Fallback>
          <p:pic>
            <p:nvPicPr>
              <p:cNvPr id="227" name="Ink 227">
                <a:extLst>
                  <a:ext uri="{FF2B5EF4-FFF2-40B4-BE49-F238E27FC236}">
                    <a16:creationId xmlns:a16="http://schemas.microsoft.com/office/drawing/2014/main" id="{39FEECAF-FBDD-D38D-62C1-5FB7A927188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148223" y="5415764"/>
                <a:ext cx="539280" cy="397800"/>
              </a:xfrm>
              <a:prstGeom prst="rect">
                <a:avLst/>
              </a:prstGeom>
            </p:spPr>
          </p:pic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611AA4A-7879-8CFD-A313-B5A23487FA52}"/>
              </a:ext>
            </a:extLst>
          </p:cNvPr>
          <p:cNvSpPr txBox="1"/>
          <p:nvPr/>
        </p:nvSpPr>
        <p:spPr>
          <a:xfrm>
            <a:off x="3174818" y="6315413"/>
            <a:ext cx="586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/>
              <a:t>Image: Welty, </a:t>
            </a:r>
            <a:r>
              <a:rPr lang="en-IN" sz="1200" err="1"/>
              <a:t>Rorrer</a:t>
            </a:r>
            <a:r>
              <a:rPr lang="en-IN" sz="1200"/>
              <a:t>, Foster, Fundamentals of Momentum, Heat and Mass Transfer</a:t>
            </a:r>
          </a:p>
        </p:txBody>
      </p:sp>
    </p:spTree>
    <p:extLst>
      <p:ext uri="{BB962C8B-B14F-4D97-AF65-F5344CB8AC3E}">
        <p14:creationId xmlns:p14="http://schemas.microsoft.com/office/powerpoint/2010/main" val="361951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CF5AC8C-10F9-CA1B-2D5A-621E8B08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Work done to overcome fluid-stress</a:t>
            </a:r>
            <a:endParaRPr lang="en-IN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DE581B-D3F0-8D90-047F-FDE4775B5531}"/>
                  </a:ext>
                </a:extLst>
              </p:cNvPr>
              <p:cNvSpPr txBox="1"/>
              <p:nvPr/>
            </p:nvSpPr>
            <p:spPr>
              <a:xfrm>
                <a:off x="4138855" y="1276350"/>
                <a:ext cx="3924664" cy="1007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∬"/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bar>
                            <m:bar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ba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bar>
                            <m:bar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bar>
                            </m:e>
                          </m:ba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DE581B-D3F0-8D90-047F-FDE4775B5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855" y="1276350"/>
                <a:ext cx="3924664" cy="10070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F5B56A-5F4F-B49D-2ED2-170009C9AE7A}"/>
                  </a:ext>
                </a:extLst>
              </p:cNvPr>
              <p:cNvSpPr txBox="1"/>
              <p:nvPr/>
            </p:nvSpPr>
            <p:spPr>
              <a:xfrm>
                <a:off x="2900605" y="2419350"/>
                <a:ext cx="6402650" cy="11720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∬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  <m:sup/>
                                <m:e>
                                  <m:bar>
                                    <m:bar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ba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bar>
                                    <m:bar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bar>
                                        <m:barPr>
                                          <m:ctrlP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</m:bar>
                                    </m:e>
                                  </m:ba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𝑑𝐴</m:t>
                                  </m:r>
                                </m:e>
                              </m:nary>
                            </m:e>
                          </m:d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𝑛𝑜𝑟𝑚𝑎𝑙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F5B56A-5F4F-B49D-2ED2-170009C9A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05" y="2419350"/>
                <a:ext cx="6402650" cy="1172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FD77D2-D551-DAA3-1FBE-91094B174EF5}"/>
                  </a:ext>
                </a:extLst>
              </p:cNvPr>
              <p:cNvSpPr txBox="1"/>
              <p:nvPr/>
            </p:nvSpPr>
            <p:spPr>
              <a:xfrm>
                <a:off x="3395905" y="3629025"/>
                <a:ext cx="5413533" cy="1007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∬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bar>
                            <m:bar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ba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  <m:bar>
                            <m:bar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ba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FD77D2-D551-DAA3-1FBE-91094B174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905" y="3629025"/>
                <a:ext cx="5413533" cy="10070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C059BD-D41A-B423-CDBF-852F1B579124}"/>
                  </a:ext>
                </a:extLst>
              </p:cNvPr>
              <p:cNvSpPr txBox="1"/>
              <p:nvPr/>
            </p:nvSpPr>
            <p:spPr>
              <a:xfrm>
                <a:off x="4405555" y="4876800"/>
                <a:ext cx="3397532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bar>
                            <m:bar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C059BD-D41A-B423-CDBF-852F1B579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555" y="4876800"/>
                <a:ext cx="3397532" cy="486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F77808-CB92-215C-3413-52791B2FE596}"/>
                  </a:ext>
                </a:extLst>
              </p:cNvPr>
              <p:cNvSpPr txBox="1"/>
              <p:nvPr/>
            </p:nvSpPr>
            <p:spPr>
              <a:xfrm>
                <a:off x="3348280" y="5457825"/>
                <a:ext cx="5510035" cy="1007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ba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bar>
                                <m:bar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bar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F77808-CB92-215C-3413-52791B2FE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280" y="5457825"/>
                <a:ext cx="5510035" cy="10070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55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42D65A-4054-78B3-5B25-CE5722882793}"/>
                  </a:ext>
                </a:extLst>
              </p:cNvPr>
              <p:cNvSpPr txBox="1"/>
              <p:nvPr/>
            </p:nvSpPr>
            <p:spPr>
              <a:xfrm>
                <a:off x="2130272" y="1271587"/>
                <a:ext cx="7949484" cy="1007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42D65A-4054-78B3-5B25-CE5722882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272" y="1271587"/>
                <a:ext cx="7949484" cy="10070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401D0A-6EA5-72CD-709F-B37C935AE8F8}"/>
                  </a:ext>
                </a:extLst>
              </p:cNvPr>
              <p:cNvSpPr txBox="1"/>
              <p:nvPr/>
            </p:nvSpPr>
            <p:spPr>
              <a:xfrm>
                <a:off x="3348280" y="2552700"/>
                <a:ext cx="5510035" cy="1007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ba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bar>
                                <m:bar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bar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401D0A-6EA5-72CD-709F-B37C935AE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280" y="2552700"/>
                <a:ext cx="5510035" cy="1007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E5692B-8396-9E45-D4C5-0D6B818FEE9C}"/>
                  </a:ext>
                </a:extLst>
              </p:cNvPr>
              <p:cNvSpPr txBox="1"/>
              <p:nvPr/>
            </p:nvSpPr>
            <p:spPr>
              <a:xfrm>
                <a:off x="444347" y="3757612"/>
                <a:ext cx="11320791" cy="1113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∬"/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  <m:sup/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ba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bar>
                                    <m:bar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bar>
                                </m:e>
                              </m:d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</m:e>
                          </m:nary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E5692B-8396-9E45-D4C5-0D6B818FE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47" y="3757612"/>
                <a:ext cx="11320791" cy="11136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3310A2-0875-BCE5-1647-56F4F97CCA1C}"/>
                  </a:ext>
                </a:extLst>
              </p:cNvPr>
              <p:cNvSpPr txBox="1"/>
              <p:nvPr/>
            </p:nvSpPr>
            <p:spPr>
              <a:xfrm>
                <a:off x="1044422" y="5119687"/>
                <a:ext cx="10118860" cy="1019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3310A2-0875-BCE5-1647-56F4F97CC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22" y="5119687"/>
                <a:ext cx="10118860" cy="10197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5F024AB7-8B22-8C24-1484-C4538DB0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4"/>
            <a:ext cx="10515600" cy="63227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Conservation of Energy</a:t>
            </a:r>
            <a:endParaRPr lang="en-US" sz="3600">
              <a:latin typeface="Arial Rounded MT Bol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61D4ED-0857-1423-4F89-51873576F248}"/>
              </a:ext>
            </a:extLst>
          </p:cNvPr>
          <p:cNvSpPr/>
          <p:nvPr/>
        </p:nvSpPr>
        <p:spPr>
          <a:xfrm>
            <a:off x="1181100" y="5119687"/>
            <a:ext cx="9829800" cy="11136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ECB76-BB87-D3A0-2D80-6891ECD00F71}"/>
              </a:ext>
            </a:extLst>
          </p:cNvPr>
          <p:cNvSpPr txBox="1"/>
          <p:nvPr/>
        </p:nvSpPr>
        <p:spPr>
          <a:xfrm>
            <a:off x="3576817" y="6229805"/>
            <a:ext cx="505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FF0000"/>
                </a:solidFill>
              </a:rPr>
              <a:t>Conservation of Energy Equation</a:t>
            </a:r>
          </a:p>
        </p:txBody>
      </p:sp>
    </p:spTree>
    <p:extLst>
      <p:ext uri="{BB962C8B-B14F-4D97-AF65-F5344CB8AC3E}">
        <p14:creationId xmlns:p14="http://schemas.microsoft.com/office/powerpoint/2010/main" val="183128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13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110A652-8EDD-1821-23FF-9FF424D3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4"/>
            <a:ext cx="10515600" cy="63227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Bernoulli Principle: A Special Case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8EC5F6-6907-0E99-5B48-BA0C1F71DEBB}"/>
                  </a:ext>
                </a:extLst>
              </p:cNvPr>
              <p:cNvSpPr txBox="1"/>
              <p:nvPr/>
            </p:nvSpPr>
            <p:spPr>
              <a:xfrm>
                <a:off x="1044422" y="4967287"/>
                <a:ext cx="10118860" cy="1019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8EC5F6-6907-0E99-5B48-BA0C1F71D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22" y="4967287"/>
                <a:ext cx="10118860" cy="10197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E30004-32B9-2B80-33EE-4761EFCF2B51}"/>
                  </a:ext>
                </a:extLst>
              </p14:cNvPr>
              <p14:cNvContentPartPr/>
              <p14:nvPr/>
            </p14:nvContentPartPr>
            <p14:xfrm>
              <a:off x="4209088" y="1407254"/>
              <a:ext cx="3785760" cy="46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E30004-32B9-2B80-33EE-4761EFCF2B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2968" y="1401134"/>
                <a:ext cx="379800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6E7F65-A038-CCE4-9286-BC12DBC883AA}"/>
                  </a:ext>
                </a:extLst>
              </p14:cNvPr>
              <p14:cNvContentPartPr/>
              <p14:nvPr/>
            </p14:nvContentPartPr>
            <p14:xfrm>
              <a:off x="4295488" y="2424614"/>
              <a:ext cx="3734640" cy="26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6E7F65-A038-CCE4-9286-BC12DBC883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89368" y="2418494"/>
                <a:ext cx="374688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9A64DA-7C40-53BE-820A-4E56E25E0999}"/>
                  </a:ext>
                </a:extLst>
              </p14:cNvPr>
              <p14:cNvContentPartPr/>
              <p14:nvPr/>
            </p14:nvContentPartPr>
            <p14:xfrm>
              <a:off x="7968208" y="2417054"/>
              <a:ext cx="170280" cy="12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9A64DA-7C40-53BE-820A-4E56E25E09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62088" y="2410934"/>
                <a:ext cx="1825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253C216-8141-E495-095C-334C3ADD39CE}"/>
                  </a:ext>
                </a:extLst>
              </p14:cNvPr>
              <p14:cNvContentPartPr/>
              <p14:nvPr/>
            </p14:nvContentPartPr>
            <p14:xfrm>
              <a:off x="4265968" y="1857974"/>
              <a:ext cx="44640" cy="843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253C216-8141-E495-095C-334C3ADD39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59848" y="1851854"/>
                <a:ext cx="56880" cy="85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10">
                <a:extLst>
                  <a:ext uri="{FF2B5EF4-FFF2-40B4-BE49-F238E27FC236}">
                    <a16:creationId xmlns:a16="http://schemas.microsoft.com/office/drawing/2014/main" id="{B31A3383-E434-CF1F-E761-E1EA3BE8FD8C}"/>
                  </a:ext>
                </a:extLst>
              </p14:cNvPr>
              <p14:cNvContentPartPr/>
              <p14:nvPr/>
            </p14:nvContentPartPr>
            <p14:xfrm>
              <a:off x="7999168" y="1395374"/>
              <a:ext cx="55800" cy="1059480"/>
            </p14:xfrm>
          </p:contentPart>
        </mc:Choice>
        <mc:Fallback>
          <p:pic>
            <p:nvPicPr>
              <p:cNvPr id="10" name="Ink 10">
                <a:extLst>
                  <a:ext uri="{FF2B5EF4-FFF2-40B4-BE49-F238E27FC236}">
                    <a16:creationId xmlns:a16="http://schemas.microsoft.com/office/drawing/2014/main" id="{B31A3383-E434-CF1F-E761-E1EA3BE8FD8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93048" y="1389254"/>
                <a:ext cx="68040" cy="10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299780-C8A3-3A53-D165-D25797B0DEE8}"/>
                  </a:ext>
                </a:extLst>
              </p14:cNvPr>
              <p14:cNvContentPartPr/>
              <p14:nvPr/>
            </p14:nvContentPartPr>
            <p14:xfrm>
              <a:off x="3993448" y="1866614"/>
              <a:ext cx="691920" cy="804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299780-C8A3-3A53-D165-D25797B0DE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77968" y="1851141"/>
                <a:ext cx="722520" cy="835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C704505-177B-7DC9-55CD-CBD7C63BCDDF}"/>
                  </a:ext>
                </a:extLst>
              </p14:cNvPr>
              <p14:cNvContentPartPr/>
              <p14:nvPr/>
            </p14:nvContentPartPr>
            <p14:xfrm>
              <a:off x="7677688" y="1407614"/>
              <a:ext cx="735840" cy="1000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C704505-177B-7DC9-55CD-CBD7C63BCDD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62208" y="1392134"/>
                <a:ext cx="766440" cy="10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3" name="Ink 43">
                <a:extLst>
                  <a:ext uri="{FF2B5EF4-FFF2-40B4-BE49-F238E27FC236}">
                    <a16:creationId xmlns:a16="http://schemas.microsoft.com/office/drawing/2014/main" id="{FF884A12-F937-4358-59A7-79168B39E660}"/>
                  </a:ext>
                </a:extLst>
              </p14:cNvPr>
              <p14:cNvContentPartPr/>
              <p14:nvPr/>
            </p14:nvContentPartPr>
            <p14:xfrm>
              <a:off x="4358128" y="1495454"/>
              <a:ext cx="3615480" cy="1138680"/>
            </p14:xfrm>
          </p:contentPart>
        </mc:Choice>
        <mc:Fallback>
          <p:pic>
            <p:nvPicPr>
              <p:cNvPr id="43" name="Ink 43">
                <a:extLst>
                  <a:ext uri="{FF2B5EF4-FFF2-40B4-BE49-F238E27FC236}">
                    <a16:creationId xmlns:a16="http://schemas.microsoft.com/office/drawing/2014/main" id="{FF884A12-F937-4358-59A7-79168B39E66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47328" y="1484651"/>
                <a:ext cx="3636720" cy="115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8" name="Ink 48">
                <a:extLst>
                  <a:ext uri="{FF2B5EF4-FFF2-40B4-BE49-F238E27FC236}">
                    <a16:creationId xmlns:a16="http://schemas.microsoft.com/office/drawing/2014/main" id="{36137ED9-F4EF-8022-408D-72AE49DB10F7}"/>
                  </a:ext>
                </a:extLst>
              </p14:cNvPr>
              <p14:cNvContentPartPr/>
              <p14:nvPr/>
            </p14:nvContentPartPr>
            <p14:xfrm>
              <a:off x="5747728" y="1892534"/>
              <a:ext cx="685440" cy="307800"/>
            </p14:xfrm>
          </p:contentPart>
        </mc:Choice>
        <mc:Fallback>
          <p:pic>
            <p:nvPicPr>
              <p:cNvPr id="48" name="Ink 48">
                <a:extLst>
                  <a:ext uri="{FF2B5EF4-FFF2-40B4-BE49-F238E27FC236}">
                    <a16:creationId xmlns:a16="http://schemas.microsoft.com/office/drawing/2014/main" id="{36137ED9-F4EF-8022-408D-72AE49DB10F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736934" y="1881734"/>
                <a:ext cx="706669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1" name="Ink 51">
                <a:extLst>
                  <a:ext uri="{FF2B5EF4-FFF2-40B4-BE49-F238E27FC236}">
                    <a16:creationId xmlns:a16="http://schemas.microsoft.com/office/drawing/2014/main" id="{3816B127-173F-7527-25FA-F4F11AFAF1EB}"/>
                  </a:ext>
                </a:extLst>
              </p14:cNvPr>
              <p14:cNvContentPartPr/>
              <p14:nvPr/>
            </p14:nvContentPartPr>
            <p14:xfrm>
              <a:off x="4087768" y="1388534"/>
              <a:ext cx="352440" cy="377640"/>
            </p14:xfrm>
          </p:contentPart>
        </mc:Choice>
        <mc:Fallback>
          <p:pic>
            <p:nvPicPr>
              <p:cNvPr id="51" name="Ink 51">
                <a:extLst>
                  <a:ext uri="{FF2B5EF4-FFF2-40B4-BE49-F238E27FC236}">
                    <a16:creationId xmlns:a16="http://schemas.microsoft.com/office/drawing/2014/main" id="{3816B127-173F-7527-25FA-F4F11AFAF1E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76968" y="1377734"/>
                <a:ext cx="37368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4" name="Ink 54">
                <a:extLst>
                  <a:ext uri="{FF2B5EF4-FFF2-40B4-BE49-F238E27FC236}">
                    <a16:creationId xmlns:a16="http://schemas.microsoft.com/office/drawing/2014/main" id="{47C5D864-67AC-839E-4F6B-417C59B94FCC}"/>
                  </a:ext>
                </a:extLst>
              </p14:cNvPr>
              <p14:cNvContentPartPr/>
              <p14:nvPr/>
            </p14:nvContentPartPr>
            <p14:xfrm>
              <a:off x="7822408" y="1074254"/>
              <a:ext cx="365040" cy="327240"/>
            </p14:xfrm>
          </p:contentPart>
        </mc:Choice>
        <mc:Fallback>
          <p:pic>
            <p:nvPicPr>
              <p:cNvPr id="54" name="Ink 54">
                <a:extLst>
                  <a:ext uri="{FF2B5EF4-FFF2-40B4-BE49-F238E27FC236}">
                    <a16:creationId xmlns:a16="http://schemas.microsoft.com/office/drawing/2014/main" id="{47C5D864-67AC-839E-4F6B-417C59B94FC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811608" y="1063454"/>
                <a:ext cx="3862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9" name="Ink 59">
                <a:extLst>
                  <a:ext uri="{FF2B5EF4-FFF2-40B4-BE49-F238E27FC236}">
                    <a16:creationId xmlns:a16="http://schemas.microsoft.com/office/drawing/2014/main" id="{1561EB0C-E111-F67B-E916-F240638ADB62}"/>
                  </a:ext>
                </a:extLst>
              </p14:cNvPr>
              <p14:cNvContentPartPr/>
              <p14:nvPr/>
            </p14:nvContentPartPr>
            <p14:xfrm>
              <a:off x="3697888" y="1948334"/>
              <a:ext cx="559800" cy="691920"/>
            </p14:xfrm>
          </p:contentPart>
        </mc:Choice>
        <mc:Fallback>
          <p:pic>
            <p:nvPicPr>
              <p:cNvPr id="59" name="Ink 59">
                <a:extLst>
                  <a:ext uri="{FF2B5EF4-FFF2-40B4-BE49-F238E27FC236}">
                    <a16:creationId xmlns:a16="http://schemas.microsoft.com/office/drawing/2014/main" id="{1561EB0C-E111-F67B-E916-F240638ADB6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687088" y="1937534"/>
                <a:ext cx="58104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2" name="Ink 62">
                <a:extLst>
                  <a:ext uri="{FF2B5EF4-FFF2-40B4-BE49-F238E27FC236}">
                    <a16:creationId xmlns:a16="http://schemas.microsoft.com/office/drawing/2014/main" id="{24417332-5C17-CD0E-6E55-62B6974E25A9}"/>
                  </a:ext>
                </a:extLst>
              </p14:cNvPr>
              <p14:cNvContentPartPr/>
              <p14:nvPr/>
            </p14:nvContentPartPr>
            <p14:xfrm>
              <a:off x="3352288" y="2071094"/>
              <a:ext cx="188640" cy="317520"/>
            </p14:xfrm>
          </p:contentPart>
        </mc:Choice>
        <mc:Fallback>
          <p:pic>
            <p:nvPicPr>
              <p:cNvPr id="62" name="Ink 62">
                <a:extLst>
                  <a:ext uri="{FF2B5EF4-FFF2-40B4-BE49-F238E27FC236}">
                    <a16:creationId xmlns:a16="http://schemas.microsoft.com/office/drawing/2014/main" id="{24417332-5C17-CD0E-6E55-62B6974E25A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41509" y="2060294"/>
                <a:ext cx="2098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8" name="Ink 68">
                <a:extLst>
                  <a:ext uri="{FF2B5EF4-FFF2-40B4-BE49-F238E27FC236}">
                    <a16:creationId xmlns:a16="http://schemas.microsoft.com/office/drawing/2014/main" id="{4CA6BFDD-9A8F-0975-8BE2-0ED806AC886E}"/>
                  </a:ext>
                </a:extLst>
              </p14:cNvPr>
              <p14:cNvContentPartPr/>
              <p14:nvPr/>
            </p14:nvContentPartPr>
            <p14:xfrm>
              <a:off x="7999168" y="1369814"/>
              <a:ext cx="622080" cy="968400"/>
            </p14:xfrm>
          </p:contentPart>
        </mc:Choice>
        <mc:Fallback>
          <p:pic>
            <p:nvPicPr>
              <p:cNvPr id="68" name="Ink 68">
                <a:extLst>
                  <a:ext uri="{FF2B5EF4-FFF2-40B4-BE49-F238E27FC236}">
                    <a16:creationId xmlns:a16="http://schemas.microsoft.com/office/drawing/2014/main" id="{4CA6BFDD-9A8F-0975-8BE2-0ED806AC886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988368" y="1359014"/>
                <a:ext cx="64332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71" name="Ink 71">
                <a:extLst>
                  <a:ext uri="{FF2B5EF4-FFF2-40B4-BE49-F238E27FC236}">
                    <a16:creationId xmlns:a16="http://schemas.microsoft.com/office/drawing/2014/main" id="{2AA87BDF-3662-D667-2080-D7EFB6B29D95}"/>
                  </a:ext>
                </a:extLst>
              </p14:cNvPr>
              <p14:cNvContentPartPr/>
              <p14:nvPr/>
            </p14:nvContentPartPr>
            <p14:xfrm>
              <a:off x="8677408" y="1502654"/>
              <a:ext cx="302040" cy="307440"/>
            </p14:xfrm>
          </p:contentPart>
        </mc:Choice>
        <mc:Fallback>
          <p:pic>
            <p:nvPicPr>
              <p:cNvPr id="71" name="Ink 71">
                <a:extLst>
                  <a:ext uri="{FF2B5EF4-FFF2-40B4-BE49-F238E27FC236}">
                    <a16:creationId xmlns:a16="http://schemas.microsoft.com/office/drawing/2014/main" id="{2AA87BDF-3662-D667-2080-D7EFB6B29D9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666608" y="1491867"/>
                <a:ext cx="323280" cy="3286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75" name="Ink 75">
                <a:extLst>
                  <a:ext uri="{FF2B5EF4-FFF2-40B4-BE49-F238E27FC236}">
                    <a16:creationId xmlns:a16="http://schemas.microsoft.com/office/drawing/2014/main" id="{E165956B-D00D-847A-E3C2-64902B66F8E1}"/>
                  </a:ext>
                </a:extLst>
              </p14:cNvPr>
              <p14:cNvContentPartPr/>
              <p14:nvPr/>
            </p14:nvContentPartPr>
            <p14:xfrm>
              <a:off x="4427968" y="2155694"/>
              <a:ext cx="163080" cy="220320"/>
            </p14:xfrm>
          </p:contentPart>
        </mc:Choice>
        <mc:Fallback>
          <p:pic>
            <p:nvPicPr>
              <p:cNvPr id="75" name="Ink 75">
                <a:extLst>
                  <a:ext uri="{FF2B5EF4-FFF2-40B4-BE49-F238E27FC236}">
                    <a16:creationId xmlns:a16="http://schemas.microsoft.com/office/drawing/2014/main" id="{E165956B-D00D-847A-E3C2-64902B66F8E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412488" y="2140214"/>
                <a:ext cx="1936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79" name="Ink 79">
                <a:extLst>
                  <a:ext uri="{FF2B5EF4-FFF2-40B4-BE49-F238E27FC236}">
                    <a16:creationId xmlns:a16="http://schemas.microsoft.com/office/drawing/2014/main" id="{A7DAF159-477C-C751-800B-1C13BC932664}"/>
                  </a:ext>
                </a:extLst>
              </p14:cNvPr>
              <p14:cNvContentPartPr/>
              <p14:nvPr/>
            </p14:nvContentPartPr>
            <p14:xfrm>
              <a:off x="7734208" y="1793894"/>
              <a:ext cx="201600" cy="242640"/>
            </p14:xfrm>
          </p:contentPart>
        </mc:Choice>
        <mc:Fallback>
          <p:pic>
            <p:nvPicPr>
              <p:cNvPr id="79" name="Ink 79">
                <a:extLst>
                  <a:ext uri="{FF2B5EF4-FFF2-40B4-BE49-F238E27FC236}">
                    <a16:creationId xmlns:a16="http://schemas.microsoft.com/office/drawing/2014/main" id="{A7DAF159-477C-C751-800B-1C13BC93266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718728" y="1778437"/>
                <a:ext cx="232200" cy="273195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78977D2-EC88-5645-2E96-913709105680}"/>
              </a:ext>
            </a:extLst>
          </p:cNvPr>
          <p:cNvSpPr txBox="1"/>
          <p:nvPr/>
        </p:nvSpPr>
        <p:spPr>
          <a:xfrm>
            <a:off x="3520922" y="2867025"/>
            <a:ext cx="515557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/>
              <a:t>Assumptions: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/>
              <a:t>Flow is </a:t>
            </a:r>
            <a:r>
              <a:rPr lang="en-IN" sz="2200">
                <a:solidFill>
                  <a:srgbClr val="FF0000"/>
                </a:solidFill>
              </a:rPr>
              <a:t>incompressible</a:t>
            </a:r>
            <a:r>
              <a:rPr lang="en-IN" sz="2200"/>
              <a:t> and </a:t>
            </a:r>
            <a:r>
              <a:rPr lang="en-IN" sz="2200">
                <a:solidFill>
                  <a:srgbClr val="FF0000"/>
                </a:solidFill>
              </a:rPr>
              <a:t>steady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/>
              <a:t>Inviscid flow (</a:t>
            </a:r>
            <a:r>
              <a:rPr lang="en-IN" sz="2200">
                <a:solidFill>
                  <a:srgbClr val="FF0000"/>
                </a:solidFill>
              </a:rPr>
              <a:t>Viscosity=0, friction=0</a:t>
            </a:r>
            <a:r>
              <a:rPr lang="en-IN" sz="22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>
                <a:solidFill>
                  <a:srgbClr val="FF0000"/>
                </a:solidFill>
              </a:rPr>
              <a:t>Isothermal, Heat added to system =0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4" name="Ink 14">
                <a:extLst>
                  <a:ext uri="{FF2B5EF4-FFF2-40B4-BE49-F238E27FC236}">
                    <a16:creationId xmlns:a16="http://schemas.microsoft.com/office/drawing/2014/main" id="{A372A0A3-A010-576E-1A57-6ED0D951A349}"/>
                  </a:ext>
                </a:extLst>
              </p14:cNvPr>
              <p14:cNvContentPartPr/>
              <p14:nvPr/>
            </p14:nvContentPartPr>
            <p14:xfrm>
              <a:off x="9082543" y="4250084"/>
              <a:ext cx="1226520" cy="1993320"/>
            </p14:xfrm>
          </p:contentPart>
        </mc:Choice>
        <mc:Fallback>
          <p:pic>
            <p:nvPicPr>
              <p:cNvPr id="14" name="Ink 14">
                <a:extLst>
                  <a:ext uri="{FF2B5EF4-FFF2-40B4-BE49-F238E27FC236}">
                    <a16:creationId xmlns:a16="http://schemas.microsoft.com/office/drawing/2014/main" id="{A372A0A3-A010-576E-1A57-6ED0D951A34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71740" y="4235684"/>
                <a:ext cx="1247766" cy="20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B988E261-94A4-8C10-6158-7015CAE5303B}"/>
                  </a:ext>
                </a:extLst>
              </p14:cNvPr>
              <p14:cNvContentPartPr/>
              <p14:nvPr/>
            </p14:nvContentPartPr>
            <p14:xfrm>
              <a:off x="10044463" y="4183484"/>
              <a:ext cx="1427760" cy="631080"/>
            </p14:xfrm>
          </p:contentPart>
        </mc:Choice>
        <mc:Fallback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B988E261-94A4-8C10-6158-7015CAE5303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033660" y="4169084"/>
                <a:ext cx="1452606" cy="65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" name="Ink 24">
                <a:extLst>
                  <a:ext uri="{FF2B5EF4-FFF2-40B4-BE49-F238E27FC236}">
                    <a16:creationId xmlns:a16="http://schemas.microsoft.com/office/drawing/2014/main" id="{41EE6ADA-6138-C4D1-8699-C3A9F88109A9}"/>
                  </a:ext>
                </a:extLst>
              </p14:cNvPr>
              <p14:cNvContentPartPr/>
              <p14:nvPr/>
            </p14:nvContentPartPr>
            <p14:xfrm>
              <a:off x="3374023" y="4620884"/>
              <a:ext cx="691920" cy="1301760"/>
            </p14:xfrm>
          </p:contentPart>
        </mc:Choice>
        <mc:Fallback>
          <p:pic>
            <p:nvPicPr>
              <p:cNvPr id="24" name="Ink 24">
                <a:extLst>
                  <a:ext uri="{FF2B5EF4-FFF2-40B4-BE49-F238E27FC236}">
                    <a16:creationId xmlns:a16="http://schemas.microsoft.com/office/drawing/2014/main" id="{41EE6ADA-6138-C4D1-8699-C3A9F88109A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63223" y="4606488"/>
                <a:ext cx="713160" cy="1326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0" name="Ink 40">
                <a:extLst>
                  <a:ext uri="{FF2B5EF4-FFF2-40B4-BE49-F238E27FC236}">
                    <a16:creationId xmlns:a16="http://schemas.microsoft.com/office/drawing/2014/main" id="{E29DF2DB-C8CF-8547-E72F-A73BF49C286A}"/>
                  </a:ext>
                </a:extLst>
              </p14:cNvPr>
              <p14:cNvContentPartPr/>
              <p14:nvPr/>
            </p14:nvContentPartPr>
            <p14:xfrm>
              <a:off x="4147303" y="4363124"/>
              <a:ext cx="1364760" cy="402840"/>
            </p14:xfrm>
          </p:contentPart>
        </mc:Choice>
        <mc:Fallback>
          <p:pic>
            <p:nvPicPr>
              <p:cNvPr id="40" name="Ink 40">
                <a:extLst>
                  <a:ext uri="{FF2B5EF4-FFF2-40B4-BE49-F238E27FC236}">
                    <a16:creationId xmlns:a16="http://schemas.microsoft.com/office/drawing/2014/main" id="{E29DF2DB-C8CF-8547-E72F-A73BF49C286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136500" y="4348724"/>
                <a:ext cx="1389607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4" name="Ink 44">
                <a:extLst>
                  <a:ext uri="{FF2B5EF4-FFF2-40B4-BE49-F238E27FC236}">
                    <a16:creationId xmlns:a16="http://schemas.microsoft.com/office/drawing/2014/main" id="{1F701936-3AC9-72D5-EE9C-412200A72266}"/>
                  </a:ext>
                </a:extLst>
              </p14:cNvPr>
              <p14:cNvContentPartPr/>
              <p14:nvPr/>
            </p14:nvContentPartPr>
            <p14:xfrm>
              <a:off x="2210863" y="4564364"/>
              <a:ext cx="735840" cy="1484280"/>
            </p14:xfrm>
          </p:contentPart>
        </mc:Choice>
        <mc:Fallback>
          <p:pic>
            <p:nvPicPr>
              <p:cNvPr id="44" name="Ink 44">
                <a:extLst>
                  <a:ext uri="{FF2B5EF4-FFF2-40B4-BE49-F238E27FC236}">
                    <a16:creationId xmlns:a16="http://schemas.microsoft.com/office/drawing/2014/main" id="{1F701936-3AC9-72D5-EE9C-412200A7226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00063" y="4553564"/>
                <a:ext cx="757080" cy="15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8" name="Ink 59">
                <a:extLst>
                  <a:ext uri="{FF2B5EF4-FFF2-40B4-BE49-F238E27FC236}">
                    <a16:creationId xmlns:a16="http://schemas.microsoft.com/office/drawing/2014/main" id="{CB813038-289A-0C85-E071-DBA8B28F7B8C}"/>
                  </a:ext>
                </a:extLst>
              </p14:cNvPr>
              <p14:cNvContentPartPr/>
              <p14:nvPr/>
            </p14:nvContentPartPr>
            <p14:xfrm>
              <a:off x="2009623" y="4180604"/>
              <a:ext cx="1100520" cy="308520"/>
            </p14:xfrm>
          </p:contentPart>
        </mc:Choice>
        <mc:Fallback>
          <p:pic>
            <p:nvPicPr>
              <p:cNvPr id="58" name="Ink 59">
                <a:extLst>
                  <a:ext uri="{FF2B5EF4-FFF2-40B4-BE49-F238E27FC236}">
                    <a16:creationId xmlns:a16="http://schemas.microsoft.com/office/drawing/2014/main" id="{CB813038-289A-0C85-E071-DBA8B28F7B8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998823" y="4166204"/>
                <a:ext cx="112176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5" name="Ink 65">
                <a:extLst>
                  <a:ext uri="{FF2B5EF4-FFF2-40B4-BE49-F238E27FC236}">
                    <a16:creationId xmlns:a16="http://schemas.microsoft.com/office/drawing/2014/main" id="{501B367F-D37D-5D42-73C1-7AE42EC28C19}"/>
                  </a:ext>
                </a:extLst>
              </p14:cNvPr>
              <p14:cNvContentPartPr/>
              <p14:nvPr/>
            </p14:nvContentPartPr>
            <p14:xfrm>
              <a:off x="3122383" y="4275644"/>
              <a:ext cx="597960" cy="354600"/>
            </p14:xfrm>
          </p:contentPart>
        </mc:Choice>
        <mc:Fallback>
          <p:pic>
            <p:nvPicPr>
              <p:cNvPr id="65" name="Ink 65">
                <a:extLst>
                  <a:ext uri="{FF2B5EF4-FFF2-40B4-BE49-F238E27FC236}">
                    <a16:creationId xmlns:a16="http://schemas.microsoft.com/office/drawing/2014/main" id="{501B367F-D37D-5D42-73C1-7AE42EC28C1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107974" y="4264844"/>
                <a:ext cx="622815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70" name="Ink 71">
                <a:extLst>
                  <a:ext uri="{FF2B5EF4-FFF2-40B4-BE49-F238E27FC236}">
                    <a16:creationId xmlns:a16="http://schemas.microsoft.com/office/drawing/2014/main" id="{BA79835E-A386-F151-0E42-B3F07EE5D1A9}"/>
                  </a:ext>
                </a:extLst>
              </p14:cNvPr>
              <p14:cNvContentPartPr/>
              <p14:nvPr/>
            </p14:nvContentPartPr>
            <p14:xfrm>
              <a:off x="645223" y="4822124"/>
              <a:ext cx="1239120" cy="1666080"/>
            </p14:xfrm>
          </p:contentPart>
        </mc:Choice>
        <mc:Fallback>
          <p:pic>
            <p:nvPicPr>
              <p:cNvPr id="70" name="Ink 71">
                <a:extLst>
                  <a:ext uri="{FF2B5EF4-FFF2-40B4-BE49-F238E27FC236}">
                    <a16:creationId xmlns:a16="http://schemas.microsoft.com/office/drawing/2014/main" id="{BA79835E-A386-F151-0E42-B3F07EE5D1A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34420" y="4811326"/>
                <a:ext cx="1260366" cy="1690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81" name="Ink 81">
                <a:extLst>
                  <a:ext uri="{FF2B5EF4-FFF2-40B4-BE49-F238E27FC236}">
                    <a16:creationId xmlns:a16="http://schemas.microsoft.com/office/drawing/2014/main" id="{14F556F4-1201-DFA3-6E77-6F2835888D2D}"/>
                  </a:ext>
                </a:extLst>
              </p14:cNvPr>
              <p14:cNvContentPartPr/>
              <p14:nvPr/>
            </p14:nvContentPartPr>
            <p14:xfrm>
              <a:off x="1072903" y="6035324"/>
              <a:ext cx="993600" cy="337320"/>
            </p14:xfrm>
          </p:contentPart>
        </mc:Choice>
        <mc:Fallback>
          <p:pic>
            <p:nvPicPr>
              <p:cNvPr id="81" name="Ink 81">
                <a:extLst>
                  <a:ext uri="{FF2B5EF4-FFF2-40B4-BE49-F238E27FC236}">
                    <a16:creationId xmlns:a16="http://schemas.microsoft.com/office/drawing/2014/main" id="{14F556F4-1201-DFA3-6E77-6F2835888D2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62103" y="6020909"/>
                <a:ext cx="1018440" cy="362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98" name="Ink 98">
                <a:extLst>
                  <a:ext uri="{FF2B5EF4-FFF2-40B4-BE49-F238E27FC236}">
                    <a16:creationId xmlns:a16="http://schemas.microsoft.com/office/drawing/2014/main" id="{A4885F4B-CAB6-3202-A6FE-98216EBFB421}"/>
                  </a:ext>
                </a:extLst>
              </p14:cNvPr>
              <p14:cNvContentPartPr/>
              <p14:nvPr/>
            </p14:nvContentPartPr>
            <p14:xfrm>
              <a:off x="1462783" y="6118484"/>
              <a:ext cx="2559240" cy="583920"/>
            </p14:xfrm>
          </p:contentPart>
        </mc:Choice>
        <mc:Fallback>
          <p:pic>
            <p:nvPicPr>
              <p:cNvPr id="98" name="Ink 98">
                <a:extLst>
                  <a:ext uri="{FF2B5EF4-FFF2-40B4-BE49-F238E27FC236}">
                    <a16:creationId xmlns:a16="http://schemas.microsoft.com/office/drawing/2014/main" id="{A4885F4B-CAB6-3202-A6FE-98216EBFB42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48383" y="6107677"/>
                <a:ext cx="2584080" cy="6051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0C3C307-A62C-E9DA-4600-EC8AAE0D9F2B}"/>
                  </a:ext>
                </a:extLst>
              </p14:cNvPr>
              <p14:cNvContentPartPr/>
              <p14:nvPr/>
            </p14:nvContentPartPr>
            <p14:xfrm>
              <a:off x="7580263" y="3011324"/>
              <a:ext cx="342720" cy="2768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0C3C307-A62C-E9DA-4600-EC8AAE0D9F2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565863" y="2996924"/>
                <a:ext cx="3711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01B73EF-8E5B-24A1-9BF0-805630420402}"/>
                  </a:ext>
                </a:extLst>
              </p14:cNvPr>
              <p14:cNvContentPartPr/>
              <p14:nvPr/>
            </p14:nvContentPartPr>
            <p14:xfrm>
              <a:off x="8516983" y="3558164"/>
              <a:ext cx="371160" cy="2394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01B73EF-8E5B-24A1-9BF0-80563042040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502597" y="3543764"/>
                <a:ext cx="399572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B886CEA-7741-F53D-ED47-EAC4DDE80B34}"/>
                  </a:ext>
                </a:extLst>
              </p14:cNvPr>
              <p14:cNvContentPartPr/>
              <p14:nvPr/>
            </p14:nvContentPartPr>
            <p14:xfrm>
              <a:off x="6750103" y="4036244"/>
              <a:ext cx="459360" cy="3211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B886CEA-7741-F53D-ED47-EAC4DDE80B3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735703" y="4021844"/>
                <a:ext cx="487800" cy="34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239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EC2ABA-6E50-AF08-D5F6-2B58A156E255}"/>
                  </a:ext>
                </a:extLst>
              </p:cNvPr>
              <p:cNvSpPr txBox="1"/>
              <p:nvPr/>
            </p:nvSpPr>
            <p:spPr>
              <a:xfrm>
                <a:off x="3920972" y="2709862"/>
                <a:ext cx="4366836" cy="1019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EC2ABA-6E50-AF08-D5F6-2B58A156E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972" y="2709862"/>
                <a:ext cx="4366836" cy="10197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054AB81D-96A0-A939-0F31-AC805FD2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4"/>
            <a:ext cx="10515600" cy="63227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Bernoulli Principle: A Special Case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8EC63E-55BB-DFEB-153E-42ECFD17DC4F}"/>
                  </a:ext>
                </a:extLst>
              </p:cNvPr>
              <p:cNvSpPr txBox="1"/>
              <p:nvPr/>
            </p:nvSpPr>
            <p:spPr>
              <a:xfrm>
                <a:off x="4619239" y="3778150"/>
                <a:ext cx="2969852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𝑔𝑦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8EC63E-55BB-DFEB-153E-42ECFD17D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239" y="3778150"/>
                <a:ext cx="2969852" cy="806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11507A-30D1-F1B4-37C7-9B009DAC8FD8}"/>
                  </a:ext>
                </a:extLst>
              </p14:cNvPr>
              <p14:cNvContentPartPr/>
              <p14:nvPr/>
            </p14:nvContentPartPr>
            <p14:xfrm>
              <a:off x="4209088" y="1407254"/>
              <a:ext cx="3785760" cy="465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11507A-30D1-F1B4-37C7-9B009DAC8F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02968" y="1401134"/>
                <a:ext cx="379800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03A7C08-B6AD-2D50-97B7-B7D84DFD5F8F}"/>
                  </a:ext>
                </a:extLst>
              </p14:cNvPr>
              <p14:cNvContentPartPr/>
              <p14:nvPr/>
            </p14:nvContentPartPr>
            <p14:xfrm>
              <a:off x="4295488" y="2424614"/>
              <a:ext cx="3734640" cy="261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03A7C08-B6AD-2D50-97B7-B7D84DFD5F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9368" y="2418494"/>
                <a:ext cx="374688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163796-5A64-24E8-7D6A-E8E556D2D358}"/>
                  </a:ext>
                </a:extLst>
              </p14:cNvPr>
              <p14:cNvContentPartPr/>
              <p14:nvPr/>
            </p14:nvContentPartPr>
            <p14:xfrm>
              <a:off x="7968208" y="2417054"/>
              <a:ext cx="170280" cy="12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163796-5A64-24E8-7D6A-E8E556D2D3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62088" y="2410934"/>
                <a:ext cx="1825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CD8B613-BFD8-871E-2063-187F39D43BDA}"/>
                  </a:ext>
                </a:extLst>
              </p14:cNvPr>
              <p14:cNvContentPartPr/>
              <p14:nvPr/>
            </p14:nvContentPartPr>
            <p14:xfrm>
              <a:off x="4265968" y="1857974"/>
              <a:ext cx="44640" cy="843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CD8B613-BFD8-871E-2063-187F39D43B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9848" y="1851854"/>
                <a:ext cx="56880" cy="85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10">
                <a:extLst>
                  <a:ext uri="{FF2B5EF4-FFF2-40B4-BE49-F238E27FC236}">
                    <a16:creationId xmlns:a16="http://schemas.microsoft.com/office/drawing/2014/main" id="{B8E4D0CC-4C9C-38C0-9822-9F639300002A}"/>
                  </a:ext>
                </a:extLst>
              </p14:cNvPr>
              <p14:cNvContentPartPr/>
              <p14:nvPr/>
            </p14:nvContentPartPr>
            <p14:xfrm>
              <a:off x="7999168" y="1395374"/>
              <a:ext cx="55800" cy="1059480"/>
            </p14:xfrm>
          </p:contentPart>
        </mc:Choice>
        <mc:Fallback>
          <p:pic>
            <p:nvPicPr>
              <p:cNvPr id="10" name="Ink 10">
                <a:extLst>
                  <a:ext uri="{FF2B5EF4-FFF2-40B4-BE49-F238E27FC236}">
                    <a16:creationId xmlns:a16="http://schemas.microsoft.com/office/drawing/2014/main" id="{B8E4D0CC-4C9C-38C0-9822-9F63930000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93048" y="1389254"/>
                <a:ext cx="68040" cy="10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50ABFD9-1AAE-2A0C-8F89-4B676D562C5B}"/>
                  </a:ext>
                </a:extLst>
              </p14:cNvPr>
              <p14:cNvContentPartPr/>
              <p14:nvPr/>
            </p14:nvContentPartPr>
            <p14:xfrm>
              <a:off x="3993448" y="1866614"/>
              <a:ext cx="691920" cy="804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50ABFD9-1AAE-2A0C-8F89-4B676D562C5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77968" y="1851141"/>
                <a:ext cx="722520" cy="835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718DC29-6A1C-B614-9269-B6BC06E37AAB}"/>
                  </a:ext>
                </a:extLst>
              </p14:cNvPr>
              <p14:cNvContentPartPr/>
              <p14:nvPr/>
            </p14:nvContentPartPr>
            <p14:xfrm>
              <a:off x="7677688" y="1407614"/>
              <a:ext cx="735840" cy="1000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718DC29-6A1C-B614-9269-B6BC06E37A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62208" y="1392134"/>
                <a:ext cx="766440" cy="10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43">
                <a:extLst>
                  <a:ext uri="{FF2B5EF4-FFF2-40B4-BE49-F238E27FC236}">
                    <a16:creationId xmlns:a16="http://schemas.microsoft.com/office/drawing/2014/main" id="{4A64C92E-AF0D-FAFB-B292-B0B352419AD2}"/>
                  </a:ext>
                </a:extLst>
              </p14:cNvPr>
              <p14:cNvContentPartPr/>
              <p14:nvPr/>
            </p14:nvContentPartPr>
            <p14:xfrm>
              <a:off x="4358128" y="1495454"/>
              <a:ext cx="3615480" cy="1138680"/>
            </p14:xfrm>
          </p:contentPart>
        </mc:Choice>
        <mc:Fallback>
          <p:pic>
            <p:nvPicPr>
              <p:cNvPr id="13" name="Ink 43">
                <a:extLst>
                  <a:ext uri="{FF2B5EF4-FFF2-40B4-BE49-F238E27FC236}">
                    <a16:creationId xmlns:a16="http://schemas.microsoft.com/office/drawing/2014/main" id="{4A64C92E-AF0D-FAFB-B292-B0B352419AD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47328" y="1484651"/>
                <a:ext cx="3636720" cy="115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48">
                <a:extLst>
                  <a:ext uri="{FF2B5EF4-FFF2-40B4-BE49-F238E27FC236}">
                    <a16:creationId xmlns:a16="http://schemas.microsoft.com/office/drawing/2014/main" id="{076F31E0-8FED-ABC5-AD55-497B48490BC2}"/>
                  </a:ext>
                </a:extLst>
              </p14:cNvPr>
              <p14:cNvContentPartPr/>
              <p14:nvPr/>
            </p14:nvContentPartPr>
            <p14:xfrm>
              <a:off x="5747728" y="1892534"/>
              <a:ext cx="685440" cy="307800"/>
            </p14:xfrm>
          </p:contentPart>
        </mc:Choice>
        <mc:Fallback>
          <p:pic>
            <p:nvPicPr>
              <p:cNvPr id="14" name="Ink 48">
                <a:extLst>
                  <a:ext uri="{FF2B5EF4-FFF2-40B4-BE49-F238E27FC236}">
                    <a16:creationId xmlns:a16="http://schemas.microsoft.com/office/drawing/2014/main" id="{076F31E0-8FED-ABC5-AD55-497B48490BC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36934" y="1881734"/>
                <a:ext cx="706669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51">
                <a:extLst>
                  <a:ext uri="{FF2B5EF4-FFF2-40B4-BE49-F238E27FC236}">
                    <a16:creationId xmlns:a16="http://schemas.microsoft.com/office/drawing/2014/main" id="{08DFE757-7A4C-F570-AF82-6AF83E55A382}"/>
                  </a:ext>
                </a:extLst>
              </p14:cNvPr>
              <p14:cNvContentPartPr/>
              <p14:nvPr/>
            </p14:nvContentPartPr>
            <p14:xfrm>
              <a:off x="4087768" y="1388534"/>
              <a:ext cx="352440" cy="377640"/>
            </p14:xfrm>
          </p:contentPart>
        </mc:Choice>
        <mc:Fallback>
          <p:pic>
            <p:nvPicPr>
              <p:cNvPr id="15" name="Ink 51">
                <a:extLst>
                  <a:ext uri="{FF2B5EF4-FFF2-40B4-BE49-F238E27FC236}">
                    <a16:creationId xmlns:a16="http://schemas.microsoft.com/office/drawing/2014/main" id="{08DFE757-7A4C-F570-AF82-6AF83E55A3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76968" y="1377734"/>
                <a:ext cx="37368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54">
                <a:extLst>
                  <a:ext uri="{FF2B5EF4-FFF2-40B4-BE49-F238E27FC236}">
                    <a16:creationId xmlns:a16="http://schemas.microsoft.com/office/drawing/2014/main" id="{085B8B29-C511-003E-5128-D714C0265418}"/>
                  </a:ext>
                </a:extLst>
              </p14:cNvPr>
              <p14:cNvContentPartPr/>
              <p14:nvPr/>
            </p14:nvContentPartPr>
            <p14:xfrm>
              <a:off x="7822408" y="1074254"/>
              <a:ext cx="365040" cy="327240"/>
            </p14:xfrm>
          </p:contentPart>
        </mc:Choice>
        <mc:Fallback>
          <p:pic>
            <p:nvPicPr>
              <p:cNvPr id="16" name="Ink 54">
                <a:extLst>
                  <a:ext uri="{FF2B5EF4-FFF2-40B4-BE49-F238E27FC236}">
                    <a16:creationId xmlns:a16="http://schemas.microsoft.com/office/drawing/2014/main" id="{085B8B29-C511-003E-5128-D714C026541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11608" y="1063454"/>
                <a:ext cx="3862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59">
                <a:extLst>
                  <a:ext uri="{FF2B5EF4-FFF2-40B4-BE49-F238E27FC236}">
                    <a16:creationId xmlns:a16="http://schemas.microsoft.com/office/drawing/2014/main" id="{8A033615-A0C4-5C71-3DF7-5C9F21C5D00E}"/>
                  </a:ext>
                </a:extLst>
              </p14:cNvPr>
              <p14:cNvContentPartPr/>
              <p14:nvPr/>
            </p14:nvContentPartPr>
            <p14:xfrm>
              <a:off x="3697888" y="1948334"/>
              <a:ext cx="559800" cy="691920"/>
            </p14:xfrm>
          </p:contentPart>
        </mc:Choice>
        <mc:Fallback>
          <p:pic>
            <p:nvPicPr>
              <p:cNvPr id="17" name="Ink 59">
                <a:extLst>
                  <a:ext uri="{FF2B5EF4-FFF2-40B4-BE49-F238E27FC236}">
                    <a16:creationId xmlns:a16="http://schemas.microsoft.com/office/drawing/2014/main" id="{8A033615-A0C4-5C71-3DF7-5C9F21C5D00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87088" y="1937534"/>
                <a:ext cx="58104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62">
                <a:extLst>
                  <a:ext uri="{FF2B5EF4-FFF2-40B4-BE49-F238E27FC236}">
                    <a16:creationId xmlns:a16="http://schemas.microsoft.com/office/drawing/2014/main" id="{616F157E-C9A1-0324-6487-0C2DCDF29F12}"/>
                  </a:ext>
                </a:extLst>
              </p14:cNvPr>
              <p14:cNvContentPartPr/>
              <p14:nvPr/>
            </p14:nvContentPartPr>
            <p14:xfrm>
              <a:off x="3352288" y="2071094"/>
              <a:ext cx="188640" cy="317520"/>
            </p14:xfrm>
          </p:contentPart>
        </mc:Choice>
        <mc:Fallback>
          <p:pic>
            <p:nvPicPr>
              <p:cNvPr id="18" name="Ink 62">
                <a:extLst>
                  <a:ext uri="{FF2B5EF4-FFF2-40B4-BE49-F238E27FC236}">
                    <a16:creationId xmlns:a16="http://schemas.microsoft.com/office/drawing/2014/main" id="{616F157E-C9A1-0324-6487-0C2DCDF29F1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41509" y="2060294"/>
                <a:ext cx="2098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68">
                <a:extLst>
                  <a:ext uri="{FF2B5EF4-FFF2-40B4-BE49-F238E27FC236}">
                    <a16:creationId xmlns:a16="http://schemas.microsoft.com/office/drawing/2014/main" id="{FBCB3445-66A6-9581-063C-DD72F89E363B}"/>
                  </a:ext>
                </a:extLst>
              </p14:cNvPr>
              <p14:cNvContentPartPr/>
              <p14:nvPr/>
            </p14:nvContentPartPr>
            <p14:xfrm>
              <a:off x="7999168" y="1369814"/>
              <a:ext cx="622080" cy="968400"/>
            </p14:xfrm>
          </p:contentPart>
        </mc:Choice>
        <mc:Fallback>
          <p:pic>
            <p:nvPicPr>
              <p:cNvPr id="19" name="Ink 68">
                <a:extLst>
                  <a:ext uri="{FF2B5EF4-FFF2-40B4-BE49-F238E27FC236}">
                    <a16:creationId xmlns:a16="http://schemas.microsoft.com/office/drawing/2014/main" id="{FBCB3445-66A6-9581-063C-DD72F89E36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88368" y="1359014"/>
                <a:ext cx="64332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71">
                <a:extLst>
                  <a:ext uri="{FF2B5EF4-FFF2-40B4-BE49-F238E27FC236}">
                    <a16:creationId xmlns:a16="http://schemas.microsoft.com/office/drawing/2014/main" id="{A6FD6A37-E51D-3459-B0E4-6823E7E1A66F}"/>
                  </a:ext>
                </a:extLst>
              </p14:cNvPr>
              <p14:cNvContentPartPr/>
              <p14:nvPr/>
            </p14:nvContentPartPr>
            <p14:xfrm>
              <a:off x="8677408" y="1502654"/>
              <a:ext cx="302040" cy="307440"/>
            </p14:xfrm>
          </p:contentPart>
        </mc:Choice>
        <mc:Fallback>
          <p:pic>
            <p:nvPicPr>
              <p:cNvPr id="20" name="Ink 71">
                <a:extLst>
                  <a:ext uri="{FF2B5EF4-FFF2-40B4-BE49-F238E27FC236}">
                    <a16:creationId xmlns:a16="http://schemas.microsoft.com/office/drawing/2014/main" id="{A6FD6A37-E51D-3459-B0E4-6823E7E1A66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666608" y="1491867"/>
                <a:ext cx="323280" cy="3286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75">
                <a:extLst>
                  <a:ext uri="{FF2B5EF4-FFF2-40B4-BE49-F238E27FC236}">
                    <a16:creationId xmlns:a16="http://schemas.microsoft.com/office/drawing/2014/main" id="{8A9EC59C-51D6-C11A-03AE-8254652386F4}"/>
                  </a:ext>
                </a:extLst>
              </p14:cNvPr>
              <p14:cNvContentPartPr/>
              <p14:nvPr/>
            </p14:nvContentPartPr>
            <p14:xfrm>
              <a:off x="4427968" y="2155694"/>
              <a:ext cx="163080" cy="220320"/>
            </p14:xfrm>
          </p:contentPart>
        </mc:Choice>
        <mc:Fallback>
          <p:pic>
            <p:nvPicPr>
              <p:cNvPr id="21" name="Ink 75">
                <a:extLst>
                  <a:ext uri="{FF2B5EF4-FFF2-40B4-BE49-F238E27FC236}">
                    <a16:creationId xmlns:a16="http://schemas.microsoft.com/office/drawing/2014/main" id="{8A9EC59C-51D6-C11A-03AE-8254652386F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12488" y="2140214"/>
                <a:ext cx="1936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79">
                <a:extLst>
                  <a:ext uri="{FF2B5EF4-FFF2-40B4-BE49-F238E27FC236}">
                    <a16:creationId xmlns:a16="http://schemas.microsoft.com/office/drawing/2014/main" id="{B3A62BB8-6E0C-7D5F-A539-570FB0DD8684}"/>
                  </a:ext>
                </a:extLst>
              </p14:cNvPr>
              <p14:cNvContentPartPr/>
              <p14:nvPr/>
            </p14:nvContentPartPr>
            <p14:xfrm>
              <a:off x="7734208" y="1793894"/>
              <a:ext cx="201600" cy="242640"/>
            </p14:xfrm>
          </p:contentPart>
        </mc:Choice>
        <mc:Fallback>
          <p:pic>
            <p:nvPicPr>
              <p:cNvPr id="22" name="Ink 79">
                <a:extLst>
                  <a:ext uri="{FF2B5EF4-FFF2-40B4-BE49-F238E27FC236}">
                    <a16:creationId xmlns:a16="http://schemas.microsoft.com/office/drawing/2014/main" id="{B3A62BB8-6E0C-7D5F-A539-570FB0DD868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18728" y="1778437"/>
                <a:ext cx="232200" cy="273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A10321-CCCA-CC8C-942E-4D1E1000C192}"/>
                  </a:ext>
                </a:extLst>
              </p:cNvPr>
              <p:cNvSpPr txBox="1"/>
              <p:nvPr/>
            </p:nvSpPr>
            <p:spPr>
              <a:xfrm>
                <a:off x="2939897" y="4586287"/>
                <a:ext cx="6319872" cy="1019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d>
                            <m:d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𝑔𝑦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A10321-CCCA-CC8C-942E-4D1E1000C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897" y="4586287"/>
                <a:ext cx="6319872" cy="1019766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2D37E7-AB5C-C610-C999-085FBC733627}"/>
                  </a:ext>
                </a:extLst>
              </p:cNvPr>
              <p:cNvSpPr txBox="1"/>
              <p:nvPr/>
            </p:nvSpPr>
            <p:spPr>
              <a:xfrm>
                <a:off x="596747" y="5595937"/>
                <a:ext cx="11121058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2D37E7-AB5C-C610-C999-085FBC733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47" y="5595937"/>
                <a:ext cx="11121058" cy="96815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13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61E62F-5201-1100-DB5A-1513DA4C0868}"/>
                  </a:ext>
                </a:extLst>
              </p14:cNvPr>
              <p14:cNvContentPartPr/>
              <p14:nvPr/>
            </p14:nvContentPartPr>
            <p14:xfrm>
              <a:off x="4209088" y="1407254"/>
              <a:ext cx="3785760" cy="46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61E62F-5201-1100-DB5A-1513DA4C08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2968" y="1401134"/>
                <a:ext cx="379800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B8F9EA-634E-94CD-3F47-33451CBF41CF}"/>
                  </a:ext>
                </a:extLst>
              </p14:cNvPr>
              <p14:cNvContentPartPr/>
              <p14:nvPr/>
            </p14:nvContentPartPr>
            <p14:xfrm>
              <a:off x="4295488" y="2424614"/>
              <a:ext cx="3734640" cy="261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B8F9EA-634E-94CD-3F47-33451CBF41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9368" y="2418494"/>
                <a:ext cx="374688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8F1CB5F-23BA-A767-CC51-3A4B68FD9840}"/>
                  </a:ext>
                </a:extLst>
              </p14:cNvPr>
              <p14:cNvContentPartPr/>
              <p14:nvPr/>
            </p14:nvContentPartPr>
            <p14:xfrm>
              <a:off x="7968208" y="2417054"/>
              <a:ext cx="170280" cy="12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8F1CB5F-23BA-A767-CC51-3A4B68FD98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62088" y="2410934"/>
                <a:ext cx="1825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DF86EC-586E-2C01-75E9-66C6F3F1C535}"/>
                  </a:ext>
                </a:extLst>
              </p14:cNvPr>
              <p14:cNvContentPartPr/>
              <p14:nvPr/>
            </p14:nvContentPartPr>
            <p14:xfrm>
              <a:off x="4265968" y="1857974"/>
              <a:ext cx="44640" cy="843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DF86EC-586E-2C01-75E9-66C6F3F1C53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59848" y="1851854"/>
                <a:ext cx="56880" cy="85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10">
                <a:extLst>
                  <a:ext uri="{FF2B5EF4-FFF2-40B4-BE49-F238E27FC236}">
                    <a16:creationId xmlns:a16="http://schemas.microsoft.com/office/drawing/2014/main" id="{B8AEE032-EE55-5FBD-BCB9-07F8EA7888CB}"/>
                  </a:ext>
                </a:extLst>
              </p14:cNvPr>
              <p14:cNvContentPartPr/>
              <p14:nvPr/>
            </p14:nvContentPartPr>
            <p14:xfrm>
              <a:off x="7999168" y="1395374"/>
              <a:ext cx="55800" cy="1059480"/>
            </p14:xfrm>
          </p:contentPart>
        </mc:Choice>
        <mc:Fallback>
          <p:pic>
            <p:nvPicPr>
              <p:cNvPr id="7" name="Ink 10">
                <a:extLst>
                  <a:ext uri="{FF2B5EF4-FFF2-40B4-BE49-F238E27FC236}">
                    <a16:creationId xmlns:a16="http://schemas.microsoft.com/office/drawing/2014/main" id="{B8AEE032-EE55-5FBD-BCB9-07F8EA7888C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93048" y="1389254"/>
                <a:ext cx="68040" cy="10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65F4C0-B4E4-77E7-BDBC-9E8A578CB694}"/>
                  </a:ext>
                </a:extLst>
              </p14:cNvPr>
              <p14:cNvContentPartPr/>
              <p14:nvPr/>
            </p14:nvContentPartPr>
            <p14:xfrm>
              <a:off x="3993448" y="1866614"/>
              <a:ext cx="691920" cy="804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65F4C0-B4E4-77E7-BDBC-9E8A578CB6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7968" y="1851141"/>
                <a:ext cx="722520" cy="835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B5B53D0-4C17-3F23-8B2A-71B7E8B277E6}"/>
                  </a:ext>
                </a:extLst>
              </p14:cNvPr>
              <p14:cNvContentPartPr/>
              <p14:nvPr/>
            </p14:nvContentPartPr>
            <p14:xfrm>
              <a:off x="7677688" y="1407614"/>
              <a:ext cx="735840" cy="1000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B5B53D0-4C17-3F23-8B2A-71B7E8B277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62208" y="1392134"/>
                <a:ext cx="766440" cy="10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43">
                <a:extLst>
                  <a:ext uri="{FF2B5EF4-FFF2-40B4-BE49-F238E27FC236}">
                    <a16:creationId xmlns:a16="http://schemas.microsoft.com/office/drawing/2014/main" id="{CC6C52D2-B38C-D792-160D-24AC66635A3D}"/>
                  </a:ext>
                </a:extLst>
              </p14:cNvPr>
              <p14:cNvContentPartPr/>
              <p14:nvPr/>
            </p14:nvContentPartPr>
            <p14:xfrm>
              <a:off x="4358128" y="1495454"/>
              <a:ext cx="3615480" cy="1138680"/>
            </p14:xfrm>
          </p:contentPart>
        </mc:Choice>
        <mc:Fallback>
          <p:pic>
            <p:nvPicPr>
              <p:cNvPr id="10" name="Ink 43">
                <a:extLst>
                  <a:ext uri="{FF2B5EF4-FFF2-40B4-BE49-F238E27FC236}">
                    <a16:creationId xmlns:a16="http://schemas.microsoft.com/office/drawing/2014/main" id="{CC6C52D2-B38C-D792-160D-24AC66635A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47328" y="1484651"/>
                <a:ext cx="3636720" cy="115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48">
                <a:extLst>
                  <a:ext uri="{FF2B5EF4-FFF2-40B4-BE49-F238E27FC236}">
                    <a16:creationId xmlns:a16="http://schemas.microsoft.com/office/drawing/2014/main" id="{026B478F-17A8-3A71-F7BD-350E7202E6F4}"/>
                  </a:ext>
                </a:extLst>
              </p14:cNvPr>
              <p14:cNvContentPartPr/>
              <p14:nvPr/>
            </p14:nvContentPartPr>
            <p14:xfrm>
              <a:off x="5747728" y="1892534"/>
              <a:ext cx="685440" cy="307800"/>
            </p14:xfrm>
          </p:contentPart>
        </mc:Choice>
        <mc:Fallback>
          <p:pic>
            <p:nvPicPr>
              <p:cNvPr id="11" name="Ink 48">
                <a:extLst>
                  <a:ext uri="{FF2B5EF4-FFF2-40B4-BE49-F238E27FC236}">
                    <a16:creationId xmlns:a16="http://schemas.microsoft.com/office/drawing/2014/main" id="{026B478F-17A8-3A71-F7BD-350E7202E6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36934" y="1881734"/>
                <a:ext cx="706669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51">
                <a:extLst>
                  <a:ext uri="{FF2B5EF4-FFF2-40B4-BE49-F238E27FC236}">
                    <a16:creationId xmlns:a16="http://schemas.microsoft.com/office/drawing/2014/main" id="{9A532CE5-AF67-3B9F-9A42-A8FFB37AF679}"/>
                  </a:ext>
                </a:extLst>
              </p14:cNvPr>
              <p14:cNvContentPartPr/>
              <p14:nvPr/>
            </p14:nvContentPartPr>
            <p14:xfrm>
              <a:off x="4087768" y="1388534"/>
              <a:ext cx="352440" cy="377640"/>
            </p14:xfrm>
          </p:contentPart>
        </mc:Choice>
        <mc:Fallback>
          <p:pic>
            <p:nvPicPr>
              <p:cNvPr id="12" name="Ink 51">
                <a:extLst>
                  <a:ext uri="{FF2B5EF4-FFF2-40B4-BE49-F238E27FC236}">
                    <a16:creationId xmlns:a16="http://schemas.microsoft.com/office/drawing/2014/main" id="{9A532CE5-AF67-3B9F-9A42-A8FFB37AF6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76968" y="1377734"/>
                <a:ext cx="37368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54">
                <a:extLst>
                  <a:ext uri="{FF2B5EF4-FFF2-40B4-BE49-F238E27FC236}">
                    <a16:creationId xmlns:a16="http://schemas.microsoft.com/office/drawing/2014/main" id="{7A2D8764-E75D-6DF6-C6CF-B13EFCB75EA0}"/>
                  </a:ext>
                </a:extLst>
              </p14:cNvPr>
              <p14:cNvContentPartPr/>
              <p14:nvPr/>
            </p14:nvContentPartPr>
            <p14:xfrm>
              <a:off x="7822408" y="1074254"/>
              <a:ext cx="365040" cy="327240"/>
            </p14:xfrm>
          </p:contentPart>
        </mc:Choice>
        <mc:Fallback>
          <p:pic>
            <p:nvPicPr>
              <p:cNvPr id="13" name="Ink 54">
                <a:extLst>
                  <a:ext uri="{FF2B5EF4-FFF2-40B4-BE49-F238E27FC236}">
                    <a16:creationId xmlns:a16="http://schemas.microsoft.com/office/drawing/2014/main" id="{7A2D8764-E75D-6DF6-C6CF-B13EFCB75EA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11608" y="1063454"/>
                <a:ext cx="3862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59">
                <a:extLst>
                  <a:ext uri="{FF2B5EF4-FFF2-40B4-BE49-F238E27FC236}">
                    <a16:creationId xmlns:a16="http://schemas.microsoft.com/office/drawing/2014/main" id="{732A6D61-8DA6-DC6C-3079-2A3628D8A099}"/>
                  </a:ext>
                </a:extLst>
              </p14:cNvPr>
              <p14:cNvContentPartPr/>
              <p14:nvPr/>
            </p14:nvContentPartPr>
            <p14:xfrm>
              <a:off x="3697888" y="1948334"/>
              <a:ext cx="559800" cy="691920"/>
            </p14:xfrm>
          </p:contentPart>
        </mc:Choice>
        <mc:Fallback>
          <p:pic>
            <p:nvPicPr>
              <p:cNvPr id="14" name="Ink 59">
                <a:extLst>
                  <a:ext uri="{FF2B5EF4-FFF2-40B4-BE49-F238E27FC236}">
                    <a16:creationId xmlns:a16="http://schemas.microsoft.com/office/drawing/2014/main" id="{732A6D61-8DA6-DC6C-3079-2A3628D8A09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87088" y="1937534"/>
                <a:ext cx="58104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62">
                <a:extLst>
                  <a:ext uri="{FF2B5EF4-FFF2-40B4-BE49-F238E27FC236}">
                    <a16:creationId xmlns:a16="http://schemas.microsoft.com/office/drawing/2014/main" id="{274589DC-9562-ACE6-5389-E12BACA17440}"/>
                  </a:ext>
                </a:extLst>
              </p14:cNvPr>
              <p14:cNvContentPartPr/>
              <p14:nvPr/>
            </p14:nvContentPartPr>
            <p14:xfrm>
              <a:off x="3352288" y="2071094"/>
              <a:ext cx="188640" cy="317520"/>
            </p14:xfrm>
          </p:contentPart>
        </mc:Choice>
        <mc:Fallback>
          <p:pic>
            <p:nvPicPr>
              <p:cNvPr id="15" name="Ink 62">
                <a:extLst>
                  <a:ext uri="{FF2B5EF4-FFF2-40B4-BE49-F238E27FC236}">
                    <a16:creationId xmlns:a16="http://schemas.microsoft.com/office/drawing/2014/main" id="{274589DC-9562-ACE6-5389-E12BACA1744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41509" y="2060294"/>
                <a:ext cx="2098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68">
                <a:extLst>
                  <a:ext uri="{FF2B5EF4-FFF2-40B4-BE49-F238E27FC236}">
                    <a16:creationId xmlns:a16="http://schemas.microsoft.com/office/drawing/2014/main" id="{A49608FD-34ED-CA6F-055A-FD13046A5855}"/>
                  </a:ext>
                </a:extLst>
              </p14:cNvPr>
              <p14:cNvContentPartPr/>
              <p14:nvPr/>
            </p14:nvContentPartPr>
            <p14:xfrm>
              <a:off x="7999168" y="1369814"/>
              <a:ext cx="622080" cy="968400"/>
            </p14:xfrm>
          </p:contentPart>
        </mc:Choice>
        <mc:Fallback>
          <p:pic>
            <p:nvPicPr>
              <p:cNvPr id="16" name="Ink 68">
                <a:extLst>
                  <a:ext uri="{FF2B5EF4-FFF2-40B4-BE49-F238E27FC236}">
                    <a16:creationId xmlns:a16="http://schemas.microsoft.com/office/drawing/2014/main" id="{A49608FD-34ED-CA6F-055A-FD13046A585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88368" y="1359014"/>
                <a:ext cx="64332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71">
                <a:extLst>
                  <a:ext uri="{FF2B5EF4-FFF2-40B4-BE49-F238E27FC236}">
                    <a16:creationId xmlns:a16="http://schemas.microsoft.com/office/drawing/2014/main" id="{F8976D74-CCD7-96DA-8CA1-4310915918FD}"/>
                  </a:ext>
                </a:extLst>
              </p14:cNvPr>
              <p14:cNvContentPartPr/>
              <p14:nvPr/>
            </p14:nvContentPartPr>
            <p14:xfrm>
              <a:off x="8677408" y="1502654"/>
              <a:ext cx="302040" cy="307440"/>
            </p14:xfrm>
          </p:contentPart>
        </mc:Choice>
        <mc:Fallback>
          <p:pic>
            <p:nvPicPr>
              <p:cNvPr id="17" name="Ink 71">
                <a:extLst>
                  <a:ext uri="{FF2B5EF4-FFF2-40B4-BE49-F238E27FC236}">
                    <a16:creationId xmlns:a16="http://schemas.microsoft.com/office/drawing/2014/main" id="{F8976D74-CCD7-96DA-8CA1-4310915918F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66608" y="1491867"/>
                <a:ext cx="323280" cy="3286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75">
                <a:extLst>
                  <a:ext uri="{FF2B5EF4-FFF2-40B4-BE49-F238E27FC236}">
                    <a16:creationId xmlns:a16="http://schemas.microsoft.com/office/drawing/2014/main" id="{F7A21808-FC58-C784-AF33-152410C2BFCE}"/>
                  </a:ext>
                </a:extLst>
              </p14:cNvPr>
              <p14:cNvContentPartPr/>
              <p14:nvPr/>
            </p14:nvContentPartPr>
            <p14:xfrm>
              <a:off x="4427968" y="2155694"/>
              <a:ext cx="163080" cy="220320"/>
            </p14:xfrm>
          </p:contentPart>
        </mc:Choice>
        <mc:Fallback>
          <p:pic>
            <p:nvPicPr>
              <p:cNvPr id="18" name="Ink 75">
                <a:extLst>
                  <a:ext uri="{FF2B5EF4-FFF2-40B4-BE49-F238E27FC236}">
                    <a16:creationId xmlns:a16="http://schemas.microsoft.com/office/drawing/2014/main" id="{F7A21808-FC58-C784-AF33-152410C2BF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12488" y="2140214"/>
                <a:ext cx="1936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79">
                <a:extLst>
                  <a:ext uri="{FF2B5EF4-FFF2-40B4-BE49-F238E27FC236}">
                    <a16:creationId xmlns:a16="http://schemas.microsoft.com/office/drawing/2014/main" id="{733E0E5F-6BB0-3D63-930B-C041DC66B31D}"/>
                  </a:ext>
                </a:extLst>
              </p14:cNvPr>
              <p14:cNvContentPartPr/>
              <p14:nvPr/>
            </p14:nvContentPartPr>
            <p14:xfrm>
              <a:off x="7734208" y="1793894"/>
              <a:ext cx="201600" cy="242640"/>
            </p14:xfrm>
          </p:contentPart>
        </mc:Choice>
        <mc:Fallback>
          <p:pic>
            <p:nvPicPr>
              <p:cNvPr id="19" name="Ink 79">
                <a:extLst>
                  <a:ext uri="{FF2B5EF4-FFF2-40B4-BE49-F238E27FC236}">
                    <a16:creationId xmlns:a16="http://schemas.microsoft.com/office/drawing/2014/main" id="{733E0E5F-6BB0-3D63-930B-C041DC66B31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18728" y="1778437"/>
                <a:ext cx="232200" cy="273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50AF08-CAAD-28E2-15A1-2A51089DEEC7}"/>
                  </a:ext>
                </a:extLst>
              </p:cNvPr>
              <p:cNvSpPr txBox="1"/>
              <p:nvPr/>
            </p:nvSpPr>
            <p:spPr>
              <a:xfrm>
                <a:off x="596747" y="2709862"/>
                <a:ext cx="11121058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50AF08-CAAD-28E2-15A1-2A51089DE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47" y="2709862"/>
                <a:ext cx="11121058" cy="96815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37D31032-6600-1924-41A0-6D5A6997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4"/>
            <a:ext cx="10515600" cy="63227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Bernoulli Principle: A Special Case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07098B-C306-F561-0FF6-8FD6A998C904}"/>
                  </a:ext>
                </a:extLst>
              </p:cNvPr>
              <p:cNvSpPr txBox="1"/>
              <p:nvPr/>
            </p:nvSpPr>
            <p:spPr>
              <a:xfrm>
                <a:off x="4786312" y="3938587"/>
                <a:ext cx="46054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/>
                  <a:t> </a:t>
                </a:r>
                <a:r>
                  <a:rPr lang="en-IN" sz="2800">
                    <a:solidFill>
                      <a:srgbClr val="0070C0"/>
                    </a:solidFill>
                  </a:rPr>
                  <a:t>(Continuity)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07098B-C306-F561-0FF6-8FD6A998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312" y="3938587"/>
                <a:ext cx="4605492" cy="430887"/>
              </a:xfrm>
              <a:prstGeom prst="rect">
                <a:avLst/>
              </a:prstGeom>
              <a:blipFill>
                <a:blip r:embed="rId37"/>
                <a:stretch>
                  <a:fillRect t="-25352" r="-304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3C4912-FC4C-6DE6-BD8B-7C2803DE6ADA}"/>
                  </a:ext>
                </a:extLst>
              </p:cNvPr>
              <p:cNvSpPr txBox="1"/>
              <p:nvPr/>
            </p:nvSpPr>
            <p:spPr>
              <a:xfrm>
                <a:off x="5500687" y="4481512"/>
                <a:ext cx="40858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/>
                  <a:t> </a:t>
                </a:r>
                <a:r>
                  <a:rPr lang="en-IN" sz="2800">
                    <a:solidFill>
                      <a:srgbClr val="0070C0"/>
                    </a:solidFill>
                  </a:rPr>
                  <a:t>(Isothermal Flow)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3C4912-FC4C-6DE6-BD8B-7C2803DE6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687" y="4481512"/>
                <a:ext cx="4085862" cy="430887"/>
              </a:xfrm>
              <a:prstGeom prst="rect">
                <a:avLst/>
              </a:prstGeom>
              <a:blipFill>
                <a:blip r:embed="rId38"/>
                <a:stretch>
                  <a:fillRect t="-25352" r="-3875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2AA625-4400-E0B2-E83B-60E88141C798}"/>
                  </a:ext>
                </a:extLst>
              </p:cNvPr>
              <p:cNvSpPr txBox="1"/>
              <p:nvPr/>
            </p:nvSpPr>
            <p:spPr>
              <a:xfrm>
                <a:off x="3254222" y="5176837"/>
                <a:ext cx="5700920" cy="8823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2AA625-4400-E0B2-E83B-60E88141C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222" y="5176837"/>
                <a:ext cx="5700920" cy="88235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2AB2CAD7-A895-FFCC-58B1-828952818026}"/>
              </a:ext>
            </a:extLst>
          </p:cNvPr>
          <p:cNvSpPr/>
          <p:nvPr/>
        </p:nvSpPr>
        <p:spPr>
          <a:xfrm>
            <a:off x="3209925" y="5105400"/>
            <a:ext cx="5769523" cy="1047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4AAE0A-996D-5FCD-7C90-D963DE82FB47}"/>
              </a:ext>
            </a:extLst>
          </p:cNvPr>
          <p:cNvSpPr txBox="1"/>
          <p:nvPr/>
        </p:nvSpPr>
        <p:spPr>
          <a:xfrm>
            <a:off x="4519792" y="6172655"/>
            <a:ext cx="3161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FF0000"/>
                </a:solidFill>
              </a:rPr>
              <a:t>Bernoulli’s Equation</a:t>
            </a:r>
          </a:p>
        </p:txBody>
      </p:sp>
    </p:spTree>
    <p:extLst>
      <p:ext uri="{BB962C8B-B14F-4D97-AF65-F5344CB8AC3E}">
        <p14:creationId xmlns:p14="http://schemas.microsoft.com/office/powerpoint/2010/main" val="197374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110A652-8EDD-1821-23FF-9FF424D3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4"/>
            <a:ext cx="10515600" cy="63227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Bernoulli Principle: A Special Case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E30004-32B9-2B80-33EE-4761EFCF2B51}"/>
                  </a:ext>
                </a:extLst>
              </p14:cNvPr>
              <p14:cNvContentPartPr/>
              <p14:nvPr/>
            </p14:nvContentPartPr>
            <p14:xfrm>
              <a:off x="4209088" y="1407254"/>
              <a:ext cx="3785760" cy="46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E30004-32B9-2B80-33EE-4761EFCF2B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2968" y="1401134"/>
                <a:ext cx="379800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6E7F65-A038-CCE4-9286-BC12DBC883AA}"/>
                  </a:ext>
                </a:extLst>
              </p14:cNvPr>
              <p14:cNvContentPartPr/>
              <p14:nvPr/>
            </p14:nvContentPartPr>
            <p14:xfrm>
              <a:off x="4295488" y="2424614"/>
              <a:ext cx="3734640" cy="26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6E7F65-A038-CCE4-9286-BC12DBC883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9368" y="2418494"/>
                <a:ext cx="374688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9A64DA-7C40-53BE-820A-4E56E25E0999}"/>
                  </a:ext>
                </a:extLst>
              </p14:cNvPr>
              <p14:cNvContentPartPr/>
              <p14:nvPr/>
            </p14:nvContentPartPr>
            <p14:xfrm>
              <a:off x="7968208" y="2417054"/>
              <a:ext cx="170280" cy="12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9A64DA-7C40-53BE-820A-4E56E25E09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62088" y="2410934"/>
                <a:ext cx="1825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253C216-8141-E495-095C-334C3ADD39CE}"/>
                  </a:ext>
                </a:extLst>
              </p14:cNvPr>
              <p14:cNvContentPartPr/>
              <p14:nvPr/>
            </p14:nvContentPartPr>
            <p14:xfrm>
              <a:off x="4265968" y="1857974"/>
              <a:ext cx="44640" cy="843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253C216-8141-E495-095C-334C3ADD39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59848" y="1851854"/>
                <a:ext cx="56880" cy="85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10">
                <a:extLst>
                  <a:ext uri="{FF2B5EF4-FFF2-40B4-BE49-F238E27FC236}">
                    <a16:creationId xmlns:a16="http://schemas.microsoft.com/office/drawing/2014/main" id="{B31A3383-E434-CF1F-E761-E1EA3BE8FD8C}"/>
                  </a:ext>
                </a:extLst>
              </p14:cNvPr>
              <p14:cNvContentPartPr/>
              <p14:nvPr/>
            </p14:nvContentPartPr>
            <p14:xfrm>
              <a:off x="7999168" y="1395374"/>
              <a:ext cx="55800" cy="1059480"/>
            </p14:xfrm>
          </p:contentPart>
        </mc:Choice>
        <mc:Fallback>
          <p:pic>
            <p:nvPicPr>
              <p:cNvPr id="10" name="Ink 10">
                <a:extLst>
                  <a:ext uri="{FF2B5EF4-FFF2-40B4-BE49-F238E27FC236}">
                    <a16:creationId xmlns:a16="http://schemas.microsoft.com/office/drawing/2014/main" id="{B31A3383-E434-CF1F-E761-E1EA3BE8FD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93048" y="1389254"/>
                <a:ext cx="68040" cy="10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299780-C8A3-3A53-D165-D25797B0DEE8}"/>
                  </a:ext>
                </a:extLst>
              </p14:cNvPr>
              <p14:cNvContentPartPr/>
              <p14:nvPr/>
            </p14:nvContentPartPr>
            <p14:xfrm>
              <a:off x="3993448" y="1866614"/>
              <a:ext cx="691920" cy="804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299780-C8A3-3A53-D165-D25797B0DE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7968" y="1851141"/>
                <a:ext cx="722520" cy="835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C704505-177B-7DC9-55CD-CBD7C63BCDDF}"/>
                  </a:ext>
                </a:extLst>
              </p14:cNvPr>
              <p14:cNvContentPartPr/>
              <p14:nvPr/>
            </p14:nvContentPartPr>
            <p14:xfrm>
              <a:off x="7677688" y="1407614"/>
              <a:ext cx="735840" cy="1000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C704505-177B-7DC9-55CD-CBD7C63BCDD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62208" y="1392134"/>
                <a:ext cx="766440" cy="10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3" name="Ink 43">
                <a:extLst>
                  <a:ext uri="{FF2B5EF4-FFF2-40B4-BE49-F238E27FC236}">
                    <a16:creationId xmlns:a16="http://schemas.microsoft.com/office/drawing/2014/main" id="{FF884A12-F937-4358-59A7-79168B39E660}"/>
                  </a:ext>
                </a:extLst>
              </p14:cNvPr>
              <p14:cNvContentPartPr/>
              <p14:nvPr/>
            </p14:nvContentPartPr>
            <p14:xfrm>
              <a:off x="4358128" y="1495454"/>
              <a:ext cx="3615480" cy="1138680"/>
            </p14:xfrm>
          </p:contentPart>
        </mc:Choice>
        <mc:Fallback>
          <p:pic>
            <p:nvPicPr>
              <p:cNvPr id="43" name="Ink 43">
                <a:extLst>
                  <a:ext uri="{FF2B5EF4-FFF2-40B4-BE49-F238E27FC236}">
                    <a16:creationId xmlns:a16="http://schemas.microsoft.com/office/drawing/2014/main" id="{FF884A12-F937-4358-59A7-79168B39E66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47328" y="1484651"/>
                <a:ext cx="3636720" cy="115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8" name="Ink 48">
                <a:extLst>
                  <a:ext uri="{FF2B5EF4-FFF2-40B4-BE49-F238E27FC236}">
                    <a16:creationId xmlns:a16="http://schemas.microsoft.com/office/drawing/2014/main" id="{36137ED9-F4EF-8022-408D-72AE49DB10F7}"/>
                  </a:ext>
                </a:extLst>
              </p14:cNvPr>
              <p14:cNvContentPartPr/>
              <p14:nvPr/>
            </p14:nvContentPartPr>
            <p14:xfrm>
              <a:off x="5747728" y="1892534"/>
              <a:ext cx="685440" cy="307800"/>
            </p14:xfrm>
          </p:contentPart>
        </mc:Choice>
        <mc:Fallback>
          <p:pic>
            <p:nvPicPr>
              <p:cNvPr id="48" name="Ink 48">
                <a:extLst>
                  <a:ext uri="{FF2B5EF4-FFF2-40B4-BE49-F238E27FC236}">
                    <a16:creationId xmlns:a16="http://schemas.microsoft.com/office/drawing/2014/main" id="{36137ED9-F4EF-8022-408D-72AE49DB10F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36934" y="1881734"/>
                <a:ext cx="706669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1" name="Ink 51">
                <a:extLst>
                  <a:ext uri="{FF2B5EF4-FFF2-40B4-BE49-F238E27FC236}">
                    <a16:creationId xmlns:a16="http://schemas.microsoft.com/office/drawing/2014/main" id="{3816B127-173F-7527-25FA-F4F11AFAF1EB}"/>
                  </a:ext>
                </a:extLst>
              </p14:cNvPr>
              <p14:cNvContentPartPr/>
              <p14:nvPr/>
            </p14:nvContentPartPr>
            <p14:xfrm>
              <a:off x="4087768" y="1388534"/>
              <a:ext cx="352440" cy="377640"/>
            </p14:xfrm>
          </p:contentPart>
        </mc:Choice>
        <mc:Fallback>
          <p:pic>
            <p:nvPicPr>
              <p:cNvPr id="51" name="Ink 51">
                <a:extLst>
                  <a:ext uri="{FF2B5EF4-FFF2-40B4-BE49-F238E27FC236}">
                    <a16:creationId xmlns:a16="http://schemas.microsoft.com/office/drawing/2014/main" id="{3816B127-173F-7527-25FA-F4F11AFAF1E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76968" y="1377734"/>
                <a:ext cx="37368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4" name="Ink 54">
                <a:extLst>
                  <a:ext uri="{FF2B5EF4-FFF2-40B4-BE49-F238E27FC236}">
                    <a16:creationId xmlns:a16="http://schemas.microsoft.com/office/drawing/2014/main" id="{47C5D864-67AC-839E-4F6B-417C59B94FCC}"/>
                  </a:ext>
                </a:extLst>
              </p14:cNvPr>
              <p14:cNvContentPartPr/>
              <p14:nvPr/>
            </p14:nvContentPartPr>
            <p14:xfrm>
              <a:off x="7822408" y="1074254"/>
              <a:ext cx="365040" cy="327240"/>
            </p14:xfrm>
          </p:contentPart>
        </mc:Choice>
        <mc:Fallback>
          <p:pic>
            <p:nvPicPr>
              <p:cNvPr id="54" name="Ink 54">
                <a:extLst>
                  <a:ext uri="{FF2B5EF4-FFF2-40B4-BE49-F238E27FC236}">
                    <a16:creationId xmlns:a16="http://schemas.microsoft.com/office/drawing/2014/main" id="{47C5D864-67AC-839E-4F6B-417C59B94F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11608" y="1063454"/>
                <a:ext cx="3862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9" name="Ink 59">
                <a:extLst>
                  <a:ext uri="{FF2B5EF4-FFF2-40B4-BE49-F238E27FC236}">
                    <a16:creationId xmlns:a16="http://schemas.microsoft.com/office/drawing/2014/main" id="{1561EB0C-E111-F67B-E916-F240638ADB62}"/>
                  </a:ext>
                </a:extLst>
              </p14:cNvPr>
              <p14:cNvContentPartPr/>
              <p14:nvPr/>
            </p14:nvContentPartPr>
            <p14:xfrm>
              <a:off x="3697888" y="1948334"/>
              <a:ext cx="559800" cy="691920"/>
            </p14:xfrm>
          </p:contentPart>
        </mc:Choice>
        <mc:Fallback>
          <p:pic>
            <p:nvPicPr>
              <p:cNvPr id="59" name="Ink 59">
                <a:extLst>
                  <a:ext uri="{FF2B5EF4-FFF2-40B4-BE49-F238E27FC236}">
                    <a16:creationId xmlns:a16="http://schemas.microsoft.com/office/drawing/2014/main" id="{1561EB0C-E111-F67B-E916-F240638ADB6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87088" y="1937534"/>
                <a:ext cx="58104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2" name="Ink 62">
                <a:extLst>
                  <a:ext uri="{FF2B5EF4-FFF2-40B4-BE49-F238E27FC236}">
                    <a16:creationId xmlns:a16="http://schemas.microsoft.com/office/drawing/2014/main" id="{24417332-5C17-CD0E-6E55-62B6974E25A9}"/>
                  </a:ext>
                </a:extLst>
              </p14:cNvPr>
              <p14:cNvContentPartPr/>
              <p14:nvPr/>
            </p14:nvContentPartPr>
            <p14:xfrm>
              <a:off x="3352288" y="2071094"/>
              <a:ext cx="188640" cy="317520"/>
            </p14:xfrm>
          </p:contentPart>
        </mc:Choice>
        <mc:Fallback>
          <p:pic>
            <p:nvPicPr>
              <p:cNvPr id="62" name="Ink 62">
                <a:extLst>
                  <a:ext uri="{FF2B5EF4-FFF2-40B4-BE49-F238E27FC236}">
                    <a16:creationId xmlns:a16="http://schemas.microsoft.com/office/drawing/2014/main" id="{24417332-5C17-CD0E-6E55-62B6974E25A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41509" y="2060294"/>
                <a:ext cx="2098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8" name="Ink 68">
                <a:extLst>
                  <a:ext uri="{FF2B5EF4-FFF2-40B4-BE49-F238E27FC236}">
                    <a16:creationId xmlns:a16="http://schemas.microsoft.com/office/drawing/2014/main" id="{4CA6BFDD-9A8F-0975-8BE2-0ED806AC886E}"/>
                  </a:ext>
                </a:extLst>
              </p14:cNvPr>
              <p14:cNvContentPartPr/>
              <p14:nvPr/>
            </p14:nvContentPartPr>
            <p14:xfrm>
              <a:off x="7999168" y="1369814"/>
              <a:ext cx="622080" cy="968400"/>
            </p14:xfrm>
          </p:contentPart>
        </mc:Choice>
        <mc:Fallback>
          <p:pic>
            <p:nvPicPr>
              <p:cNvPr id="68" name="Ink 68">
                <a:extLst>
                  <a:ext uri="{FF2B5EF4-FFF2-40B4-BE49-F238E27FC236}">
                    <a16:creationId xmlns:a16="http://schemas.microsoft.com/office/drawing/2014/main" id="{4CA6BFDD-9A8F-0975-8BE2-0ED806AC886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88368" y="1359014"/>
                <a:ext cx="64332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1" name="Ink 71">
                <a:extLst>
                  <a:ext uri="{FF2B5EF4-FFF2-40B4-BE49-F238E27FC236}">
                    <a16:creationId xmlns:a16="http://schemas.microsoft.com/office/drawing/2014/main" id="{2AA87BDF-3662-D667-2080-D7EFB6B29D95}"/>
                  </a:ext>
                </a:extLst>
              </p14:cNvPr>
              <p14:cNvContentPartPr/>
              <p14:nvPr/>
            </p14:nvContentPartPr>
            <p14:xfrm>
              <a:off x="8677408" y="1502654"/>
              <a:ext cx="302040" cy="307440"/>
            </p14:xfrm>
          </p:contentPart>
        </mc:Choice>
        <mc:Fallback>
          <p:pic>
            <p:nvPicPr>
              <p:cNvPr id="71" name="Ink 71">
                <a:extLst>
                  <a:ext uri="{FF2B5EF4-FFF2-40B4-BE49-F238E27FC236}">
                    <a16:creationId xmlns:a16="http://schemas.microsoft.com/office/drawing/2014/main" id="{2AA87BDF-3662-D667-2080-D7EFB6B29D9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66608" y="1491867"/>
                <a:ext cx="323280" cy="3286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5" name="Ink 75">
                <a:extLst>
                  <a:ext uri="{FF2B5EF4-FFF2-40B4-BE49-F238E27FC236}">
                    <a16:creationId xmlns:a16="http://schemas.microsoft.com/office/drawing/2014/main" id="{E165956B-D00D-847A-E3C2-64902B66F8E1}"/>
                  </a:ext>
                </a:extLst>
              </p14:cNvPr>
              <p14:cNvContentPartPr/>
              <p14:nvPr/>
            </p14:nvContentPartPr>
            <p14:xfrm>
              <a:off x="4427968" y="2155694"/>
              <a:ext cx="163080" cy="220320"/>
            </p14:xfrm>
          </p:contentPart>
        </mc:Choice>
        <mc:Fallback>
          <p:pic>
            <p:nvPicPr>
              <p:cNvPr id="75" name="Ink 75">
                <a:extLst>
                  <a:ext uri="{FF2B5EF4-FFF2-40B4-BE49-F238E27FC236}">
                    <a16:creationId xmlns:a16="http://schemas.microsoft.com/office/drawing/2014/main" id="{E165956B-D00D-847A-E3C2-64902B66F8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12488" y="2140214"/>
                <a:ext cx="1936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9" name="Ink 79">
                <a:extLst>
                  <a:ext uri="{FF2B5EF4-FFF2-40B4-BE49-F238E27FC236}">
                    <a16:creationId xmlns:a16="http://schemas.microsoft.com/office/drawing/2014/main" id="{A7DAF159-477C-C751-800B-1C13BC932664}"/>
                  </a:ext>
                </a:extLst>
              </p14:cNvPr>
              <p14:cNvContentPartPr/>
              <p14:nvPr/>
            </p14:nvContentPartPr>
            <p14:xfrm>
              <a:off x="7734208" y="1793894"/>
              <a:ext cx="201600" cy="242640"/>
            </p14:xfrm>
          </p:contentPart>
        </mc:Choice>
        <mc:Fallback>
          <p:pic>
            <p:nvPicPr>
              <p:cNvPr id="79" name="Ink 79">
                <a:extLst>
                  <a:ext uri="{FF2B5EF4-FFF2-40B4-BE49-F238E27FC236}">
                    <a16:creationId xmlns:a16="http://schemas.microsoft.com/office/drawing/2014/main" id="{A7DAF159-477C-C751-800B-1C13BC93266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18728" y="1778437"/>
                <a:ext cx="232200" cy="273195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78977D2-EC88-5645-2E96-913709105680}"/>
              </a:ext>
            </a:extLst>
          </p:cNvPr>
          <p:cNvSpPr txBox="1"/>
          <p:nvPr/>
        </p:nvSpPr>
        <p:spPr>
          <a:xfrm>
            <a:off x="339572" y="2714625"/>
            <a:ext cx="515557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/>
              <a:t>Assumptions: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/>
              <a:t>Flow is incompressible and steady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/>
              <a:t>Inviscid flow (Viscosity=0, friction=0)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/>
              <a:t>Isothermal, Heat added to system =0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B8F93A-A833-64E4-9894-DF7CA724E1D1}"/>
                  </a:ext>
                </a:extLst>
              </p:cNvPr>
              <p:cNvSpPr txBox="1"/>
              <p:nvPr/>
            </p:nvSpPr>
            <p:spPr>
              <a:xfrm>
                <a:off x="3254222" y="4595812"/>
                <a:ext cx="5700920" cy="8823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B8F93A-A833-64E4-9894-DF7CA724E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222" y="4595812"/>
                <a:ext cx="5700920" cy="88235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6772E92-8F78-F975-AE42-07AA67D336DC}"/>
              </a:ext>
            </a:extLst>
          </p:cNvPr>
          <p:cNvSpPr/>
          <p:nvPr/>
        </p:nvSpPr>
        <p:spPr>
          <a:xfrm>
            <a:off x="3209925" y="4524375"/>
            <a:ext cx="5769523" cy="1047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D11EEC-621A-4358-0413-0785A16FE298}"/>
              </a:ext>
            </a:extLst>
          </p:cNvPr>
          <p:cNvSpPr txBox="1"/>
          <p:nvPr/>
        </p:nvSpPr>
        <p:spPr>
          <a:xfrm>
            <a:off x="4519792" y="5591630"/>
            <a:ext cx="3161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FF0000"/>
                </a:solidFill>
              </a:rPr>
              <a:t>Bernoulli’s Equation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908BE-28C9-CFF6-79A5-46A2E08251E1}"/>
              </a:ext>
            </a:extLst>
          </p:cNvPr>
          <p:cNvSpPr txBox="1"/>
          <p:nvPr/>
        </p:nvSpPr>
        <p:spPr>
          <a:xfrm>
            <a:off x="6702273" y="2714625"/>
            <a:ext cx="515015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u="sng"/>
              <a:t>Bernoulli Principle:</a:t>
            </a:r>
          </a:p>
          <a:p>
            <a:r>
              <a:rPr lang="en-IN" sz="2200"/>
              <a:t>For a </a:t>
            </a:r>
            <a:r>
              <a:rPr lang="en-IN" sz="2200">
                <a:solidFill>
                  <a:srgbClr val="FF0000"/>
                </a:solidFill>
              </a:rPr>
              <a:t>steady, incompressible, inviscid, isothermal flow without any heat transfer, the </a:t>
            </a:r>
            <a:r>
              <a:rPr lang="en-IN" sz="2200" b="1">
                <a:solidFill>
                  <a:srgbClr val="0070C0"/>
                </a:solidFill>
              </a:rPr>
              <a:t>total mechanical energy is conserved</a:t>
            </a:r>
            <a:r>
              <a:rPr lang="en-IN" sz="2200">
                <a:solidFill>
                  <a:srgbClr val="0070C0"/>
                </a:solidFill>
              </a:rPr>
              <a:t>.</a:t>
            </a:r>
            <a:r>
              <a:rPr lang="en-IN" sz="22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867528-52CE-24EF-9172-0C68B42B3DA7}"/>
              </a:ext>
            </a:extLst>
          </p:cNvPr>
          <p:cNvSpPr txBox="1"/>
          <p:nvPr/>
        </p:nvSpPr>
        <p:spPr>
          <a:xfrm>
            <a:off x="1575778" y="6067425"/>
            <a:ext cx="9055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0070C0"/>
                </a:solidFill>
              </a:rPr>
              <a:t>Caveat: </a:t>
            </a:r>
            <a:r>
              <a:rPr lang="en-IN" sz="2400"/>
              <a:t>In general, </a:t>
            </a:r>
            <a:r>
              <a:rPr lang="en-IN" sz="2400" b="1"/>
              <a:t>mechanical + internal energy</a:t>
            </a:r>
            <a:r>
              <a:rPr lang="en-IN" sz="2400"/>
              <a:t> is conserved!</a:t>
            </a:r>
          </a:p>
        </p:txBody>
      </p:sp>
    </p:spTree>
    <p:extLst>
      <p:ext uri="{BB962C8B-B14F-4D97-AF65-F5344CB8AC3E}">
        <p14:creationId xmlns:p14="http://schemas.microsoft.com/office/powerpoint/2010/main" val="394667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7C6E0F-7AEE-1B0C-A250-5EF68EEB200F}"/>
              </a:ext>
            </a:extLst>
          </p:cNvPr>
          <p:cNvSpPr txBox="1"/>
          <p:nvPr/>
        </p:nvSpPr>
        <p:spPr>
          <a:xfrm>
            <a:off x="4590363" y="3044279"/>
            <a:ext cx="32002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>
                <a:latin typeface="Arial Rounded MT Bold" panose="020F07040305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59420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ChBE 3200: Transport Phenomena (Fall 2023)  Lecture 9: Macroscopic Energy Balance &amp; Bernoulli Principle</vt:lpstr>
      <vt:lpstr>Conservation of Mass: Continuity</vt:lpstr>
      <vt:lpstr>Conservation of Momentum: Newton’s 2nd Law</vt:lpstr>
      <vt:lpstr>Conservation of Energy: First Law of Thermo.</vt:lpstr>
      <vt:lpstr>Agenda</vt:lpstr>
      <vt:lpstr>Types of Work</vt:lpstr>
      <vt:lpstr>Notations: Vectors and Tensors</vt:lpstr>
      <vt:lpstr>Work done to overcome fluid-stress</vt:lpstr>
      <vt:lpstr>Work done to overcome fluid-stress</vt:lpstr>
      <vt:lpstr>Conservation of Energy</vt:lpstr>
      <vt:lpstr>Bernoulli Principle: A Special Case</vt:lpstr>
      <vt:lpstr>Bernoulli Principle: A Special Case</vt:lpstr>
      <vt:lpstr>Bernoulli Principle: A Special Case</vt:lpstr>
      <vt:lpstr>Bernoulli Principle: A Special Case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ChBE 3200: Transport Phenomena (Fall 2023)  Problem Solving Session</dc:title>
  <dc:creator>Bhowmik, Sayan</dc:creator>
  <cp:revision>1</cp:revision>
  <dcterms:created xsi:type="dcterms:W3CDTF">2023-09-04T23:53:26Z</dcterms:created>
  <dcterms:modified xsi:type="dcterms:W3CDTF">2023-09-10T04:10:10Z</dcterms:modified>
</cp:coreProperties>
</file>