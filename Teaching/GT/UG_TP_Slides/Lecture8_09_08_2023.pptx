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5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207161-CD40-0E66-D1D4-84AE0506FC51}" v="8" dt="2023-09-07T15:45:58.874"/>
    <p1510:client id="{61E50591-5372-40E0-A920-F29C2B79AC06}" v="2113" dt="2023-09-08T00:54:15.168"/>
    <p1510:client id="{F84FF9A7-A6D1-9F48-9981-D5AAC95CF743}" v="1181" dt="2023-09-07T01:59:04.0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owmik, Sayan" userId="S::sbhowmik9@gatech.edu::2b51cadb-156e-4c9a-99fc-6d2138739850" providerId="AD" clId="Web-{38A520CE-FE97-9767-E658-566DE84C2C86}"/>
    <pc:docChg chg="addSld modSld">
      <pc:chgData name="Bhowmik, Sayan" userId="S::sbhowmik9@gatech.edu::2b51cadb-156e-4c9a-99fc-6d2138739850" providerId="AD" clId="Web-{38A520CE-FE97-9767-E658-566DE84C2C86}" dt="2023-09-06T21:32:32.065" v="392"/>
      <pc:docMkLst>
        <pc:docMk/>
      </pc:docMkLst>
      <pc:sldChg chg="addAnim delAnim">
        <pc:chgData name="Bhowmik, Sayan" userId="S::sbhowmik9@gatech.edu::2b51cadb-156e-4c9a-99fc-6d2138739850" providerId="AD" clId="Web-{38A520CE-FE97-9767-E658-566DE84C2C86}" dt="2023-09-06T21:24:19.971" v="378"/>
        <pc:sldMkLst>
          <pc:docMk/>
          <pc:sldMk cId="3458980950" sldId="271"/>
        </pc:sldMkLst>
      </pc:sldChg>
      <pc:sldChg chg="modSp addAnim">
        <pc:chgData name="Bhowmik, Sayan" userId="S::sbhowmik9@gatech.edu::2b51cadb-156e-4c9a-99fc-6d2138739850" providerId="AD" clId="Web-{38A520CE-FE97-9767-E658-566DE84C2C86}" dt="2023-09-06T21:18:25.761" v="362"/>
        <pc:sldMkLst>
          <pc:docMk/>
          <pc:sldMk cId="2285472110" sldId="272"/>
        </pc:sldMkLst>
        <pc:spChg chg="mod">
          <ac:chgData name="Bhowmik, Sayan" userId="S::sbhowmik9@gatech.edu::2b51cadb-156e-4c9a-99fc-6d2138739850" providerId="AD" clId="Web-{38A520CE-FE97-9767-E658-566DE84C2C86}" dt="2023-09-06T20:18:59.953" v="3" actId="1076"/>
          <ac:spMkLst>
            <pc:docMk/>
            <pc:sldMk cId="2285472110" sldId="272"/>
            <ac:spMk id="6" creationId="{9FC7C615-671D-738E-8114-9ECEC8D0A451}"/>
          </ac:spMkLst>
        </pc:spChg>
        <pc:spChg chg="mod">
          <ac:chgData name="Bhowmik, Sayan" userId="S::sbhowmik9@gatech.edu::2b51cadb-156e-4c9a-99fc-6d2138739850" providerId="AD" clId="Web-{38A520CE-FE97-9767-E658-566DE84C2C86}" dt="2023-09-06T20:18:59.969" v="4" actId="1076"/>
          <ac:spMkLst>
            <pc:docMk/>
            <pc:sldMk cId="2285472110" sldId="272"/>
            <ac:spMk id="7" creationId="{A7559624-F54D-B12E-4D09-7168433BAA47}"/>
          </ac:spMkLst>
        </pc:spChg>
        <pc:spChg chg="mod">
          <ac:chgData name="Bhowmik, Sayan" userId="S::sbhowmik9@gatech.edu::2b51cadb-156e-4c9a-99fc-6d2138739850" providerId="AD" clId="Web-{38A520CE-FE97-9767-E658-566DE84C2C86}" dt="2023-09-06T20:19:00.297" v="14" actId="1076"/>
          <ac:spMkLst>
            <pc:docMk/>
            <pc:sldMk cId="2285472110" sldId="272"/>
            <ac:spMk id="17" creationId="{1263353C-DF18-6879-7E63-A6CF3A5BD04D}"/>
          </ac:spMkLst>
        </pc:spChg>
        <pc:inkChg chg="mod">
          <ac:chgData name="Bhowmik, Sayan" userId="S::sbhowmik9@gatech.edu::2b51cadb-156e-4c9a-99fc-6d2138739850" providerId="AD" clId="Web-{38A520CE-FE97-9767-E658-566DE84C2C86}" dt="2023-09-06T20:18:59.984" v="5" actId="1076"/>
          <ac:inkMkLst>
            <pc:docMk/>
            <pc:sldMk cId="2285472110" sldId="272"/>
            <ac:inkMk id="8" creationId="{0C874BA1-3BDD-E4AA-1378-B4859BA63B64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00" v="6" actId="1076"/>
          <ac:inkMkLst>
            <pc:docMk/>
            <pc:sldMk cId="2285472110" sldId="272"/>
            <ac:inkMk id="9" creationId="{A9FB04E7-6DA6-1105-F63B-FC071812C6AC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00.031" v="7" actId="1076"/>
          <ac:inkMkLst>
            <pc:docMk/>
            <pc:sldMk cId="2285472110" sldId="272"/>
            <ac:inkMk id="10" creationId="{E851A8E8-D424-54C0-4871-F5C817F6FFA8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00.047" v="8" actId="1076"/>
          <ac:inkMkLst>
            <pc:docMk/>
            <pc:sldMk cId="2285472110" sldId="272"/>
            <ac:inkMk id="11" creationId="{6188DF72-481C-9AF1-FAC3-64E9E5349468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00.063" v="9" actId="1076"/>
          <ac:inkMkLst>
            <pc:docMk/>
            <pc:sldMk cId="2285472110" sldId="272"/>
            <ac:inkMk id="12" creationId="{317B3B5F-627F-5691-E87D-FEA8D6F6BC5E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00.094" v="10" actId="1076"/>
          <ac:inkMkLst>
            <pc:docMk/>
            <pc:sldMk cId="2285472110" sldId="272"/>
            <ac:inkMk id="13" creationId="{475D5A53-1F16-C783-6534-71623BC8FFDB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00.110" v="11" actId="1076"/>
          <ac:inkMkLst>
            <pc:docMk/>
            <pc:sldMk cId="2285472110" sldId="272"/>
            <ac:inkMk id="14" creationId="{5B1981BD-75E6-67E6-7424-851336CDB5E7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00.141" v="12" actId="1076"/>
          <ac:inkMkLst>
            <pc:docMk/>
            <pc:sldMk cId="2285472110" sldId="272"/>
            <ac:inkMk id="21" creationId="{E6BA9BC0-CD17-7FD8-95D9-96A2DCAAF393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00.156" v="13" actId="1076"/>
          <ac:inkMkLst>
            <pc:docMk/>
            <pc:sldMk cId="2285472110" sldId="272"/>
            <ac:inkMk id="22" creationId="{832DC11A-71F3-CD92-33BB-C8658F577292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205" v="46" actId="1076"/>
          <ac:inkMkLst>
            <pc:docMk/>
            <pc:sldMk cId="2285472110" sldId="272"/>
            <ac:inkMk id="29" creationId="{4B15D807-BF25-2254-6F9F-88C9D7D433B9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220" v="47" actId="1076"/>
          <ac:inkMkLst>
            <pc:docMk/>
            <pc:sldMk cId="2285472110" sldId="272"/>
            <ac:inkMk id="34" creationId="{6FD68C95-ECED-B047-E33C-0F19624B1BC2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236" v="48" actId="1076"/>
          <ac:inkMkLst>
            <pc:docMk/>
            <pc:sldMk cId="2285472110" sldId="272"/>
            <ac:inkMk id="37" creationId="{F60FA244-3280-AD47-DF3B-D87684CDD743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252" v="49" actId="1076"/>
          <ac:inkMkLst>
            <pc:docMk/>
            <pc:sldMk cId="2285472110" sldId="272"/>
            <ac:inkMk id="42" creationId="{C155718E-3E2A-3E26-BAEB-7CCCDABDE277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267" v="50" actId="1076"/>
          <ac:inkMkLst>
            <pc:docMk/>
            <pc:sldMk cId="2285472110" sldId="272"/>
            <ac:inkMk id="46" creationId="{F4DB7435-D279-F19E-BA34-0B263491EAFF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283" v="51" actId="1076"/>
          <ac:inkMkLst>
            <pc:docMk/>
            <pc:sldMk cId="2285472110" sldId="272"/>
            <ac:inkMk id="49" creationId="{E2556897-20DE-04EC-9192-DDBD3E72EDDE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298" v="52" actId="1076"/>
          <ac:inkMkLst>
            <pc:docMk/>
            <pc:sldMk cId="2285472110" sldId="272"/>
            <ac:inkMk id="59" creationId="{7983529A-BD30-FFAA-8D66-AC013904ED49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314" v="53" actId="1076"/>
          <ac:inkMkLst>
            <pc:docMk/>
            <pc:sldMk cId="2285472110" sldId="272"/>
            <ac:inkMk id="62" creationId="{8C53985F-5F92-EAC4-AB98-44CEB1FB1AD0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330" v="54" actId="1076"/>
          <ac:inkMkLst>
            <pc:docMk/>
            <pc:sldMk cId="2285472110" sldId="272"/>
            <ac:inkMk id="66" creationId="{0BF3BDD7-1D6F-A69B-B08A-EF09AC0E8796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345" v="55" actId="1076"/>
          <ac:inkMkLst>
            <pc:docMk/>
            <pc:sldMk cId="2285472110" sldId="272"/>
            <ac:inkMk id="67" creationId="{6412B177-4FBB-4FE4-06AB-113AAAC063DA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361" v="56" actId="1076"/>
          <ac:inkMkLst>
            <pc:docMk/>
            <pc:sldMk cId="2285472110" sldId="272"/>
            <ac:inkMk id="71" creationId="{258CBA36-CC5A-D3F6-EEA9-B380E6376ACE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377" v="57" actId="1076"/>
          <ac:inkMkLst>
            <pc:docMk/>
            <pc:sldMk cId="2285472110" sldId="272"/>
            <ac:inkMk id="72" creationId="{B65C0A9D-DFD5-626A-DF65-93C46991603E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392" v="58" actId="1076"/>
          <ac:inkMkLst>
            <pc:docMk/>
            <pc:sldMk cId="2285472110" sldId="272"/>
            <ac:inkMk id="80" creationId="{E39B54D8-4420-36E3-53AD-AC2FDCAAC42F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392" v="59" actId="1076"/>
          <ac:inkMkLst>
            <pc:docMk/>
            <pc:sldMk cId="2285472110" sldId="272"/>
            <ac:inkMk id="81" creationId="{D8110081-E9E5-AA78-70DB-DF933E657DC6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408" v="60" actId="1076"/>
          <ac:inkMkLst>
            <pc:docMk/>
            <pc:sldMk cId="2285472110" sldId="272"/>
            <ac:inkMk id="87" creationId="{F4951B7C-1722-81B2-3EEE-2AE21F1C445B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423" v="61" actId="1076"/>
          <ac:inkMkLst>
            <pc:docMk/>
            <pc:sldMk cId="2285472110" sldId="272"/>
            <ac:inkMk id="88" creationId="{812A6D2B-437B-05B3-0D0B-CD06D98B5785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439" v="62" actId="1076"/>
          <ac:inkMkLst>
            <pc:docMk/>
            <pc:sldMk cId="2285472110" sldId="272"/>
            <ac:inkMk id="92" creationId="{36413CFC-060F-ECCB-AE3B-5007EEAA63EB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455" v="63" actId="1076"/>
          <ac:inkMkLst>
            <pc:docMk/>
            <pc:sldMk cId="2285472110" sldId="272"/>
            <ac:inkMk id="97" creationId="{ACBC9E24-B7B7-8110-B8AC-91FA2D5DB562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470" v="64" actId="1076"/>
          <ac:inkMkLst>
            <pc:docMk/>
            <pc:sldMk cId="2285472110" sldId="272"/>
            <ac:inkMk id="101" creationId="{C0E8E202-1FB9-8C2C-91CF-F0C1101D53F9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486" v="65" actId="1076"/>
          <ac:inkMkLst>
            <pc:docMk/>
            <pc:sldMk cId="2285472110" sldId="272"/>
            <ac:inkMk id="106" creationId="{FF07CE74-6171-2670-22AF-5F111D7B7644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502" v="66" actId="1076"/>
          <ac:inkMkLst>
            <pc:docMk/>
            <pc:sldMk cId="2285472110" sldId="272"/>
            <ac:inkMk id="107" creationId="{471774E6-90BD-DD76-E899-30936C6CC92E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517" v="67" actId="1076"/>
          <ac:inkMkLst>
            <pc:docMk/>
            <pc:sldMk cId="2285472110" sldId="272"/>
            <ac:inkMk id="111" creationId="{F6D7E000-4AE2-2FD7-B1DE-BA1B98D505A4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533" v="68" actId="1076"/>
          <ac:inkMkLst>
            <pc:docMk/>
            <pc:sldMk cId="2285472110" sldId="272"/>
            <ac:inkMk id="115" creationId="{4379A068-FF07-421F-EB5E-D90475E3CB19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548" v="69" actId="1076"/>
          <ac:inkMkLst>
            <pc:docMk/>
            <pc:sldMk cId="2285472110" sldId="272"/>
            <ac:inkMk id="119" creationId="{DAB70378-494A-5999-2F86-28B4A85D58C4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564" v="70" actId="1076"/>
          <ac:inkMkLst>
            <pc:docMk/>
            <pc:sldMk cId="2285472110" sldId="272"/>
            <ac:inkMk id="120" creationId="{EDE5D22B-CC55-F82A-5E78-2953C1F7E52E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580" v="71" actId="1076"/>
          <ac:inkMkLst>
            <pc:docMk/>
            <pc:sldMk cId="2285472110" sldId="272"/>
            <ac:inkMk id="123" creationId="{7C61C5DE-2A13-3C00-C5C0-F42DCF0CEFCE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595" v="72" actId="1076"/>
          <ac:inkMkLst>
            <pc:docMk/>
            <pc:sldMk cId="2285472110" sldId="272"/>
            <ac:inkMk id="126" creationId="{8AC04F05-0DA8-7973-0489-6A40EB861945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595" v="73" actId="1076"/>
          <ac:inkMkLst>
            <pc:docMk/>
            <pc:sldMk cId="2285472110" sldId="272"/>
            <ac:inkMk id="127" creationId="{752C10AB-1843-C6D7-376A-4CE1D8D84837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611" v="74" actId="1076"/>
          <ac:inkMkLst>
            <pc:docMk/>
            <pc:sldMk cId="2285472110" sldId="272"/>
            <ac:inkMk id="132" creationId="{DF6FDE94-47C0-091C-8300-0235951763A0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627" v="75" actId="1076"/>
          <ac:inkMkLst>
            <pc:docMk/>
            <pc:sldMk cId="2285472110" sldId="272"/>
            <ac:inkMk id="133" creationId="{38D2E000-5CD4-2137-88AE-A6C2C77B03F0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19:22.642" v="76" actId="1076"/>
          <ac:inkMkLst>
            <pc:docMk/>
            <pc:sldMk cId="2285472110" sldId="272"/>
            <ac:inkMk id="136" creationId="{155AB052-60C2-A635-0CA9-6FD39AB3AF82}"/>
          </ac:inkMkLst>
        </pc:inkChg>
        <pc:cxnChg chg="mod">
          <ac:chgData name="Bhowmik, Sayan" userId="S::sbhowmik9@gatech.edu::2b51cadb-156e-4c9a-99fc-6d2138739850" providerId="AD" clId="Web-{38A520CE-FE97-9767-E658-566DE84C2C86}" dt="2023-09-06T20:18:59.922" v="1" actId="1076"/>
          <ac:cxnSpMkLst>
            <pc:docMk/>
            <pc:sldMk cId="2285472110" sldId="272"/>
            <ac:cxnSpMk id="2" creationId="{392DA186-8EC0-174D-C19B-D8DA2F62EBA3}"/>
          </ac:cxnSpMkLst>
        </pc:cxnChg>
        <pc:cxnChg chg="mod">
          <ac:chgData name="Bhowmik, Sayan" userId="S::sbhowmik9@gatech.edu::2b51cadb-156e-4c9a-99fc-6d2138739850" providerId="AD" clId="Web-{38A520CE-FE97-9767-E658-566DE84C2C86}" dt="2023-09-06T20:18:59.938" v="2" actId="1076"/>
          <ac:cxnSpMkLst>
            <pc:docMk/>
            <pc:sldMk cId="2285472110" sldId="272"/>
            <ac:cxnSpMk id="3" creationId="{DCAFB4D8-E916-DAFF-3BF6-23090301C12A}"/>
          </ac:cxnSpMkLst>
        </pc:cxnChg>
      </pc:sldChg>
      <pc:sldChg chg="add replId addAnim delAnim">
        <pc:chgData name="Bhowmik, Sayan" userId="S::sbhowmik9@gatech.edu::2b51cadb-156e-4c9a-99fc-6d2138739850" providerId="AD" clId="Web-{38A520CE-FE97-9767-E658-566DE84C2C86}" dt="2023-09-06T21:21:54.961" v="371"/>
        <pc:sldMkLst>
          <pc:docMk/>
          <pc:sldMk cId="3578118627" sldId="273"/>
        </pc:sldMkLst>
      </pc:sldChg>
      <pc:sldChg chg="delSp modSp add replId addAnim delAnim">
        <pc:chgData name="Bhowmik, Sayan" userId="S::sbhowmik9@gatech.edu::2b51cadb-156e-4c9a-99fc-6d2138739850" providerId="AD" clId="Web-{38A520CE-FE97-9767-E658-566DE84C2C86}" dt="2023-09-06T21:23:09.685" v="375"/>
        <pc:sldMkLst>
          <pc:docMk/>
          <pc:sldMk cId="500877927" sldId="274"/>
        </pc:sldMkLst>
        <pc:spChg chg="mod">
          <ac:chgData name="Bhowmik, Sayan" userId="S::sbhowmik9@gatech.edu::2b51cadb-156e-4c9a-99fc-6d2138739850" providerId="AD" clId="Web-{38A520CE-FE97-9767-E658-566DE84C2C86}" dt="2023-09-06T20:26:15.497" v="80" actId="1076"/>
          <ac:spMkLst>
            <pc:docMk/>
            <pc:sldMk cId="500877927" sldId="274"/>
            <ac:spMk id="5" creationId="{438FA7F2-9B05-5A04-26AF-674863CEC4B7}"/>
          </ac:spMkLst>
        </pc:spChg>
        <pc:inkChg chg="del">
          <ac:chgData name="Bhowmik, Sayan" userId="S::sbhowmik9@gatech.edu::2b51cadb-156e-4c9a-99fc-6d2138739850" providerId="AD" clId="Web-{38A520CE-FE97-9767-E658-566DE84C2C86}" dt="2023-09-06T20:26:23.560" v="83"/>
          <ac:inkMkLst>
            <pc:docMk/>
            <pc:sldMk cId="500877927" sldId="274"/>
            <ac:inkMk id="38" creationId="{444D70A8-A9E1-662C-2CA4-E0F87A8DE5E6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60" v="82"/>
          <ac:inkMkLst>
            <pc:docMk/>
            <pc:sldMk cId="500877927" sldId="274"/>
            <ac:inkMk id="39" creationId="{DD3685E8-3F94-5FAB-813F-5D31EA2FACDA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101"/>
          <ac:inkMkLst>
            <pc:docMk/>
            <pc:sldMk cId="500877927" sldId="274"/>
            <ac:inkMk id="40" creationId="{5FA86918-C747-E36A-C6F1-9E95CC773597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60" v="81"/>
          <ac:inkMkLst>
            <pc:docMk/>
            <pc:sldMk cId="500877927" sldId="274"/>
            <ac:inkMk id="41" creationId="{E51FDA4E-3188-8BB8-CDB3-08790C48C556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100"/>
          <ac:inkMkLst>
            <pc:docMk/>
            <pc:sldMk cId="500877927" sldId="274"/>
            <ac:inkMk id="54" creationId="{1460E525-0037-AB36-535C-36A205F35D61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99"/>
          <ac:inkMkLst>
            <pc:docMk/>
            <pc:sldMk cId="500877927" sldId="274"/>
            <ac:inkMk id="55" creationId="{966814F6-0F96-FFB8-043D-19E6D724F8ED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98"/>
          <ac:inkMkLst>
            <pc:docMk/>
            <pc:sldMk cId="500877927" sldId="274"/>
            <ac:inkMk id="61" creationId="{BDBDC560-18D8-C27B-06D4-D8410B042F3E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97"/>
          <ac:inkMkLst>
            <pc:docMk/>
            <pc:sldMk cId="500877927" sldId="274"/>
            <ac:inkMk id="78" creationId="{1F580CAC-6227-F5EF-1667-063C883830C7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96"/>
          <ac:inkMkLst>
            <pc:docMk/>
            <pc:sldMk cId="500877927" sldId="274"/>
            <ac:inkMk id="79" creationId="{6DD38FAD-1017-AFF4-2EEC-08CC01A6890B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95"/>
          <ac:inkMkLst>
            <pc:docMk/>
            <pc:sldMk cId="500877927" sldId="274"/>
            <ac:inkMk id="82" creationId="{E3EA774C-206D-A9F1-04EE-F606F14358A6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110"/>
          <ac:inkMkLst>
            <pc:docMk/>
            <pc:sldMk cId="500877927" sldId="274"/>
            <ac:inkMk id="87" creationId="{F4951B7C-1722-81B2-3EEE-2AE21F1C445B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94"/>
          <ac:inkMkLst>
            <pc:docMk/>
            <pc:sldMk cId="500877927" sldId="274"/>
            <ac:inkMk id="93" creationId="{AA7E9F0A-22D0-2798-1ECF-5D76B4EF7EAA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93"/>
          <ac:inkMkLst>
            <pc:docMk/>
            <pc:sldMk cId="500877927" sldId="274"/>
            <ac:inkMk id="94" creationId="{415D15BC-2EB8-22E7-52C5-57CA50F9F4D1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92"/>
          <ac:inkMkLst>
            <pc:docMk/>
            <pc:sldMk cId="500877927" sldId="274"/>
            <ac:inkMk id="95" creationId="{C33077CB-242F-DCAC-EE0C-F01F8E03F03B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91"/>
          <ac:inkMkLst>
            <pc:docMk/>
            <pc:sldMk cId="500877927" sldId="274"/>
            <ac:inkMk id="96" creationId="{8ECB24C5-4F5C-3923-D484-9DD1A54E3D35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109"/>
          <ac:inkMkLst>
            <pc:docMk/>
            <pc:sldMk cId="500877927" sldId="274"/>
            <ac:inkMk id="97" creationId="{ACBC9E24-B7B7-8110-B8AC-91FA2D5DB562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108"/>
          <ac:inkMkLst>
            <pc:docMk/>
            <pc:sldMk cId="500877927" sldId="274"/>
            <ac:inkMk id="101" creationId="{C0E8E202-1FB9-8C2C-91CF-F0C1101D53F9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90"/>
          <ac:inkMkLst>
            <pc:docMk/>
            <pc:sldMk cId="500877927" sldId="274"/>
            <ac:inkMk id="102" creationId="{8B655722-1903-C63A-14EE-4DC04AAF5B05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89"/>
          <ac:inkMkLst>
            <pc:docMk/>
            <pc:sldMk cId="500877927" sldId="274"/>
            <ac:inkMk id="109" creationId="{522BEE8C-B398-30E8-703C-D171E03C4017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88"/>
          <ac:inkMkLst>
            <pc:docMk/>
            <pc:sldMk cId="500877927" sldId="274"/>
            <ac:inkMk id="110" creationId="{FBF27067-2676-4273-884E-A9007E466A6E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107"/>
          <ac:inkMkLst>
            <pc:docMk/>
            <pc:sldMk cId="500877927" sldId="274"/>
            <ac:inkMk id="111" creationId="{F6D7E000-4AE2-2FD7-B1DE-BA1B98D505A4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106"/>
          <ac:inkMkLst>
            <pc:docMk/>
            <pc:sldMk cId="500877927" sldId="274"/>
            <ac:inkMk id="115" creationId="{4379A068-FF07-421F-EB5E-D90475E3CB19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105"/>
          <ac:inkMkLst>
            <pc:docMk/>
            <pc:sldMk cId="500877927" sldId="274"/>
            <ac:inkMk id="123" creationId="{7C61C5DE-2A13-3C00-C5C0-F42DCF0CEFCE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104"/>
          <ac:inkMkLst>
            <pc:docMk/>
            <pc:sldMk cId="500877927" sldId="274"/>
            <ac:inkMk id="126" creationId="{8AC04F05-0DA8-7973-0489-6A40EB861945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103"/>
          <ac:inkMkLst>
            <pc:docMk/>
            <pc:sldMk cId="500877927" sldId="274"/>
            <ac:inkMk id="127" creationId="{752C10AB-1843-C6D7-376A-4CE1D8D84837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87"/>
          <ac:inkMkLst>
            <pc:docMk/>
            <pc:sldMk cId="500877927" sldId="274"/>
            <ac:inkMk id="128" creationId="{D357770E-D5E0-9F6F-1ACF-CFF0E3A41FFB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86"/>
          <ac:inkMkLst>
            <pc:docMk/>
            <pc:sldMk cId="500877927" sldId="274"/>
            <ac:inkMk id="129" creationId="{8E3B2B8B-29A9-DAD7-633A-AD41F9B8B308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85"/>
          <ac:inkMkLst>
            <pc:docMk/>
            <pc:sldMk cId="500877927" sldId="274"/>
            <ac:inkMk id="135" creationId="{3FD5F0ED-E64A-C59D-007D-2BF000189626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76" v="102"/>
          <ac:inkMkLst>
            <pc:docMk/>
            <pc:sldMk cId="500877927" sldId="274"/>
            <ac:inkMk id="136" creationId="{155AB052-60C2-A635-0CA9-6FD39AB3AF82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26:23.560" v="84"/>
          <ac:inkMkLst>
            <pc:docMk/>
            <pc:sldMk cId="500877927" sldId="274"/>
            <ac:inkMk id="140" creationId="{CFD37D18-998E-3254-47F6-FB0886473C3A}"/>
          </ac:inkMkLst>
        </pc:inkChg>
      </pc:sldChg>
      <pc:sldChg chg="delSp modSp add replId addAnim">
        <pc:chgData name="Bhowmik, Sayan" userId="S::sbhowmik9@gatech.edu::2b51cadb-156e-4c9a-99fc-6d2138739850" providerId="AD" clId="Web-{38A520CE-FE97-9767-E658-566DE84C2C86}" dt="2023-09-06T21:28:00.829" v="382"/>
        <pc:sldMkLst>
          <pc:docMk/>
          <pc:sldMk cId="1324301287" sldId="275"/>
        </pc:sldMkLst>
        <pc:inkChg chg="del">
          <ac:chgData name="Bhowmik, Sayan" userId="S::sbhowmik9@gatech.edu::2b51cadb-156e-4c9a-99fc-6d2138739850" providerId="AD" clId="Web-{38A520CE-FE97-9767-E658-566DE84C2C86}" dt="2023-09-06T20:32:56.148" v="131"/>
          <ac:inkMkLst>
            <pc:docMk/>
            <pc:sldMk cId="1324301287" sldId="275"/>
            <ac:inkMk id="20" creationId="{8D3EB489-0854-3E0A-0438-E3AD53E46727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30"/>
          <ac:inkMkLst>
            <pc:docMk/>
            <pc:sldMk cId="1324301287" sldId="275"/>
            <ac:inkMk id="23" creationId="{89C1A253-E85F-2F4A-FD01-9D319C40CFCB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29"/>
          <ac:inkMkLst>
            <pc:docMk/>
            <pc:sldMk cId="1324301287" sldId="275"/>
            <ac:inkMk id="34" creationId="{D6D54187-4202-3EA1-B67D-4A4612838D1D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28"/>
          <ac:inkMkLst>
            <pc:docMk/>
            <pc:sldMk cId="1324301287" sldId="275"/>
            <ac:inkMk id="42" creationId="{88D852DF-8D98-45D9-1BE9-C95C06EA8FF7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27"/>
          <ac:inkMkLst>
            <pc:docMk/>
            <pc:sldMk cId="1324301287" sldId="275"/>
            <ac:inkMk id="47" creationId="{FD5E04B3-07A1-2D17-C886-294A3AFF7C73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26"/>
          <ac:inkMkLst>
            <pc:docMk/>
            <pc:sldMk cId="1324301287" sldId="275"/>
            <ac:inkMk id="50" creationId="{798D50C0-B6A7-386B-3790-C5539AAEBEF5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25"/>
          <ac:inkMkLst>
            <pc:docMk/>
            <pc:sldMk cId="1324301287" sldId="275"/>
            <ac:inkMk id="51" creationId="{C1C50068-2478-28FE-4D19-3C257AC8FAA5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24"/>
          <ac:inkMkLst>
            <pc:docMk/>
            <pc:sldMk cId="1324301287" sldId="275"/>
            <ac:inkMk id="52" creationId="{FB33F0B1-E102-CC3C-0607-245EA72A2745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23"/>
          <ac:inkMkLst>
            <pc:docMk/>
            <pc:sldMk cId="1324301287" sldId="275"/>
            <ac:inkMk id="53" creationId="{B6466D06-6CC8-2117-E7AB-85617BFD0AE1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22"/>
          <ac:inkMkLst>
            <pc:docMk/>
            <pc:sldMk cId="1324301287" sldId="275"/>
            <ac:inkMk id="56" creationId="{4AB5C789-3B04-889D-0410-4D99BD5735B3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21"/>
          <ac:inkMkLst>
            <pc:docMk/>
            <pc:sldMk cId="1324301287" sldId="275"/>
            <ac:inkMk id="57" creationId="{CF16521A-0E44-2A53-4F10-E4444ECCE6BA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20"/>
          <ac:inkMkLst>
            <pc:docMk/>
            <pc:sldMk cId="1324301287" sldId="275"/>
            <ac:inkMk id="58" creationId="{BD4C585B-5E1F-6830-4013-031F6754EE33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19"/>
          <ac:inkMkLst>
            <pc:docMk/>
            <pc:sldMk cId="1324301287" sldId="275"/>
            <ac:inkMk id="59" creationId="{8160A34B-F813-53D7-1011-E16E1D43A2D2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32" v="118"/>
          <ac:inkMkLst>
            <pc:docMk/>
            <pc:sldMk cId="1324301287" sldId="275"/>
            <ac:inkMk id="60" creationId="{C1432DD5-AA6D-8B19-C0B2-ED0D1311D7A6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32" v="117"/>
          <ac:inkMkLst>
            <pc:docMk/>
            <pc:sldMk cId="1324301287" sldId="275"/>
            <ac:inkMk id="62" creationId="{700751FF-3340-7747-FC91-B29479F91E6F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32" v="116"/>
          <ac:inkMkLst>
            <pc:docMk/>
            <pc:sldMk cId="1324301287" sldId="275"/>
            <ac:inkMk id="63" creationId="{1A3B69D5-363D-65B3-29CB-A43BDFA2AE6C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38"/>
          <ac:inkMkLst>
            <pc:docMk/>
            <pc:sldMk cId="1324301287" sldId="275"/>
            <ac:inkMk id="64" creationId="{CCF7600C-C79B-A052-C70E-EBE628AF8C93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32" v="115"/>
          <ac:inkMkLst>
            <pc:docMk/>
            <pc:sldMk cId="1324301287" sldId="275"/>
            <ac:inkMk id="65" creationId="{F2DFB1DC-2164-D5D8-96E2-51D1EBC939E4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32" v="114"/>
          <ac:inkMkLst>
            <pc:docMk/>
            <pc:sldMk cId="1324301287" sldId="275"/>
            <ac:inkMk id="66" creationId="{001F6708-26C5-FE79-29A8-8A5095D3CC92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32" v="113"/>
          <ac:inkMkLst>
            <pc:docMk/>
            <pc:sldMk cId="1324301287" sldId="275"/>
            <ac:inkMk id="67" creationId="{EBD0DD93-7622-E772-927C-E3E90F6A4D44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32" v="112"/>
          <ac:inkMkLst>
            <pc:docMk/>
            <pc:sldMk cId="1324301287" sldId="275"/>
            <ac:inkMk id="68" creationId="{3EFF820E-54F7-9331-70E4-00BAE23FCE2B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37"/>
          <ac:inkMkLst>
            <pc:docMk/>
            <pc:sldMk cId="1324301287" sldId="275"/>
            <ac:inkMk id="70" creationId="{75A986B6-FED4-76A2-E4C0-8958832B0AF0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36"/>
          <ac:inkMkLst>
            <pc:docMk/>
            <pc:sldMk cId="1324301287" sldId="275"/>
            <ac:inkMk id="71" creationId="{2075FADB-D44E-3841-A495-EAF4E1163F2A}"/>
          </ac:inkMkLst>
        </pc:inkChg>
        <pc:inkChg chg="del mod">
          <ac:chgData name="Bhowmik, Sayan" userId="S::sbhowmik9@gatech.edu::2b51cadb-156e-4c9a-99fc-6d2138739850" providerId="AD" clId="Web-{38A520CE-FE97-9767-E658-566DE84C2C86}" dt="2023-09-06T20:33:31.244" v="147"/>
          <ac:inkMkLst>
            <pc:docMk/>
            <pc:sldMk cId="1324301287" sldId="275"/>
            <ac:inkMk id="73" creationId="{11B1D53D-F7F8-226F-B43C-C0C4ECBED039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35"/>
          <ac:inkMkLst>
            <pc:docMk/>
            <pc:sldMk cId="1324301287" sldId="275"/>
            <ac:inkMk id="74" creationId="{8F0174EF-927D-FF54-7DEB-EAA3F054D06B}"/>
          </ac:inkMkLst>
        </pc:inkChg>
        <pc:inkChg chg="del mod">
          <ac:chgData name="Bhowmik, Sayan" userId="S::sbhowmik9@gatech.edu::2b51cadb-156e-4c9a-99fc-6d2138739850" providerId="AD" clId="Web-{38A520CE-FE97-9767-E658-566DE84C2C86}" dt="2023-09-06T20:33:31.244" v="146"/>
          <ac:inkMkLst>
            <pc:docMk/>
            <pc:sldMk cId="1324301287" sldId="275"/>
            <ac:inkMk id="75" creationId="{983B3E3E-CF2F-6223-BB44-904BB28101FF}"/>
          </ac:inkMkLst>
        </pc:inkChg>
        <pc:inkChg chg="del mod">
          <ac:chgData name="Bhowmik, Sayan" userId="S::sbhowmik9@gatech.edu::2b51cadb-156e-4c9a-99fc-6d2138739850" providerId="AD" clId="Web-{38A520CE-FE97-9767-E658-566DE84C2C86}" dt="2023-09-06T20:33:31.244" v="145"/>
          <ac:inkMkLst>
            <pc:docMk/>
            <pc:sldMk cId="1324301287" sldId="275"/>
            <ac:inkMk id="76" creationId="{B8E76C06-4947-1A3B-873B-ACF90578087E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33:50.886" v="148" actId="1076"/>
          <ac:inkMkLst>
            <pc:docMk/>
            <pc:sldMk cId="1324301287" sldId="275"/>
            <ac:inkMk id="88" creationId="{A3C13254-AC12-8FDE-B827-AE7C15117C49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34"/>
          <ac:inkMkLst>
            <pc:docMk/>
            <pc:sldMk cId="1324301287" sldId="275"/>
            <ac:inkMk id="91" creationId="{CFA24D12-64CE-D35B-1A3C-0A317A20B1EB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33:50.917" v="149" actId="1076"/>
          <ac:inkMkLst>
            <pc:docMk/>
            <pc:sldMk cId="1324301287" sldId="275"/>
            <ac:inkMk id="99" creationId="{B8DB676C-6C86-96BA-E417-9DFCC76A9103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33"/>
          <ac:inkMkLst>
            <pc:docMk/>
            <pc:sldMk cId="1324301287" sldId="275"/>
            <ac:inkMk id="105" creationId="{9AC8AF98-DD22-4914-03FA-63DD1F6AFC79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32:56.148" v="132"/>
          <ac:inkMkLst>
            <pc:docMk/>
            <pc:sldMk cId="1324301287" sldId="275"/>
            <ac:inkMk id="106" creationId="{80E8732B-F46C-D529-F559-BA642BEECD62}"/>
          </ac:inkMkLst>
        </pc:inkChg>
        <pc:inkChg chg="mod">
          <ac:chgData name="Bhowmik, Sayan" userId="S::sbhowmik9@gatech.edu::2b51cadb-156e-4c9a-99fc-6d2138739850" providerId="AD" clId="Web-{38A520CE-FE97-9767-E658-566DE84C2C86}" dt="2023-09-06T20:33:57.542" v="151" actId="1076"/>
          <ac:inkMkLst>
            <pc:docMk/>
            <pc:sldMk cId="1324301287" sldId="275"/>
            <ac:inkMk id="137" creationId="{8CF19BDD-FD74-9880-B138-F3261EB782D6}"/>
          </ac:inkMkLst>
        </pc:inkChg>
      </pc:sldChg>
      <pc:sldChg chg="delSp modSp add replId addAnim">
        <pc:chgData name="Bhowmik, Sayan" userId="S::sbhowmik9@gatech.edu::2b51cadb-156e-4c9a-99fc-6d2138739850" providerId="AD" clId="Web-{38A520CE-FE97-9767-E658-566DE84C2C86}" dt="2023-09-06T21:27:10.263" v="379"/>
        <pc:sldMkLst>
          <pc:docMk/>
          <pc:sldMk cId="700105385" sldId="276"/>
        </pc:sldMkLst>
        <pc:spChg chg="mod">
          <ac:chgData name="Bhowmik, Sayan" userId="S::sbhowmik9@gatech.edu::2b51cadb-156e-4c9a-99fc-6d2138739850" providerId="AD" clId="Web-{38A520CE-FE97-9767-E658-566DE84C2C86}" dt="2023-09-06T20:47:55.503" v="240" actId="20577"/>
          <ac:spMkLst>
            <pc:docMk/>
            <pc:sldMk cId="700105385" sldId="276"/>
            <ac:spMk id="5" creationId="{438FA7F2-9B05-5A04-26AF-674863CEC4B7}"/>
          </ac:spMkLst>
        </pc:spChg>
        <pc:spChg chg="del">
          <ac:chgData name="Bhowmik, Sayan" userId="S::sbhowmik9@gatech.edu::2b51cadb-156e-4c9a-99fc-6d2138739850" providerId="AD" clId="Web-{38A520CE-FE97-9767-E658-566DE84C2C86}" dt="2023-09-06T20:46:04.245" v="180"/>
          <ac:spMkLst>
            <pc:docMk/>
            <pc:sldMk cId="700105385" sldId="276"/>
            <ac:spMk id="6" creationId="{9FC7C615-671D-738E-8114-9ECEC8D0A451}"/>
          </ac:spMkLst>
        </pc:spChg>
        <pc:spChg chg="del">
          <ac:chgData name="Bhowmik, Sayan" userId="S::sbhowmik9@gatech.edu::2b51cadb-156e-4c9a-99fc-6d2138739850" providerId="AD" clId="Web-{38A520CE-FE97-9767-E658-566DE84C2C86}" dt="2023-09-06T20:46:04.245" v="179"/>
          <ac:spMkLst>
            <pc:docMk/>
            <pc:sldMk cId="700105385" sldId="276"/>
            <ac:spMk id="7" creationId="{A7559624-F54D-B12E-4D09-7168433BAA47}"/>
          </ac:spMkLst>
        </pc:spChg>
        <pc:inkChg chg="del">
          <ac:chgData name="Bhowmik, Sayan" userId="S::sbhowmik9@gatech.edu::2b51cadb-156e-4c9a-99fc-6d2138739850" providerId="AD" clId="Web-{38A520CE-FE97-9767-E658-566DE84C2C86}" dt="2023-09-06T20:46:04.245" v="178"/>
          <ac:inkMkLst>
            <pc:docMk/>
            <pc:sldMk cId="700105385" sldId="276"/>
            <ac:inkMk id="8" creationId="{0C874BA1-3BDD-E4AA-1378-B4859BA63B64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77"/>
          <ac:inkMkLst>
            <pc:docMk/>
            <pc:sldMk cId="700105385" sldId="276"/>
            <ac:inkMk id="9" creationId="{A9FB04E7-6DA6-1105-F63B-FC071812C6AC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76"/>
          <ac:inkMkLst>
            <pc:docMk/>
            <pc:sldMk cId="700105385" sldId="276"/>
            <ac:inkMk id="10" creationId="{E851A8E8-D424-54C0-4871-F5C817F6FFA8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75"/>
          <ac:inkMkLst>
            <pc:docMk/>
            <pc:sldMk cId="700105385" sldId="276"/>
            <ac:inkMk id="11" creationId="{6188DF72-481C-9AF1-FAC3-64E9E5349468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74"/>
          <ac:inkMkLst>
            <pc:docMk/>
            <pc:sldMk cId="700105385" sldId="276"/>
            <ac:inkMk id="12" creationId="{317B3B5F-627F-5691-E87D-FEA8D6F6BC5E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73"/>
          <ac:inkMkLst>
            <pc:docMk/>
            <pc:sldMk cId="700105385" sldId="276"/>
            <ac:inkMk id="13" creationId="{475D5A53-1F16-C783-6534-71623BC8FFDB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72"/>
          <ac:inkMkLst>
            <pc:docMk/>
            <pc:sldMk cId="700105385" sldId="276"/>
            <ac:inkMk id="14" creationId="{5B1981BD-75E6-67E6-7424-851336CDB5E7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71"/>
          <ac:inkMkLst>
            <pc:docMk/>
            <pc:sldMk cId="700105385" sldId="276"/>
            <ac:inkMk id="21" creationId="{E6BA9BC0-CD17-7FD8-95D9-96A2DCAAF393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70"/>
          <ac:inkMkLst>
            <pc:docMk/>
            <pc:sldMk cId="700105385" sldId="276"/>
            <ac:inkMk id="22" creationId="{832DC11A-71F3-CD92-33BB-C8658F577292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66"/>
          <ac:inkMkLst>
            <pc:docMk/>
            <pc:sldMk cId="700105385" sldId="276"/>
            <ac:inkMk id="35" creationId="{71F67C67-7477-418E-E661-6EA3A3B25C15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65"/>
          <ac:inkMkLst>
            <pc:docMk/>
            <pc:sldMk cId="700105385" sldId="276"/>
            <ac:inkMk id="36" creationId="{6D2A7FC4-AA91-3432-1470-E90E68E83D05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64"/>
          <ac:inkMkLst>
            <pc:docMk/>
            <pc:sldMk cId="700105385" sldId="276"/>
            <ac:inkMk id="54" creationId="{97468F93-91CB-F329-EC03-A2536CE392D8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63"/>
          <ac:inkMkLst>
            <pc:docMk/>
            <pc:sldMk cId="700105385" sldId="276"/>
            <ac:inkMk id="55" creationId="{4C883E0F-68D9-CFDD-4076-2338E2C9B7D6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62"/>
          <ac:inkMkLst>
            <pc:docMk/>
            <pc:sldMk cId="700105385" sldId="276"/>
            <ac:inkMk id="81" creationId="{EA899094-15CE-8035-31E2-7BC92B4B5759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61"/>
          <ac:inkMkLst>
            <pc:docMk/>
            <pc:sldMk cId="700105385" sldId="276"/>
            <ac:inkMk id="84" creationId="{336C0445-E488-0A95-5913-DBF1AC30917A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69"/>
          <ac:inkMkLst>
            <pc:docMk/>
            <pc:sldMk cId="700105385" sldId="276"/>
            <ac:inkMk id="88" creationId="{A3C13254-AC12-8FDE-B827-AE7C15117C49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60"/>
          <ac:inkMkLst>
            <pc:docMk/>
            <pc:sldMk cId="700105385" sldId="276"/>
            <ac:inkMk id="96" creationId="{489A6373-C41C-2E77-1AD4-5290FE11C191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68"/>
          <ac:inkMkLst>
            <pc:docMk/>
            <pc:sldMk cId="700105385" sldId="276"/>
            <ac:inkMk id="99" creationId="{B8DB676C-6C86-96BA-E417-9DFCC76A9103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59"/>
          <ac:inkMkLst>
            <pc:docMk/>
            <pc:sldMk cId="700105385" sldId="276"/>
            <ac:inkMk id="119" creationId="{C1CEE7D4-F857-33A9-8A5A-158901B4ED6B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58"/>
          <ac:inkMkLst>
            <pc:docMk/>
            <pc:sldMk cId="700105385" sldId="276"/>
            <ac:inkMk id="120" creationId="{CDCAD4C3-B9A6-EAA0-6163-BADFC0B1DA9F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67"/>
          <ac:inkMkLst>
            <pc:docMk/>
            <pc:sldMk cId="700105385" sldId="276"/>
            <ac:inkMk id="137" creationId="{8CF19BDD-FD74-9880-B138-F3261EB782D6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57"/>
          <ac:inkMkLst>
            <pc:docMk/>
            <pc:sldMk cId="700105385" sldId="276"/>
            <ac:inkMk id="144" creationId="{1F7CBC9B-5CB1-1B29-F51C-7734D1D8E045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56"/>
          <ac:inkMkLst>
            <pc:docMk/>
            <pc:sldMk cId="700105385" sldId="276"/>
            <ac:inkMk id="150" creationId="{B406D35A-2F62-32D7-A934-8F7A62CBFC3A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55"/>
          <ac:inkMkLst>
            <pc:docMk/>
            <pc:sldMk cId="700105385" sldId="276"/>
            <ac:inkMk id="151" creationId="{A0C93655-6897-5F9A-0D3E-FBBF5175561E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7.339" v="183"/>
          <ac:inkMkLst>
            <pc:docMk/>
            <pc:sldMk cId="700105385" sldId="276"/>
            <ac:inkMk id="160" creationId="{25872653-5657-CD1E-DF56-C2E71201B61B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45" v="154"/>
          <ac:inkMkLst>
            <pc:docMk/>
            <pc:sldMk cId="700105385" sldId="276"/>
            <ac:inkMk id="172" creationId="{C4552F09-1216-E3A8-6AA5-CF8C15622DB5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46:04.230" v="153"/>
          <ac:inkMkLst>
            <pc:docMk/>
            <pc:sldMk cId="700105385" sldId="276"/>
            <ac:inkMk id="173" creationId="{4F23535A-CFC0-993D-1DB1-801E0DCFC584}"/>
          </ac:inkMkLst>
        </pc:inkChg>
        <pc:cxnChg chg="del">
          <ac:chgData name="Bhowmik, Sayan" userId="S::sbhowmik9@gatech.edu::2b51cadb-156e-4c9a-99fc-6d2138739850" providerId="AD" clId="Web-{38A520CE-FE97-9767-E658-566DE84C2C86}" dt="2023-09-06T20:46:04.245" v="182"/>
          <ac:cxnSpMkLst>
            <pc:docMk/>
            <pc:sldMk cId="700105385" sldId="276"/>
            <ac:cxnSpMk id="2" creationId="{392DA186-8EC0-174D-C19B-D8DA2F62EBA3}"/>
          </ac:cxnSpMkLst>
        </pc:cxnChg>
        <pc:cxnChg chg="del">
          <ac:chgData name="Bhowmik, Sayan" userId="S::sbhowmik9@gatech.edu::2b51cadb-156e-4c9a-99fc-6d2138739850" providerId="AD" clId="Web-{38A520CE-FE97-9767-E658-566DE84C2C86}" dt="2023-09-06T20:46:04.245" v="181"/>
          <ac:cxnSpMkLst>
            <pc:docMk/>
            <pc:sldMk cId="700105385" sldId="276"/>
            <ac:cxnSpMk id="3" creationId="{DCAFB4D8-E916-DAFF-3BF6-23090301C12A}"/>
          </ac:cxnSpMkLst>
        </pc:cxnChg>
      </pc:sldChg>
      <pc:sldChg chg="addSp delSp modSp add replId addAnim">
        <pc:chgData name="Bhowmik, Sayan" userId="S::sbhowmik9@gatech.edu::2b51cadb-156e-4c9a-99fc-6d2138739850" providerId="AD" clId="Web-{38A520CE-FE97-9767-E658-566DE84C2C86}" dt="2023-09-06T21:29:23.990" v="386"/>
        <pc:sldMkLst>
          <pc:docMk/>
          <pc:sldMk cId="1879257216" sldId="277"/>
        </pc:sldMkLst>
        <pc:spChg chg="add">
          <ac:chgData name="Bhowmik, Sayan" userId="S::sbhowmik9@gatech.edu::2b51cadb-156e-4c9a-99fc-6d2138739850" providerId="AD" clId="Web-{38A520CE-FE97-9767-E658-566DE84C2C86}" dt="2023-09-06T21:01:32.508" v="278"/>
          <ac:spMkLst>
            <pc:docMk/>
            <pc:sldMk cId="1879257216" sldId="277"/>
            <ac:spMk id="101" creationId="{8EF2C21C-C1FF-0C1B-4F56-F332FB1D809F}"/>
          </ac:spMkLst>
        </pc:spChg>
        <pc:spChg chg="add">
          <ac:chgData name="Bhowmik, Sayan" userId="S::sbhowmik9@gatech.edu::2b51cadb-156e-4c9a-99fc-6d2138739850" providerId="AD" clId="Web-{38A520CE-FE97-9767-E658-566DE84C2C86}" dt="2023-09-06T21:01:32.508" v="279"/>
          <ac:spMkLst>
            <pc:docMk/>
            <pc:sldMk cId="1879257216" sldId="277"/>
            <ac:spMk id="103" creationId="{D0097E62-49B1-D0A0-E758-08856484A58C}"/>
          </ac:spMkLst>
        </pc:spChg>
        <pc:inkChg chg="mod">
          <ac:chgData name="Bhowmik, Sayan" userId="S::sbhowmik9@gatech.edu::2b51cadb-156e-4c9a-99fc-6d2138739850" providerId="AD" clId="Web-{38A520CE-FE97-9767-E658-566DE84C2C86}" dt="2023-09-06T21:01:22.070" v="270" actId="1076"/>
          <ac:inkMkLst>
            <pc:docMk/>
            <pc:sldMk cId="1879257216" sldId="277"/>
            <ac:inkMk id="7" creationId="{CA7B24E6-5A78-6112-71C0-41A1F164E78B}"/>
          </ac:inkMkLst>
        </pc:inkChg>
        <pc:inkChg chg="mod">
          <ac:chgData name="Bhowmik, Sayan" userId="S::sbhowmik9@gatech.edu::2b51cadb-156e-4c9a-99fc-6d2138739850" providerId="AD" clId="Web-{38A520CE-FE97-9767-E658-566DE84C2C86}" dt="2023-09-06T21:01:22.039" v="262" actId="1076"/>
          <ac:inkMkLst>
            <pc:docMk/>
            <pc:sldMk cId="1879257216" sldId="277"/>
            <ac:inkMk id="11" creationId="{51CC5D32-B42B-AC0A-E9C9-8378FE08936E}"/>
          </ac:inkMkLst>
        </pc:inkChg>
        <pc:inkChg chg="mod">
          <ac:chgData name="Bhowmik, Sayan" userId="S::sbhowmik9@gatech.edu::2b51cadb-156e-4c9a-99fc-6d2138739850" providerId="AD" clId="Web-{38A520CE-FE97-9767-E658-566DE84C2C86}" dt="2023-09-06T21:01:22.039" v="263" actId="1076"/>
          <ac:inkMkLst>
            <pc:docMk/>
            <pc:sldMk cId="1879257216" sldId="277"/>
            <ac:inkMk id="12" creationId="{4C441D30-3DCF-22F0-258C-819C408E027B}"/>
          </ac:inkMkLst>
        </pc:inkChg>
        <pc:inkChg chg="mod">
          <ac:chgData name="Bhowmik, Sayan" userId="S::sbhowmik9@gatech.edu::2b51cadb-156e-4c9a-99fc-6d2138739850" providerId="AD" clId="Web-{38A520CE-FE97-9767-E658-566DE84C2C86}" dt="2023-09-06T21:01:22.054" v="264" actId="1076"/>
          <ac:inkMkLst>
            <pc:docMk/>
            <pc:sldMk cId="1879257216" sldId="277"/>
            <ac:inkMk id="25" creationId="{C7AD0B73-76A5-5751-BE3D-D2B7DAC320E5}"/>
          </ac:inkMkLst>
        </pc:inkChg>
        <pc:inkChg chg="mod">
          <ac:chgData name="Bhowmik, Sayan" userId="S::sbhowmik9@gatech.edu::2b51cadb-156e-4c9a-99fc-6d2138739850" providerId="AD" clId="Web-{38A520CE-FE97-9767-E658-566DE84C2C86}" dt="2023-09-06T21:01:22.054" v="265" actId="1076"/>
          <ac:inkMkLst>
            <pc:docMk/>
            <pc:sldMk cId="1879257216" sldId="277"/>
            <ac:inkMk id="26" creationId="{87B79F5B-91BC-9644-F031-4DC36333FCA1}"/>
          </ac:inkMkLst>
        </pc:inkChg>
        <pc:inkChg chg="mod">
          <ac:chgData name="Bhowmik, Sayan" userId="S::sbhowmik9@gatech.edu::2b51cadb-156e-4c9a-99fc-6d2138739850" providerId="AD" clId="Web-{38A520CE-FE97-9767-E658-566DE84C2C86}" dt="2023-09-06T21:01:22.054" v="266" actId="1076"/>
          <ac:inkMkLst>
            <pc:docMk/>
            <pc:sldMk cId="1879257216" sldId="277"/>
            <ac:inkMk id="27" creationId="{7D208406-2F47-EE89-C91A-BDC295389751}"/>
          </ac:inkMkLst>
        </pc:inkChg>
        <pc:inkChg chg="mod">
          <ac:chgData name="Bhowmik, Sayan" userId="S::sbhowmik9@gatech.edu::2b51cadb-156e-4c9a-99fc-6d2138739850" providerId="AD" clId="Web-{38A520CE-FE97-9767-E658-566DE84C2C86}" dt="2023-09-06T21:01:22.054" v="267" actId="1076"/>
          <ac:inkMkLst>
            <pc:docMk/>
            <pc:sldMk cId="1879257216" sldId="277"/>
            <ac:inkMk id="28" creationId="{DB244E21-9A1E-46C6-BCDF-C2C8BC5936B8}"/>
          </ac:inkMkLst>
        </pc:inkChg>
        <pc:inkChg chg="mod">
          <ac:chgData name="Bhowmik, Sayan" userId="S::sbhowmik9@gatech.edu::2b51cadb-156e-4c9a-99fc-6d2138739850" providerId="AD" clId="Web-{38A520CE-FE97-9767-E658-566DE84C2C86}" dt="2023-09-06T21:01:22.070" v="268" actId="1076"/>
          <ac:inkMkLst>
            <pc:docMk/>
            <pc:sldMk cId="1879257216" sldId="277"/>
            <ac:inkMk id="35" creationId="{22BA177B-232F-8D84-F921-05AFF49C53A6}"/>
          </ac:inkMkLst>
        </pc:inkChg>
        <pc:inkChg chg="mod">
          <ac:chgData name="Bhowmik, Sayan" userId="S::sbhowmik9@gatech.edu::2b51cadb-156e-4c9a-99fc-6d2138739850" providerId="AD" clId="Web-{38A520CE-FE97-9767-E658-566DE84C2C86}" dt="2023-09-06T21:01:22.070" v="269" actId="1076"/>
          <ac:inkMkLst>
            <pc:docMk/>
            <pc:sldMk cId="1879257216" sldId="277"/>
            <ac:inkMk id="36" creationId="{9DC04AA2-D2CF-CCB5-3633-0224E63D1B2A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57" v="261"/>
          <ac:inkMkLst>
            <pc:docMk/>
            <pc:sldMk cId="1879257216" sldId="277"/>
            <ac:inkMk id="40" creationId="{6B3EF9D5-3037-7A01-9901-400494A0FC36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57" v="260"/>
          <ac:inkMkLst>
            <pc:docMk/>
            <pc:sldMk cId="1879257216" sldId="277"/>
            <ac:inkMk id="41" creationId="{76213574-CED2-009F-5857-21F20DD37335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57" v="259"/>
          <ac:inkMkLst>
            <pc:docMk/>
            <pc:sldMk cId="1879257216" sldId="277"/>
            <ac:inkMk id="42" creationId="{A8945E10-47FF-3063-2D9B-3897F8209F84}"/>
          </ac:inkMkLst>
        </pc:inkChg>
        <pc:inkChg chg="mod">
          <ac:chgData name="Bhowmik, Sayan" userId="S::sbhowmik9@gatech.edu::2b51cadb-156e-4c9a-99fc-6d2138739850" providerId="AD" clId="Web-{38A520CE-FE97-9767-E658-566DE84C2C86}" dt="2023-09-06T21:01:42.181" v="289" actId="1076"/>
          <ac:inkMkLst>
            <pc:docMk/>
            <pc:sldMk cId="1879257216" sldId="277"/>
            <ac:inkMk id="46" creationId="{AD48ADF4-E2A7-015A-83AF-0821E91E019F}"/>
          </ac:inkMkLst>
        </pc:inkChg>
        <pc:inkChg chg="mod">
          <ac:chgData name="Bhowmik, Sayan" userId="S::sbhowmik9@gatech.edu::2b51cadb-156e-4c9a-99fc-6d2138739850" providerId="AD" clId="Web-{38A520CE-FE97-9767-E658-566DE84C2C86}" dt="2023-09-06T21:01:22.086" v="272" actId="1076"/>
          <ac:inkMkLst>
            <pc:docMk/>
            <pc:sldMk cId="1879257216" sldId="277"/>
            <ac:inkMk id="52" creationId="{0E848833-5E5F-87A3-F772-587A43B4E205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57" v="258"/>
          <ac:inkMkLst>
            <pc:docMk/>
            <pc:sldMk cId="1879257216" sldId="277"/>
            <ac:inkMk id="55" creationId="{1FC2A5DA-30D0-E816-4AF4-2272933DF1A9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41" v="257"/>
          <ac:inkMkLst>
            <pc:docMk/>
            <pc:sldMk cId="1879257216" sldId="277"/>
            <ac:inkMk id="60" creationId="{BC025D28-9B80-305F-7420-633A30DE9F4D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41" v="256"/>
          <ac:inkMkLst>
            <pc:docMk/>
            <pc:sldMk cId="1879257216" sldId="277"/>
            <ac:inkMk id="67" creationId="{1E11E467-B93D-7257-A4BB-6036E6741C04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41" v="255"/>
          <ac:inkMkLst>
            <pc:docMk/>
            <pc:sldMk cId="1879257216" sldId="277"/>
            <ac:inkMk id="68" creationId="{58BD8357-A91C-374D-A05B-B37117C32440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41" v="254"/>
          <ac:inkMkLst>
            <pc:docMk/>
            <pc:sldMk cId="1879257216" sldId="277"/>
            <ac:inkMk id="74" creationId="{F7D2FEA6-BC64-53DB-BF62-5A20D7A80F4C}"/>
          </ac:inkMkLst>
        </pc:inkChg>
        <pc:inkChg chg="mod">
          <ac:chgData name="Bhowmik, Sayan" userId="S::sbhowmik9@gatech.edu::2b51cadb-156e-4c9a-99fc-6d2138739850" providerId="AD" clId="Web-{38A520CE-FE97-9767-E658-566DE84C2C86}" dt="2023-09-06T21:01:22.101" v="273" actId="1076"/>
          <ac:inkMkLst>
            <pc:docMk/>
            <pc:sldMk cId="1879257216" sldId="277"/>
            <ac:inkMk id="75" creationId="{4AA60506-A98F-0842-BC17-3A9175DFF8DE}"/>
          </ac:inkMkLst>
        </pc:inkChg>
        <pc:inkChg chg="mod">
          <ac:chgData name="Bhowmik, Sayan" userId="S::sbhowmik9@gatech.edu::2b51cadb-156e-4c9a-99fc-6d2138739850" providerId="AD" clId="Web-{38A520CE-FE97-9767-E658-566DE84C2C86}" dt="2023-09-06T21:01:22.101" v="274" actId="1076"/>
          <ac:inkMkLst>
            <pc:docMk/>
            <pc:sldMk cId="1879257216" sldId="277"/>
            <ac:inkMk id="76" creationId="{52D38CD3-D3A9-9261-D678-AAB3F898AD89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41" v="253"/>
          <ac:inkMkLst>
            <pc:docMk/>
            <pc:sldMk cId="1879257216" sldId="277"/>
            <ac:inkMk id="85" creationId="{EA33DF4E-3C7B-E6E4-C9B8-1069C835ABE6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41" v="252"/>
          <ac:inkMkLst>
            <pc:docMk/>
            <pc:sldMk cId="1879257216" sldId="277"/>
            <ac:inkMk id="88" creationId="{66992B6A-1E9A-4A90-041A-16806BA3A01B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41" v="251"/>
          <ac:inkMkLst>
            <pc:docMk/>
            <pc:sldMk cId="1879257216" sldId="277"/>
            <ac:inkMk id="89" creationId="{75C5913A-25B4-E122-88FD-440B00FFE55A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41" v="250"/>
          <ac:inkMkLst>
            <pc:docMk/>
            <pc:sldMk cId="1879257216" sldId="277"/>
            <ac:inkMk id="90" creationId="{88D17183-F1C2-B95B-9EF6-B1AA7DC70EBD}"/>
          </ac:inkMkLst>
        </pc:inkChg>
        <pc:inkChg chg="mod">
          <ac:chgData name="Bhowmik, Sayan" userId="S::sbhowmik9@gatech.edu::2b51cadb-156e-4c9a-99fc-6d2138739850" providerId="AD" clId="Web-{38A520CE-FE97-9767-E658-566DE84C2C86}" dt="2023-09-06T21:01:22.101" v="275" actId="1076"/>
          <ac:inkMkLst>
            <pc:docMk/>
            <pc:sldMk cId="1879257216" sldId="277"/>
            <ac:inkMk id="94" creationId="{00AD8E39-AA7E-821A-2342-964AECDC2495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41" v="249"/>
          <ac:inkMkLst>
            <pc:docMk/>
            <pc:sldMk cId="1879257216" sldId="277"/>
            <ac:inkMk id="95" creationId="{8F7A7FF3-6C6D-5775-7E74-8F556188C30B}"/>
          </ac:inkMkLst>
        </pc:inkChg>
        <pc:inkChg chg="add">
          <ac:chgData name="Bhowmik, Sayan" userId="S::sbhowmik9@gatech.edu::2b51cadb-156e-4c9a-99fc-6d2138739850" providerId="AD" clId="Web-{38A520CE-FE97-9767-E658-566DE84C2C86}" dt="2023-09-06T21:01:32.524" v="280"/>
          <ac:inkMkLst>
            <pc:docMk/>
            <pc:sldMk cId="1879257216" sldId="277"/>
            <ac:inkMk id="105" creationId="{C3006EE5-B6D3-7A79-1C14-C38CB7742361}"/>
          </ac:inkMkLst>
        </pc:inkChg>
        <pc:inkChg chg="add">
          <ac:chgData name="Bhowmik, Sayan" userId="S::sbhowmik9@gatech.edu::2b51cadb-156e-4c9a-99fc-6d2138739850" providerId="AD" clId="Web-{38A520CE-FE97-9767-E658-566DE84C2C86}" dt="2023-09-06T21:01:32.539" v="281"/>
          <ac:inkMkLst>
            <pc:docMk/>
            <pc:sldMk cId="1879257216" sldId="277"/>
            <ac:inkMk id="107" creationId="{12F47AD1-76D1-8516-6F86-9CD745B511FE}"/>
          </ac:inkMkLst>
        </pc:inkChg>
        <pc:inkChg chg="add">
          <ac:chgData name="Bhowmik, Sayan" userId="S::sbhowmik9@gatech.edu::2b51cadb-156e-4c9a-99fc-6d2138739850" providerId="AD" clId="Web-{38A520CE-FE97-9767-E658-566DE84C2C86}" dt="2023-09-06T21:01:32.539" v="282"/>
          <ac:inkMkLst>
            <pc:docMk/>
            <pc:sldMk cId="1879257216" sldId="277"/>
            <ac:inkMk id="109" creationId="{88F3E119-AB7F-E5EA-D66E-C5BFD7D2EEA3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41" v="248"/>
          <ac:inkMkLst>
            <pc:docMk/>
            <pc:sldMk cId="1879257216" sldId="277"/>
            <ac:inkMk id="110" creationId="{7BA52F78-C907-FF82-D8C4-FE0A3FF33643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41" v="247"/>
          <ac:inkMkLst>
            <pc:docMk/>
            <pc:sldMk cId="1879257216" sldId="277"/>
            <ac:inkMk id="111" creationId="{79B181DB-B340-A506-EE18-B5AABA6C6B5D}"/>
          </ac:inkMkLst>
        </pc:inkChg>
        <pc:inkChg chg="add">
          <ac:chgData name="Bhowmik, Sayan" userId="S::sbhowmik9@gatech.edu::2b51cadb-156e-4c9a-99fc-6d2138739850" providerId="AD" clId="Web-{38A520CE-FE97-9767-E658-566DE84C2C86}" dt="2023-09-06T21:01:32.555" v="283"/>
          <ac:inkMkLst>
            <pc:docMk/>
            <pc:sldMk cId="1879257216" sldId="277"/>
            <ac:inkMk id="113" creationId="{2A912158-BD53-5235-69C7-A6CF3B66A92E}"/>
          </ac:inkMkLst>
        </pc:inkChg>
        <pc:inkChg chg="add">
          <ac:chgData name="Bhowmik, Sayan" userId="S::sbhowmik9@gatech.edu::2b51cadb-156e-4c9a-99fc-6d2138739850" providerId="AD" clId="Web-{38A520CE-FE97-9767-E658-566DE84C2C86}" dt="2023-09-06T21:01:32.571" v="284"/>
          <ac:inkMkLst>
            <pc:docMk/>
            <pc:sldMk cId="1879257216" sldId="277"/>
            <ac:inkMk id="115" creationId="{6D3CE652-69E8-E78D-1192-8F5AFD00CF02}"/>
          </ac:inkMkLst>
        </pc:inkChg>
        <pc:inkChg chg="add">
          <ac:chgData name="Bhowmik, Sayan" userId="S::sbhowmik9@gatech.edu::2b51cadb-156e-4c9a-99fc-6d2138739850" providerId="AD" clId="Web-{38A520CE-FE97-9767-E658-566DE84C2C86}" dt="2023-09-06T21:01:32.586" v="285"/>
          <ac:inkMkLst>
            <pc:docMk/>
            <pc:sldMk cId="1879257216" sldId="277"/>
            <ac:inkMk id="117" creationId="{E247074A-912F-D131-5EC3-0CA5FD8A44BB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41" v="246"/>
          <ac:inkMkLst>
            <pc:docMk/>
            <pc:sldMk cId="1879257216" sldId="277"/>
            <ac:inkMk id="118" creationId="{7A79DB73-0C87-2EE0-AE2D-C18DCD4BE99A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41" v="245"/>
          <ac:inkMkLst>
            <pc:docMk/>
            <pc:sldMk cId="1879257216" sldId="277"/>
            <ac:inkMk id="119" creationId="{42FCA08F-B31B-8D87-66A9-54CB468F6605}"/>
          </ac:inkMkLst>
        </pc:inkChg>
        <pc:inkChg chg="add">
          <ac:chgData name="Bhowmik, Sayan" userId="S::sbhowmik9@gatech.edu::2b51cadb-156e-4c9a-99fc-6d2138739850" providerId="AD" clId="Web-{38A520CE-FE97-9767-E658-566DE84C2C86}" dt="2023-09-06T21:01:32.586" v="286"/>
          <ac:inkMkLst>
            <pc:docMk/>
            <pc:sldMk cId="1879257216" sldId="277"/>
            <ac:inkMk id="121" creationId="{5BA70039-31B8-2AFB-B18D-C9924BF4B528}"/>
          </ac:inkMkLst>
        </pc:inkChg>
        <pc:inkChg chg="add">
          <ac:chgData name="Bhowmik, Sayan" userId="S::sbhowmik9@gatech.edu::2b51cadb-156e-4c9a-99fc-6d2138739850" providerId="AD" clId="Web-{38A520CE-FE97-9767-E658-566DE84C2C86}" dt="2023-09-06T21:01:32.602" v="287"/>
          <ac:inkMkLst>
            <pc:docMk/>
            <pc:sldMk cId="1879257216" sldId="277"/>
            <ac:inkMk id="123" creationId="{EA946CE3-5ED9-9170-B572-2EE3CE647B21}"/>
          </ac:inkMkLst>
        </pc:inkChg>
        <pc:inkChg chg="add">
          <ac:chgData name="Bhowmik, Sayan" userId="S::sbhowmik9@gatech.edu::2b51cadb-156e-4c9a-99fc-6d2138739850" providerId="AD" clId="Web-{38A520CE-FE97-9767-E658-566DE84C2C86}" dt="2023-09-06T21:01:32.618" v="288"/>
          <ac:inkMkLst>
            <pc:docMk/>
            <pc:sldMk cId="1879257216" sldId="277"/>
            <ac:inkMk id="125" creationId="{97BF00EE-709E-038A-0B8A-4DC87B62D058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41" v="244"/>
          <ac:inkMkLst>
            <pc:docMk/>
            <pc:sldMk cId="1879257216" sldId="277"/>
            <ac:inkMk id="126" creationId="{89F0475E-FA04-BE0B-64EA-7A9AE9B1AB5F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41" v="243"/>
          <ac:inkMkLst>
            <pc:docMk/>
            <pc:sldMk cId="1879257216" sldId="277"/>
            <ac:inkMk id="127" creationId="{8A7B704B-BBE7-C970-13BC-59D3D60DEB0C}"/>
          </ac:inkMkLst>
        </pc:inkChg>
        <pc:inkChg chg="del">
          <ac:chgData name="Bhowmik, Sayan" userId="S::sbhowmik9@gatech.edu::2b51cadb-156e-4c9a-99fc-6d2138739850" providerId="AD" clId="Web-{38A520CE-FE97-9767-E658-566DE84C2C86}" dt="2023-09-06T20:58:42.341" v="242"/>
          <ac:inkMkLst>
            <pc:docMk/>
            <pc:sldMk cId="1879257216" sldId="277"/>
            <ac:inkMk id="135" creationId="{C19CF277-C2A3-3133-4483-5ACBE5535059}"/>
          </ac:inkMkLst>
        </pc:inkChg>
        <pc:cxnChg chg="add">
          <ac:chgData name="Bhowmik, Sayan" userId="S::sbhowmik9@gatech.edu::2b51cadb-156e-4c9a-99fc-6d2138739850" providerId="AD" clId="Web-{38A520CE-FE97-9767-E658-566DE84C2C86}" dt="2023-09-06T21:01:32.493" v="276"/>
          <ac:cxnSpMkLst>
            <pc:docMk/>
            <pc:sldMk cId="1879257216" sldId="277"/>
            <ac:cxnSpMk id="97" creationId="{E25DBB5D-796F-0617-07B8-5FEB2C989629}"/>
          </ac:cxnSpMkLst>
        </pc:cxnChg>
        <pc:cxnChg chg="add">
          <ac:chgData name="Bhowmik, Sayan" userId="S::sbhowmik9@gatech.edu::2b51cadb-156e-4c9a-99fc-6d2138739850" providerId="AD" clId="Web-{38A520CE-FE97-9767-E658-566DE84C2C86}" dt="2023-09-06T21:01:32.493" v="277"/>
          <ac:cxnSpMkLst>
            <pc:docMk/>
            <pc:sldMk cId="1879257216" sldId="277"/>
            <ac:cxnSpMk id="99" creationId="{A41B8599-2F71-5AC9-30D4-56FF587DF231}"/>
          </ac:cxnSpMkLst>
        </pc:cxnChg>
      </pc:sldChg>
      <pc:sldChg chg="addSp delSp modSp add replId addAnim delAnim">
        <pc:chgData name="Bhowmik, Sayan" userId="S::sbhowmik9@gatech.edu::2b51cadb-156e-4c9a-99fc-6d2138739850" providerId="AD" clId="Web-{38A520CE-FE97-9767-E658-566DE84C2C86}" dt="2023-09-06T21:32:32.065" v="392"/>
        <pc:sldMkLst>
          <pc:docMk/>
          <pc:sldMk cId="3597247938" sldId="278"/>
        </pc:sldMkLst>
        <pc:spChg chg="add mod">
          <ac:chgData name="Bhowmik, Sayan" userId="S::sbhowmik9@gatech.edu::2b51cadb-156e-4c9a-99fc-6d2138739850" providerId="AD" clId="Web-{38A520CE-FE97-9767-E658-566DE84C2C86}" dt="2023-09-06T21:10:11.182" v="359"/>
          <ac:spMkLst>
            <pc:docMk/>
            <pc:sldMk cId="3597247938" sldId="278"/>
            <ac:spMk id="3" creationId="{2311E274-F1EA-AB2F-15B5-CD003C4BD9FE}"/>
          </ac:spMkLst>
        </pc:spChg>
        <pc:spChg chg="mod">
          <ac:chgData name="Bhowmik, Sayan" userId="S::sbhowmik9@gatech.edu::2b51cadb-156e-4c9a-99fc-6d2138739850" providerId="AD" clId="Web-{38A520CE-FE97-9767-E658-566DE84C2C86}" dt="2023-09-06T21:08:23.644" v="354" actId="1076"/>
          <ac:spMkLst>
            <pc:docMk/>
            <pc:sldMk cId="3597247938" sldId="278"/>
            <ac:spMk id="5" creationId="{438FA7F2-9B05-5A04-26AF-674863CEC4B7}"/>
          </ac:spMkLst>
        </pc:spChg>
        <pc:inkChg chg="del">
          <ac:chgData name="Bhowmik, Sayan" userId="S::sbhowmik9@gatech.edu::2b51cadb-156e-4c9a-99fc-6d2138739850" providerId="AD" clId="Web-{38A520CE-FE97-9767-E658-566DE84C2C86}" dt="2023-09-06T21:07:10.967" v="305"/>
          <ac:inkMkLst>
            <pc:docMk/>
            <pc:sldMk cId="3597247938" sldId="278"/>
            <ac:inkMk id="46" creationId="{AD48ADF4-E2A7-015A-83AF-0821E91E019F}"/>
          </ac:inkMkLst>
        </pc:inkChg>
        <pc:inkChg chg="del">
          <ac:chgData name="Bhowmik, Sayan" userId="S::sbhowmik9@gatech.edu::2b51cadb-156e-4c9a-99fc-6d2138739850" providerId="AD" clId="Web-{38A520CE-FE97-9767-E658-566DE84C2C86}" dt="2023-09-06T21:07:15.311" v="307"/>
          <ac:inkMkLst>
            <pc:docMk/>
            <pc:sldMk cId="3597247938" sldId="278"/>
            <ac:inkMk id="52" creationId="{0E848833-5E5F-87A3-F772-587A43B4E205}"/>
          </ac:inkMkLst>
        </pc:inkChg>
        <pc:inkChg chg="del">
          <ac:chgData name="Bhowmik, Sayan" userId="S::sbhowmik9@gatech.edu::2b51cadb-156e-4c9a-99fc-6d2138739850" providerId="AD" clId="Web-{38A520CE-FE97-9767-E658-566DE84C2C86}" dt="2023-09-06T21:07:10.967" v="304"/>
          <ac:inkMkLst>
            <pc:docMk/>
            <pc:sldMk cId="3597247938" sldId="278"/>
            <ac:inkMk id="75" creationId="{4AA60506-A98F-0842-BC17-3A9175DFF8DE}"/>
          </ac:inkMkLst>
        </pc:inkChg>
        <pc:inkChg chg="del">
          <ac:chgData name="Bhowmik, Sayan" userId="S::sbhowmik9@gatech.edu::2b51cadb-156e-4c9a-99fc-6d2138739850" providerId="AD" clId="Web-{38A520CE-FE97-9767-E658-566DE84C2C86}" dt="2023-09-06T21:07:10.967" v="303"/>
          <ac:inkMkLst>
            <pc:docMk/>
            <pc:sldMk cId="3597247938" sldId="278"/>
            <ac:inkMk id="76" creationId="{52D38CD3-D3A9-9261-D678-AAB3F898AD89}"/>
          </ac:inkMkLst>
        </pc:inkChg>
        <pc:inkChg chg="del">
          <ac:chgData name="Bhowmik, Sayan" userId="S::sbhowmik9@gatech.edu::2b51cadb-156e-4c9a-99fc-6d2138739850" providerId="AD" clId="Web-{38A520CE-FE97-9767-E658-566DE84C2C86}" dt="2023-09-06T21:07:10.967" v="302"/>
          <ac:inkMkLst>
            <pc:docMk/>
            <pc:sldMk cId="3597247938" sldId="278"/>
            <ac:inkMk id="94" creationId="{00AD8E39-AA7E-821A-2342-964AECDC2495}"/>
          </ac:inkMkLst>
        </pc:inkChg>
        <pc:inkChg chg="del">
          <ac:chgData name="Bhowmik, Sayan" userId="S::sbhowmik9@gatech.edu::2b51cadb-156e-4c9a-99fc-6d2138739850" providerId="AD" clId="Web-{38A520CE-FE97-9767-E658-566DE84C2C86}" dt="2023-09-06T21:07:15.311" v="306"/>
          <ac:inkMkLst>
            <pc:docMk/>
            <pc:sldMk cId="3597247938" sldId="278"/>
            <ac:inkMk id="102" creationId="{1953E16A-715A-E16C-FD73-6D3899A3DDA7}"/>
          </ac:inkMkLst>
        </pc:inkChg>
        <pc:inkChg chg="del">
          <ac:chgData name="Bhowmik, Sayan" userId="S::sbhowmik9@gatech.edu::2b51cadb-156e-4c9a-99fc-6d2138739850" providerId="AD" clId="Web-{38A520CE-FE97-9767-E658-566DE84C2C86}" dt="2023-09-06T21:07:10.967" v="301"/>
          <ac:inkMkLst>
            <pc:docMk/>
            <pc:sldMk cId="3597247938" sldId="278"/>
            <ac:inkMk id="108" creationId="{05D34FA8-D76A-8A10-C3EB-9AB5DBE0DD53}"/>
          </ac:inkMkLst>
        </pc:inkChg>
        <pc:inkChg chg="del">
          <ac:chgData name="Bhowmik, Sayan" userId="S::sbhowmik9@gatech.edu::2b51cadb-156e-4c9a-99fc-6d2138739850" providerId="AD" clId="Web-{38A520CE-FE97-9767-E658-566DE84C2C86}" dt="2023-09-06T21:07:10.967" v="300"/>
          <ac:inkMkLst>
            <pc:docMk/>
            <pc:sldMk cId="3597247938" sldId="278"/>
            <ac:inkMk id="116" creationId="{0935FC52-AA34-C086-C929-D5FF703BAA7F}"/>
          </ac:inkMkLst>
        </pc:inkChg>
        <pc:inkChg chg="del">
          <ac:chgData name="Bhowmik, Sayan" userId="S::sbhowmik9@gatech.edu::2b51cadb-156e-4c9a-99fc-6d2138739850" providerId="AD" clId="Web-{38A520CE-FE97-9767-E658-566DE84C2C86}" dt="2023-09-06T21:07:10.967" v="299"/>
          <ac:inkMkLst>
            <pc:docMk/>
            <pc:sldMk cId="3597247938" sldId="278"/>
            <ac:inkMk id="139" creationId="{B2C09501-CC93-31DA-58B9-6F3104495C98}"/>
          </ac:inkMkLst>
        </pc:inkChg>
        <pc:inkChg chg="del">
          <ac:chgData name="Bhowmik, Sayan" userId="S::sbhowmik9@gatech.edu::2b51cadb-156e-4c9a-99fc-6d2138739850" providerId="AD" clId="Web-{38A520CE-FE97-9767-E658-566DE84C2C86}" dt="2023-09-06T21:07:10.967" v="298"/>
          <ac:inkMkLst>
            <pc:docMk/>
            <pc:sldMk cId="3597247938" sldId="278"/>
            <ac:inkMk id="146" creationId="{FF2EE605-BB81-9729-001B-CA5B916ACB6F}"/>
          </ac:inkMkLst>
        </pc:inkChg>
        <pc:inkChg chg="del">
          <ac:chgData name="Bhowmik, Sayan" userId="S::sbhowmik9@gatech.edu::2b51cadb-156e-4c9a-99fc-6d2138739850" providerId="AD" clId="Web-{38A520CE-FE97-9767-E658-566DE84C2C86}" dt="2023-09-06T21:07:10.967" v="297"/>
          <ac:inkMkLst>
            <pc:docMk/>
            <pc:sldMk cId="3597247938" sldId="278"/>
            <ac:inkMk id="158" creationId="{F740CB7D-6604-BADA-AA2F-0161486E2167}"/>
          </ac:inkMkLst>
        </pc:inkChg>
        <pc:inkChg chg="del">
          <ac:chgData name="Bhowmik, Sayan" userId="S::sbhowmik9@gatech.edu::2b51cadb-156e-4c9a-99fc-6d2138739850" providerId="AD" clId="Web-{38A520CE-FE97-9767-E658-566DE84C2C86}" dt="2023-09-06T21:07:10.967" v="296"/>
          <ac:inkMkLst>
            <pc:docMk/>
            <pc:sldMk cId="3597247938" sldId="278"/>
            <ac:inkMk id="159" creationId="{D4C682E9-F4FC-0BB8-DA5D-891F4AC017C4}"/>
          </ac:inkMkLst>
        </pc:inkChg>
        <pc:inkChg chg="del">
          <ac:chgData name="Bhowmik, Sayan" userId="S::sbhowmik9@gatech.edu::2b51cadb-156e-4c9a-99fc-6d2138739850" providerId="AD" clId="Web-{38A520CE-FE97-9767-E658-566DE84C2C86}" dt="2023-09-06T21:07:10.967" v="295"/>
          <ac:inkMkLst>
            <pc:docMk/>
            <pc:sldMk cId="3597247938" sldId="278"/>
            <ac:inkMk id="166" creationId="{3BCB7DF7-F60A-9C58-99EE-AFD7C0A4D8C8}"/>
          </ac:inkMkLst>
        </pc:inkChg>
        <pc:inkChg chg="del">
          <ac:chgData name="Bhowmik, Sayan" userId="S::sbhowmik9@gatech.edu::2b51cadb-156e-4c9a-99fc-6d2138739850" providerId="AD" clId="Web-{38A520CE-FE97-9767-E658-566DE84C2C86}" dt="2023-09-06T21:07:10.967" v="294"/>
          <ac:inkMkLst>
            <pc:docMk/>
            <pc:sldMk cId="3597247938" sldId="278"/>
            <ac:inkMk id="177" creationId="{E5DF860B-EE9F-863E-5E90-72ACBA83CAE5}"/>
          </ac:inkMkLst>
        </pc:inkChg>
        <pc:inkChg chg="del">
          <ac:chgData name="Bhowmik, Sayan" userId="S::sbhowmik9@gatech.edu::2b51cadb-156e-4c9a-99fc-6d2138739850" providerId="AD" clId="Web-{38A520CE-FE97-9767-E658-566DE84C2C86}" dt="2023-09-06T21:07:10.967" v="293"/>
          <ac:inkMkLst>
            <pc:docMk/>
            <pc:sldMk cId="3597247938" sldId="278"/>
            <ac:inkMk id="180" creationId="{965D6DCC-945A-7C63-A5C4-C305F8CDE30E}"/>
          </ac:inkMkLst>
        </pc:inkChg>
        <pc:inkChg chg="del">
          <ac:chgData name="Bhowmik, Sayan" userId="S::sbhowmik9@gatech.edu::2b51cadb-156e-4c9a-99fc-6d2138739850" providerId="AD" clId="Web-{38A520CE-FE97-9767-E658-566DE84C2C86}" dt="2023-09-06T21:07:10.967" v="292"/>
          <ac:inkMkLst>
            <pc:docMk/>
            <pc:sldMk cId="3597247938" sldId="278"/>
            <ac:inkMk id="191" creationId="{623C7DD9-969D-EC08-7B34-C9F2293D2E8A}"/>
          </ac:inkMkLst>
        </pc:inkChg>
        <pc:inkChg chg="del">
          <ac:chgData name="Bhowmik, Sayan" userId="S::sbhowmik9@gatech.edu::2b51cadb-156e-4c9a-99fc-6d2138739850" providerId="AD" clId="Web-{38A520CE-FE97-9767-E658-566DE84C2C86}" dt="2023-09-06T21:07:10.967" v="291"/>
          <ac:inkMkLst>
            <pc:docMk/>
            <pc:sldMk cId="3597247938" sldId="278"/>
            <ac:inkMk id="204" creationId="{5883151C-6BAA-4E0A-D4DC-0EF3FEB7B25B}"/>
          </ac:inkMkLst>
        </pc:inkChg>
      </pc:sldChg>
    </pc:docChg>
  </pc:docChgLst>
  <pc:docChgLst>
    <pc:chgData name="Bhowmik, Sayan" userId="S::sbhowmik9@gatech.edu::2b51cadb-156e-4c9a-99fc-6d2138739850" providerId="AD" clId="Web-{F47D7204-76B6-E12D-FD41-467D6E3680FB}"/>
    <pc:docChg chg="addSld modSld">
      <pc:chgData name="Bhowmik, Sayan" userId="S::sbhowmik9@gatech.edu::2b51cadb-156e-4c9a-99fc-6d2138739850" providerId="AD" clId="Web-{F47D7204-76B6-E12D-FD41-467D6E3680FB}" dt="2023-09-06T19:24:31.477" v="10" actId="14100"/>
      <pc:docMkLst>
        <pc:docMk/>
      </pc:docMkLst>
      <pc:sldChg chg="modSp add replId">
        <pc:chgData name="Bhowmik, Sayan" userId="S::sbhowmik9@gatech.edu::2b51cadb-156e-4c9a-99fc-6d2138739850" providerId="AD" clId="Web-{F47D7204-76B6-E12D-FD41-467D6E3680FB}" dt="2023-09-06T19:24:31.477" v="10" actId="14100"/>
        <pc:sldMkLst>
          <pc:docMk/>
          <pc:sldMk cId="2285472110" sldId="272"/>
        </pc:sldMkLst>
        <pc:spChg chg="mod">
          <ac:chgData name="Bhowmik, Sayan" userId="S::sbhowmik9@gatech.edu::2b51cadb-156e-4c9a-99fc-6d2138739850" providerId="AD" clId="Web-{F47D7204-76B6-E12D-FD41-467D6E3680FB}" dt="2023-09-06T19:24:31.477" v="10" actId="14100"/>
          <ac:spMkLst>
            <pc:docMk/>
            <pc:sldMk cId="2285472110" sldId="272"/>
            <ac:spMk id="17" creationId="{1263353C-DF18-6879-7E63-A6CF3A5BD04D}"/>
          </ac:spMkLst>
        </pc:spChg>
      </pc:sldChg>
    </pc:docChg>
  </pc:docChgLst>
  <pc:docChgLst>
    <pc:chgData name="Bhowmik, Sayan" userId="S::sbhowmik9@gatech.edu::2b51cadb-156e-4c9a-99fc-6d2138739850" providerId="AD" clId="Web-{DB7DCBE8-1400-A526-F2AE-88A6A460FFCE}"/>
    <pc:docChg chg="addSld modSld">
      <pc:chgData name="Bhowmik, Sayan" userId="S::sbhowmik9@gatech.edu::2b51cadb-156e-4c9a-99fc-6d2138739850" providerId="AD" clId="Web-{DB7DCBE8-1400-A526-F2AE-88A6A460FFCE}" dt="2023-09-05T19:03:01.370" v="15" actId="20577"/>
      <pc:docMkLst>
        <pc:docMk/>
      </pc:docMkLst>
      <pc:sldChg chg="modSp new">
        <pc:chgData name="Bhowmik, Sayan" userId="S::sbhowmik9@gatech.edu::2b51cadb-156e-4c9a-99fc-6d2138739850" providerId="AD" clId="Web-{DB7DCBE8-1400-A526-F2AE-88A6A460FFCE}" dt="2023-09-05T19:03:01.370" v="15" actId="20577"/>
        <pc:sldMkLst>
          <pc:docMk/>
          <pc:sldMk cId="1576503833" sldId="262"/>
        </pc:sldMkLst>
        <pc:spChg chg="mod">
          <ac:chgData name="Bhowmik, Sayan" userId="S::sbhowmik9@gatech.edu::2b51cadb-156e-4c9a-99fc-6d2138739850" providerId="AD" clId="Web-{DB7DCBE8-1400-A526-F2AE-88A6A460FFCE}" dt="2023-09-05T19:03:01.370" v="15" actId="20577"/>
          <ac:spMkLst>
            <pc:docMk/>
            <pc:sldMk cId="1576503833" sldId="262"/>
            <ac:spMk id="2" creationId="{0AC3CED3-9F3F-FBE2-90C6-B9FBF8C11538}"/>
          </ac:spMkLst>
        </pc:spChg>
      </pc:sldChg>
    </pc:docChg>
  </pc:docChgLst>
  <pc:docChgLst>
    <pc:chgData name="Bhowmik, Sayan" userId="S::sbhowmik9@gatech.edu::2b51cadb-156e-4c9a-99fc-6d2138739850" providerId="AD" clId="Web-{2A207161-CD40-0E66-D1D4-84AE0506FC51}"/>
    <pc:docChg chg="modSld">
      <pc:chgData name="Bhowmik, Sayan" userId="S::sbhowmik9@gatech.edu::2b51cadb-156e-4c9a-99fc-6d2138739850" providerId="AD" clId="Web-{2A207161-CD40-0E66-D1D4-84AE0506FC51}" dt="2023-09-07T15:45:58.874" v="7"/>
      <pc:docMkLst>
        <pc:docMk/>
      </pc:docMkLst>
      <pc:sldChg chg="addAnim delAnim">
        <pc:chgData name="Bhowmik, Sayan" userId="S::sbhowmik9@gatech.edu::2b51cadb-156e-4c9a-99fc-6d2138739850" providerId="AD" clId="Web-{2A207161-CD40-0E66-D1D4-84AE0506FC51}" dt="2023-09-07T15:45:58.874" v="7"/>
        <pc:sldMkLst>
          <pc:docMk/>
          <pc:sldMk cId="3578118627" sldId="273"/>
        </pc:sldMkLst>
      </pc:sldChg>
    </pc:docChg>
  </pc:docChgLst>
  <pc:docChgLst>
    <pc:chgData name="Bhowmik, Sayan" userId="S::sbhowmik9@gatech.edu::2b51cadb-156e-4c9a-99fc-6d2138739850" providerId="AD" clId="Web-{C2FF0190-884B-DC95-BA84-B1F6C7090EA7}"/>
    <pc:docChg chg="modSld">
      <pc:chgData name="Bhowmik, Sayan" userId="S::sbhowmik9@gatech.edu::2b51cadb-156e-4c9a-99fc-6d2138739850" providerId="AD" clId="Web-{C2FF0190-884B-DC95-BA84-B1F6C7090EA7}" dt="2023-09-06T21:35:54.042" v="7"/>
      <pc:docMkLst>
        <pc:docMk/>
      </pc:docMkLst>
      <pc:sldChg chg="addAnim delAnim">
        <pc:chgData name="Bhowmik, Sayan" userId="S::sbhowmik9@gatech.edu::2b51cadb-156e-4c9a-99fc-6d2138739850" providerId="AD" clId="Web-{C2FF0190-884B-DC95-BA84-B1F6C7090EA7}" dt="2023-09-06T21:35:54.042" v="7"/>
        <pc:sldMkLst>
          <pc:docMk/>
          <pc:sldMk cId="3597247938" sldId="278"/>
        </pc:sldMkLst>
      </pc:sldChg>
    </pc:docChg>
  </pc:docChgLst>
  <pc:docChgLst>
    <pc:chgData name="Bhowmik, Sayan" userId="2b51cadb-156e-4c9a-99fc-6d2138739850" providerId="ADAL" clId="{BD092F86-898D-401C-94E0-D83539CFF1A1}"/>
    <pc:docChg chg="undo redo custSel addSld modSld modMainMaster">
      <pc:chgData name="Bhowmik, Sayan" userId="2b51cadb-156e-4c9a-99fc-6d2138739850" providerId="ADAL" clId="{BD092F86-898D-401C-94E0-D83539CFF1A1}" dt="2023-09-06T02:55:56.753" v="3241"/>
      <pc:docMkLst>
        <pc:docMk/>
      </pc:docMkLst>
      <pc:sldChg chg="modSp new mod">
        <pc:chgData name="Bhowmik, Sayan" userId="2b51cadb-156e-4c9a-99fc-6d2138739850" providerId="ADAL" clId="{BD092F86-898D-401C-94E0-D83539CFF1A1}" dt="2023-09-05T02:28:21.090" v="1947" actId="14100"/>
        <pc:sldMkLst>
          <pc:docMk/>
          <pc:sldMk cId="66441295" sldId="256"/>
        </pc:sldMkLst>
        <pc:spChg chg="mod">
          <ac:chgData name="Bhowmik, Sayan" userId="2b51cadb-156e-4c9a-99fc-6d2138739850" providerId="ADAL" clId="{BD092F86-898D-401C-94E0-D83539CFF1A1}" dt="2023-09-05T02:28:21.090" v="1947" actId="14100"/>
          <ac:spMkLst>
            <pc:docMk/>
            <pc:sldMk cId="66441295" sldId="256"/>
            <ac:spMk id="2" creationId="{4F97A301-816D-8A6D-A631-E16296CE5E17}"/>
          </ac:spMkLst>
        </pc:spChg>
        <pc:spChg chg="mod">
          <ac:chgData name="Bhowmik, Sayan" userId="2b51cadb-156e-4c9a-99fc-6d2138739850" providerId="ADAL" clId="{BD092F86-898D-401C-94E0-D83539CFF1A1}" dt="2023-09-05T02:28:17.265" v="1946" actId="14100"/>
          <ac:spMkLst>
            <pc:docMk/>
            <pc:sldMk cId="66441295" sldId="256"/>
            <ac:spMk id="3" creationId="{57677BF7-B459-0B6F-DA1B-CCE2D8E52C76}"/>
          </ac:spMkLst>
        </pc:spChg>
      </pc:sldChg>
      <pc:sldChg chg="addSp modSp new mod">
        <pc:chgData name="Bhowmik, Sayan" userId="2b51cadb-156e-4c9a-99fc-6d2138739850" providerId="ADAL" clId="{BD092F86-898D-401C-94E0-D83539CFF1A1}" dt="2023-09-05T03:36:16.466" v="2311" actId="255"/>
        <pc:sldMkLst>
          <pc:docMk/>
          <pc:sldMk cId="888638894" sldId="257"/>
        </pc:sldMkLst>
        <pc:spChg chg="mod">
          <ac:chgData name="Bhowmik, Sayan" userId="2b51cadb-156e-4c9a-99fc-6d2138739850" providerId="ADAL" clId="{BD092F86-898D-401C-94E0-D83539CFF1A1}" dt="2023-09-04T23:58:00.549" v="380" actId="20577"/>
          <ac:spMkLst>
            <pc:docMk/>
            <pc:sldMk cId="888638894" sldId="257"/>
            <ac:spMk id="2" creationId="{68F6626D-6F93-4C9A-4C5D-8E4A78FDB0F9}"/>
          </ac:spMkLst>
        </pc:spChg>
        <pc:spChg chg="mod">
          <ac:chgData name="Bhowmik, Sayan" userId="2b51cadb-156e-4c9a-99fc-6d2138739850" providerId="ADAL" clId="{BD092F86-898D-401C-94E0-D83539CFF1A1}" dt="2023-09-05T02:45:50.318" v="2014" actId="20577"/>
          <ac:spMkLst>
            <pc:docMk/>
            <pc:sldMk cId="888638894" sldId="257"/>
            <ac:spMk id="3" creationId="{3F1C08AD-0D1E-EB53-DE4F-410B11CDEC6E}"/>
          </ac:spMkLst>
        </pc:spChg>
        <pc:spChg chg="add mod">
          <ac:chgData name="Bhowmik, Sayan" userId="2b51cadb-156e-4c9a-99fc-6d2138739850" providerId="ADAL" clId="{BD092F86-898D-401C-94E0-D83539CFF1A1}" dt="2023-09-05T03:36:16.466" v="2311" actId="255"/>
          <ac:spMkLst>
            <pc:docMk/>
            <pc:sldMk cId="888638894" sldId="257"/>
            <ac:spMk id="6" creationId="{B3911CDE-62F6-DF34-95A5-5E0116320DCB}"/>
          </ac:spMkLst>
        </pc:spChg>
        <pc:picChg chg="add mod">
          <ac:chgData name="Bhowmik, Sayan" userId="2b51cadb-156e-4c9a-99fc-6d2138739850" providerId="ADAL" clId="{BD092F86-898D-401C-94E0-D83539CFF1A1}" dt="2023-09-05T02:24:03.015" v="1868" actId="1035"/>
          <ac:picMkLst>
            <pc:docMk/>
            <pc:sldMk cId="888638894" sldId="257"/>
            <ac:picMk id="5" creationId="{DD23365C-838C-C6B8-1B68-778F5F1E86F0}"/>
          </ac:picMkLst>
        </pc:picChg>
      </pc:sldChg>
      <pc:sldChg chg="addSp delSp modSp new mod modClrScheme chgLayout">
        <pc:chgData name="Bhowmik, Sayan" userId="2b51cadb-156e-4c9a-99fc-6d2138739850" providerId="ADAL" clId="{BD092F86-898D-401C-94E0-D83539CFF1A1}" dt="2023-09-05T02:33:19.121" v="1995" actId="20577"/>
        <pc:sldMkLst>
          <pc:docMk/>
          <pc:sldMk cId="436450971" sldId="258"/>
        </pc:sldMkLst>
        <pc:spChg chg="del mod ord">
          <ac:chgData name="Bhowmik, Sayan" userId="2b51cadb-156e-4c9a-99fc-6d2138739850" providerId="ADAL" clId="{BD092F86-898D-401C-94E0-D83539CFF1A1}" dt="2023-09-05T00:10:59.254" v="577" actId="700"/>
          <ac:spMkLst>
            <pc:docMk/>
            <pc:sldMk cId="436450971" sldId="258"/>
            <ac:spMk id="2" creationId="{7DD6FB81-1A0D-BE4A-252D-68178459304B}"/>
          </ac:spMkLst>
        </pc:spChg>
        <pc:spChg chg="del mod ord">
          <ac:chgData name="Bhowmik, Sayan" userId="2b51cadb-156e-4c9a-99fc-6d2138739850" providerId="ADAL" clId="{BD092F86-898D-401C-94E0-D83539CFF1A1}" dt="2023-09-05T00:10:59.254" v="577" actId="700"/>
          <ac:spMkLst>
            <pc:docMk/>
            <pc:sldMk cId="436450971" sldId="258"/>
            <ac:spMk id="3" creationId="{7A5A8F0A-441B-4E6A-756B-D3FAB4DAB960}"/>
          </ac:spMkLst>
        </pc:spChg>
        <pc:spChg chg="add mod ord">
          <ac:chgData name="Bhowmik, Sayan" userId="2b51cadb-156e-4c9a-99fc-6d2138739850" providerId="ADAL" clId="{BD092F86-898D-401C-94E0-D83539CFF1A1}" dt="2023-09-05T00:11:37.890" v="660" actId="20577"/>
          <ac:spMkLst>
            <pc:docMk/>
            <pc:sldMk cId="436450971" sldId="258"/>
            <ac:spMk id="4" creationId="{10D3EA00-66E1-B5B4-3C7A-C14DC95BD277}"/>
          </ac:spMkLst>
        </pc:spChg>
        <pc:spChg chg="add del mod ord">
          <ac:chgData name="Bhowmik, Sayan" userId="2b51cadb-156e-4c9a-99fc-6d2138739850" providerId="ADAL" clId="{BD092F86-898D-401C-94E0-D83539CFF1A1}" dt="2023-09-05T00:11:53.510" v="661" actId="931"/>
          <ac:spMkLst>
            <pc:docMk/>
            <pc:sldMk cId="436450971" sldId="258"/>
            <ac:spMk id="5" creationId="{F7F70D84-A91C-4DEE-F8ED-E02E0889BABA}"/>
          </ac:spMkLst>
        </pc:spChg>
        <pc:spChg chg="add mod ord">
          <ac:chgData name="Bhowmik, Sayan" userId="2b51cadb-156e-4c9a-99fc-6d2138739850" providerId="ADAL" clId="{BD092F86-898D-401C-94E0-D83539CFF1A1}" dt="2023-09-05T02:33:19.121" v="1995" actId="20577"/>
          <ac:spMkLst>
            <pc:docMk/>
            <pc:sldMk cId="436450971" sldId="258"/>
            <ac:spMk id="6" creationId="{FE0C308E-5206-732A-9697-47DD30643172}"/>
          </ac:spMkLst>
        </pc:spChg>
        <pc:spChg chg="add mod">
          <ac:chgData name="Bhowmik, Sayan" userId="2b51cadb-156e-4c9a-99fc-6d2138739850" providerId="ADAL" clId="{BD092F86-898D-401C-94E0-D83539CFF1A1}" dt="2023-09-05T02:25:01.989" v="1912" actId="1036"/>
          <ac:spMkLst>
            <pc:docMk/>
            <pc:sldMk cId="436450971" sldId="258"/>
            <ac:spMk id="9" creationId="{1514F45B-8D84-A643-33C8-797F11C81DA4}"/>
          </ac:spMkLst>
        </pc:spChg>
        <pc:spChg chg="add mod">
          <ac:chgData name="Bhowmik, Sayan" userId="2b51cadb-156e-4c9a-99fc-6d2138739850" providerId="ADAL" clId="{BD092F86-898D-401C-94E0-D83539CFF1A1}" dt="2023-09-05T02:25:01.989" v="1912" actId="1036"/>
          <ac:spMkLst>
            <pc:docMk/>
            <pc:sldMk cId="436450971" sldId="258"/>
            <ac:spMk id="10" creationId="{44B93278-6004-FB04-526B-9AD43B8833C4}"/>
          </ac:spMkLst>
        </pc:spChg>
        <pc:picChg chg="add mod">
          <ac:chgData name="Bhowmik, Sayan" userId="2b51cadb-156e-4c9a-99fc-6d2138739850" providerId="ADAL" clId="{BD092F86-898D-401C-94E0-D83539CFF1A1}" dt="2023-09-05T02:25:01.989" v="1912" actId="1036"/>
          <ac:picMkLst>
            <pc:docMk/>
            <pc:sldMk cId="436450971" sldId="258"/>
            <ac:picMk id="8" creationId="{A16C361C-10D2-0177-040D-C68660EB94AB}"/>
          </ac:picMkLst>
        </pc:picChg>
      </pc:sldChg>
      <pc:sldChg chg="addSp delSp modSp new mod delAnim modAnim">
        <pc:chgData name="Bhowmik, Sayan" userId="2b51cadb-156e-4c9a-99fc-6d2138739850" providerId="ADAL" clId="{BD092F86-898D-401C-94E0-D83539CFF1A1}" dt="2023-09-05T03:36:06.121" v="2310" actId="255"/>
        <pc:sldMkLst>
          <pc:docMk/>
          <pc:sldMk cId="2381963276" sldId="259"/>
        </pc:sldMkLst>
        <pc:spChg chg="mod">
          <ac:chgData name="Bhowmik, Sayan" userId="2b51cadb-156e-4c9a-99fc-6d2138739850" providerId="ADAL" clId="{BD092F86-898D-401C-94E0-D83539CFF1A1}" dt="2023-09-05T01:37:40.077" v="1073" actId="20577"/>
          <ac:spMkLst>
            <pc:docMk/>
            <pc:sldMk cId="2381963276" sldId="259"/>
            <ac:spMk id="2" creationId="{B211C037-4834-621E-3A98-47EC74E441BD}"/>
          </ac:spMkLst>
        </pc:spChg>
        <pc:spChg chg="del">
          <ac:chgData name="Bhowmik, Sayan" userId="2b51cadb-156e-4c9a-99fc-6d2138739850" providerId="ADAL" clId="{BD092F86-898D-401C-94E0-D83539CFF1A1}" dt="2023-09-05T01:53:40.022" v="1533"/>
          <ac:spMkLst>
            <pc:docMk/>
            <pc:sldMk cId="2381963276" sldId="259"/>
            <ac:spMk id="3" creationId="{34D54063-2203-A0A5-3707-2059411F3420}"/>
          </ac:spMkLst>
        </pc:spChg>
        <pc:spChg chg="mod">
          <ac:chgData name="Bhowmik, Sayan" userId="2b51cadb-156e-4c9a-99fc-6d2138739850" providerId="ADAL" clId="{BD092F86-898D-401C-94E0-D83539CFF1A1}" dt="2023-09-05T02:34:06.448" v="2001" actId="20577"/>
          <ac:spMkLst>
            <pc:docMk/>
            <pc:sldMk cId="2381963276" sldId="259"/>
            <ac:spMk id="4" creationId="{2DF41903-E67B-1F37-2062-3CA33BB1BAF4}"/>
          </ac:spMkLst>
        </pc:spChg>
        <pc:spChg chg="add del mod">
          <ac:chgData name="Bhowmik, Sayan" userId="2b51cadb-156e-4c9a-99fc-6d2138739850" providerId="ADAL" clId="{BD092F86-898D-401C-94E0-D83539CFF1A1}" dt="2023-09-05T02:00:54.381" v="1609"/>
          <ac:spMkLst>
            <pc:docMk/>
            <pc:sldMk cId="2381963276" sldId="259"/>
            <ac:spMk id="7" creationId="{2654FC39-60C1-6649-B07B-B90EA897BA56}"/>
          </ac:spMkLst>
        </pc:spChg>
        <pc:spChg chg="add mod">
          <ac:chgData name="Bhowmik, Sayan" userId="2b51cadb-156e-4c9a-99fc-6d2138739850" providerId="ADAL" clId="{BD092F86-898D-401C-94E0-D83539CFF1A1}" dt="2023-09-05T03:36:06.121" v="2310" actId="255"/>
          <ac:spMkLst>
            <pc:docMk/>
            <pc:sldMk cId="2381963276" sldId="259"/>
            <ac:spMk id="10" creationId="{102C17F0-32DD-823E-FA8B-F38AC02375EA}"/>
          </ac:spMkLst>
        </pc:spChg>
        <pc:picChg chg="add del mod">
          <ac:chgData name="Bhowmik, Sayan" userId="2b51cadb-156e-4c9a-99fc-6d2138739850" providerId="ADAL" clId="{BD092F86-898D-401C-94E0-D83539CFF1A1}" dt="2023-09-05T02:00:18.665" v="1608" actId="478"/>
          <ac:picMkLst>
            <pc:docMk/>
            <pc:sldMk cId="2381963276" sldId="259"/>
            <ac:picMk id="5" creationId="{9A8B7F79-4E81-01D8-ABD9-1656A484953E}"/>
          </ac:picMkLst>
        </pc:picChg>
        <pc:picChg chg="add mod">
          <ac:chgData name="Bhowmik, Sayan" userId="2b51cadb-156e-4c9a-99fc-6d2138739850" providerId="ADAL" clId="{BD092F86-898D-401C-94E0-D83539CFF1A1}" dt="2023-09-05T02:06:07.601" v="1684" actId="1076"/>
          <ac:picMkLst>
            <pc:docMk/>
            <pc:sldMk cId="2381963276" sldId="259"/>
            <ac:picMk id="9" creationId="{C6CD50A4-2A5F-54EE-23A8-5D1588BE73FF}"/>
          </ac:picMkLst>
        </pc:picChg>
        <pc:picChg chg="add mod">
          <ac:chgData name="Bhowmik, Sayan" userId="2b51cadb-156e-4c9a-99fc-6d2138739850" providerId="ADAL" clId="{BD092F86-898D-401C-94E0-D83539CFF1A1}" dt="2023-09-05T02:06:09.484" v="1685" actId="1076"/>
          <ac:picMkLst>
            <pc:docMk/>
            <pc:sldMk cId="2381963276" sldId="259"/>
            <ac:picMk id="12" creationId="{6AF86E8A-2B4D-852C-3D47-DFC74A607C61}"/>
          </ac:picMkLst>
        </pc:picChg>
      </pc:sldChg>
      <pc:sldChg chg="addSp delSp modSp new mod">
        <pc:chgData name="Bhowmik, Sayan" userId="2b51cadb-156e-4c9a-99fc-6d2138739850" providerId="ADAL" clId="{BD092F86-898D-401C-94E0-D83539CFF1A1}" dt="2023-09-05T03:35:59.047" v="2309" actId="255"/>
        <pc:sldMkLst>
          <pc:docMk/>
          <pc:sldMk cId="1412590480" sldId="260"/>
        </pc:sldMkLst>
        <pc:spChg chg="mod">
          <ac:chgData name="Bhowmik, Sayan" userId="2b51cadb-156e-4c9a-99fc-6d2138739850" providerId="ADAL" clId="{BD092F86-898D-401C-94E0-D83539CFF1A1}" dt="2023-09-05T02:48:29.648" v="2145" actId="1036"/>
          <ac:spMkLst>
            <pc:docMk/>
            <pc:sldMk cId="1412590480" sldId="260"/>
            <ac:spMk id="2" creationId="{15D87876-13AD-1125-6809-8A29C23607D3}"/>
          </ac:spMkLst>
        </pc:spChg>
        <pc:spChg chg="del">
          <ac:chgData name="Bhowmik, Sayan" userId="2b51cadb-156e-4c9a-99fc-6d2138739850" providerId="ADAL" clId="{BD092F86-898D-401C-94E0-D83539CFF1A1}" dt="2023-09-05T02:46:27.023" v="2031"/>
          <ac:spMkLst>
            <pc:docMk/>
            <pc:sldMk cId="1412590480" sldId="260"/>
            <ac:spMk id="3" creationId="{93447C32-B793-77E6-A9A6-0760AEFD076F}"/>
          </ac:spMkLst>
        </pc:spChg>
        <pc:spChg chg="del">
          <ac:chgData name="Bhowmik, Sayan" userId="2b51cadb-156e-4c9a-99fc-6d2138739850" providerId="ADAL" clId="{BD092F86-898D-401C-94E0-D83539CFF1A1}" dt="2023-09-05T02:46:50.457" v="2037" actId="931"/>
          <ac:spMkLst>
            <pc:docMk/>
            <pc:sldMk cId="1412590480" sldId="260"/>
            <ac:spMk id="4" creationId="{4FB08247-0AB8-BF7B-0BCF-03DE42AF0837}"/>
          </ac:spMkLst>
        </pc:spChg>
        <pc:spChg chg="add mod">
          <ac:chgData name="Bhowmik, Sayan" userId="2b51cadb-156e-4c9a-99fc-6d2138739850" providerId="ADAL" clId="{BD092F86-898D-401C-94E0-D83539CFF1A1}" dt="2023-09-05T03:35:53.385" v="2308" actId="255"/>
          <ac:spMkLst>
            <pc:docMk/>
            <pc:sldMk cId="1412590480" sldId="260"/>
            <ac:spMk id="8" creationId="{13E6BC5E-4278-C7CE-594F-C3C3BE9B5BD9}"/>
          </ac:spMkLst>
        </pc:spChg>
        <pc:spChg chg="add mod">
          <ac:chgData name="Bhowmik, Sayan" userId="2b51cadb-156e-4c9a-99fc-6d2138739850" providerId="ADAL" clId="{BD092F86-898D-401C-94E0-D83539CFF1A1}" dt="2023-09-05T03:35:59.047" v="2309" actId="255"/>
          <ac:spMkLst>
            <pc:docMk/>
            <pc:sldMk cId="1412590480" sldId="260"/>
            <ac:spMk id="9" creationId="{7DF8D116-1572-26EC-9561-32BD6C579063}"/>
          </ac:spMkLst>
        </pc:spChg>
        <pc:picChg chg="add mod">
          <ac:chgData name="Bhowmik, Sayan" userId="2b51cadb-156e-4c9a-99fc-6d2138739850" providerId="ADAL" clId="{BD092F86-898D-401C-94E0-D83539CFF1A1}" dt="2023-09-05T02:48:21.548" v="2134" actId="1036"/>
          <ac:picMkLst>
            <pc:docMk/>
            <pc:sldMk cId="1412590480" sldId="260"/>
            <ac:picMk id="5" creationId="{C702DDFE-6BDE-5EC0-52C3-BDCCB147043D}"/>
          </ac:picMkLst>
        </pc:picChg>
        <pc:picChg chg="add mod modCrop">
          <ac:chgData name="Bhowmik, Sayan" userId="2b51cadb-156e-4c9a-99fc-6d2138739850" providerId="ADAL" clId="{BD092F86-898D-401C-94E0-D83539CFF1A1}" dt="2023-09-05T02:48:21.548" v="2134" actId="1036"/>
          <ac:picMkLst>
            <pc:docMk/>
            <pc:sldMk cId="1412590480" sldId="260"/>
            <ac:picMk id="7" creationId="{4EC44041-2A26-1174-73F9-7360B634C5EB}"/>
          </ac:picMkLst>
        </pc:picChg>
      </pc:sldChg>
      <pc:sldChg chg="addSp delSp modSp new mod modClrScheme chgLayout">
        <pc:chgData name="Bhowmik, Sayan" userId="2b51cadb-156e-4c9a-99fc-6d2138739850" providerId="ADAL" clId="{BD092F86-898D-401C-94E0-D83539CFF1A1}" dt="2023-09-05T03:47:47.799" v="2787" actId="20577"/>
        <pc:sldMkLst>
          <pc:docMk/>
          <pc:sldMk cId="1491263421" sldId="261"/>
        </pc:sldMkLst>
        <pc:spChg chg="del mod ord">
          <ac:chgData name="Bhowmik, Sayan" userId="2b51cadb-156e-4c9a-99fc-6d2138739850" providerId="ADAL" clId="{BD092F86-898D-401C-94E0-D83539CFF1A1}" dt="2023-09-05T03:18:03.210" v="2154" actId="700"/>
          <ac:spMkLst>
            <pc:docMk/>
            <pc:sldMk cId="1491263421" sldId="261"/>
            <ac:spMk id="2" creationId="{7DC31205-B127-2FE3-822C-D95F28A8D7B6}"/>
          </ac:spMkLst>
        </pc:spChg>
        <pc:spChg chg="del">
          <ac:chgData name="Bhowmik, Sayan" userId="2b51cadb-156e-4c9a-99fc-6d2138739850" providerId="ADAL" clId="{BD092F86-898D-401C-94E0-D83539CFF1A1}" dt="2023-09-05T03:18:03.210" v="2154" actId="700"/>
          <ac:spMkLst>
            <pc:docMk/>
            <pc:sldMk cId="1491263421" sldId="261"/>
            <ac:spMk id="3" creationId="{DF8FB9EC-E97F-0767-F1AB-2B40E778595A}"/>
          </ac:spMkLst>
        </pc:spChg>
        <pc:spChg chg="del">
          <ac:chgData name="Bhowmik, Sayan" userId="2b51cadb-156e-4c9a-99fc-6d2138739850" providerId="ADAL" clId="{BD092F86-898D-401C-94E0-D83539CFF1A1}" dt="2023-09-05T03:18:03.210" v="2154" actId="700"/>
          <ac:spMkLst>
            <pc:docMk/>
            <pc:sldMk cId="1491263421" sldId="261"/>
            <ac:spMk id="4" creationId="{BE7FC0FA-9F21-E353-ED5F-509C8B4AB804}"/>
          </ac:spMkLst>
        </pc:spChg>
        <pc:spChg chg="add mod ord">
          <ac:chgData name="Bhowmik, Sayan" userId="2b51cadb-156e-4c9a-99fc-6d2138739850" providerId="ADAL" clId="{BD092F86-898D-401C-94E0-D83539CFF1A1}" dt="2023-09-05T03:18:47.489" v="2194" actId="1036"/>
          <ac:spMkLst>
            <pc:docMk/>
            <pc:sldMk cId="1491263421" sldId="261"/>
            <ac:spMk id="5" creationId="{71C74056-C53E-E2A7-08A8-CED8250081E3}"/>
          </ac:spMkLst>
        </pc:spChg>
        <pc:spChg chg="add mod">
          <ac:chgData name="Bhowmik, Sayan" userId="2b51cadb-156e-4c9a-99fc-6d2138739850" providerId="ADAL" clId="{BD092F86-898D-401C-94E0-D83539CFF1A1}" dt="2023-09-05T03:47:47.799" v="2787" actId="20577"/>
          <ac:spMkLst>
            <pc:docMk/>
            <pc:sldMk cId="1491263421" sldId="261"/>
            <ac:spMk id="10" creationId="{6FC3AB1B-C381-4888-3CDF-AFC19A924948}"/>
          </ac:spMkLst>
        </pc:spChg>
        <pc:spChg chg="add mod">
          <ac:chgData name="Bhowmik, Sayan" userId="2b51cadb-156e-4c9a-99fc-6d2138739850" providerId="ADAL" clId="{BD092F86-898D-401C-94E0-D83539CFF1A1}" dt="2023-09-05T03:43:34.892" v="2554" actId="207"/>
          <ac:spMkLst>
            <pc:docMk/>
            <pc:sldMk cId="1491263421" sldId="261"/>
            <ac:spMk id="13" creationId="{38605C12-3FA9-4C67-3E63-071AD6380C62}"/>
          </ac:spMkLst>
        </pc:spChg>
        <pc:picChg chg="add mod">
          <ac:chgData name="Bhowmik, Sayan" userId="2b51cadb-156e-4c9a-99fc-6d2138739850" providerId="ADAL" clId="{BD092F86-898D-401C-94E0-D83539CFF1A1}" dt="2023-09-05T03:35:42.751" v="2307" actId="1035"/>
          <ac:picMkLst>
            <pc:docMk/>
            <pc:sldMk cId="1491263421" sldId="261"/>
            <ac:picMk id="7" creationId="{D7C95C98-F95A-0581-F883-A1EAF1C27B73}"/>
          </ac:picMkLst>
        </pc:picChg>
        <pc:picChg chg="add del mod">
          <ac:chgData name="Bhowmik, Sayan" userId="2b51cadb-156e-4c9a-99fc-6d2138739850" providerId="ADAL" clId="{BD092F86-898D-401C-94E0-D83539CFF1A1}" dt="2023-09-05T03:32:50.737" v="2199" actId="478"/>
          <ac:picMkLst>
            <pc:docMk/>
            <pc:sldMk cId="1491263421" sldId="261"/>
            <ac:picMk id="9" creationId="{F1E091D1-0DBA-7289-769B-B105D576F4D6}"/>
          </ac:picMkLst>
        </pc:picChg>
        <pc:picChg chg="add del mod">
          <ac:chgData name="Bhowmik, Sayan" userId="2b51cadb-156e-4c9a-99fc-6d2138739850" providerId="ADAL" clId="{BD092F86-898D-401C-94E0-D83539CFF1A1}" dt="2023-09-05T03:46:18.711" v="2684" actId="478"/>
          <ac:picMkLst>
            <pc:docMk/>
            <pc:sldMk cId="1491263421" sldId="261"/>
            <ac:picMk id="12" creationId="{F60A583E-D725-AC0A-F828-F4D19F3543B5}"/>
          </ac:picMkLst>
        </pc:picChg>
        <pc:picChg chg="add mod">
          <ac:chgData name="Bhowmik, Sayan" userId="2b51cadb-156e-4c9a-99fc-6d2138739850" providerId="ADAL" clId="{BD092F86-898D-401C-94E0-D83539CFF1A1}" dt="2023-09-05T03:46:37.991" v="2691" actId="14100"/>
          <ac:picMkLst>
            <pc:docMk/>
            <pc:sldMk cId="1491263421" sldId="261"/>
            <ac:picMk id="15" creationId="{838ADE33-9653-8893-A2CF-C46DA722CFAA}"/>
          </ac:picMkLst>
        </pc:picChg>
      </pc:sldChg>
      <pc:sldChg chg="addSp modSp mod">
        <pc:chgData name="Bhowmik, Sayan" userId="2b51cadb-156e-4c9a-99fc-6d2138739850" providerId="ADAL" clId="{BD092F86-898D-401C-94E0-D83539CFF1A1}" dt="2023-09-06T01:50:54.135" v="3054" actId="1038"/>
        <pc:sldMkLst>
          <pc:docMk/>
          <pc:sldMk cId="1576503833" sldId="262"/>
        </pc:sldMkLst>
        <pc:spChg chg="add mod">
          <ac:chgData name="Bhowmik, Sayan" userId="2b51cadb-156e-4c9a-99fc-6d2138739850" providerId="ADAL" clId="{BD092F86-898D-401C-94E0-D83539CFF1A1}" dt="2023-09-06T01:11:36.672" v="2910" actId="255"/>
          <ac:spMkLst>
            <pc:docMk/>
            <pc:sldMk cId="1576503833" sldId="262"/>
            <ac:spMk id="3" creationId="{4277A770-EC48-0945-388D-13347702541A}"/>
          </ac:spMkLst>
        </pc:spChg>
        <pc:spChg chg="add mod">
          <ac:chgData name="Bhowmik, Sayan" userId="2b51cadb-156e-4c9a-99fc-6d2138739850" providerId="ADAL" clId="{BD092F86-898D-401C-94E0-D83539CFF1A1}" dt="2023-09-06T01:50:12.758" v="3047" actId="1037"/>
          <ac:spMkLst>
            <pc:docMk/>
            <pc:sldMk cId="1576503833" sldId="262"/>
            <ac:spMk id="4" creationId="{265D2C20-F765-3554-21BC-7025C1A1C8CE}"/>
          </ac:spMkLst>
        </pc:spChg>
        <pc:spChg chg="add mod">
          <ac:chgData name="Bhowmik, Sayan" userId="2b51cadb-156e-4c9a-99fc-6d2138739850" providerId="ADAL" clId="{BD092F86-898D-401C-94E0-D83539CFF1A1}" dt="2023-09-06T01:50:54.135" v="3054" actId="1038"/>
          <ac:spMkLst>
            <pc:docMk/>
            <pc:sldMk cId="1576503833" sldId="262"/>
            <ac:spMk id="7" creationId="{A6565D21-D707-E3DD-74B6-6F4268F04F1D}"/>
          </ac:spMkLst>
        </pc:spChg>
        <pc:picChg chg="add mod">
          <ac:chgData name="Bhowmik, Sayan" userId="2b51cadb-156e-4c9a-99fc-6d2138739850" providerId="ADAL" clId="{BD092F86-898D-401C-94E0-D83539CFF1A1}" dt="2023-09-06T01:50:21.290" v="3050" actId="1076"/>
          <ac:picMkLst>
            <pc:docMk/>
            <pc:sldMk cId="1576503833" sldId="262"/>
            <ac:picMk id="6" creationId="{45AA0FD7-E065-D77C-1EC4-366AE9258F9F}"/>
          </ac:picMkLst>
        </pc:picChg>
      </pc:sldChg>
      <pc:sldChg chg="addSp modSp new mod">
        <pc:chgData name="Bhowmik, Sayan" userId="2b51cadb-156e-4c9a-99fc-6d2138739850" providerId="ADAL" clId="{BD092F86-898D-401C-94E0-D83539CFF1A1}" dt="2023-09-06T02:52:53.382" v="3202" actId="14100"/>
        <pc:sldMkLst>
          <pc:docMk/>
          <pc:sldMk cId="1174310761" sldId="263"/>
        </pc:sldMkLst>
        <pc:spChg chg="mod">
          <ac:chgData name="Bhowmik, Sayan" userId="2b51cadb-156e-4c9a-99fc-6d2138739850" providerId="ADAL" clId="{BD092F86-898D-401C-94E0-D83539CFF1A1}" dt="2023-09-06T02:20:11.117" v="3124" actId="14100"/>
          <ac:spMkLst>
            <pc:docMk/>
            <pc:sldMk cId="1174310761" sldId="263"/>
            <ac:spMk id="2" creationId="{9880C1E6-B225-1A7E-006B-856739A2C1CC}"/>
          </ac:spMkLst>
        </pc:spChg>
        <pc:spChg chg="add mod">
          <ac:chgData name="Bhowmik, Sayan" userId="2b51cadb-156e-4c9a-99fc-6d2138739850" providerId="ADAL" clId="{BD092F86-898D-401C-94E0-D83539CFF1A1}" dt="2023-09-06T02:52:53.382" v="3202" actId="14100"/>
          <ac:spMkLst>
            <pc:docMk/>
            <pc:sldMk cId="1174310761" sldId="263"/>
            <ac:spMk id="68" creationId="{A45220B0-4816-B48F-B309-2B7667B9B264}"/>
          </ac:spMkLst>
        </pc:spChg>
        <pc:picChg chg="add mod">
          <ac:chgData name="Bhowmik, Sayan" userId="2b51cadb-156e-4c9a-99fc-6d2138739850" providerId="ADAL" clId="{BD092F86-898D-401C-94E0-D83539CFF1A1}" dt="2023-09-06T02:26:27.015" v="3157" actId="1076"/>
          <ac:picMkLst>
            <pc:docMk/>
            <pc:sldMk cId="1174310761" sldId="263"/>
            <ac:picMk id="4" creationId="{12F1CDE8-ADBD-9A05-FD17-0F4573DB80D3}"/>
          </ac:picMkLst>
        </pc:picChg>
      </pc:sldChg>
      <pc:sldChg chg="addSp modSp new mod">
        <pc:chgData name="Bhowmik, Sayan" userId="2b51cadb-156e-4c9a-99fc-6d2138739850" providerId="ADAL" clId="{BD092F86-898D-401C-94E0-D83539CFF1A1}" dt="2023-09-06T02:54:50.594" v="3235" actId="20577"/>
        <pc:sldMkLst>
          <pc:docMk/>
          <pc:sldMk cId="311871432" sldId="264"/>
        </pc:sldMkLst>
        <pc:spChg chg="mod">
          <ac:chgData name="Bhowmik, Sayan" userId="2b51cadb-156e-4c9a-99fc-6d2138739850" providerId="ADAL" clId="{BD092F86-898D-401C-94E0-D83539CFF1A1}" dt="2023-09-06T02:25:29.710" v="3148" actId="1036"/>
          <ac:spMkLst>
            <pc:docMk/>
            <pc:sldMk cId="311871432" sldId="264"/>
            <ac:spMk id="2" creationId="{82251619-FAB3-AAE8-11D7-826AC45AD5AF}"/>
          </ac:spMkLst>
        </pc:spChg>
        <pc:spChg chg="add mod">
          <ac:chgData name="Bhowmik, Sayan" userId="2b51cadb-156e-4c9a-99fc-6d2138739850" providerId="ADAL" clId="{BD092F86-898D-401C-94E0-D83539CFF1A1}" dt="2023-09-06T02:54:50.594" v="3235" actId="20577"/>
          <ac:spMkLst>
            <pc:docMk/>
            <pc:sldMk cId="311871432" sldId="264"/>
            <ac:spMk id="44" creationId="{40643FD6-B713-16E8-FE6D-FC0247CDFC40}"/>
          </ac:spMkLst>
        </pc:spChg>
        <pc:picChg chg="add mod">
          <ac:chgData name="Bhowmik, Sayan" userId="2b51cadb-156e-4c9a-99fc-6d2138739850" providerId="ADAL" clId="{BD092F86-898D-401C-94E0-D83539CFF1A1}" dt="2023-09-06T02:26:22.279" v="3156" actId="1076"/>
          <ac:picMkLst>
            <pc:docMk/>
            <pc:sldMk cId="311871432" sldId="264"/>
            <ac:picMk id="4" creationId="{B456363C-64EF-A91E-2D0F-30D1D939FA6E}"/>
          </ac:picMkLst>
        </pc:picChg>
      </pc:sldChg>
      <pc:sldChg chg="addSp modSp new mod">
        <pc:chgData name="Bhowmik, Sayan" userId="2b51cadb-156e-4c9a-99fc-6d2138739850" providerId="ADAL" clId="{BD092F86-898D-401C-94E0-D83539CFF1A1}" dt="2023-09-06T02:55:56.753" v="3241"/>
        <pc:sldMkLst>
          <pc:docMk/>
          <pc:sldMk cId="2080112632" sldId="265"/>
        </pc:sldMkLst>
        <pc:spChg chg="mod">
          <ac:chgData name="Bhowmik, Sayan" userId="2b51cadb-156e-4c9a-99fc-6d2138739850" providerId="ADAL" clId="{BD092F86-898D-401C-94E0-D83539CFF1A1}" dt="2023-09-06T02:35:48.949" v="3190" actId="20577"/>
          <ac:spMkLst>
            <pc:docMk/>
            <pc:sldMk cId="2080112632" sldId="265"/>
            <ac:spMk id="2" creationId="{8D22422E-3168-780E-C66C-70A751A642AF}"/>
          </ac:spMkLst>
        </pc:spChg>
        <pc:spChg chg="add mod">
          <ac:chgData name="Bhowmik, Sayan" userId="2b51cadb-156e-4c9a-99fc-6d2138739850" providerId="ADAL" clId="{BD092F86-898D-401C-94E0-D83539CFF1A1}" dt="2023-09-06T02:55:56.753" v="3241"/>
          <ac:spMkLst>
            <pc:docMk/>
            <pc:sldMk cId="2080112632" sldId="265"/>
            <ac:spMk id="37" creationId="{23B03C94-0919-1B78-DA0A-897E39B6D8F0}"/>
          </ac:spMkLst>
        </pc:spChg>
        <pc:picChg chg="add mod">
          <ac:chgData name="Bhowmik, Sayan" userId="2b51cadb-156e-4c9a-99fc-6d2138739850" providerId="ADAL" clId="{BD092F86-898D-401C-94E0-D83539CFF1A1}" dt="2023-09-06T02:35:36.430" v="3188" actId="1076"/>
          <ac:picMkLst>
            <pc:docMk/>
            <pc:sldMk cId="2080112632" sldId="265"/>
            <ac:picMk id="4" creationId="{44124F9F-855B-E532-1E93-4FB597CCA26F}"/>
          </ac:picMkLst>
        </pc:picChg>
      </pc:sldChg>
      <pc:sldMasterChg chg="addSp delSp modSp mod modSldLayout">
        <pc:chgData name="Bhowmik, Sayan" userId="2b51cadb-156e-4c9a-99fc-6d2138739850" providerId="ADAL" clId="{BD092F86-898D-401C-94E0-D83539CFF1A1}" dt="2023-09-05T01:44:38.882" v="1532"/>
        <pc:sldMasterMkLst>
          <pc:docMk/>
          <pc:sldMasterMk cId="3893717928" sldId="2147483648"/>
        </pc:sldMasterMkLst>
        <pc:spChg chg="mod">
          <ac:chgData name="Bhowmik, Sayan" userId="2b51cadb-156e-4c9a-99fc-6d2138739850" providerId="ADAL" clId="{BD092F86-898D-401C-94E0-D83539CFF1A1}" dt="2023-09-05T01:39:59.914" v="1119" actId="20577"/>
          <ac:spMkLst>
            <pc:docMk/>
            <pc:sldMasterMk cId="3893717928" sldId="2147483648"/>
            <ac:spMk id="4" creationId="{F5BF80D2-60D3-81C8-0A49-97A336D8BFF8}"/>
          </ac:spMkLst>
        </pc:spChg>
        <pc:spChg chg="add del mod">
          <ac:chgData name="Bhowmik, Sayan" userId="2b51cadb-156e-4c9a-99fc-6d2138739850" providerId="ADAL" clId="{BD092F86-898D-401C-94E0-D83539CFF1A1}" dt="2023-09-05T01:42:48.766" v="1510" actId="478"/>
          <ac:spMkLst>
            <pc:docMk/>
            <pc:sldMasterMk cId="3893717928" sldId="2147483648"/>
            <ac:spMk id="9" creationId="{F9B24B5C-1020-90F4-FC75-B8A0335D0BE0}"/>
          </ac:spMkLst>
        </pc:spChg>
        <pc:spChg chg="add del mod">
          <ac:chgData name="Bhowmik, Sayan" userId="2b51cadb-156e-4c9a-99fc-6d2138739850" providerId="ADAL" clId="{BD092F86-898D-401C-94E0-D83539CFF1A1}" dt="2023-09-05T01:44:23.114" v="1528" actId="21"/>
          <ac:spMkLst>
            <pc:docMk/>
            <pc:sldMasterMk cId="3893717928" sldId="2147483648"/>
            <ac:spMk id="10" creationId="{0AFCFDDF-8AAE-D08B-1CBA-43EA47E8D439}"/>
          </ac:spMkLst>
        </pc:spChg>
        <pc:picChg chg="add mod">
          <ac:chgData name="Bhowmik, Sayan" userId="2b51cadb-156e-4c9a-99fc-6d2138739850" providerId="ADAL" clId="{BD092F86-898D-401C-94E0-D83539CFF1A1}" dt="2023-09-04T23:54:33.163" v="181" actId="1035"/>
          <ac:picMkLst>
            <pc:docMk/>
            <pc:sldMasterMk cId="3893717928" sldId="2147483648"/>
            <ac:picMk id="8" creationId="{4EAD41F7-57AC-C55F-47F0-495C0051CBD6}"/>
          </ac:picMkLst>
        </pc:picChg>
        <pc:sldLayoutChg chg="modSp mod">
          <pc:chgData name="Bhowmik, Sayan" userId="2b51cadb-156e-4c9a-99fc-6d2138739850" providerId="ADAL" clId="{BD092F86-898D-401C-94E0-D83539CFF1A1}" dt="2023-09-05T01:39:23.687" v="1104" actId="20577"/>
          <pc:sldLayoutMkLst>
            <pc:docMk/>
            <pc:sldMasterMk cId="3893717928" sldId="2147483648"/>
            <pc:sldLayoutMk cId="1875458075" sldId="2147483649"/>
          </pc:sldLayoutMkLst>
          <pc:spChg chg="mod">
            <ac:chgData name="Bhowmik, Sayan" userId="2b51cadb-156e-4c9a-99fc-6d2138739850" providerId="ADAL" clId="{BD092F86-898D-401C-94E0-D83539CFF1A1}" dt="2023-09-05T01:39:23.687" v="1104" actId="20577"/>
            <ac:spMkLst>
              <pc:docMk/>
              <pc:sldMasterMk cId="3893717928" sldId="2147483648"/>
              <pc:sldLayoutMk cId="1875458075" sldId="2147483649"/>
              <ac:spMk id="4" creationId="{1E9BBB82-32BF-A4DB-11BE-CB5D3D924FA2}"/>
            </ac:spMkLst>
          </pc:spChg>
        </pc:sldLayoutChg>
        <pc:sldLayoutChg chg="addSp modSp">
          <pc:chgData name="Bhowmik, Sayan" userId="2b51cadb-156e-4c9a-99fc-6d2138739850" providerId="ADAL" clId="{BD092F86-898D-401C-94E0-D83539CFF1A1}" dt="2023-09-05T01:44:27.254" v="1529"/>
          <pc:sldLayoutMkLst>
            <pc:docMk/>
            <pc:sldMasterMk cId="3893717928" sldId="2147483648"/>
            <pc:sldLayoutMk cId="1332542118" sldId="2147483650"/>
          </pc:sldLayoutMkLst>
          <pc:spChg chg="add mod">
            <ac:chgData name="Bhowmik, Sayan" userId="2b51cadb-156e-4c9a-99fc-6d2138739850" providerId="ADAL" clId="{BD092F86-898D-401C-94E0-D83539CFF1A1}" dt="2023-09-05T01:44:27.254" v="1529"/>
            <ac:spMkLst>
              <pc:docMk/>
              <pc:sldMasterMk cId="3893717928" sldId="2147483648"/>
              <pc:sldLayoutMk cId="1332542118" sldId="2147483650"/>
              <ac:spMk id="7" creationId="{E061A1F3-2B40-5314-E3EE-C80830C0AD2C}"/>
            </ac:spMkLst>
          </pc:spChg>
        </pc:sldLayoutChg>
        <pc:sldLayoutChg chg="addSp modSp mod">
          <pc:chgData name="Bhowmik, Sayan" userId="2b51cadb-156e-4c9a-99fc-6d2138739850" providerId="ADAL" clId="{BD092F86-898D-401C-94E0-D83539CFF1A1}" dt="2023-09-05T01:44:31.476" v="1530"/>
          <pc:sldLayoutMkLst>
            <pc:docMk/>
            <pc:sldMasterMk cId="3893717928" sldId="2147483648"/>
            <pc:sldLayoutMk cId="3064499368" sldId="2147483652"/>
          </pc:sldLayoutMkLst>
          <pc:spChg chg="mod">
            <ac:chgData name="Bhowmik, Sayan" userId="2b51cadb-156e-4c9a-99fc-6d2138739850" providerId="ADAL" clId="{BD092F86-898D-401C-94E0-D83539CFF1A1}" dt="2023-09-05T01:40:40.454" v="1132" actId="20577"/>
            <ac:spMkLst>
              <pc:docMk/>
              <pc:sldMasterMk cId="3893717928" sldId="2147483648"/>
              <pc:sldLayoutMk cId="3064499368" sldId="2147483652"/>
              <ac:spMk id="5" creationId="{5014177B-0351-705B-F8A1-037079F8FF96}"/>
            </ac:spMkLst>
          </pc:spChg>
          <pc:spChg chg="add mod">
            <ac:chgData name="Bhowmik, Sayan" userId="2b51cadb-156e-4c9a-99fc-6d2138739850" providerId="ADAL" clId="{BD092F86-898D-401C-94E0-D83539CFF1A1}" dt="2023-09-05T01:44:31.476" v="1530"/>
            <ac:spMkLst>
              <pc:docMk/>
              <pc:sldMasterMk cId="3893717928" sldId="2147483648"/>
              <pc:sldLayoutMk cId="3064499368" sldId="2147483652"/>
              <ac:spMk id="8" creationId="{74A4C390-BD67-0D0F-7818-9ED449249608}"/>
            </ac:spMkLst>
          </pc:spChg>
        </pc:sldLayoutChg>
        <pc:sldLayoutChg chg="addSp modSp">
          <pc:chgData name="Bhowmik, Sayan" userId="2b51cadb-156e-4c9a-99fc-6d2138739850" providerId="ADAL" clId="{BD092F86-898D-401C-94E0-D83539CFF1A1}" dt="2023-09-05T01:44:34.384" v="1531"/>
          <pc:sldLayoutMkLst>
            <pc:docMk/>
            <pc:sldMasterMk cId="3893717928" sldId="2147483648"/>
            <pc:sldLayoutMk cId="1631833374" sldId="2147483654"/>
          </pc:sldLayoutMkLst>
          <pc:spChg chg="add mod">
            <ac:chgData name="Bhowmik, Sayan" userId="2b51cadb-156e-4c9a-99fc-6d2138739850" providerId="ADAL" clId="{BD092F86-898D-401C-94E0-D83539CFF1A1}" dt="2023-09-05T01:44:34.384" v="1531"/>
            <ac:spMkLst>
              <pc:docMk/>
              <pc:sldMasterMk cId="3893717928" sldId="2147483648"/>
              <pc:sldLayoutMk cId="1631833374" sldId="2147483654"/>
              <ac:spMk id="6" creationId="{BC8A5177-432B-2739-CB45-94D342F2CBE8}"/>
            </ac:spMkLst>
          </pc:spChg>
        </pc:sldLayoutChg>
        <pc:sldLayoutChg chg="addSp modSp">
          <pc:chgData name="Bhowmik, Sayan" userId="2b51cadb-156e-4c9a-99fc-6d2138739850" providerId="ADAL" clId="{BD092F86-898D-401C-94E0-D83539CFF1A1}" dt="2023-09-05T01:44:38.882" v="1532"/>
          <pc:sldLayoutMkLst>
            <pc:docMk/>
            <pc:sldMasterMk cId="3893717928" sldId="2147483648"/>
            <pc:sldLayoutMk cId="3415500011" sldId="2147483655"/>
          </pc:sldLayoutMkLst>
          <pc:spChg chg="add mod">
            <ac:chgData name="Bhowmik, Sayan" userId="2b51cadb-156e-4c9a-99fc-6d2138739850" providerId="ADAL" clId="{BD092F86-898D-401C-94E0-D83539CFF1A1}" dt="2023-09-05T01:44:38.882" v="1532"/>
            <ac:spMkLst>
              <pc:docMk/>
              <pc:sldMasterMk cId="3893717928" sldId="2147483648"/>
              <pc:sldLayoutMk cId="3415500011" sldId="2147483655"/>
              <ac:spMk id="5" creationId="{65F65F19-DEF1-DC6F-BF12-C2661A118680}"/>
            </ac:spMkLst>
          </pc:spChg>
        </pc:sldLayoutChg>
      </pc:sldMasterChg>
    </pc:docChg>
  </pc:docChgLst>
  <pc:docChgLst>
    <pc:chgData name="Bhowmik, Sayan" userId="2b51cadb-156e-4c9a-99fc-6d2138739850" providerId="ADAL" clId="{61E50591-5372-40E0-A920-F29C2B79AC06}"/>
    <pc:docChg chg="undo custSel addSld delSld modSld modMainMaster">
      <pc:chgData name="Bhowmik, Sayan" userId="2b51cadb-156e-4c9a-99fc-6d2138739850" providerId="ADAL" clId="{61E50591-5372-40E0-A920-F29C2B79AC06}" dt="2023-09-08T00:54:55.192" v="4429" actId="2711"/>
      <pc:docMkLst>
        <pc:docMk/>
      </pc:docMkLst>
      <pc:sldChg chg="modSp mod">
        <pc:chgData name="Bhowmik, Sayan" userId="2b51cadb-156e-4c9a-99fc-6d2138739850" providerId="ADAL" clId="{61E50591-5372-40E0-A920-F29C2B79AC06}" dt="2023-09-06T03:02:05.227" v="88" actId="14100"/>
        <pc:sldMkLst>
          <pc:docMk/>
          <pc:sldMk cId="66441295" sldId="256"/>
        </pc:sldMkLst>
        <pc:spChg chg="mod">
          <ac:chgData name="Bhowmik, Sayan" userId="2b51cadb-156e-4c9a-99fc-6d2138739850" providerId="ADAL" clId="{61E50591-5372-40E0-A920-F29C2B79AC06}" dt="2023-09-06T03:02:05.227" v="88" actId="14100"/>
          <ac:spMkLst>
            <pc:docMk/>
            <pc:sldMk cId="66441295" sldId="256"/>
            <ac:spMk id="2" creationId="{4F97A301-816D-8A6D-A631-E16296CE5E17}"/>
          </ac:spMkLst>
        </pc:spChg>
        <pc:spChg chg="mod">
          <ac:chgData name="Bhowmik, Sayan" userId="2b51cadb-156e-4c9a-99fc-6d2138739850" providerId="ADAL" clId="{61E50591-5372-40E0-A920-F29C2B79AC06}" dt="2023-09-06T03:01:54.708" v="61" actId="1035"/>
          <ac:spMkLst>
            <pc:docMk/>
            <pc:sldMk cId="66441295" sldId="256"/>
            <ac:spMk id="3" creationId="{57677BF7-B459-0B6F-DA1B-CCE2D8E52C76}"/>
          </ac:spMkLst>
        </pc:spChg>
      </pc:sldChg>
      <pc:sldChg chg="addSp delSp modSp mod">
        <pc:chgData name="Bhowmik, Sayan" userId="2b51cadb-156e-4c9a-99fc-6d2138739850" providerId="ADAL" clId="{61E50591-5372-40E0-A920-F29C2B79AC06}" dt="2023-09-06T03:54:03.934" v="980" actId="20577"/>
        <pc:sldMkLst>
          <pc:docMk/>
          <pc:sldMk cId="888638894" sldId="257"/>
        </pc:sldMkLst>
        <pc:spChg chg="mod">
          <ac:chgData name="Bhowmik, Sayan" userId="2b51cadb-156e-4c9a-99fc-6d2138739850" providerId="ADAL" clId="{61E50591-5372-40E0-A920-F29C2B79AC06}" dt="2023-09-06T03:43:48.620" v="656" actId="255"/>
          <ac:spMkLst>
            <pc:docMk/>
            <pc:sldMk cId="888638894" sldId="257"/>
            <ac:spMk id="2" creationId="{68F6626D-6F93-4C9A-4C5D-8E4A78FDB0F9}"/>
          </ac:spMkLst>
        </pc:spChg>
        <pc:spChg chg="mod">
          <ac:chgData name="Bhowmik, Sayan" userId="2b51cadb-156e-4c9a-99fc-6d2138739850" providerId="ADAL" clId="{61E50591-5372-40E0-A920-F29C2B79AC06}" dt="2023-09-06T03:54:03.934" v="980" actId="20577"/>
          <ac:spMkLst>
            <pc:docMk/>
            <pc:sldMk cId="888638894" sldId="257"/>
            <ac:spMk id="3" creationId="{3F1C08AD-0D1E-EB53-DE4F-410B11CDEC6E}"/>
          </ac:spMkLst>
        </pc:spChg>
        <pc:spChg chg="add mod">
          <ac:chgData name="Bhowmik, Sayan" userId="2b51cadb-156e-4c9a-99fc-6d2138739850" providerId="ADAL" clId="{61E50591-5372-40E0-A920-F29C2B79AC06}" dt="2023-09-06T03:51:27.485" v="889" actId="1036"/>
          <ac:spMkLst>
            <pc:docMk/>
            <pc:sldMk cId="888638894" sldId="257"/>
            <ac:spMk id="4" creationId="{BD975B43-1BA0-6295-E677-9DB658594DA1}"/>
          </ac:spMkLst>
        </pc:spChg>
        <pc:spChg chg="del">
          <ac:chgData name="Bhowmik, Sayan" userId="2b51cadb-156e-4c9a-99fc-6d2138739850" providerId="ADAL" clId="{61E50591-5372-40E0-A920-F29C2B79AC06}" dt="2023-09-06T03:43:07.195" v="573" actId="478"/>
          <ac:spMkLst>
            <pc:docMk/>
            <pc:sldMk cId="888638894" sldId="257"/>
            <ac:spMk id="6" creationId="{B3911CDE-62F6-DF34-95A5-5E0116320DCB}"/>
          </ac:spMkLst>
        </pc:spChg>
        <pc:spChg chg="add mod">
          <ac:chgData name="Bhowmik, Sayan" userId="2b51cadb-156e-4c9a-99fc-6d2138739850" providerId="ADAL" clId="{61E50591-5372-40E0-A920-F29C2B79AC06}" dt="2023-09-06T03:51:27.485" v="889" actId="1036"/>
          <ac:spMkLst>
            <pc:docMk/>
            <pc:sldMk cId="888638894" sldId="257"/>
            <ac:spMk id="7" creationId="{BB9F7BCB-E160-33A1-032F-D2322AB82ED9}"/>
          </ac:spMkLst>
        </pc:spChg>
        <pc:spChg chg="add mod">
          <ac:chgData name="Bhowmik, Sayan" userId="2b51cadb-156e-4c9a-99fc-6d2138739850" providerId="ADAL" clId="{61E50591-5372-40E0-A920-F29C2B79AC06}" dt="2023-09-06T03:51:27.485" v="889" actId="1036"/>
          <ac:spMkLst>
            <pc:docMk/>
            <pc:sldMk cId="888638894" sldId="257"/>
            <ac:spMk id="8" creationId="{BBACC7EA-2312-3C1E-5A39-CD5FF58A79C9}"/>
          </ac:spMkLst>
        </pc:spChg>
        <pc:picChg chg="del">
          <ac:chgData name="Bhowmik, Sayan" userId="2b51cadb-156e-4c9a-99fc-6d2138739850" providerId="ADAL" clId="{61E50591-5372-40E0-A920-F29C2B79AC06}" dt="2023-09-06T03:43:03.705" v="572" actId="478"/>
          <ac:picMkLst>
            <pc:docMk/>
            <pc:sldMk cId="888638894" sldId="257"/>
            <ac:picMk id="5" creationId="{DD23365C-838C-C6B8-1B68-778F5F1E86F0}"/>
          </ac:picMkLst>
        </pc:picChg>
      </pc:sldChg>
      <pc:sldChg chg="del">
        <pc:chgData name="Bhowmik, Sayan" userId="2b51cadb-156e-4c9a-99fc-6d2138739850" providerId="ADAL" clId="{61E50591-5372-40E0-A920-F29C2B79AC06}" dt="2023-09-06T03:49:04.226" v="886" actId="47"/>
        <pc:sldMkLst>
          <pc:docMk/>
          <pc:sldMk cId="436450971" sldId="258"/>
        </pc:sldMkLst>
      </pc:sldChg>
      <pc:sldChg chg="del">
        <pc:chgData name="Bhowmik, Sayan" userId="2b51cadb-156e-4c9a-99fc-6d2138739850" providerId="ADAL" clId="{61E50591-5372-40E0-A920-F29C2B79AC06}" dt="2023-09-06T03:49:04.226" v="886" actId="47"/>
        <pc:sldMkLst>
          <pc:docMk/>
          <pc:sldMk cId="2381963276" sldId="259"/>
        </pc:sldMkLst>
      </pc:sldChg>
      <pc:sldChg chg="del">
        <pc:chgData name="Bhowmik, Sayan" userId="2b51cadb-156e-4c9a-99fc-6d2138739850" providerId="ADAL" clId="{61E50591-5372-40E0-A920-F29C2B79AC06}" dt="2023-09-06T03:49:04.226" v="886" actId="47"/>
        <pc:sldMkLst>
          <pc:docMk/>
          <pc:sldMk cId="1412590480" sldId="260"/>
        </pc:sldMkLst>
      </pc:sldChg>
      <pc:sldChg chg="del">
        <pc:chgData name="Bhowmik, Sayan" userId="2b51cadb-156e-4c9a-99fc-6d2138739850" providerId="ADAL" clId="{61E50591-5372-40E0-A920-F29C2B79AC06}" dt="2023-09-06T03:49:04.226" v="886" actId="47"/>
        <pc:sldMkLst>
          <pc:docMk/>
          <pc:sldMk cId="1491263421" sldId="261"/>
        </pc:sldMkLst>
      </pc:sldChg>
      <pc:sldChg chg="del">
        <pc:chgData name="Bhowmik, Sayan" userId="2b51cadb-156e-4c9a-99fc-6d2138739850" providerId="ADAL" clId="{61E50591-5372-40E0-A920-F29C2B79AC06}" dt="2023-09-06T03:49:04.226" v="886" actId="47"/>
        <pc:sldMkLst>
          <pc:docMk/>
          <pc:sldMk cId="1576503833" sldId="262"/>
        </pc:sldMkLst>
      </pc:sldChg>
      <pc:sldChg chg="del">
        <pc:chgData name="Bhowmik, Sayan" userId="2b51cadb-156e-4c9a-99fc-6d2138739850" providerId="ADAL" clId="{61E50591-5372-40E0-A920-F29C2B79AC06}" dt="2023-09-06T03:49:04.226" v="886" actId="47"/>
        <pc:sldMkLst>
          <pc:docMk/>
          <pc:sldMk cId="1174310761" sldId="263"/>
        </pc:sldMkLst>
      </pc:sldChg>
      <pc:sldChg chg="del">
        <pc:chgData name="Bhowmik, Sayan" userId="2b51cadb-156e-4c9a-99fc-6d2138739850" providerId="ADAL" clId="{61E50591-5372-40E0-A920-F29C2B79AC06}" dt="2023-09-06T03:49:04.226" v="886" actId="47"/>
        <pc:sldMkLst>
          <pc:docMk/>
          <pc:sldMk cId="311871432" sldId="264"/>
        </pc:sldMkLst>
      </pc:sldChg>
      <pc:sldChg chg="del">
        <pc:chgData name="Bhowmik, Sayan" userId="2b51cadb-156e-4c9a-99fc-6d2138739850" providerId="ADAL" clId="{61E50591-5372-40E0-A920-F29C2B79AC06}" dt="2023-09-06T03:49:04.226" v="886" actId="47"/>
        <pc:sldMkLst>
          <pc:docMk/>
          <pc:sldMk cId="2080112632" sldId="265"/>
        </pc:sldMkLst>
      </pc:sldChg>
      <pc:sldChg chg="addSp modSp add mod">
        <pc:chgData name="Bhowmik, Sayan" userId="2b51cadb-156e-4c9a-99fc-6d2138739850" providerId="ADAL" clId="{61E50591-5372-40E0-A920-F29C2B79AC06}" dt="2023-09-06T03:46:33.228" v="756" actId="1036"/>
        <pc:sldMkLst>
          <pc:docMk/>
          <pc:sldMk cId="932529426" sldId="266"/>
        </pc:sldMkLst>
        <pc:spChg chg="mod">
          <ac:chgData name="Bhowmik, Sayan" userId="2b51cadb-156e-4c9a-99fc-6d2138739850" providerId="ADAL" clId="{61E50591-5372-40E0-A920-F29C2B79AC06}" dt="2023-09-06T03:10:16.492" v="182" actId="120"/>
          <ac:spMkLst>
            <pc:docMk/>
            <pc:sldMk cId="932529426" sldId="266"/>
            <ac:spMk id="2" creationId="{0AC3CED3-9F3F-FBE2-90C6-B9FBF8C11538}"/>
          </ac:spMkLst>
        </pc:spChg>
        <pc:spChg chg="mod">
          <ac:chgData name="Bhowmik, Sayan" userId="2b51cadb-156e-4c9a-99fc-6d2138739850" providerId="ADAL" clId="{61E50591-5372-40E0-A920-F29C2B79AC06}" dt="2023-09-06T03:08:11.389" v="130" actId="1035"/>
          <ac:spMkLst>
            <pc:docMk/>
            <pc:sldMk cId="932529426" sldId="266"/>
            <ac:spMk id="4" creationId="{265D2C20-F765-3554-21BC-7025C1A1C8CE}"/>
          </ac:spMkLst>
        </pc:spChg>
        <pc:spChg chg="add mod">
          <ac:chgData name="Bhowmik, Sayan" userId="2b51cadb-156e-4c9a-99fc-6d2138739850" providerId="ADAL" clId="{61E50591-5372-40E0-A920-F29C2B79AC06}" dt="2023-09-06T03:08:11.389" v="130" actId="1035"/>
          <ac:spMkLst>
            <pc:docMk/>
            <pc:sldMk cId="932529426" sldId="266"/>
            <ac:spMk id="5" creationId="{F7F5AF28-839E-4D0B-882C-857702F5C090}"/>
          </ac:spMkLst>
        </pc:spChg>
        <pc:spChg chg="add mod">
          <ac:chgData name="Bhowmik, Sayan" userId="2b51cadb-156e-4c9a-99fc-6d2138739850" providerId="ADAL" clId="{61E50591-5372-40E0-A920-F29C2B79AC06}" dt="2023-09-06T03:46:33.228" v="756" actId="1036"/>
          <ac:spMkLst>
            <pc:docMk/>
            <pc:sldMk cId="932529426" sldId="266"/>
            <ac:spMk id="8" creationId="{3DC36858-3B66-30EC-5922-FB134CDCD612}"/>
          </ac:spMkLst>
        </pc:spChg>
        <pc:spChg chg="add mod">
          <ac:chgData name="Bhowmik, Sayan" userId="2b51cadb-156e-4c9a-99fc-6d2138739850" providerId="ADAL" clId="{61E50591-5372-40E0-A920-F29C2B79AC06}" dt="2023-09-06T03:46:33.228" v="756" actId="1036"/>
          <ac:spMkLst>
            <pc:docMk/>
            <pc:sldMk cId="932529426" sldId="266"/>
            <ac:spMk id="9" creationId="{153ADA02-DDE4-8D25-11E5-33612293B7BC}"/>
          </ac:spMkLst>
        </pc:spChg>
        <pc:spChg chg="add mod">
          <ac:chgData name="Bhowmik, Sayan" userId="2b51cadb-156e-4c9a-99fc-6d2138739850" providerId="ADAL" clId="{61E50591-5372-40E0-A920-F29C2B79AC06}" dt="2023-09-06T03:46:33.228" v="756" actId="1036"/>
          <ac:spMkLst>
            <pc:docMk/>
            <pc:sldMk cId="932529426" sldId="266"/>
            <ac:spMk id="10" creationId="{5007F909-3C35-4276-21CA-267419AEE792}"/>
          </ac:spMkLst>
        </pc:spChg>
        <pc:picChg chg="mod">
          <ac:chgData name="Bhowmik, Sayan" userId="2b51cadb-156e-4c9a-99fc-6d2138739850" providerId="ADAL" clId="{61E50591-5372-40E0-A920-F29C2B79AC06}" dt="2023-09-06T03:33:49.051" v="377" actId="1076"/>
          <ac:picMkLst>
            <pc:docMk/>
            <pc:sldMk cId="932529426" sldId="266"/>
            <ac:picMk id="6" creationId="{45AA0FD7-E065-D77C-1EC4-366AE9258F9F}"/>
          </ac:picMkLst>
        </pc:picChg>
      </pc:sldChg>
      <pc:sldChg chg="addSp delSp modSp add mod">
        <pc:chgData name="Bhowmik, Sayan" userId="2b51cadb-156e-4c9a-99fc-6d2138739850" providerId="ADAL" clId="{61E50591-5372-40E0-A920-F29C2B79AC06}" dt="2023-09-07T15:35:57.338" v="4399" actId="20577"/>
        <pc:sldMkLst>
          <pc:docMk/>
          <pc:sldMk cId="3224403736" sldId="267"/>
        </pc:sldMkLst>
        <pc:spChg chg="mod">
          <ac:chgData name="Bhowmik, Sayan" userId="2b51cadb-156e-4c9a-99fc-6d2138739850" providerId="ADAL" clId="{61E50591-5372-40E0-A920-F29C2B79AC06}" dt="2023-09-06T03:15:37.493" v="351" actId="1036"/>
          <ac:spMkLst>
            <pc:docMk/>
            <pc:sldMk cId="3224403736" sldId="267"/>
            <ac:spMk id="2" creationId="{0AC3CED3-9F3F-FBE2-90C6-B9FBF8C11538}"/>
          </ac:spMkLst>
        </pc:spChg>
        <pc:spChg chg="mod">
          <ac:chgData name="Bhowmik, Sayan" userId="2b51cadb-156e-4c9a-99fc-6d2138739850" providerId="ADAL" clId="{61E50591-5372-40E0-A920-F29C2B79AC06}" dt="2023-09-06T03:15:37.493" v="351" actId="1036"/>
          <ac:spMkLst>
            <pc:docMk/>
            <pc:sldMk cId="3224403736" sldId="267"/>
            <ac:spMk id="3" creationId="{4277A770-EC48-0945-388D-13347702541A}"/>
          </ac:spMkLst>
        </pc:spChg>
        <pc:spChg chg="mod">
          <ac:chgData name="Bhowmik, Sayan" userId="2b51cadb-156e-4c9a-99fc-6d2138739850" providerId="ADAL" clId="{61E50591-5372-40E0-A920-F29C2B79AC06}" dt="2023-09-07T15:35:47.643" v="4395" actId="20577"/>
          <ac:spMkLst>
            <pc:docMk/>
            <pc:sldMk cId="3224403736" sldId="267"/>
            <ac:spMk id="4" creationId="{265D2C20-F765-3554-21BC-7025C1A1C8CE}"/>
          </ac:spMkLst>
        </pc:spChg>
        <pc:spChg chg="mod">
          <ac:chgData name="Bhowmik, Sayan" userId="2b51cadb-156e-4c9a-99fc-6d2138739850" providerId="ADAL" clId="{61E50591-5372-40E0-A920-F29C2B79AC06}" dt="2023-09-07T15:35:57.338" v="4399" actId="20577"/>
          <ac:spMkLst>
            <pc:docMk/>
            <pc:sldMk cId="3224403736" sldId="267"/>
            <ac:spMk id="5" creationId="{F7F5AF28-839E-4D0B-882C-857702F5C090}"/>
          </ac:spMkLst>
        </pc:spChg>
        <pc:spChg chg="add mod">
          <ac:chgData name="Bhowmik, Sayan" userId="2b51cadb-156e-4c9a-99fc-6d2138739850" providerId="ADAL" clId="{61E50591-5372-40E0-A920-F29C2B79AC06}" dt="2023-09-06T03:41:53.217" v="569" actId="207"/>
          <ac:spMkLst>
            <pc:docMk/>
            <pc:sldMk cId="3224403736" sldId="267"/>
            <ac:spMk id="8" creationId="{4D52B31E-7845-E35E-78C2-FB8626863DDB}"/>
          </ac:spMkLst>
        </pc:spChg>
        <pc:spChg chg="add mod">
          <ac:chgData name="Bhowmik, Sayan" userId="2b51cadb-156e-4c9a-99fc-6d2138739850" providerId="ADAL" clId="{61E50591-5372-40E0-A920-F29C2B79AC06}" dt="2023-09-06T03:42:00.516" v="571" actId="207"/>
          <ac:spMkLst>
            <pc:docMk/>
            <pc:sldMk cId="3224403736" sldId="267"/>
            <ac:spMk id="9" creationId="{4F962535-1F7A-FA38-A2B4-A83F950D623C}"/>
          </ac:spMkLst>
        </pc:spChg>
        <pc:spChg chg="add mod">
          <ac:chgData name="Bhowmik, Sayan" userId="2b51cadb-156e-4c9a-99fc-6d2138739850" providerId="ADAL" clId="{61E50591-5372-40E0-A920-F29C2B79AC06}" dt="2023-09-06T03:41:09.750" v="565" actId="1036"/>
          <ac:spMkLst>
            <pc:docMk/>
            <pc:sldMk cId="3224403736" sldId="267"/>
            <ac:spMk id="10" creationId="{14DA5F40-73B8-3604-AB79-827734ABBD69}"/>
          </ac:spMkLst>
        </pc:spChg>
        <pc:picChg chg="del mod">
          <ac:chgData name="Bhowmik, Sayan" userId="2b51cadb-156e-4c9a-99fc-6d2138739850" providerId="ADAL" clId="{61E50591-5372-40E0-A920-F29C2B79AC06}" dt="2023-09-06T03:58:42.330" v="1017" actId="478"/>
          <ac:picMkLst>
            <pc:docMk/>
            <pc:sldMk cId="3224403736" sldId="267"/>
            <ac:picMk id="6" creationId="{45AA0FD7-E065-D77C-1EC4-366AE9258F9F}"/>
          </ac:picMkLst>
        </pc:picChg>
        <pc:picChg chg="add mod">
          <ac:chgData name="Bhowmik, Sayan" userId="2b51cadb-156e-4c9a-99fc-6d2138739850" providerId="ADAL" clId="{61E50591-5372-40E0-A920-F29C2B79AC06}" dt="2023-09-06T03:58:43.189" v="1018"/>
          <ac:picMkLst>
            <pc:docMk/>
            <pc:sldMk cId="3224403736" sldId="267"/>
            <ac:picMk id="11" creationId="{B83BDC04-599D-B08A-D5CC-2D48847FDD49}"/>
          </ac:picMkLst>
        </pc:picChg>
      </pc:sldChg>
      <pc:sldChg chg="addSp delSp modSp new mod modClrScheme chgLayout">
        <pc:chgData name="Bhowmik, Sayan" userId="2b51cadb-156e-4c9a-99fc-6d2138739850" providerId="ADAL" clId="{61E50591-5372-40E0-A920-F29C2B79AC06}" dt="2023-09-06T04:05:14.448" v="1251" actId="113"/>
        <pc:sldMkLst>
          <pc:docMk/>
          <pc:sldMk cId="3887785006" sldId="268"/>
        </pc:sldMkLst>
        <pc:spChg chg="del mod ord">
          <ac:chgData name="Bhowmik, Sayan" userId="2b51cadb-156e-4c9a-99fc-6d2138739850" providerId="ADAL" clId="{61E50591-5372-40E0-A920-F29C2B79AC06}" dt="2023-09-06T03:59:23.269" v="1021" actId="700"/>
          <ac:spMkLst>
            <pc:docMk/>
            <pc:sldMk cId="3887785006" sldId="268"/>
            <ac:spMk id="2" creationId="{FE6B6E07-7589-2C17-C47B-0260D6527718}"/>
          </ac:spMkLst>
        </pc:spChg>
        <pc:spChg chg="del">
          <ac:chgData name="Bhowmik, Sayan" userId="2b51cadb-156e-4c9a-99fc-6d2138739850" providerId="ADAL" clId="{61E50591-5372-40E0-A920-F29C2B79AC06}" dt="2023-09-06T03:59:18.977" v="1020" actId="478"/>
          <ac:spMkLst>
            <pc:docMk/>
            <pc:sldMk cId="3887785006" sldId="268"/>
            <ac:spMk id="3" creationId="{9381C6D6-C1B5-7B9D-340F-2F5D86AC9E6F}"/>
          </ac:spMkLst>
        </pc:spChg>
        <pc:spChg chg="add mod ord">
          <ac:chgData name="Bhowmik, Sayan" userId="2b51cadb-156e-4c9a-99fc-6d2138739850" providerId="ADAL" clId="{61E50591-5372-40E0-A920-F29C2B79AC06}" dt="2023-09-06T04:00:01.213" v="1058" actId="20577"/>
          <ac:spMkLst>
            <pc:docMk/>
            <pc:sldMk cId="3887785006" sldId="268"/>
            <ac:spMk id="4" creationId="{C8C1C98F-13AF-96E4-B452-5A141AD073E0}"/>
          </ac:spMkLst>
        </pc:spChg>
        <pc:spChg chg="add mod">
          <ac:chgData name="Bhowmik, Sayan" userId="2b51cadb-156e-4c9a-99fc-6d2138739850" providerId="ADAL" clId="{61E50591-5372-40E0-A920-F29C2B79AC06}" dt="2023-09-06T04:05:14.448" v="1251" actId="113"/>
          <ac:spMkLst>
            <pc:docMk/>
            <pc:sldMk cId="3887785006" sldId="268"/>
            <ac:spMk id="5" creationId="{438FA7F2-9B05-5A04-26AF-674863CEC4B7}"/>
          </ac:spMkLst>
        </pc:spChg>
      </pc:sldChg>
      <pc:sldChg chg="addSp modSp add mod">
        <pc:chgData name="Bhowmik, Sayan" userId="2b51cadb-156e-4c9a-99fc-6d2138739850" providerId="ADAL" clId="{61E50591-5372-40E0-A920-F29C2B79AC06}" dt="2023-09-06T04:09:51.194" v="1284" actId="1038"/>
        <pc:sldMkLst>
          <pc:docMk/>
          <pc:sldMk cId="1871136973" sldId="269"/>
        </pc:sldMkLst>
        <pc:spChg chg="mod">
          <ac:chgData name="Bhowmik, Sayan" userId="2b51cadb-156e-4c9a-99fc-6d2138739850" providerId="ADAL" clId="{61E50591-5372-40E0-A920-F29C2B79AC06}" dt="2023-09-06T04:08:01.223" v="1264" actId="113"/>
          <ac:spMkLst>
            <pc:docMk/>
            <pc:sldMk cId="1871136973" sldId="269"/>
            <ac:spMk id="5" creationId="{438FA7F2-9B05-5A04-26AF-674863CEC4B7}"/>
          </ac:spMkLst>
        </pc:spChg>
        <pc:spChg chg="add mod">
          <ac:chgData name="Bhowmik, Sayan" userId="2b51cadb-156e-4c9a-99fc-6d2138739850" providerId="ADAL" clId="{61E50591-5372-40E0-A920-F29C2B79AC06}" dt="2023-09-06T04:09:51.194" v="1284" actId="1038"/>
          <ac:spMkLst>
            <pc:docMk/>
            <pc:sldMk cId="1871136973" sldId="269"/>
            <ac:spMk id="8" creationId="{53EF5933-040C-C75F-F18D-2346C14F2E24}"/>
          </ac:spMkLst>
        </pc:spChg>
        <pc:spChg chg="add mod">
          <ac:chgData name="Bhowmik, Sayan" userId="2b51cadb-156e-4c9a-99fc-6d2138739850" providerId="ADAL" clId="{61E50591-5372-40E0-A920-F29C2B79AC06}" dt="2023-09-06T04:09:46.997" v="1283" actId="1035"/>
          <ac:spMkLst>
            <pc:docMk/>
            <pc:sldMk cId="1871136973" sldId="269"/>
            <ac:spMk id="9" creationId="{61B9FF05-E681-9596-0EB2-612F7D5A17B8}"/>
          </ac:spMkLst>
        </pc:spChg>
        <pc:cxnChg chg="add mod">
          <ac:chgData name="Bhowmik, Sayan" userId="2b51cadb-156e-4c9a-99fc-6d2138739850" providerId="ADAL" clId="{61E50591-5372-40E0-A920-F29C2B79AC06}" dt="2023-09-06T04:07:25.049" v="1260" actId="1582"/>
          <ac:cxnSpMkLst>
            <pc:docMk/>
            <pc:sldMk cId="1871136973" sldId="269"/>
            <ac:cxnSpMk id="3" creationId="{823E0460-2073-33BC-8960-BF7BB8F720C4}"/>
          </ac:cxnSpMkLst>
        </pc:cxnChg>
        <pc:cxnChg chg="add mod">
          <ac:chgData name="Bhowmik, Sayan" userId="2b51cadb-156e-4c9a-99fc-6d2138739850" providerId="ADAL" clId="{61E50591-5372-40E0-A920-F29C2B79AC06}" dt="2023-09-06T04:07:40.434" v="1263" actId="1582"/>
          <ac:cxnSpMkLst>
            <pc:docMk/>
            <pc:sldMk cId="1871136973" sldId="269"/>
            <ac:cxnSpMk id="7" creationId="{B73C8D24-AF9F-5B24-DBE4-D62A24EB4850}"/>
          </ac:cxnSpMkLst>
        </pc:cxnChg>
      </pc:sldChg>
      <pc:sldChg chg="addSp delSp modSp add mod">
        <pc:chgData name="Bhowmik, Sayan" userId="2b51cadb-156e-4c9a-99fc-6d2138739850" providerId="ADAL" clId="{61E50591-5372-40E0-A920-F29C2B79AC06}" dt="2023-09-06T04:13:10.026" v="1287"/>
        <pc:sldMkLst>
          <pc:docMk/>
          <pc:sldMk cId="258422114" sldId="270"/>
        </pc:sldMkLst>
        <pc:spChg chg="mod">
          <ac:chgData name="Bhowmik, Sayan" userId="2b51cadb-156e-4c9a-99fc-6d2138739850" providerId="ADAL" clId="{61E50591-5372-40E0-A920-F29C2B79AC06}" dt="2023-09-06T04:08:09.207" v="1266" actId="113"/>
          <ac:spMkLst>
            <pc:docMk/>
            <pc:sldMk cId="258422114" sldId="270"/>
            <ac:spMk id="5" creationId="{438FA7F2-9B05-5A04-26AF-674863CEC4B7}"/>
          </ac:spMkLst>
        </pc:spChg>
        <pc:spChg chg="add del mod">
          <ac:chgData name="Bhowmik, Sayan" userId="2b51cadb-156e-4c9a-99fc-6d2138739850" providerId="ADAL" clId="{61E50591-5372-40E0-A920-F29C2B79AC06}" dt="2023-09-06T04:11:50.490" v="1286"/>
          <ac:spMkLst>
            <pc:docMk/>
            <pc:sldMk cId="258422114" sldId="270"/>
            <ac:spMk id="6" creationId="{E88DDF55-C7CE-D448-9BF5-44534D17E63B}"/>
          </ac:spMkLst>
        </pc:spChg>
        <pc:spChg chg="add del mod">
          <ac:chgData name="Bhowmik, Sayan" userId="2b51cadb-156e-4c9a-99fc-6d2138739850" providerId="ADAL" clId="{61E50591-5372-40E0-A920-F29C2B79AC06}" dt="2023-09-06T04:11:50.490" v="1286"/>
          <ac:spMkLst>
            <pc:docMk/>
            <pc:sldMk cId="258422114" sldId="270"/>
            <ac:spMk id="7" creationId="{6411E4B6-1EE2-40DE-0F05-942A945E845D}"/>
          </ac:spMkLst>
        </pc:spChg>
        <pc:spChg chg="add mod">
          <ac:chgData name="Bhowmik, Sayan" userId="2b51cadb-156e-4c9a-99fc-6d2138739850" providerId="ADAL" clId="{61E50591-5372-40E0-A920-F29C2B79AC06}" dt="2023-09-06T04:13:10.026" v="1287"/>
          <ac:spMkLst>
            <pc:docMk/>
            <pc:sldMk cId="258422114" sldId="270"/>
            <ac:spMk id="17" creationId="{4B57733A-DA98-A091-4F81-4BEE286D8067}"/>
          </ac:spMkLst>
        </pc:spChg>
        <pc:spChg chg="add mod">
          <ac:chgData name="Bhowmik, Sayan" userId="2b51cadb-156e-4c9a-99fc-6d2138739850" providerId="ADAL" clId="{61E50591-5372-40E0-A920-F29C2B79AC06}" dt="2023-09-06T04:13:10.026" v="1287"/>
          <ac:spMkLst>
            <pc:docMk/>
            <pc:sldMk cId="258422114" sldId="270"/>
            <ac:spMk id="18" creationId="{4918B4E7-92BF-D62F-BE2A-CAFF03BEF8E7}"/>
          </ac:spMkLst>
        </pc:spChg>
        <pc:inkChg chg="add del mod">
          <ac:chgData name="Bhowmik, Sayan" userId="2b51cadb-156e-4c9a-99fc-6d2138739850" providerId="ADAL" clId="{61E50591-5372-40E0-A920-F29C2B79AC06}" dt="2023-09-06T04:11:50.490" v="1286"/>
          <ac:inkMkLst>
            <pc:docMk/>
            <pc:sldMk cId="258422114" sldId="270"/>
            <ac:inkMk id="8" creationId="{9FF4E2A8-3139-7005-89ED-746B529F1EEF}"/>
          </ac:inkMkLst>
        </pc:inkChg>
        <pc:inkChg chg="add del mod">
          <ac:chgData name="Bhowmik, Sayan" userId="2b51cadb-156e-4c9a-99fc-6d2138739850" providerId="ADAL" clId="{61E50591-5372-40E0-A920-F29C2B79AC06}" dt="2023-09-06T04:11:50.490" v="1286"/>
          <ac:inkMkLst>
            <pc:docMk/>
            <pc:sldMk cId="258422114" sldId="270"/>
            <ac:inkMk id="9" creationId="{B3595D26-DF9B-27F4-74E2-69AE3BF35751}"/>
          </ac:inkMkLst>
        </pc:inkChg>
        <pc:inkChg chg="add del mod">
          <ac:chgData name="Bhowmik, Sayan" userId="2b51cadb-156e-4c9a-99fc-6d2138739850" providerId="ADAL" clId="{61E50591-5372-40E0-A920-F29C2B79AC06}" dt="2023-09-06T04:11:50.490" v="1286"/>
          <ac:inkMkLst>
            <pc:docMk/>
            <pc:sldMk cId="258422114" sldId="270"/>
            <ac:inkMk id="10" creationId="{4E24AB02-557D-7EC1-935E-CA041D876B50}"/>
          </ac:inkMkLst>
        </pc:inkChg>
        <pc:inkChg chg="add del mod">
          <ac:chgData name="Bhowmik, Sayan" userId="2b51cadb-156e-4c9a-99fc-6d2138739850" providerId="ADAL" clId="{61E50591-5372-40E0-A920-F29C2B79AC06}" dt="2023-09-06T04:11:50.490" v="1286"/>
          <ac:inkMkLst>
            <pc:docMk/>
            <pc:sldMk cId="258422114" sldId="270"/>
            <ac:inkMk id="11" creationId="{55152D66-64D8-AD8C-290A-033874EE6B3E}"/>
          </ac:inkMkLst>
        </pc:inkChg>
        <pc:inkChg chg="add del mod">
          <ac:chgData name="Bhowmik, Sayan" userId="2b51cadb-156e-4c9a-99fc-6d2138739850" providerId="ADAL" clId="{61E50591-5372-40E0-A920-F29C2B79AC06}" dt="2023-09-06T04:11:50.490" v="1286"/>
          <ac:inkMkLst>
            <pc:docMk/>
            <pc:sldMk cId="258422114" sldId="270"/>
            <ac:inkMk id="12" creationId="{571C9971-0AFE-C5FF-9245-1647B1572BBA}"/>
          </ac:inkMkLst>
        </pc:inkChg>
        <pc:inkChg chg="add del mod">
          <ac:chgData name="Bhowmik, Sayan" userId="2b51cadb-156e-4c9a-99fc-6d2138739850" providerId="ADAL" clId="{61E50591-5372-40E0-A920-F29C2B79AC06}" dt="2023-09-06T04:11:50.490" v="1286"/>
          <ac:inkMkLst>
            <pc:docMk/>
            <pc:sldMk cId="258422114" sldId="270"/>
            <ac:inkMk id="13" creationId="{89AC372A-A99E-C93E-1AA8-6A75B4C7AD8F}"/>
          </ac:inkMkLst>
        </pc:inkChg>
        <pc:inkChg chg="add del mod">
          <ac:chgData name="Bhowmik, Sayan" userId="2b51cadb-156e-4c9a-99fc-6d2138739850" providerId="ADAL" clId="{61E50591-5372-40E0-A920-F29C2B79AC06}" dt="2023-09-06T04:11:50.490" v="1286"/>
          <ac:inkMkLst>
            <pc:docMk/>
            <pc:sldMk cId="258422114" sldId="270"/>
            <ac:inkMk id="14" creationId="{E45A5CCE-C1B6-C7B2-5C69-B9E0C5333290}"/>
          </ac:inkMkLst>
        </pc:inkChg>
        <pc:inkChg chg="add mod">
          <ac:chgData name="Bhowmik, Sayan" userId="2b51cadb-156e-4c9a-99fc-6d2138739850" providerId="ADAL" clId="{61E50591-5372-40E0-A920-F29C2B79AC06}" dt="2023-09-06T04:13:10.026" v="1287"/>
          <ac:inkMkLst>
            <pc:docMk/>
            <pc:sldMk cId="258422114" sldId="270"/>
            <ac:inkMk id="19" creationId="{2A200861-4EA9-6C13-5CE7-67325AFC997B}"/>
          </ac:inkMkLst>
        </pc:inkChg>
        <pc:inkChg chg="add mod">
          <ac:chgData name="Bhowmik, Sayan" userId="2b51cadb-156e-4c9a-99fc-6d2138739850" providerId="ADAL" clId="{61E50591-5372-40E0-A920-F29C2B79AC06}" dt="2023-09-06T04:13:10.026" v="1287"/>
          <ac:inkMkLst>
            <pc:docMk/>
            <pc:sldMk cId="258422114" sldId="270"/>
            <ac:inkMk id="20" creationId="{25E3F9E2-51B9-7AF1-2A33-75EC9A9027C2}"/>
          </ac:inkMkLst>
        </pc:inkChg>
        <pc:inkChg chg="add mod">
          <ac:chgData name="Bhowmik, Sayan" userId="2b51cadb-156e-4c9a-99fc-6d2138739850" providerId="ADAL" clId="{61E50591-5372-40E0-A920-F29C2B79AC06}" dt="2023-09-06T04:13:10.026" v="1287"/>
          <ac:inkMkLst>
            <pc:docMk/>
            <pc:sldMk cId="258422114" sldId="270"/>
            <ac:inkMk id="21" creationId="{A98EE4A4-0CC2-5FFA-87B1-37A452EEBD5F}"/>
          </ac:inkMkLst>
        </pc:inkChg>
        <pc:inkChg chg="add mod">
          <ac:chgData name="Bhowmik, Sayan" userId="2b51cadb-156e-4c9a-99fc-6d2138739850" providerId="ADAL" clId="{61E50591-5372-40E0-A920-F29C2B79AC06}" dt="2023-09-06T04:13:10.026" v="1287"/>
          <ac:inkMkLst>
            <pc:docMk/>
            <pc:sldMk cId="258422114" sldId="270"/>
            <ac:inkMk id="22" creationId="{2B51B8C2-D499-E4F2-64BC-23646AAB5AD2}"/>
          </ac:inkMkLst>
        </pc:inkChg>
        <pc:inkChg chg="add mod">
          <ac:chgData name="Bhowmik, Sayan" userId="2b51cadb-156e-4c9a-99fc-6d2138739850" providerId="ADAL" clId="{61E50591-5372-40E0-A920-F29C2B79AC06}" dt="2023-09-06T04:13:10.026" v="1287"/>
          <ac:inkMkLst>
            <pc:docMk/>
            <pc:sldMk cId="258422114" sldId="270"/>
            <ac:inkMk id="23" creationId="{D4330C02-7F25-BFCB-2A7B-037548573BF1}"/>
          </ac:inkMkLst>
        </pc:inkChg>
        <pc:inkChg chg="add mod">
          <ac:chgData name="Bhowmik, Sayan" userId="2b51cadb-156e-4c9a-99fc-6d2138739850" providerId="ADAL" clId="{61E50591-5372-40E0-A920-F29C2B79AC06}" dt="2023-09-06T04:13:10.026" v="1287"/>
          <ac:inkMkLst>
            <pc:docMk/>
            <pc:sldMk cId="258422114" sldId="270"/>
            <ac:inkMk id="24" creationId="{AF75EAAD-4ECE-FD38-6CA6-A885E1EC422E}"/>
          </ac:inkMkLst>
        </pc:inkChg>
        <pc:inkChg chg="add mod">
          <ac:chgData name="Bhowmik, Sayan" userId="2b51cadb-156e-4c9a-99fc-6d2138739850" providerId="ADAL" clId="{61E50591-5372-40E0-A920-F29C2B79AC06}" dt="2023-09-06T04:13:10.026" v="1287"/>
          <ac:inkMkLst>
            <pc:docMk/>
            <pc:sldMk cId="258422114" sldId="270"/>
            <ac:inkMk id="25" creationId="{9D30898E-9CE9-823D-9BF4-84697B036E06}"/>
          </ac:inkMkLst>
        </pc:inkChg>
        <pc:cxnChg chg="add del mod">
          <ac:chgData name="Bhowmik, Sayan" userId="2b51cadb-156e-4c9a-99fc-6d2138739850" providerId="ADAL" clId="{61E50591-5372-40E0-A920-F29C2B79AC06}" dt="2023-09-06T04:11:50.490" v="1286"/>
          <ac:cxnSpMkLst>
            <pc:docMk/>
            <pc:sldMk cId="258422114" sldId="270"/>
            <ac:cxnSpMk id="2" creationId="{79E2FF0D-90B4-27C1-3635-31AB824EAE80}"/>
          </ac:cxnSpMkLst>
        </pc:cxnChg>
        <pc:cxnChg chg="add del mod">
          <ac:chgData name="Bhowmik, Sayan" userId="2b51cadb-156e-4c9a-99fc-6d2138739850" providerId="ADAL" clId="{61E50591-5372-40E0-A920-F29C2B79AC06}" dt="2023-09-06T04:11:50.490" v="1286"/>
          <ac:cxnSpMkLst>
            <pc:docMk/>
            <pc:sldMk cId="258422114" sldId="270"/>
            <ac:cxnSpMk id="3" creationId="{1B547C86-14C7-F5DD-C803-E6882DC4703C}"/>
          </ac:cxnSpMkLst>
        </pc:cxnChg>
        <pc:cxnChg chg="add mod">
          <ac:chgData name="Bhowmik, Sayan" userId="2b51cadb-156e-4c9a-99fc-6d2138739850" providerId="ADAL" clId="{61E50591-5372-40E0-A920-F29C2B79AC06}" dt="2023-09-06T04:13:10.026" v="1287"/>
          <ac:cxnSpMkLst>
            <pc:docMk/>
            <pc:sldMk cId="258422114" sldId="270"/>
            <ac:cxnSpMk id="15" creationId="{EF599CD8-2512-81F6-C4FC-3748F44641DD}"/>
          </ac:cxnSpMkLst>
        </pc:cxnChg>
        <pc:cxnChg chg="add mod">
          <ac:chgData name="Bhowmik, Sayan" userId="2b51cadb-156e-4c9a-99fc-6d2138739850" providerId="ADAL" clId="{61E50591-5372-40E0-A920-F29C2B79AC06}" dt="2023-09-06T04:13:10.026" v="1287"/>
          <ac:cxnSpMkLst>
            <pc:docMk/>
            <pc:sldMk cId="258422114" sldId="270"/>
            <ac:cxnSpMk id="16" creationId="{6D8D0B46-E190-FE28-61CE-A10572AB905D}"/>
          </ac:cxnSpMkLst>
        </pc:cxnChg>
      </pc:sldChg>
      <pc:sldChg chg="addSp modSp add mod">
        <pc:chgData name="Bhowmik, Sayan" userId="2b51cadb-156e-4c9a-99fc-6d2138739850" providerId="ADAL" clId="{61E50591-5372-40E0-A920-F29C2B79AC06}" dt="2023-09-06T04:19:26.665" v="1315" actId="207"/>
        <pc:sldMkLst>
          <pc:docMk/>
          <pc:sldMk cId="3458980950" sldId="271"/>
        </pc:sldMkLst>
        <pc:spChg chg="mod">
          <ac:chgData name="Bhowmik, Sayan" userId="2b51cadb-156e-4c9a-99fc-6d2138739850" providerId="ADAL" clId="{61E50591-5372-40E0-A920-F29C2B79AC06}" dt="2023-09-06T04:19:26.665" v="1315" actId="207"/>
          <ac:spMkLst>
            <pc:docMk/>
            <pc:sldMk cId="3458980950" sldId="271"/>
            <ac:spMk id="5" creationId="{438FA7F2-9B05-5A04-26AF-674863CEC4B7}"/>
          </ac:spMkLst>
        </pc:spChg>
        <pc:spChg chg="add mod">
          <ac:chgData name="Bhowmik, Sayan" userId="2b51cadb-156e-4c9a-99fc-6d2138739850" providerId="ADAL" clId="{61E50591-5372-40E0-A920-F29C2B79AC06}" dt="2023-09-06T04:14:30.792" v="1288"/>
          <ac:spMkLst>
            <pc:docMk/>
            <pc:sldMk cId="3458980950" sldId="271"/>
            <ac:spMk id="6" creationId="{9FC7C615-671D-738E-8114-9ECEC8D0A451}"/>
          </ac:spMkLst>
        </pc:spChg>
        <pc:spChg chg="add mod">
          <ac:chgData name="Bhowmik, Sayan" userId="2b51cadb-156e-4c9a-99fc-6d2138739850" providerId="ADAL" clId="{61E50591-5372-40E0-A920-F29C2B79AC06}" dt="2023-09-06T04:14:30.792" v="1288"/>
          <ac:spMkLst>
            <pc:docMk/>
            <pc:sldMk cId="3458980950" sldId="271"/>
            <ac:spMk id="7" creationId="{A7559624-F54D-B12E-4D09-7168433BAA47}"/>
          </ac:spMkLst>
        </pc:spChg>
        <pc:spChg chg="add mod">
          <ac:chgData name="Bhowmik, Sayan" userId="2b51cadb-156e-4c9a-99fc-6d2138739850" providerId="ADAL" clId="{61E50591-5372-40E0-A920-F29C2B79AC06}" dt="2023-09-06T04:17:05.088" v="1314" actId="1076"/>
          <ac:spMkLst>
            <pc:docMk/>
            <pc:sldMk cId="3458980950" sldId="271"/>
            <ac:spMk id="17" creationId="{1263353C-DF18-6879-7E63-A6CF3A5BD04D}"/>
          </ac:spMkLst>
        </pc:spChg>
        <pc:inkChg chg="add mod">
          <ac:chgData name="Bhowmik, Sayan" userId="2b51cadb-156e-4c9a-99fc-6d2138739850" providerId="ADAL" clId="{61E50591-5372-40E0-A920-F29C2B79AC06}" dt="2023-09-06T04:14:30.792" v="1288"/>
          <ac:inkMkLst>
            <pc:docMk/>
            <pc:sldMk cId="3458980950" sldId="271"/>
            <ac:inkMk id="8" creationId="{0C874BA1-3BDD-E4AA-1378-B4859BA63B64}"/>
          </ac:inkMkLst>
        </pc:inkChg>
        <pc:inkChg chg="add mod">
          <ac:chgData name="Bhowmik, Sayan" userId="2b51cadb-156e-4c9a-99fc-6d2138739850" providerId="ADAL" clId="{61E50591-5372-40E0-A920-F29C2B79AC06}" dt="2023-09-06T04:14:30.792" v="1288"/>
          <ac:inkMkLst>
            <pc:docMk/>
            <pc:sldMk cId="3458980950" sldId="271"/>
            <ac:inkMk id="9" creationId="{A9FB04E7-6DA6-1105-F63B-FC071812C6AC}"/>
          </ac:inkMkLst>
        </pc:inkChg>
        <pc:inkChg chg="add mod">
          <ac:chgData name="Bhowmik, Sayan" userId="2b51cadb-156e-4c9a-99fc-6d2138739850" providerId="ADAL" clId="{61E50591-5372-40E0-A920-F29C2B79AC06}" dt="2023-09-06T04:14:30.792" v="1288"/>
          <ac:inkMkLst>
            <pc:docMk/>
            <pc:sldMk cId="3458980950" sldId="271"/>
            <ac:inkMk id="10" creationId="{E851A8E8-D424-54C0-4871-F5C817F6FFA8}"/>
          </ac:inkMkLst>
        </pc:inkChg>
        <pc:inkChg chg="add mod">
          <ac:chgData name="Bhowmik, Sayan" userId="2b51cadb-156e-4c9a-99fc-6d2138739850" providerId="ADAL" clId="{61E50591-5372-40E0-A920-F29C2B79AC06}" dt="2023-09-06T04:14:30.792" v="1288"/>
          <ac:inkMkLst>
            <pc:docMk/>
            <pc:sldMk cId="3458980950" sldId="271"/>
            <ac:inkMk id="11" creationId="{6188DF72-481C-9AF1-FAC3-64E9E5349468}"/>
          </ac:inkMkLst>
        </pc:inkChg>
        <pc:inkChg chg="add mod">
          <ac:chgData name="Bhowmik, Sayan" userId="2b51cadb-156e-4c9a-99fc-6d2138739850" providerId="ADAL" clId="{61E50591-5372-40E0-A920-F29C2B79AC06}" dt="2023-09-06T04:14:30.792" v="1288"/>
          <ac:inkMkLst>
            <pc:docMk/>
            <pc:sldMk cId="3458980950" sldId="271"/>
            <ac:inkMk id="12" creationId="{317B3B5F-627F-5691-E87D-FEA8D6F6BC5E}"/>
          </ac:inkMkLst>
        </pc:inkChg>
        <pc:inkChg chg="add mod">
          <ac:chgData name="Bhowmik, Sayan" userId="2b51cadb-156e-4c9a-99fc-6d2138739850" providerId="ADAL" clId="{61E50591-5372-40E0-A920-F29C2B79AC06}" dt="2023-09-06T04:14:30.792" v="1288"/>
          <ac:inkMkLst>
            <pc:docMk/>
            <pc:sldMk cId="3458980950" sldId="271"/>
            <ac:inkMk id="13" creationId="{475D5A53-1F16-C783-6534-71623BC8FFDB}"/>
          </ac:inkMkLst>
        </pc:inkChg>
        <pc:inkChg chg="add mod">
          <ac:chgData name="Bhowmik, Sayan" userId="2b51cadb-156e-4c9a-99fc-6d2138739850" providerId="ADAL" clId="{61E50591-5372-40E0-A920-F29C2B79AC06}" dt="2023-09-06T04:14:30.792" v="1288"/>
          <ac:inkMkLst>
            <pc:docMk/>
            <pc:sldMk cId="3458980950" sldId="271"/>
            <ac:inkMk id="14" creationId="{5B1981BD-75E6-67E6-7424-851336CDB5E7}"/>
          </ac:inkMkLst>
        </pc:inkChg>
        <pc:inkChg chg="add mod">
          <ac:chgData name="Bhowmik, Sayan" userId="2b51cadb-156e-4c9a-99fc-6d2138739850" providerId="ADAL" clId="{61E50591-5372-40E0-A920-F29C2B79AC06}" dt="2023-09-06T04:14:30.792" v="1288"/>
          <ac:inkMkLst>
            <pc:docMk/>
            <pc:sldMk cId="3458980950" sldId="271"/>
            <ac:inkMk id="15" creationId="{FD0C8A1A-AD75-B33D-1DA4-4DC4B794F0BE}"/>
          </ac:inkMkLst>
        </pc:inkChg>
        <pc:cxnChg chg="add mod">
          <ac:chgData name="Bhowmik, Sayan" userId="2b51cadb-156e-4c9a-99fc-6d2138739850" providerId="ADAL" clId="{61E50591-5372-40E0-A920-F29C2B79AC06}" dt="2023-09-06T04:14:30.792" v="1288"/>
          <ac:cxnSpMkLst>
            <pc:docMk/>
            <pc:sldMk cId="3458980950" sldId="271"/>
            <ac:cxnSpMk id="2" creationId="{392DA186-8EC0-174D-C19B-D8DA2F62EBA3}"/>
          </ac:cxnSpMkLst>
        </pc:cxnChg>
        <pc:cxnChg chg="add mod">
          <ac:chgData name="Bhowmik, Sayan" userId="2b51cadb-156e-4c9a-99fc-6d2138739850" providerId="ADAL" clId="{61E50591-5372-40E0-A920-F29C2B79AC06}" dt="2023-09-06T04:14:30.792" v="1288"/>
          <ac:cxnSpMkLst>
            <pc:docMk/>
            <pc:sldMk cId="3458980950" sldId="271"/>
            <ac:cxnSpMk id="3" creationId="{DCAFB4D8-E916-DAFF-3BF6-23090301C12A}"/>
          </ac:cxnSpMkLst>
        </pc:cxnChg>
      </pc:sldChg>
      <pc:sldChg chg="addSp delSp modSp new mod modClrScheme modAnim chgLayout">
        <pc:chgData name="Bhowmik, Sayan" userId="2b51cadb-156e-4c9a-99fc-6d2138739850" providerId="ADAL" clId="{61E50591-5372-40E0-A920-F29C2B79AC06}" dt="2023-09-07T01:23:10.941" v="2220" actId="20577"/>
        <pc:sldMkLst>
          <pc:docMk/>
          <pc:sldMk cId="3931893996" sldId="279"/>
        </pc:sldMkLst>
        <pc:spChg chg="del">
          <ac:chgData name="Bhowmik, Sayan" userId="2b51cadb-156e-4c9a-99fc-6d2138739850" providerId="ADAL" clId="{61E50591-5372-40E0-A920-F29C2B79AC06}" dt="2023-09-07T01:01:06.180" v="1646" actId="478"/>
          <ac:spMkLst>
            <pc:docMk/>
            <pc:sldMk cId="3931893996" sldId="279"/>
            <ac:spMk id="2" creationId="{8EBADD4A-9C1B-F9EC-38E1-DC115F7CFDCB}"/>
          </ac:spMkLst>
        </pc:spChg>
        <pc:spChg chg="add mod ord">
          <ac:chgData name="Bhowmik, Sayan" userId="2b51cadb-156e-4c9a-99fc-6d2138739850" providerId="ADAL" clId="{61E50591-5372-40E0-A920-F29C2B79AC06}" dt="2023-09-07T01:11:44.121" v="1846" actId="700"/>
          <ac:spMkLst>
            <pc:docMk/>
            <pc:sldMk cId="3931893996" sldId="279"/>
            <ac:spMk id="3" creationId="{72F45D36-B680-B45B-5E04-44FD840F2729}"/>
          </ac:spMkLst>
        </pc:spChg>
        <pc:spChg chg="add del mod">
          <ac:chgData name="Bhowmik, Sayan" userId="2b51cadb-156e-4c9a-99fc-6d2138739850" providerId="ADAL" clId="{61E50591-5372-40E0-A920-F29C2B79AC06}" dt="2023-09-07T01:11:39.724" v="1845" actId="21"/>
          <ac:spMkLst>
            <pc:docMk/>
            <pc:sldMk cId="3931893996" sldId="279"/>
            <ac:spMk id="4" creationId="{3EF4EF95-83FF-80EF-4112-357856F2B06E}"/>
          </ac:spMkLst>
        </pc:spChg>
        <pc:spChg chg="add del mod">
          <ac:chgData name="Bhowmik, Sayan" userId="2b51cadb-156e-4c9a-99fc-6d2138739850" providerId="ADAL" clId="{61E50591-5372-40E0-A920-F29C2B79AC06}" dt="2023-09-07T01:11:26.087" v="1844" actId="478"/>
          <ac:spMkLst>
            <pc:docMk/>
            <pc:sldMk cId="3931893996" sldId="279"/>
            <ac:spMk id="5" creationId="{E5D45DCB-31F9-7A45-43B4-33F98E1B32F7}"/>
          </ac:spMkLst>
        </pc:spChg>
        <pc:spChg chg="add del mod ord">
          <ac:chgData name="Bhowmik, Sayan" userId="2b51cadb-156e-4c9a-99fc-6d2138739850" providerId="ADAL" clId="{61E50591-5372-40E0-A920-F29C2B79AC06}" dt="2023-09-07T01:23:07.796" v="2218" actId="20577"/>
          <ac:spMkLst>
            <pc:docMk/>
            <pc:sldMk cId="3931893996" sldId="279"/>
            <ac:spMk id="6" creationId="{D7FAC846-49A6-BED1-25F6-5D492368CAC7}"/>
          </ac:spMkLst>
        </pc:spChg>
        <pc:spChg chg="add del mod">
          <ac:chgData name="Bhowmik, Sayan" userId="2b51cadb-156e-4c9a-99fc-6d2138739850" providerId="ADAL" clId="{61E50591-5372-40E0-A920-F29C2B79AC06}" dt="2023-09-07T01:11:58.715" v="1886"/>
          <ac:spMkLst>
            <pc:docMk/>
            <pc:sldMk cId="3931893996" sldId="279"/>
            <ac:spMk id="7" creationId="{9F91032A-F731-34AC-919E-7166D3EB21C1}"/>
          </ac:spMkLst>
        </pc:spChg>
        <pc:spChg chg="add del mod">
          <ac:chgData name="Bhowmik, Sayan" userId="2b51cadb-156e-4c9a-99fc-6d2138739850" providerId="ADAL" clId="{61E50591-5372-40E0-A920-F29C2B79AC06}" dt="2023-09-07T01:12:06.624" v="1888"/>
          <ac:spMkLst>
            <pc:docMk/>
            <pc:sldMk cId="3931893996" sldId="279"/>
            <ac:spMk id="8" creationId="{15D7C461-BB22-A7B6-4DF8-55855278C359}"/>
          </ac:spMkLst>
        </pc:spChg>
        <pc:spChg chg="add del mod">
          <ac:chgData name="Bhowmik, Sayan" userId="2b51cadb-156e-4c9a-99fc-6d2138739850" providerId="ADAL" clId="{61E50591-5372-40E0-A920-F29C2B79AC06}" dt="2023-09-07T01:12:19.350" v="1891"/>
          <ac:spMkLst>
            <pc:docMk/>
            <pc:sldMk cId="3931893996" sldId="279"/>
            <ac:spMk id="9" creationId="{2F408925-1E51-BAC7-7708-F108D3D9B5DD}"/>
          </ac:spMkLst>
        </pc:spChg>
      </pc:sldChg>
      <pc:sldChg chg="addSp delSp modSp new mod modClrScheme modAnim chgLayout">
        <pc:chgData name="Bhowmik, Sayan" userId="2b51cadb-156e-4c9a-99fc-6d2138739850" providerId="ADAL" clId="{61E50591-5372-40E0-A920-F29C2B79AC06}" dt="2023-09-07T02:05:42.518" v="2923"/>
        <pc:sldMkLst>
          <pc:docMk/>
          <pc:sldMk cId="138795399" sldId="280"/>
        </pc:sldMkLst>
        <pc:spChg chg="del mod ord">
          <ac:chgData name="Bhowmik, Sayan" userId="2b51cadb-156e-4c9a-99fc-6d2138739850" providerId="ADAL" clId="{61E50591-5372-40E0-A920-F29C2B79AC06}" dt="2023-09-07T01:24:30.769" v="2222" actId="700"/>
          <ac:spMkLst>
            <pc:docMk/>
            <pc:sldMk cId="138795399" sldId="280"/>
            <ac:spMk id="2" creationId="{25F45665-EFC4-4A84-BBBF-A952EBD049AD}"/>
          </ac:spMkLst>
        </pc:spChg>
        <pc:spChg chg="del">
          <ac:chgData name="Bhowmik, Sayan" userId="2b51cadb-156e-4c9a-99fc-6d2138739850" providerId="ADAL" clId="{61E50591-5372-40E0-A920-F29C2B79AC06}" dt="2023-09-07T01:24:30.769" v="2222" actId="700"/>
          <ac:spMkLst>
            <pc:docMk/>
            <pc:sldMk cId="138795399" sldId="280"/>
            <ac:spMk id="3" creationId="{17714626-2D3E-1BA0-2F93-DDB1A3BFA05A}"/>
          </ac:spMkLst>
        </pc:spChg>
        <pc:spChg chg="add del mod ord">
          <ac:chgData name="Bhowmik, Sayan" userId="2b51cadb-156e-4c9a-99fc-6d2138739850" providerId="ADAL" clId="{61E50591-5372-40E0-A920-F29C2B79AC06}" dt="2023-09-07T01:24:41.514" v="2223" actId="478"/>
          <ac:spMkLst>
            <pc:docMk/>
            <pc:sldMk cId="138795399" sldId="280"/>
            <ac:spMk id="4" creationId="{42330F99-62D3-ACCF-2A47-84E38504E4EF}"/>
          </ac:spMkLst>
        </pc:spChg>
        <pc:spChg chg="add mod">
          <ac:chgData name="Bhowmik, Sayan" userId="2b51cadb-156e-4c9a-99fc-6d2138739850" providerId="ADAL" clId="{61E50591-5372-40E0-A920-F29C2B79AC06}" dt="2023-09-07T01:43:53.142" v="2512" actId="1036"/>
          <ac:spMkLst>
            <pc:docMk/>
            <pc:sldMk cId="138795399" sldId="280"/>
            <ac:spMk id="5" creationId="{EA106263-8F49-AC91-0A88-F7DAAA27AB50}"/>
          </ac:spMkLst>
        </pc:spChg>
        <pc:spChg chg="add mod">
          <ac:chgData name="Bhowmik, Sayan" userId="2b51cadb-156e-4c9a-99fc-6d2138739850" providerId="ADAL" clId="{61E50591-5372-40E0-A920-F29C2B79AC06}" dt="2023-09-07T01:33:13.665" v="2415" actId="1036"/>
          <ac:spMkLst>
            <pc:docMk/>
            <pc:sldMk cId="138795399" sldId="280"/>
            <ac:spMk id="6" creationId="{F29EB6DA-E838-6652-3882-65AD26879C2C}"/>
          </ac:spMkLst>
        </pc:spChg>
        <pc:spChg chg="add mod">
          <ac:chgData name="Bhowmik, Sayan" userId="2b51cadb-156e-4c9a-99fc-6d2138739850" providerId="ADAL" clId="{61E50591-5372-40E0-A920-F29C2B79AC06}" dt="2023-09-07T01:36:57.460" v="2450" actId="6549"/>
          <ac:spMkLst>
            <pc:docMk/>
            <pc:sldMk cId="138795399" sldId="280"/>
            <ac:spMk id="7" creationId="{9E0DD750-ED89-ACE9-C36B-D82A12A5E4C4}"/>
          </ac:spMkLst>
        </pc:spChg>
        <pc:spChg chg="add mod">
          <ac:chgData name="Bhowmik, Sayan" userId="2b51cadb-156e-4c9a-99fc-6d2138739850" providerId="ADAL" clId="{61E50591-5372-40E0-A920-F29C2B79AC06}" dt="2023-09-07T02:04:33.953" v="2774" actId="1036"/>
          <ac:spMkLst>
            <pc:docMk/>
            <pc:sldMk cId="138795399" sldId="280"/>
            <ac:spMk id="8" creationId="{53A1506F-D749-BCD1-3EB8-377CC1C84600}"/>
          </ac:spMkLst>
        </pc:spChg>
        <pc:spChg chg="add mod">
          <ac:chgData name="Bhowmik, Sayan" userId="2b51cadb-156e-4c9a-99fc-6d2138739850" providerId="ADAL" clId="{61E50591-5372-40E0-A920-F29C2B79AC06}" dt="2023-09-07T02:04:16.278" v="2751" actId="1582"/>
          <ac:spMkLst>
            <pc:docMk/>
            <pc:sldMk cId="138795399" sldId="280"/>
            <ac:spMk id="9" creationId="{582FF3C8-C856-0523-8DC1-8EFB57065668}"/>
          </ac:spMkLst>
        </pc:spChg>
        <pc:spChg chg="add mod">
          <ac:chgData name="Bhowmik, Sayan" userId="2b51cadb-156e-4c9a-99fc-6d2138739850" providerId="ADAL" clId="{61E50591-5372-40E0-A920-F29C2B79AC06}" dt="2023-09-07T02:05:18.907" v="2920" actId="207"/>
          <ac:spMkLst>
            <pc:docMk/>
            <pc:sldMk cId="138795399" sldId="280"/>
            <ac:spMk id="10" creationId="{A3BC39C7-F3E1-52EE-CEFD-3C8E14FD138D}"/>
          </ac:spMkLst>
        </pc:spChg>
      </pc:sldChg>
      <pc:sldChg chg="addSp delSp modSp new mod modAnim">
        <pc:chgData name="Bhowmik, Sayan" userId="2b51cadb-156e-4c9a-99fc-6d2138739850" providerId="ADAL" clId="{61E50591-5372-40E0-A920-F29C2B79AC06}" dt="2023-09-07T02:03:20.880" v="2745"/>
        <pc:sldMkLst>
          <pc:docMk/>
          <pc:sldMk cId="4179341546" sldId="281"/>
        </pc:sldMkLst>
        <pc:spChg chg="del">
          <ac:chgData name="Bhowmik, Sayan" userId="2b51cadb-156e-4c9a-99fc-6d2138739850" providerId="ADAL" clId="{61E50591-5372-40E0-A920-F29C2B79AC06}" dt="2023-09-07T01:43:45.398" v="2511" actId="478"/>
          <ac:spMkLst>
            <pc:docMk/>
            <pc:sldMk cId="4179341546" sldId="281"/>
            <ac:spMk id="2" creationId="{9F1E9596-1AAD-DD85-EF58-569E3B0CD6FE}"/>
          </ac:spMkLst>
        </pc:spChg>
        <pc:spChg chg="add mod">
          <ac:chgData name="Bhowmik, Sayan" userId="2b51cadb-156e-4c9a-99fc-6d2138739850" providerId="ADAL" clId="{61E50591-5372-40E0-A920-F29C2B79AC06}" dt="2023-09-07T01:44:15.822" v="2570" actId="20577"/>
          <ac:spMkLst>
            <pc:docMk/>
            <pc:sldMk cId="4179341546" sldId="281"/>
            <ac:spMk id="3" creationId="{C5C01B69-0F5E-5B35-E505-78B72371D575}"/>
          </ac:spMkLst>
        </pc:spChg>
        <pc:spChg chg="add mod">
          <ac:chgData name="Bhowmik, Sayan" userId="2b51cadb-156e-4c9a-99fc-6d2138739850" providerId="ADAL" clId="{61E50591-5372-40E0-A920-F29C2B79AC06}" dt="2023-09-07T02:01:27.034" v="2668" actId="1038"/>
          <ac:spMkLst>
            <pc:docMk/>
            <pc:sldMk cId="4179341546" sldId="281"/>
            <ac:spMk id="4" creationId="{8AD13392-E5FB-E1EE-C0E6-FBD997493C08}"/>
          </ac:spMkLst>
        </pc:spChg>
        <pc:spChg chg="add mod">
          <ac:chgData name="Bhowmik, Sayan" userId="2b51cadb-156e-4c9a-99fc-6d2138739850" providerId="ADAL" clId="{61E50591-5372-40E0-A920-F29C2B79AC06}" dt="2023-09-07T02:03:04.011" v="2744" actId="1037"/>
          <ac:spMkLst>
            <pc:docMk/>
            <pc:sldMk cId="4179341546" sldId="281"/>
            <ac:spMk id="148" creationId="{400E06B9-D7DF-EC02-3AA8-3542A38979D7}"/>
          </ac:spMkLst>
        </pc:spChg>
      </pc:sldChg>
      <pc:sldChg chg="addSp delSp modSp new mod modAnim">
        <pc:chgData name="Bhowmik, Sayan" userId="2b51cadb-156e-4c9a-99fc-6d2138739850" providerId="ADAL" clId="{61E50591-5372-40E0-A920-F29C2B79AC06}" dt="2023-09-07T02:19:19.760" v="3191"/>
        <pc:sldMkLst>
          <pc:docMk/>
          <pc:sldMk cId="1156623692" sldId="282"/>
        </pc:sldMkLst>
        <pc:spChg chg="del">
          <ac:chgData name="Bhowmik, Sayan" userId="2b51cadb-156e-4c9a-99fc-6d2138739850" providerId="ADAL" clId="{61E50591-5372-40E0-A920-F29C2B79AC06}" dt="2023-09-07T02:07:25.425" v="2925" actId="478"/>
          <ac:spMkLst>
            <pc:docMk/>
            <pc:sldMk cId="1156623692" sldId="282"/>
            <ac:spMk id="2" creationId="{B2FBF9B9-D94C-F283-9D86-08A8FE36909C}"/>
          </ac:spMkLst>
        </pc:spChg>
        <pc:spChg chg="add mod">
          <ac:chgData name="Bhowmik, Sayan" userId="2b51cadb-156e-4c9a-99fc-6d2138739850" providerId="ADAL" clId="{61E50591-5372-40E0-A920-F29C2B79AC06}" dt="2023-09-07T02:07:30.614" v="2926"/>
          <ac:spMkLst>
            <pc:docMk/>
            <pc:sldMk cId="1156623692" sldId="282"/>
            <ac:spMk id="3" creationId="{2044167F-ECB8-A9FB-7A52-46A1964C37FE}"/>
          </ac:spMkLst>
        </pc:spChg>
        <pc:spChg chg="add mod">
          <ac:chgData name="Bhowmik, Sayan" userId="2b51cadb-156e-4c9a-99fc-6d2138739850" providerId="ADAL" clId="{61E50591-5372-40E0-A920-F29C2B79AC06}" dt="2023-09-07T02:12:21.504" v="3122" actId="122"/>
          <ac:spMkLst>
            <pc:docMk/>
            <pc:sldMk cId="1156623692" sldId="282"/>
            <ac:spMk id="4" creationId="{BF1400CF-47F6-8E4D-9B86-36D81151FF72}"/>
          </ac:spMkLst>
        </pc:spChg>
        <pc:spChg chg="add mod">
          <ac:chgData name="Bhowmik, Sayan" userId="2b51cadb-156e-4c9a-99fc-6d2138739850" providerId="ADAL" clId="{61E50591-5372-40E0-A920-F29C2B79AC06}" dt="2023-09-07T02:08:47.587" v="2954" actId="20577"/>
          <ac:spMkLst>
            <pc:docMk/>
            <pc:sldMk cId="1156623692" sldId="282"/>
            <ac:spMk id="5" creationId="{823C9326-455A-14C0-25EF-39EB47244246}"/>
          </ac:spMkLst>
        </pc:spChg>
        <pc:spChg chg="add mod">
          <ac:chgData name="Bhowmik, Sayan" userId="2b51cadb-156e-4c9a-99fc-6d2138739850" providerId="ADAL" clId="{61E50591-5372-40E0-A920-F29C2B79AC06}" dt="2023-09-07T02:12:21.504" v="3122" actId="122"/>
          <ac:spMkLst>
            <pc:docMk/>
            <pc:sldMk cId="1156623692" sldId="282"/>
            <ac:spMk id="18" creationId="{5D68CA86-AC8C-BA0B-E387-E806209E0DBE}"/>
          </ac:spMkLst>
        </pc:spChg>
        <pc:spChg chg="add mod">
          <ac:chgData name="Bhowmik, Sayan" userId="2b51cadb-156e-4c9a-99fc-6d2138739850" providerId="ADAL" clId="{61E50591-5372-40E0-A920-F29C2B79AC06}" dt="2023-09-07T02:12:33.007" v="3133" actId="20577"/>
          <ac:spMkLst>
            <pc:docMk/>
            <pc:sldMk cId="1156623692" sldId="282"/>
            <ac:spMk id="19" creationId="{C681739D-DC5D-EA84-F4CD-70FE0EE4E850}"/>
          </ac:spMkLst>
        </pc:spChg>
        <pc:spChg chg="add mod">
          <ac:chgData name="Bhowmik, Sayan" userId="2b51cadb-156e-4c9a-99fc-6d2138739850" providerId="ADAL" clId="{61E50591-5372-40E0-A920-F29C2B79AC06}" dt="2023-09-07T02:16:38.877" v="3164" actId="20577"/>
          <ac:spMkLst>
            <pc:docMk/>
            <pc:sldMk cId="1156623692" sldId="282"/>
            <ac:spMk id="25" creationId="{F5D18571-EB88-A05B-AAF7-424C16C0EC68}"/>
          </ac:spMkLst>
        </pc:spChg>
        <pc:picChg chg="add mod modCrop">
          <ac:chgData name="Bhowmik, Sayan" userId="2b51cadb-156e-4c9a-99fc-6d2138739850" providerId="ADAL" clId="{61E50591-5372-40E0-A920-F29C2B79AC06}" dt="2023-09-07T02:14:34.692" v="3146" actId="1076"/>
          <ac:picMkLst>
            <pc:docMk/>
            <pc:sldMk cId="1156623692" sldId="282"/>
            <ac:picMk id="21" creationId="{5AC28853-0C08-2A6F-3B4B-F4F95E1D47B0}"/>
          </ac:picMkLst>
        </pc:picChg>
        <pc:picChg chg="add mod modCrop">
          <ac:chgData name="Bhowmik, Sayan" userId="2b51cadb-156e-4c9a-99fc-6d2138739850" providerId="ADAL" clId="{61E50591-5372-40E0-A920-F29C2B79AC06}" dt="2023-09-07T02:14:27.065" v="3144" actId="1076"/>
          <ac:picMkLst>
            <pc:docMk/>
            <pc:sldMk cId="1156623692" sldId="282"/>
            <ac:picMk id="23" creationId="{D82FF58E-7FAF-C7E0-0DA8-0B3157AC85A0}"/>
          </ac:picMkLst>
        </pc:picChg>
        <pc:picChg chg="add mod">
          <ac:chgData name="Bhowmik, Sayan" userId="2b51cadb-156e-4c9a-99fc-6d2138739850" providerId="ADAL" clId="{61E50591-5372-40E0-A920-F29C2B79AC06}" dt="2023-09-07T02:18:12.805" v="3186" actId="14100"/>
          <ac:picMkLst>
            <pc:docMk/>
            <pc:sldMk cId="1156623692" sldId="282"/>
            <ac:picMk id="27" creationId="{0F709AAC-FDC9-266B-918F-C5BF938CA177}"/>
          </ac:picMkLst>
        </pc:picChg>
        <pc:cxnChg chg="add mod">
          <ac:chgData name="Bhowmik, Sayan" userId="2b51cadb-156e-4c9a-99fc-6d2138739850" providerId="ADAL" clId="{61E50591-5372-40E0-A920-F29C2B79AC06}" dt="2023-09-07T02:11:56.292" v="3104" actId="208"/>
          <ac:cxnSpMkLst>
            <pc:docMk/>
            <pc:sldMk cId="1156623692" sldId="282"/>
            <ac:cxnSpMk id="7" creationId="{708A62F5-2842-4532-73CD-85411F33DBA1}"/>
          </ac:cxnSpMkLst>
        </pc:cxnChg>
        <pc:cxnChg chg="add del">
          <ac:chgData name="Bhowmik, Sayan" userId="2b51cadb-156e-4c9a-99fc-6d2138739850" providerId="ADAL" clId="{61E50591-5372-40E0-A920-F29C2B79AC06}" dt="2023-09-07T02:10:03.376" v="2957" actId="478"/>
          <ac:cxnSpMkLst>
            <pc:docMk/>
            <pc:sldMk cId="1156623692" sldId="282"/>
            <ac:cxnSpMk id="9" creationId="{BD96CAD1-3BCC-5150-F855-43B144FE8EA8}"/>
          </ac:cxnSpMkLst>
        </pc:cxnChg>
        <pc:cxnChg chg="add mod">
          <ac:chgData name="Bhowmik, Sayan" userId="2b51cadb-156e-4c9a-99fc-6d2138739850" providerId="ADAL" clId="{61E50591-5372-40E0-A920-F29C2B79AC06}" dt="2023-09-07T02:11:56.292" v="3104" actId="208"/>
          <ac:cxnSpMkLst>
            <pc:docMk/>
            <pc:sldMk cId="1156623692" sldId="282"/>
            <ac:cxnSpMk id="11" creationId="{40287A15-4C57-EF56-0B4A-499D9F53428E}"/>
          </ac:cxnSpMkLst>
        </pc:cxnChg>
        <pc:cxnChg chg="add mod">
          <ac:chgData name="Bhowmik, Sayan" userId="2b51cadb-156e-4c9a-99fc-6d2138739850" providerId="ADAL" clId="{61E50591-5372-40E0-A920-F29C2B79AC06}" dt="2023-09-07T02:11:56.292" v="3104" actId="208"/>
          <ac:cxnSpMkLst>
            <pc:docMk/>
            <pc:sldMk cId="1156623692" sldId="282"/>
            <ac:cxnSpMk id="12" creationId="{E7FB615F-8BB9-AAB7-404E-75008E3510CB}"/>
          </ac:cxnSpMkLst>
        </pc:cxnChg>
        <pc:cxnChg chg="add mod">
          <ac:chgData name="Bhowmik, Sayan" userId="2b51cadb-156e-4c9a-99fc-6d2138739850" providerId="ADAL" clId="{61E50591-5372-40E0-A920-F29C2B79AC06}" dt="2023-09-07T02:11:56.292" v="3104" actId="208"/>
          <ac:cxnSpMkLst>
            <pc:docMk/>
            <pc:sldMk cId="1156623692" sldId="282"/>
            <ac:cxnSpMk id="14" creationId="{58D98922-622A-28C2-D8E2-22F2D808335E}"/>
          </ac:cxnSpMkLst>
        </pc:cxnChg>
        <pc:cxnChg chg="add del">
          <ac:chgData name="Bhowmik, Sayan" userId="2b51cadb-156e-4c9a-99fc-6d2138739850" providerId="ADAL" clId="{61E50591-5372-40E0-A920-F29C2B79AC06}" dt="2023-09-07T02:11:33.559" v="3099" actId="478"/>
          <ac:cxnSpMkLst>
            <pc:docMk/>
            <pc:sldMk cId="1156623692" sldId="282"/>
            <ac:cxnSpMk id="16" creationId="{48786D7F-1340-2353-147E-5D94C49235EF}"/>
          </ac:cxnSpMkLst>
        </pc:cxnChg>
        <pc:cxnChg chg="add mod">
          <ac:chgData name="Bhowmik, Sayan" userId="2b51cadb-156e-4c9a-99fc-6d2138739850" providerId="ADAL" clId="{61E50591-5372-40E0-A920-F29C2B79AC06}" dt="2023-09-07T02:11:56.292" v="3104" actId="208"/>
          <ac:cxnSpMkLst>
            <pc:docMk/>
            <pc:sldMk cId="1156623692" sldId="282"/>
            <ac:cxnSpMk id="17" creationId="{A2CA9A19-96FB-92DA-8DFA-4C8F11385331}"/>
          </ac:cxnSpMkLst>
        </pc:cxnChg>
        <pc:cxnChg chg="add mod">
          <ac:chgData name="Bhowmik, Sayan" userId="2b51cadb-156e-4c9a-99fc-6d2138739850" providerId="ADAL" clId="{61E50591-5372-40E0-A920-F29C2B79AC06}" dt="2023-09-07T02:16:19.987" v="3148" actId="1076"/>
          <ac:cxnSpMkLst>
            <pc:docMk/>
            <pc:sldMk cId="1156623692" sldId="282"/>
            <ac:cxnSpMk id="24" creationId="{D2A6ABCC-B6DB-21FB-8526-9F854C1FF781}"/>
          </ac:cxnSpMkLst>
        </pc:cxnChg>
      </pc:sldChg>
      <pc:sldChg chg="addSp delSp modSp add mod delAnim modAnim">
        <pc:chgData name="Bhowmik, Sayan" userId="2b51cadb-156e-4c9a-99fc-6d2138739850" providerId="ADAL" clId="{61E50591-5372-40E0-A920-F29C2B79AC06}" dt="2023-09-07T02:56:51.215" v="3649" actId="1035"/>
        <pc:sldMkLst>
          <pc:docMk/>
          <pc:sldMk cId="2186982388" sldId="283"/>
        </pc:sldMkLst>
        <pc:spChg chg="del">
          <ac:chgData name="Bhowmik, Sayan" userId="2b51cadb-156e-4c9a-99fc-6d2138739850" providerId="ADAL" clId="{61E50591-5372-40E0-A920-F29C2B79AC06}" dt="2023-09-07T02:20:40.555" v="3193" actId="478"/>
          <ac:spMkLst>
            <pc:docMk/>
            <pc:sldMk cId="2186982388" sldId="283"/>
            <ac:spMk id="4" creationId="{BF1400CF-47F6-8E4D-9B86-36D81151FF72}"/>
          </ac:spMkLst>
        </pc:spChg>
        <pc:spChg chg="mod">
          <ac:chgData name="Bhowmik, Sayan" userId="2b51cadb-156e-4c9a-99fc-6d2138739850" providerId="ADAL" clId="{61E50591-5372-40E0-A920-F29C2B79AC06}" dt="2023-09-07T02:44:38.986" v="3507" actId="1035"/>
          <ac:spMkLst>
            <pc:docMk/>
            <pc:sldMk cId="2186982388" sldId="283"/>
            <ac:spMk id="5" creationId="{823C9326-455A-14C0-25EF-39EB47244246}"/>
          </ac:spMkLst>
        </pc:spChg>
        <pc:spChg chg="del">
          <ac:chgData name="Bhowmik, Sayan" userId="2b51cadb-156e-4c9a-99fc-6d2138739850" providerId="ADAL" clId="{61E50591-5372-40E0-A920-F29C2B79AC06}" dt="2023-09-07T02:20:40.555" v="3193" actId="478"/>
          <ac:spMkLst>
            <pc:docMk/>
            <pc:sldMk cId="2186982388" sldId="283"/>
            <ac:spMk id="18" creationId="{5D68CA86-AC8C-BA0B-E387-E806209E0DBE}"/>
          </ac:spMkLst>
        </pc:spChg>
        <pc:spChg chg="del">
          <ac:chgData name="Bhowmik, Sayan" userId="2b51cadb-156e-4c9a-99fc-6d2138739850" providerId="ADAL" clId="{61E50591-5372-40E0-A920-F29C2B79AC06}" dt="2023-09-07T02:20:40.555" v="3193" actId="478"/>
          <ac:spMkLst>
            <pc:docMk/>
            <pc:sldMk cId="2186982388" sldId="283"/>
            <ac:spMk id="19" creationId="{C681739D-DC5D-EA84-F4CD-70FE0EE4E850}"/>
          </ac:spMkLst>
        </pc:spChg>
        <pc:spChg chg="del">
          <ac:chgData name="Bhowmik, Sayan" userId="2b51cadb-156e-4c9a-99fc-6d2138739850" providerId="ADAL" clId="{61E50591-5372-40E0-A920-F29C2B79AC06}" dt="2023-09-07T02:21:12.846" v="3259" actId="478"/>
          <ac:spMkLst>
            <pc:docMk/>
            <pc:sldMk cId="2186982388" sldId="283"/>
            <ac:spMk id="25" creationId="{F5D18571-EB88-A05B-AAF7-424C16C0EC68}"/>
          </ac:spMkLst>
        </pc:spChg>
        <pc:spChg chg="add mod">
          <ac:chgData name="Bhowmik, Sayan" userId="2b51cadb-156e-4c9a-99fc-6d2138739850" providerId="ADAL" clId="{61E50591-5372-40E0-A920-F29C2B79AC06}" dt="2023-09-07T02:47:43.288" v="3529" actId="20577"/>
          <ac:spMkLst>
            <pc:docMk/>
            <pc:sldMk cId="2186982388" sldId="283"/>
            <ac:spMk id="26" creationId="{584E16AF-53B9-10E8-005F-85D1DBD22236}"/>
          </ac:spMkLst>
        </pc:spChg>
        <pc:spChg chg="add mod">
          <ac:chgData name="Bhowmik, Sayan" userId="2b51cadb-156e-4c9a-99fc-6d2138739850" providerId="ADAL" clId="{61E50591-5372-40E0-A920-F29C2B79AC06}" dt="2023-09-07T02:48:55.792" v="3547" actId="1076"/>
          <ac:spMkLst>
            <pc:docMk/>
            <pc:sldMk cId="2186982388" sldId="283"/>
            <ac:spMk id="28" creationId="{D8D03D4C-75EB-232B-E16D-2E85AF1E54CE}"/>
          </ac:spMkLst>
        </pc:spChg>
        <pc:spChg chg="add mod">
          <ac:chgData name="Bhowmik, Sayan" userId="2b51cadb-156e-4c9a-99fc-6d2138739850" providerId="ADAL" clId="{61E50591-5372-40E0-A920-F29C2B79AC06}" dt="2023-09-07T02:49:02.535" v="3548" actId="1076"/>
          <ac:spMkLst>
            <pc:docMk/>
            <pc:sldMk cId="2186982388" sldId="283"/>
            <ac:spMk id="29" creationId="{363BBC25-587F-65B0-AFC4-EDA0C5F0B828}"/>
          </ac:spMkLst>
        </pc:spChg>
        <pc:spChg chg="add mod">
          <ac:chgData name="Bhowmik, Sayan" userId="2b51cadb-156e-4c9a-99fc-6d2138739850" providerId="ADAL" clId="{61E50591-5372-40E0-A920-F29C2B79AC06}" dt="2023-09-07T02:56:30.428" v="3620" actId="1035"/>
          <ac:spMkLst>
            <pc:docMk/>
            <pc:sldMk cId="2186982388" sldId="283"/>
            <ac:spMk id="30" creationId="{7D271E56-09AD-4E07-6820-6C5A033D3C3A}"/>
          </ac:spMkLst>
        </pc:spChg>
        <pc:spChg chg="add mod">
          <ac:chgData name="Bhowmik, Sayan" userId="2b51cadb-156e-4c9a-99fc-6d2138739850" providerId="ADAL" clId="{61E50591-5372-40E0-A920-F29C2B79AC06}" dt="2023-09-07T02:56:51.215" v="3649" actId="1035"/>
          <ac:spMkLst>
            <pc:docMk/>
            <pc:sldMk cId="2186982388" sldId="283"/>
            <ac:spMk id="31" creationId="{0C552AD4-B2AA-CD9B-C148-71D0C1210423}"/>
          </ac:spMkLst>
        </pc:spChg>
        <pc:picChg chg="add mod modCrop">
          <ac:chgData name="Bhowmik, Sayan" userId="2b51cadb-156e-4c9a-99fc-6d2138739850" providerId="ADAL" clId="{61E50591-5372-40E0-A920-F29C2B79AC06}" dt="2023-09-07T02:48:46.487" v="3543" actId="732"/>
          <ac:picMkLst>
            <pc:docMk/>
            <pc:sldMk cId="2186982388" sldId="283"/>
            <ac:picMk id="6" creationId="{FEE2B5F5-3F0E-EF11-4887-363DDA936A56}"/>
          </ac:picMkLst>
        </pc:picChg>
        <pc:picChg chg="add mod">
          <ac:chgData name="Bhowmik, Sayan" userId="2b51cadb-156e-4c9a-99fc-6d2138739850" providerId="ADAL" clId="{61E50591-5372-40E0-A920-F29C2B79AC06}" dt="2023-09-07T02:49:02.535" v="3548" actId="1076"/>
          <ac:picMkLst>
            <pc:docMk/>
            <pc:sldMk cId="2186982388" sldId="283"/>
            <ac:picMk id="9" creationId="{42E1487F-7925-7D29-B46E-741C46ECB5C9}"/>
          </ac:picMkLst>
        </pc:picChg>
        <pc:picChg chg="add del mod">
          <ac:chgData name="Bhowmik, Sayan" userId="2b51cadb-156e-4c9a-99fc-6d2138739850" providerId="ADAL" clId="{61E50591-5372-40E0-A920-F29C2B79AC06}" dt="2023-09-07T02:45:15.461" v="3508" actId="478"/>
          <ac:picMkLst>
            <pc:docMk/>
            <pc:sldMk cId="2186982388" sldId="283"/>
            <ac:picMk id="13" creationId="{4190C75C-484F-52B7-D2D0-ED4E2E9BA0A2}"/>
          </ac:picMkLst>
        </pc:picChg>
        <pc:picChg chg="add mod modCrop">
          <ac:chgData name="Bhowmik, Sayan" userId="2b51cadb-156e-4c9a-99fc-6d2138739850" providerId="ADAL" clId="{61E50591-5372-40E0-A920-F29C2B79AC06}" dt="2023-09-07T02:49:40.632" v="3557" actId="1076"/>
          <ac:picMkLst>
            <pc:docMk/>
            <pc:sldMk cId="2186982388" sldId="283"/>
            <ac:picMk id="16" creationId="{FAFAB69B-455B-6F8C-58D5-64F7F1AA33D6}"/>
          </ac:picMkLst>
        </pc:picChg>
        <pc:picChg chg="del">
          <ac:chgData name="Bhowmik, Sayan" userId="2b51cadb-156e-4c9a-99fc-6d2138739850" providerId="ADAL" clId="{61E50591-5372-40E0-A920-F29C2B79AC06}" dt="2023-09-07T02:20:40.555" v="3193" actId="478"/>
          <ac:picMkLst>
            <pc:docMk/>
            <pc:sldMk cId="2186982388" sldId="283"/>
            <ac:picMk id="21" creationId="{5AC28853-0C08-2A6F-3B4B-F4F95E1D47B0}"/>
          </ac:picMkLst>
        </pc:picChg>
        <pc:picChg chg="add mod">
          <ac:chgData name="Bhowmik, Sayan" userId="2b51cadb-156e-4c9a-99fc-6d2138739850" providerId="ADAL" clId="{61E50591-5372-40E0-A920-F29C2B79AC06}" dt="2023-09-07T02:49:35.491" v="3556" actId="1076"/>
          <ac:picMkLst>
            <pc:docMk/>
            <pc:sldMk cId="2186982388" sldId="283"/>
            <ac:picMk id="22" creationId="{45B06422-08F8-FD6E-47AC-7AFD5CB207A0}"/>
          </ac:picMkLst>
        </pc:picChg>
        <pc:picChg chg="del">
          <ac:chgData name="Bhowmik, Sayan" userId="2b51cadb-156e-4c9a-99fc-6d2138739850" providerId="ADAL" clId="{61E50591-5372-40E0-A920-F29C2B79AC06}" dt="2023-09-07T02:20:40.555" v="3193" actId="478"/>
          <ac:picMkLst>
            <pc:docMk/>
            <pc:sldMk cId="2186982388" sldId="283"/>
            <ac:picMk id="23" creationId="{D82FF58E-7FAF-C7E0-0DA8-0B3157AC85A0}"/>
          </ac:picMkLst>
        </pc:picChg>
        <pc:picChg chg="del">
          <ac:chgData name="Bhowmik, Sayan" userId="2b51cadb-156e-4c9a-99fc-6d2138739850" providerId="ADAL" clId="{61E50591-5372-40E0-A920-F29C2B79AC06}" dt="2023-09-07T02:21:12.846" v="3259" actId="478"/>
          <ac:picMkLst>
            <pc:docMk/>
            <pc:sldMk cId="2186982388" sldId="283"/>
            <ac:picMk id="27" creationId="{0F709AAC-FDC9-266B-918F-C5BF938CA177}"/>
          </ac:picMkLst>
        </pc:picChg>
        <pc:picChg chg="add mod modCrop">
          <ac:chgData name="Bhowmik, Sayan" userId="2b51cadb-156e-4c9a-99fc-6d2138739850" providerId="ADAL" clId="{61E50591-5372-40E0-A920-F29C2B79AC06}" dt="2023-09-07T02:46:58.532" v="3524" actId="1076"/>
          <ac:picMkLst>
            <pc:docMk/>
            <pc:sldMk cId="2186982388" sldId="283"/>
            <ac:picMk id="32" creationId="{15DEE4E4-7338-6E7C-2A92-0C9EF4903DD9}"/>
          </ac:picMkLst>
        </pc:picChg>
        <pc:picChg chg="add mod modCrop">
          <ac:chgData name="Bhowmik, Sayan" userId="2b51cadb-156e-4c9a-99fc-6d2138739850" providerId="ADAL" clId="{61E50591-5372-40E0-A920-F29C2B79AC06}" dt="2023-09-07T02:46:12.255" v="3519" actId="1076"/>
          <ac:picMkLst>
            <pc:docMk/>
            <pc:sldMk cId="2186982388" sldId="283"/>
            <ac:picMk id="33" creationId="{35853F65-7759-ECC8-59A4-516644E7C337}"/>
          </ac:picMkLst>
        </pc:picChg>
        <pc:picChg chg="add del mod modCrop">
          <ac:chgData name="Bhowmik, Sayan" userId="2b51cadb-156e-4c9a-99fc-6d2138739850" providerId="ADAL" clId="{61E50591-5372-40E0-A920-F29C2B79AC06}" dt="2023-09-07T02:48:49.874" v="3546"/>
          <ac:picMkLst>
            <pc:docMk/>
            <pc:sldMk cId="2186982388" sldId="283"/>
            <ac:picMk id="34" creationId="{72E05F96-3D77-16E1-8F52-4FA078EE3892}"/>
          </ac:picMkLst>
        </pc:picChg>
        <pc:cxnChg chg="del mod">
          <ac:chgData name="Bhowmik, Sayan" userId="2b51cadb-156e-4c9a-99fc-6d2138739850" providerId="ADAL" clId="{61E50591-5372-40E0-A920-F29C2B79AC06}" dt="2023-09-07T02:20:40.555" v="3193" actId="478"/>
          <ac:cxnSpMkLst>
            <pc:docMk/>
            <pc:sldMk cId="2186982388" sldId="283"/>
            <ac:cxnSpMk id="7" creationId="{708A62F5-2842-4532-73CD-85411F33DBA1}"/>
          </ac:cxnSpMkLst>
        </pc:cxnChg>
        <pc:cxnChg chg="del">
          <ac:chgData name="Bhowmik, Sayan" userId="2b51cadb-156e-4c9a-99fc-6d2138739850" providerId="ADAL" clId="{61E50591-5372-40E0-A920-F29C2B79AC06}" dt="2023-09-07T02:20:40.555" v="3193" actId="478"/>
          <ac:cxnSpMkLst>
            <pc:docMk/>
            <pc:sldMk cId="2186982388" sldId="283"/>
            <ac:cxnSpMk id="11" creationId="{40287A15-4C57-EF56-0B4A-499D9F53428E}"/>
          </ac:cxnSpMkLst>
        </pc:cxnChg>
        <pc:cxnChg chg="del">
          <ac:chgData name="Bhowmik, Sayan" userId="2b51cadb-156e-4c9a-99fc-6d2138739850" providerId="ADAL" clId="{61E50591-5372-40E0-A920-F29C2B79AC06}" dt="2023-09-07T02:20:40.555" v="3193" actId="478"/>
          <ac:cxnSpMkLst>
            <pc:docMk/>
            <pc:sldMk cId="2186982388" sldId="283"/>
            <ac:cxnSpMk id="12" creationId="{E7FB615F-8BB9-AAB7-404E-75008E3510CB}"/>
          </ac:cxnSpMkLst>
        </pc:cxnChg>
        <pc:cxnChg chg="del">
          <ac:chgData name="Bhowmik, Sayan" userId="2b51cadb-156e-4c9a-99fc-6d2138739850" providerId="ADAL" clId="{61E50591-5372-40E0-A920-F29C2B79AC06}" dt="2023-09-07T02:20:40.555" v="3193" actId="478"/>
          <ac:cxnSpMkLst>
            <pc:docMk/>
            <pc:sldMk cId="2186982388" sldId="283"/>
            <ac:cxnSpMk id="14" creationId="{58D98922-622A-28C2-D8E2-22F2D808335E}"/>
          </ac:cxnSpMkLst>
        </pc:cxnChg>
        <pc:cxnChg chg="del">
          <ac:chgData name="Bhowmik, Sayan" userId="2b51cadb-156e-4c9a-99fc-6d2138739850" providerId="ADAL" clId="{61E50591-5372-40E0-A920-F29C2B79AC06}" dt="2023-09-07T02:20:40.555" v="3193" actId="478"/>
          <ac:cxnSpMkLst>
            <pc:docMk/>
            <pc:sldMk cId="2186982388" sldId="283"/>
            <ac:cxnSpMk id="17" creationId="{A2CA9A19-96FB-92DA-8DFA-4C8F11385331}"/>
          </ac:cxnSpMkLst>
        </pc:cxnChg>
        <pc:cxnChg chg="del">
          <ac:chgData name="Bhowmik, Sayan" userId="2b51cadb-156e-4c9a-99fc-6d2138739850" providerId="ADAL" clId="{61E50591-5372-40E0-A920-F29C2B79AC06}" dt="2023-09-07T02:21:15.118" v="3260" actId="478"/>
          <ac:cxnSpMkLst>
            <pc:docMk/>
            <pc:sldMk cId="2186982388" sldId="283"/>
            <ac:cxnSpMk id="24" creationId="{D2A6ABCC-B6DB-21FB-8526-9F854C1FF781}"/>
          </ac:cxnSpMkLst>
        </pc:cxnChg>
      </pc:sldChg>
      <pc:sldChg chg="addSp delSp modSp add mod delAnim modAnim">
        <pc:chgData name="Bhowmik, Sayan" userId="2b51cadb-156e-4c9a-99fc-6d2138739850" providerId="ADAL" clId="{61E50591-5372-40E0-A920-F29C2B79AC06}" dt="2023-09-07T03:26:39.307" v="4385"/>
        <pc:sldMkLst>
          <pc:docMk/>
          <pc:sldMk cId="1421766658" sldId="284"/>
        </pc:sldMkLst>
        <pc:spChg chg="add mod">
          <ac:chgData name="Bhowmik, Sayan" userId="2b51cadb-156e-4c9a-99fc-6d2138739850" providerId="ADAL" clId="{61E50591-5372-40E0-A920-F29C2B79AC06}" dt="2023-09-07T03:01:49.580" v="3770" actId="113"/>
          <ac:spMkLst>
            <pc:docMk/>
            <pc:sldMk cId="1421766658" sldId="284"/>
            <ac:spMk id="2" creationId="{D77986FB-E2C8-9CF1-461B-03CDA7883A33}"/>
          </ac:spMkLst>
        </pc:spChg>
        <pc:spChg chg="del">
          <ac:chgData name="Bhowmik, Sayan" userId="2b51cadb-156e-4c9a-99fc-6d2138739850" providerId="ADAL" clId="{61E50591-5372-40E0-A920-F29C2B79AC06}" dt="2023-09-07T02:54:53.065" v="3570" actId="478"/>
          <ac:spMkLst>
            <pc:docMk/>
            <pc:sldMk cId="1421766658" sldId="284"/>
            <ac:spMk id="4" creationId="{BF1400CF-47F6-8E4D-9B86-36D81151FF72}"/>
          </ac:spMkLst>
        </pc:spChg>
        <pc:spChg chg="del">
          <ac:chgData name="Bhowmik, Sayan" userId="2b51cadb-156e-4c9a-99fc-6d2138739850" providerId="ADAL" clId="{61E50591-5372-40E0-A920-F29C2B79AC06}" dt="2023-09-07T02:54:53.065" v="3570" actId="478"/>
          <ac:spMkLst>
            <pc:docMk/>
            <pc:sldMk cId="1421766658" sldId="284"/>
            <ac:spMk id="5" creationId="{823C9326-455A-14C0-25EF-39EB47244246}"/>
          </ac:spMkLst>
        </pc:spChg>
        <pc:spChg chg="add mod">
          <ac:chgData name="Bhowmik, Sayan" userId="2b51cadb-156e-4c9a-99fc-6d2138739850" providerId="ADAL" clId="{61E50591-5372-40E0-A920-F29C2B79AC06}" dt="2023-09-07T03:03:22.195" v="3774" actId="1582"/>
          <ac:spMkLst>
            <pc:docMk/>
            <pc:sldMk cId="1421766658" sldId="284"/>
            <ac:spMk id="6" creationId="{293C89BD-14F1-BDE6-B9F6-8EB9590CC3DE}"/>
          </ac:spMkLst>
        </pc:spChg>
        <pc:spChg chg="add mod">
          <ac:chgData name="Bhowmik, Sayan" userId="2b51cadb-156e-4c9a-99fc-6d2138739850" providerId="ADAL" clId="{61E50591-5372-40E0-A920-F29C2B79AC06}" dt="2023-09-07T03:03:45.107" v="3779" actId="14100"/>
          <ac:spMkLst>
            <pc:docMk/>
            <pc:sldMk cId="1421766658" sldId="284"/>
            <ac:spMk id="8" creationId="{24BDF4C7-7382-F908-6F4E-EA9965AB4464}"/>
          </ac:spMkLst>
        </pc:spChg>
        <pc:spChg chg="add mod">
          <ac:chgData name="Bhowmik, Sayan" userId="2b51cadb-156e-4c9a-99fc-6d2138739850" providerId="ADAL" clId="{61E50591-5372-40E0-A920-F29C2B79AC06}" dt="2023-09-07T03:04:03.341" v="3783" actId="208"/>
          <ac:spMkLst>
            <pc:docMk/>
            <pc:sldMk cId="1421766658" sldId="284"/>
            <ac:spMk id="9" creationId="{528206DD-9DA8-BD2E-BD27-EDA40BF5060A}"/>
          </ac:spMkLst>
        </pc:spChg>
        <pc:spChg chg="add mod">
          <ac:chgData name="Bhowmik, Sayan" userId="2b51cadb-156e-4c9a-99fc-6d2138739850" providerId="ADAL" clId="{61E50591-5372-40E0-A920-F29C2B79AC06}" dt="2023-09-07T03:05:44.810" v="3802" actId="207"/>
          <ac:spMkLst>
            <pc:docMk/>
            <pc:sldMk cId="1421766658" sldId="284"/>
            <ac:spMk id="10" creationId="{942D1B30-4F12-D051-539F-3896CF0669C8}"/>
          </ac:spMkLst>
        </pc:spChg>
        <pc:spChg chg="add mod">
          <ac:chgData name="Bhowmik, Sayan" userId="2b51cadb-156e-4c9a-99fc-6d2138739850" providerId="ADAL" clId="{61E50591-5372-40E0-A920-F29C2B79AC06}" dt="2023-09-07T03:07:33.427" v="3814" actId="1076"/>
          <ac:spMkLst>
            <pc:docMk/>
            <pc:sldMk cId="1421766658" sldId="284"/>
            <ac:spMk id="13" creationId="{5A6F19AC-937A-A32F-4FC7-E1BFFDFFC844}"/>
          </ac:spMkLst>
        </pc:spChg>
        <pc:spChg chg="add mod">
          <ac:chgData name="Bhowmik, Sayan" userId="2b51cadb-156e-4c9a-99fc-6d2138739850" providerId="ADAL" clId="{61E50591-5372-40E0-A920-F29C2B79AC06}" dt="2023-09-07T03:09:48.584" v="3825" actId="1076"/>
          <ac:spMkLst>
            <pc:docMk/>
            <pc:sldMk cId="1421766658" sldId="284"/>
            <ac:spMk id="15" creationId="{55D93220-31D4-B4A3-3948-52CED8C67C62}"/>
          </ac:spMkLst>
        </pc:spChg>
        <pc:spChg chg="add mod">
          <ac:chgData name="Bhowmik, Sayan" userId="2b51cadb-156e-4c9a-99fc-6d2138739850" providerId="ADAL" clId="{61E50591-5372-40E0-A920-F29C2B79AC06}" dt="2023-09-07T03:12:08.242" v="3884" actId="1037"/>
          <ac:spMkLst>
            <pc:docMk/>
            <pc:sldMk cId="1421766658" sldId="284"/>
            <ac:spMk id="16" creationId="{052875C0-2BD8-8457-0DE9-0290C5431600}"/>
          </ac:spMkLst>
        </pc:spChg>
        <pc:spChg chg="del">
          <ac:chgData name="Bhowmik, Sayan" userId="2b51cadb-156e-4c9a-99fc-6d2138739850" providerId="ADAL" clId="{61E50591-5372-40E0-A920-F29C2B79AC06}" dt="2023-09-07T02:54:53.065" v="3570" actId="478"/>
          <ac:spMkLst>
            <pc:docMk/>
            <pc:sldMk cId="1421766658" sldId="284"/>
            <ac:spMk id="18" creationId="{5D68CA86-AC8C-BA0B-E387-E806209E0DBE}"/>
          </ac:spMkLst>
        </pc:spChg>
        <pc:spChg chg="del">
          <ac:chgData name="Bhowmik, Sayan" userId="2b51cadb-156e-4c9a-99fc-6d2138739850" providerId="ADAL" clId="{61E50591-5372-40E0-A920-F29C2B79AC06}" dt="2023-09-07T02:54:53.065" v="3570" actId="478"/>
          <ac:spMkLst>
            <pc:docMk/>
            <pc:sldMk cId="1421766658" sldId="284"/>
            <ac:spMk id="19" creationId="{C681739D-DC5D-EA84-F4CD-70FE0EE4E850}"/>
          </ac:spMkLst>
        </pc:spChg>
        <pc:spChg chg="add mod">
          <ac:chgData name="Bhowmik, Sayan" userId="2b51cadb-156e-4c9a-99fc-6d2138739850" providerId="ADAL" clId="{61E50591-5372-40E0-A920-F29C2B79AC06}" dt="2023-09-07T03:13:36.403" v="3919" actId="1035"/>
          <ac:spMkLst>
            <pc:docMk/>
            <pc:sldMk cId="1421766658" sldId="284"/>
            <ac:spMk id="20" creationId="{F4758A50-6EE2-B6BD-D782-CF47D915362A}"/>
          </ac:spMkLst>
        </pc:spChg>
        <pc:spChg chg="add mod">
          <ac:chgData name="Bhowmik, Sayan" userId="2b51cadb-156e-4c9a-99fc-6d2138739850" providerId="ADAL" clId="{61E50591-5372-40E0-A920-F29C2B79AC06}" dt="2023-09-07T03:14:24.112" v="3936" actId="1035"/>
          <ac:spMkLst>
            <pc:docMk/>
            <pc:sldMk cId="1421766658" sldId="284"/>
            <ac:spMk id="22" creationId="{1C4F436C-6369-EDFC-DDB5-45EB52445A9C}"/>
          </ac:spMkLst>
        </pc:spChg>
        <pc:spChg chg="del">
          <ac:chgData name="Bhowmik, Sayan" userId="2b51cadb-156e-4c9a-99fc-6d2138739850" providerId="ADAL" clId="{61E50591-5372-40E0-A920-F29C2B79AC06}" dt="2023-09-07T02:54:53.065" v="3570" actId="478"/>
          <ac:spMkLst>
            <pc:docMk/>
            <pc:sldMk cId="1421766658" sldId="284"/>
            <ac:spMk id="25" creationId="{F5D18571-EB88-A05B-AAF7-424C16C0EC68}"/>
          </ac:spMkLst>
        </pc:spChg>
        <pc:spChg chg="add mod">
          <ac:chgData name="Bhowmik, Sayan" userId="2b51cadb-156e-4c9a-99fc-6d2138739850" providerId="ADAL" clId="{61E50591-5372-40E0-A920-F29C2B79AC06}" dt="2023-09-07T03:14:19.129" v="3923" actId="1582"/>
          <ac:spMkLst>
            <pc:docMk/>
            <pc:sldMk cId="1421766658" sldId="284"/>
            <ac:spMk id="26" creationId="{5A4C62AF-80CD-945F-6B27-D6BEFCB30653}"/>
          </ac:spMkLst>
        </pc:spChg>
        <pc:spChg chg="add mod">
          <ac:chgData name="Bhowmik, Sayan" userId="2b51cadb-156e-4c9a-99fc-6d2138739850" providerId="ADAL" clId="{61E50591-5372-40E0-A920-F29C2B79AC06}" dt="2023-09-07T03:15:20.977" v="3965" actId="1076"/>
          <ac:spMkLst>
            <pc:docMk/>
            <pc:sldMk cId="1421766658" sldId="284"/>
            <ac:spMk id="28" creationId="{2BA661BB-B07F-C9CA-E389-2C95641EA066}"/>
          </ac:spMkLst>
        </pc:spChg>
        <pc:picChg chg="del">
          <ac:chgData name="Bhowmik, Sayan" userId="2b51cadb-156e-4c9a-99fc-6d2138739850" providerId="ADAL" clId="{61E50591-5372-40E0-A920-F29C2B79AC06}" dt="2023-09-07T02:54:53.065" v="3570" actId="478"/>
          <ac:picMkLst>
            <pc:docMk/>
            <pc:sldMk cId="1421766658" sldId="284"/>
            <ac:picMk id="21" creationId="{5AC28853-0C08-2A6F-3B4B-F4F95E1D47B0}"/>
          </ac:picMkLst>
        </pc:picChg>
        <pc:picChg chg="del">
          <ac:chgData name="Bhowmik, Sayan" userId="2b51cadb-156e-4c9a-99fc-6d2138739850" providerId="ADAL" clId="{61E50591-5372-40E0-A920-F29C2B79AC06}" dt="2023-09-07T02:54:53.065" v="3570" actId="478"/>
          <ac:picMkLst>
            <pc:docMk/>
            <pc:sldMk cId="1421766658" sldId="284"/>
            <ac:picMk id="23" creationId="{D82FF58E-7FAF-C7E0-0DA8-0B3157AC85A0}"/>
          </ac:picMkLst>
        </pc:picChg>
        <pc:picChg chg="del">
          <ac:chgData name="Bhowmik, Sayan" userId="2b51cadb-156e-4c9a-99fc-6d2138739850" providerId="ADAL" clId="{61E50591-5372-40E0-A920-F29C2B79AC06}" dt="2023-09-07T02:54:53.065" v="3570" actId="478"/>
          <ac:picMkLst>
            <pc:docMk/>
            <pc:sldMk cId="1421766658" sldId="284"/>
            <ac:picMk id="27" creationId="{0F709AAC-FDC9-266B-918F-C5BF938CA177}"/>
          </ac:picMkLst>
        </pc:picChg>
        <pc:cxnChg chg="del mod">
          <ac:chgData name="Bhowmik, Sayan" userId="2b51cadb-156e-4c9a-99fc-6d2138739850" providerId="ADAL" clId="{61E50591-5372-40E0-A920-F29C2B79AC06}" dt="2023-09-07T02:54:53.065" v="3570" actId="478"/>
          <ac:cxnSpMkLst>
            <pc:docMk/>
            <pc:sldMk cId="1421766658" sldId="284"/>
            <ac:cxnSpMk id="7" creationId="{708A62F5-2842-4532-73CD-85411F33DBA1}"/>
          </ac:cxnSpMkLst>
        </pc:cxnChg>
        <pc:cxnChg chg="del">
          <ac:chgData name="Bhowmik, Sayan" userId="2b51cadb-156e-4c9a-99fc-6d2138739850" providerId="ADAL" clId="{61E50591-5372-40E0-A920-F29C2B79AC06}" dt="2023-09-07T02:54:53.065" v="3570" actId="478"/>
          <ac:cxnSpMkLst>
            <pc:docMk/>
            <pc:sldMk cId="1421766658" sldId="284"/>
            <ac:cxnSpMk id="11" creationId="{40287A15-4C57-EF56-0B4A-499D9F53428E}"/>
          </ac:cxnSpMkLst>
        </pc:cxnChg>
        <pc:cxnChg chg="del">
          <ac:chgData name="Bhowmik, Sayan" userId="2b51cadb-156e-4c9a-99fc-6d2138739850" providerId="ADAL" clId="{61E50591-5372-40E0-A920-F29C2B79AC06}" dt="2023-09-07T02:54:53.065" v="3570" actId="478"/>
          <ac:cxnSpMkLst>
            <pc:docMk/>
            <pc:sldMk cId="1421766658" sldId="284"/>
            <ac:cxnSpMk id="12" creationId="{E7FB615F-8BB9-AAB7-404E-75008E3510CB}"/>
          </ac:cxnSpMkLst>
        </pc:cxnChg>
        <pc:cxnChg chg="del">
          <ac:chgData name="Bhowmik, Sayan" userId="2b51cadb-156e-4c9a-99fc-6d2138739850" providerId="ADAL" clId="{61E50591-5372-40E0-A920-F29C2B79AC06}" dt="2023-09-07T02:54:53.065" v="3570" actId="478"/>
          <ac:cxnSpMkLst>
            <pc:docMk/>
            <pc:sldMk cId="1421766658" sldId="284"/>
            <ac:cxnSpMk id="14" creationId="{58D98922-622A-28C2-D8E2-22F2D808335E}"/>
          </ac:cxnSpMkLst>
        </pc:cxnChg>
        <pc:cxnChg chg="del">
          <ac:chgData name="Bhowmik, Sayan" userId="2b51cadb-156e-4c9a-99fc-6d2138739850" providerId="ADAL" clId="{61E50591-5372-40E0-A920-F29C2B79AC06}" dt="2023-09-07T02:54:53.065" v="3570" actId="478"/>
          <ac:cxnSpMkLst>
            <pc:docMk/>
            <pc:sldMk cId="1421766658" sldId="284"/>
            <ac:cxnSpMk id="17" creationId="{A2CA9A19-96FB-92DA-8DFA-4C8F11385331}"/>
          </ac:cxnSpMkLst>
        </pc:cxnChg>
        <pc:cxnChg chg="del">
          <ac:chgData name="Bhowmik, Sayan" userId="2b51cadb-156e-4c9a-99fc-6d2138739850" providerId="ADAL" clId="{61E50591-5372-40E0-A920-F29C2B79AC06}" dt="2023-09-07T02:54:53.065" v="3570" actId="478"/>
          <ac:cxnSpMkLst>
            <pc:docMk/>
            <pc:sldMk cId="1421766658" sldId="284"/>
            <ac:cxnSpMk id="24" creationId="{D2A6ABCC-B6DB-21FB-8526-9F854C1FF781}"/>
          </ac:cxnSpMkLst>
        </pc:cxnChg>
      </pc:sldChg>
      <pc:sldChg chg="addSp delSp modSp new mod modAnim">
        <pc:chgData name="Bhowmik, Sayan" userId="2b51cadb-156e-4c9a-99fc-6d2138739850" providerId="ADAL" clId="{61E50591-5372-40E0-A920-F29C2B79AC06}" dt="2023-09-07T03:27:23.280" v="4391"/>
        <pc:sldMkLst>
          <pc:docMk/>
          <pc:sldMk cId="484254801" sldId="285"/>
        </pc:sldMkLst>
        <pc:spChg chg="del">
          <ac:chgData name="Bhowmik, Sayan" userId="2b51cadb-156e-4c9a-99fc-6d2138739850" providerId="ADAL" clId="{61E50591-5372-40E0-A920-F29C2B79AC06}" dt="2023-09-07T03:16:36.040" v="3993" actId="478"/>
          <ac:spMkLst>
            <pc:docMk/>
            <pc:sldMk cId="484254801" sldId="285"/>
            <ac:spMk id="2" creationId="{4A033B03-3F91-819F-0E60-AB7E0164765E}"/>
          </ac:spMkLst>
        </pc:spChg>
        <pc:spChg chg="add mod">
          <ac:chgData name="Bhowmik, Sayan" userId="2b51cadb-156e-4c9a-99fc-6d2138739850" providerId="ADAL" clId="{61E50591-5372-40E0-A920-F29C2B79AC06}" dt="2023-09-07T03:16:44.870" v="4013" actId="20577"/>
          <ac:spMkLst>
            <pc:docMk/>
            <pc:sldMk cId="484254801" sldId="285"/>
            <ac:spMk id="3" creationId="{A7E1E279-A617-8C93-B9E3-47A5EC806EF8}"/>
          </ac:spMkLst>
        </pc:spChg>
        <pc:spChg chg="add mod">
          <ac:chgData name="Bhowmik, Sayan" userId="2b51cadb-156e-4c9a-99fc-6d2138739850" providerId="ADAL" clId="{61E50591-5372-40E0-A920-F29C2B79AC06}" dt="2023-09-07T03:18:46.924" v="4075" actId="1035"/>
          <ac:spMkLst>
            <pc:docMk/>
            <pc:sldMk cId="484254801" sldId="285"/>
            <ac:spMk id="4" creationId="{6C5F2142-069F-C1E8-D2D4-454A7F5CA015}"/>
          </ac:spMkLst>
        </pc:spChg>
        <pc:spChg chg="add mod">
          <ac:chgData name="Bhowmik, Sayan" userId="2b51cadb-156e-4c9a-99fc-6d2138739850" providerId="ADAL" clId="{61E50591-5372-40E0-A920-F29C2B79AC06}" dt="2023-09-07T03:18:46.924" v="4075" actId="1035"/>
          <ac:spMkLst>
            <pc:docMk/>
            <pc:sldMk cId="484254801" sldId="285"/>
            <ac:spMk id="5" creationId="{3FFF68EB-2F74-0496-CEAD-D965C25FBDA9}"/>
          </ac:spMkLst>
        </pc:spChg>
        <pc:spChg chg="add mod">
          <ac:chgData name="Bhowmik, Sayan" userId="2b51cadb-156e-4c9a-99fc-6d2138739850" providerId="ADAL" clId="{61E50591-5372-40E0-A920-F29C2B79AC06}" dt="2023-09-07T03:18:59.510" v="4112" actId="14100"/>
          <ac:spMkLst>
            <pc:docMk/>
            <pc:sldMk cId="484254801" sldId="285"/>
            <ac:spMk id="6" creationId="{E86F3CA9-DEE5-BF1B-0D6B-6004F9067D93}"/>
          </ac:spMkLst>
        </pc:spChg>
        <pc:spChg chg="add mod">
          <ac:chgData name="Bhowmik, Sayan" userId="2b51cadb-156e-4c9a-99fc-6d2138739850" providerId="ADAL" clId="{61E50591-5372-40E0-A920-F29C2B79AC06}" dt="2023-09-07T03:20:44.832" v="4139" actId="1038"/>
          <ac:spMkLst>
            <pc:docMk/>
            <pc:sldMk cId="484254801" sldId="285"/>
            <ac:spMk id="7" creationId="{B790EE13-1629-2766-570C-1CB2E9A9D608}"/>
          </ac:spMkLst>
        </pc:spChg>
        <pc:spChg chg="add mod">
          <ac:chgData name="Bhowmik, Sayan" userId="2b51cadb-156e-4c9a-99fc-6d2138739850" providerId="ADAL" clId="{61E50591-5372-40E0-A920-F29C2B79AC06}" dt="2023-09-07T03:25:19.068" v="4375" actId="1037"/>
          <ac:spMkLst>
            <pc:docMk/>
            <pc:sldMk cId="484254801" sldId="285"/>
            <ac:spMk id="8" creationId="{C9784B23-EFB7-AC04-CBBE-68E31E5D2642}"/>
          </ac:spMkLst>
        </pc:spChg>
      </pc:sldChg>
      <pc:sldChg chg="add del">
        <pc:chgData name="Bhowmik, Sayan" userId="2b51cadb-156e-4c9a-99fc-6d2138739850" providerId="ADAL" clId="{61E50591-5372-40E0-A920-F29C2B79AC06}" dt="2023-09-07T03:03:33.047" v="3776"/>
        <pc:sldMkLst>
          <pc:docMk/>
          <pc:sldMk cId="510533803" sldId="285"/>
        </pc:sldMkLst>
      </pc:sldChg>
      <pc:sldChg chg="addSp delSp modSp new del mod">
        <pc:chgData name="Bhowmik, Sayan" userId="2b51cadb-156e-4c9a-99fc-6d2138739850" providerId="ADAL" clId="{61E50591-5372-40E0-A920-F29C2B79AC06}" dt="2023-09-07T03:16:23.916" v="3991" actId="47"/>
        <pc:sldMkLst>
          <pc:docMk/>
          <pc:sldMk cId="3357423904" sldId="285"/>
        </pc:sldMkLst>
        <pc:spChg chg="del">
          <ac:chgData name="Bhowmik, Sayan" userId="2b51cadb-156e-4c9a-99fc-6d2138739850" providerId="ADAL" clId="{61E50591-5372-40E0-A920-F29C2B79AC06}" dt="2023-09-07T03:15:54.812" v="3967" actId="478"/>
          <ac:spMkLst>
            <pc:docMk/>
            <pc:sldMk cId="3357423904" sldId="285"/>
            <ac:spMk id="2" creationId="{E42D655A-8862-4733-B818-79F8C815F97A}"/>
          </ac:spMkLst>
        </pc:spChg>
        <pc:spChg chg="add del mod">
          <ac:chgData name="Bhowmik, Sayan" userId="2b51cadb-156e-4c9a-99fc-6d2138739850" providerId="ADAL" clId="{61E50591-5372-40E0-A920-F29C2B79AC06}" dt="2023-09-07T03:16:21.912" v="3990" actId="478"/>
          <ac:spMkLst>
            <pc:docMk/>
            <pc:sldMk cId="3357423904" sldId="285"/>
            <ac:spMk id="3" creationId="{87777AF2-1108-055F-730F-EA2DDFB1A89C}"/>
          </ac:spMkLst>
        </pc:spChg>
        <pc:spChg chg="add mod">
          <ac:chgData name="Bhowmik, Sayan" userId="2b51cadb-156e-4c9a-99fc-6d2138739850" providerId="ADAL" clId="{61E50591-5372-40E0-A920-F29C2B79AC06}" dt="2023-09-07T03:16:21.912" v="3990" actId="478"/>
          <ac:spMkLst>
            <pc:docMk/>
            <pc:sldMk cId="3357423904" sldId="285"/>
            <ac:spMk id="5" creationId="{2B9BCA3B-B299-1213-BF09-1631EC13A645}"/>
          </ac:spMkLst>
        </pc:spChg>
      </pc:sldChg>
      <pc:sldChg chg="addSp delSp modSp new mod modClrScheme chgLayout">
        <pc:chgData name="Bhowmik, Sayan" userId="2b51cadb-156e-4c9a-99fc-6d2138739850" providerId="ADAL" clId="{61E50591-5372-40E0-A920-F29C2B79AC06}" dt="2023-09-08T00:54:55.192" v="4429" actId="2711"/>
        <pc:sldMkLst>
          <pc:docMk/>
          <pc:sldMk cId="3559420716" sldId="286"/>
        </pc:sldMkLst>
        <pc:spChg chg="del">
          <ac:chgData name="Bhowmik, Sayan" userId="2b51cadb-156e-4c9a-99fc-6d2138739850" providerId="ADAL" clId="{61E50591-5372-40E0-A920-F29C2B79AC06}" dt="2023-09-08T00:54:10.841" v="4401" actId="700"/>
          <ac:spMkLst>
            <pc:docMk/>
            <pc:sldMk cId="3559420716" sldId="286"/>
            <ac:spMk id="2" creationId="{B82874AD-F05B-51CE-A99B-7A3C67A3FE6F}"/>
          </ac:spMkLst>
        </pc:spChg>
        <pc:spChg chg="add mod">
          <ac:chgData name="Bhowmik, Sayan" userId="2b51cadb-156e-4c9a-99fc-6d2138739850" providerId="ADAL" clId="{61E50591-5372-40E0-A920-F29C2B79AC06}" dt="2023-09-08T00:54:55.192" v="4429" actId="2711"/>
          <ac:spMkLst>
            <pc:docMk/>
            <pc:sldMk cId="3559420716" sldId="286"/>
            <ac:spMk id="3" creationId="{497C6E0F-7AEE-1B0C-A250-5EF68EEB200F}"/>
          </ac:spMkLst>
        </pc:spChg>
      </pc:sldChg>
      <pc:sldMasterChg chg="modSp mod modSldLayout">
        <pc:chgData name="Bhowmik, Sayan" userId="2b51cadb-156e-4c9a-99fc-6d2138739850" providerId="ADAL" clId="{61E50591-5372-40E0-A920-F29C2B79AC06}" dt="2023-09-07T00:50:04.691" v="1644" actId="20577"/>
        <pc:sldMasterMkLst>
          <pc:docMk/>
          <pc:sldMasterMk cId="3893717928" sldId="2147483648"/>
        </pc:sldMasterMkLst>
        <pc:picChg chg="mod">
          <ac:chgData name="Bhowmik, Sayan" userId="2b51cadb-156e-4c9a-99fc-6d2138739850" providerId="ADAL" clId="{61E50591-5372-40E0-A920-F29C2B79AC06}" dt="2023-09-06T03:15:18.031" v="341" actId="14100"/>
          <ac:picMkLst>
            <pc:docMk/>
            <pc:sldMasterMk cId="3893717928" sldId="2147483648"/>
            <ac:picMk id="8" creationId="{4EAD41F7-57AC-C55F-47F0-495C0051CBD6}"/>
          </ac:picMkLst>
        </pc:picChg>
        <pc:sldLayoutChg chg="addSp modSp mod">
          <pc:chgData name="Bhowmik, Sayan" userId="2b51cadb-156e-4c9a-99fc-6d2138739850" providerId="ADAL" clId="{61E50591-5372-40E0-A920-F29C2B79AC06}" dt="2023-09-07T00:49:24.793" v="1582" actId="20577"/>
          <pc:sldLayoutMkLst>
            <pc:docMk/>
            <pc:sldMasterMk cId="3893717928" sldId="2147483648"/>
            <pc:sldLayoutMk cId="1332542118" sldId="2147483650"/>
          </pc:sldLayoutMkLst>
          <pc:spChg chg="mod">
            <ac:chgData name="Bhowmik, Sayan" userId="2b51cadb-156e-4c9a-99fc-6d2138739850" providerId="ADAL" clId="{61E50591-5372-40E0-A920-F29C2B79AC06}" dt="2023-09-07T00:49:24.793" v="1582" actId="20577"/>
            <ac:spMkLst>
              <pc:docMk/>
              <pc:sldMasterMk cId="3893717928" sldId="2147483648"/>
              <pc:sldLayoutMk cId="1332542118" sldId="2147483650"/>
              <ac:spMk id="7" creationId="{E061A1F3-2B40-5314-E3EE-C80830C0AD2C}"/>
            </ac:spMkLst>
          </pc:spChg>
          <pc:spChg chg="add mod">
            <ac:chgData name="Bhowmik, Sayan" userId="2b51cadb-156e-4c9a-99fc-6d2138739850" providerId="ADAL" clId="{61E50591-5372-40E0-A920-F29C2B79AC06}" dt="2023-09-07T00:49:17.484" v="1569" actId="1038"/>
            <ac:spMkLst>
              <pc:docMk/>
              <pc:sldMasterMk cId="3893717928" sldId="2147483648"/>
              <pc:sldLayoutMk cId="1332542118" sldId="2147483650"/>
              <ac:spMk id="8" creationId="{D538DBD6-2E22-AAD0-0E85-1D516FF847F6}"/>
            </ac:spMkLst>
          </pc:spChg>
        </pc:sldLayoutChg>
        <pc:sldLayoutChg chg="addSp modSp mod">
          <pc:chgData name="Bhowmik, Sayan" userId="2b51cadb-156e-4c9a-99fc-6d2138739850" providerId="ADAL" clId="{61E50591-5372-40E0-A920-F29C2B79AC06}" dt="2023-09-07T00:49:40.770" v="1598" actId="20577"/>
          <pc:sldLayoutMkLst>
            <pc:docMk/>
            <pc:sldMasterMk cId="3893717928" sldId="2147483648"/>
            <pc:sldLayoutMk cId="3064499368" sldId="2147483652"/>
          </pc:sldLayoutMkLst>
          <pc:spChg chg="mod">
            <ac:chgData name="Bhowmik, Sayan" userId="2b51cadb-156e-4c9a-99fc-6d2138739850" providerId="ADAL" clId="{61E50591-5372-40E0-A920-F29C2B79AC06}" dt="2023-09-07T00:49:40.770" v="1598" actId="20577"/>
            <ac:spMkLst>
              <pc:docMk/>
              <pc:sldMasterMk cId="3893717928" sldId="2147483648"/>
              <pc:sldLayoutMk cId="3064499368" sldId="2147483652"/>
              <ac:spMk id="8" creationId="{74A4C390-BD67-0D0F-7818-9ED449249608}"/>
            </ac:spMkLst>
          </pc:spChg>
          <pc:spChg chg="add mod">
            <ac:chgData name="Bhowmik, Sayan" userId="2b51cadb-156e-4c9a-99fc-6d2138739850" providerId="ADAL" clId="{61E50591-5372-40E0-A920-F29C2B79AC06}" dt="2023-09-07T00:49:33.217" v="1583"/>
            <ac:spMkLst>
              <pc:docMk/>
              <pc:sldMasterMk cId="3893717928" sldId="2147483648"/>
              <pc:sldLayoutMk cId="3064499368" sldId="2147483652"/>
              <ac:spMk id="9" creationId="{42646EBA-A395-AE93-2324-44A55D9699BE}"/>
            </ac:spMkLst>
          </pc:spChg>
        </pc:sldLayoutChg>
        <pc:sldLayoutChg chg="addSp modSp mod">
          <pc:chgData name="Bhowmik, Sayan" userId="2b51cadb-156e-4c9a-99fc-6d2138739850" providerId="ADAL" clId="{61E50591-5372-40E0-A920-F29C2B79AC06}" dt="2023-09-07T00:49:52.343" v="1621" actId="20577"/>
          <pc:sldLayoutMkLst>
            <pc:docMk/>
            <pc:sldMasterMk cId="3893717928" sldId="2147483648"/>
            <pc:sldLayoutMk cId="1631833374" sldId="2147483654"/>
          </pc:sldLayoutMkLst>
          <pc:spChg chg="mod">
            <ac:chgData name="Bhowmik, Sayan" userId="2b51cadb-156e-4c9a-99fc-6d2138739850" providerId="ADAL" clId="{61E50591-5372-40E0-A920-F29C2B79AC06}" dt="2023-09-07T00:49:52.343" v="1621" actId="20577"/>
            <ac:spMkLst>
              <pc:docMk/>
              <pc:sldMasterMk cId="3893717928" sldId="2147483648"/>
              <pc:sldLayoutMk cId="1631833374" sldId="2147483654"/>
              <ac:spMk id="6" creationId="{BC8A5177-432B-2739-CB45-94D342F2CBE8}"/>
            </ac:spMkLst>
          </pc:spChg>
          <pc:spChg chg="add mod">
            <ac:chgData name="Bhowmik, Sayan" userId="2b51cadb-156e-4c9a-99fc-6d2138739850" providerId="ADAL" clId="{61E50591-5372-40E0-A920-F29C2B79AC06}" dt="2023-09-07T00:49:44.594" v="1599"/>
            <ac:spMkLst>
              <pc:docMk/>
              <pc:sldMasterMk cId="3893717928" sldId="2147483648"/>
              <pc:sldLayoutMk cId="1631833374" sldId="2147483654"/>
              <ac:spMk id="7" creationId="{A3AA1F9C-8852-5095-F1D8-921AD2E3B25D}"/>
            </ac:spMkLst>
          </pc:spChg>
        </pc:sldLayoutChg>
        <pc:sldLayoutChg chg="addSp modSp mod">
          <pc:chgData name="Bhowmik, Sayan" userId="2b51cadb-156e-4c9a-99fc-6d2138739850" providerId="ADAL" clId="{61E50591-5372-40E0-A920-F29C2B79AC06}" dt="2023-09-07T00:50:04.691" v="1644" actId="20577"/>
          <pc:sldLayoutMkLst>
            <pc:docMk/>
            <pc:sldMasterMk cId="3893717928" sldId="2147483648"/>
            <pc:sldLayoutMk cId="3415500011" sldId="2147483655"/>
          </pc:sldLayoutMkLst>
          <pc:spChg chg="mod">
            <ac:chgData name="Bhowmik, Sayan" userId="2b51cadb-156e-4c9a-99fc-6d2138739850" providerId="ADAL" clId="{61E50591-5372-40E0-A920-F29C2B79AC06}" dt="2023-09-07T00:50:04.691" v="1644" actId="20577"/>
            <ac:spMkLst>
              <pc:docMk/>
              <pc:sldMasterMk cId="3893717928" sldId="2147483648"/>
              <pc:sldLayoutMk cId="3415500011" sldId="2147483655"/>
              <ac:spMk id="5" creationId="{65F65F19-DEF1-DC6F-BF12-C2661A118680}"/>
            </ac:spMkLst>
          </pc:spChg>
          <pc:spChg chg="add mod">
            <ac:chgData name="Bhowmik, Sayan" userId="2b51cadb-156e-4c9a-99fc-6d2138739850" providerId="ADAL" clId="{61E50591-5372-40E0-A920-F29C2B79AC06}" dt="2023-09-07T00:49:57.388" v="1622"/>
            <ac:spMkLst>
              <pc:docMk/>
              <pc:sldMasterMk cId="3893717928" sldId="2147483648"/>
              <pc:sldLayoutMk cId="3415500011" sldId="2147483655"/>
              <ac:spMk id="6" creationId="{719F352C-1C6F-E12E-2D51-E374337C690C}"/>
            </ac:spMkLst>
          </pc:spChg>
        </pc:sldLayoutChg>
      </pc:sldMasterChg>
    </pc:docChg>
  </pc:docChgLst>
  <pc:docChgLst>
    <pc:chgData name="Bhowmik, Sayan" userId="2b51cadb-156e-4c9a-99fc-6d2138739850" providerId="ADAL" clId="{5EF92313-F060-BF4A-94CE-E12D1F17E8B2}"/>
    <pc:docChg chg="undo custSel modSld">
      <pc:chgData name="Bhowmik, Sayan" userId="2b51cadb-156e-4c9a-99fc-6d2138739850" providerId="ADAL" clId="{5EF92313-F060-BF4A-94CE-E12D1F17E8B2}" dt="2023-09-06T02:51:06.299" v="470"/>
      <pc:docMkLst>
        <pc:docMk/>
      </pc:docMkLst>
      <pc:sldChg chg="addSp delSp modSp">
        <pc:chgData name="Bhowmik, Sayan" userId="2b51cadb-156e-4c9a-99fc-6d2138739850" providerId="ADAL" clId="{5EF92313-F060-BF4A-94CE-E12D1F17E8B2}" dt="2023-09-06T02:50:14.819" v="447"/>
        <pc:sldMkLst>
          <pc:docMk/>
          <pc:sldMk cId="1174310761" sldId="263"/>
        </pc:sldMkLst>
        <pc:inkChg chg="add del">
          <ac:chgData name="Bhowmik, Sayan" userId="2b51cadb-156e-4c9a-99fc-6d2138739850" providerId="ADAL" clId="{5EF92313-F060-BF4A-94CE-E12D1F17E8B2}" dt="2023-09-06T02:23:52.787" v="58"/>
          <ac:inkMkLst>
            <pc:docMk/>
            <pc:sldMk cId="1174310761" sldId="263"/>
            <ac:inkMk id="3" creationId="{3CC597A7-9B64-AED2-9B70-A684B3940EA1}"/>
          </ac:inkMkLst>
        </pc:inkChg>
        <pc:inkChg chg="add del">
          <ac:chgData name="Bhowmik, Sayan" userId="2b51cadb-156e-4c9a-99fc-6d2138739850" providerId="ADAL" clId="{5EF92313-F060-BF4A-94CE-E12D1F17E8B2}" dt="2023-09-06T02:21:55.156" v="4"/>
          <ac:inkMkLst>
            <pc:docMk/>
            <pc:sldMk cId="1174310761" sldId="263"/>
            <ac:inkMk id="3" creationId="{60887C2E-B544-089F-23E0-39A993294BA9}"/>
          </ac:inkMkLst>
        </pc:inkChg>
        <pc:inkChg chg="add del">
          <ac:chgData name="Bhowmik, Sayan" userId="2b51cadb-156e-4c9a-99fc-6d2138739850" providerId="ADAL" clId="{5EF92313-F060-BF4A-94CE-E12D1F17E8B2}" dt="2023-09-06T02:43:28.935" v="194"/>
          <ac:inkMkLst>
            <pc:docMk/>
            <pc:sldMk cId="1174310761" sldId="263"/>
            <ac:inkMk id="3" creationId="{E4CE757A-D0DD-1CB3-74D3-21C22FB57926}"/>
          </ac:inkMkLst>
        </pc:inkChg>
        <pc:inkChg chg="add del">
          <ac:chgData name="Bhowmik, Sayan" userId="2b51cadb-156e-4c9a-99fc-6d2138739850" providerId="ADAL" clId="{5EF92313-F060-BF4A-94CE-E12D1F17E8B2}" dt="2023-09-06T02:23:52.787" v="58"/>
          <ac:inkMkLst>
            <pc:docMk/>
            <pc:sldMk cId="1174310761" sldId="263"/>
            <ac:inkMk id="5" creationId="{18DB7EB6-B617-CAC4-85D9-6581D34237E1}"/>
          </ac:inkMkLst>
        </pc:inkChg>
        <pc:inkChg chg="add del">
          <ac:chgData name="Bhowmik, Sayan" userId="2b51cadb-156e-4c9a-99fc-6d2138739850" providerId="ADAL" clId="{5EF92313-F060-BF4A-94CE-E12D1F17E8B2}" dt="2023-09-06T02:43:28.935" v="194"/>
          <ac:inkMkLst>
            <pc:docMk/>
            <pc:sldMk cId="1174310761" sldId="263"/>
            <ac:inkMk id="5" creationId="{46622C36-AEF4-07F8-2599-145511747AC5}"/>
          </ac:inkMkLst>
        </pc:inkChg>
        <pc:inkChg chg="add del">
          <ac:chgData name="Bhowmik, Sayan" userId="2b51cadb-156e-4c9a-99fc-6d2138739850" providerId="ADAL" clId="{5EF92313-F060-BF4A-94CE-E12D1F17E8B2}" dt="2023-09-06T02:21:54.160" v="3"/>
          <ac:inkMkLst>
            <pc:docMk/>
            <pc:sldMk cId="1174310761" sldId="263"/>
            <ac:inkMk id="5" creationId="{CAAF54EF-57A8-09FE-1F3B-F6BE8053F3D9}"/>
          </ac:inkMkLst>
        </pc:inkChg>
        <pc:inkChg chg="add del reco">
          <ac:chgData name="Bhowmik, Sayan" userId="2b51cadb-156e-4c9a-99fc-6d2138739850" providerId="ADAL" clId="{5EF92313-F060-BF4A-94CE-E12D1F17E8B2}" dt="2023-09-06T02:21:54.160" v="3"/>
          <ac:inkMkLst>
            <pc:docMk/>
            <pc:sldMk cId="1174310761" sldId="263"/>
            <ac:inkMk id="6" creationId="{30187E4D-9D3D-86F2-E47E-F7B1CE8F859C}"/>
          </ac:inkMkLst>
        </pc:inkChg>
        <pc:inkChg chg="add del">
          <ac:chgData name="Bhowmik, Sayan" userId="2b51cadb-156e-4c9a-99fc-6d2138739850" providerId="ADAL" clId="{5EF92313-F060-BF4A-94CE-E12D1F17E8B2}" dt="2023-09-06T02:23:52.787" v="58"/>
          <ac:inkMkLst>
            <pc:docMk/>
            <pc:sldMk cId="1174310761" sldId="263"/>
            <ac:inkMk id="6" creationId="{61FDE408-D3B0-370A-9733-ACB77612B95C}"/>
          </ac:inkMkLst>
        </pc:inkChg>
        <pc:inkChg chg="add del">
          <ac:chgData name="Bhowmik, Sayan" userId="2b51cadb-156e-4c9a-99fc-6d2138739850" providerId="ADAL" clId="{5EF92313-F060-BF4A-94CE-E12D1F17E8B2}" dt="2023-09-06T02:43:28.935" v="194"/>
          <ac:inkMkLst>
            <pc:docMk/>
            <pc:sldMk cId="1174310761" sldId="263"/>
            <ac:inkMk id="6" creationId="{ACBFFFEA-1776-943B-8B4C-C8D6D0E15F5F}"/>
          </ac:inkMkLst>
        </pc:inkChg>
        <pc:inkChg chg="add del">
          <ac:chgData name="Bhowmik, Sayan" userId="2b51cadb-156e-4c9a-99fc-6d2138739850" providerId="ADAL" clId="{5EF92313-F060-BF4A-94CE-E12D1F17E8B2}" dt="2023-09-06T02:22:13.914" v="14"/>
          <ac:inkMkLst>
            <pc:docMk/>
            <pc:sldMk cId="1174310761" sldId="263"/>
            <ac:inkMk id="7" creationId="{887F880C-82D8-A0F1-9B4A-004E2710DC4C}"/>
          </ac:inkMkLst>
        </pc:inkChg>
        <pc:inkChg chg="add del">
          <ac:chgData name="Bhowmik, Sayan" userId="2b51cadb-156e-4c9a-99fc-6d2138739850" providerId="ADAL" clId="{5EF92313-F060-BF4A-94CE-E12D1F17E8B2}" dt="2023-09-06T02:23:52.787" v="58"/>
          <ac:inkMkLst>
            <pc:docMk/>
            <pc:sldMk cId="1174310761" sldId="263"/>
            <ac:inkMk id="7" creationId="{A26F006C-A822-F38E-F2E0-59651E400B5C}"/>
          </ac:inkMkLst>
        </pc:inkChg>
        <pc:inkChg chg="add del">
          <ac:chgData name="Bhowmik, Sayan" userId="2b51cadb-156e-4c9a-99fc-6d2138739850" providerId="ADAL" clId="{5EF92313-F060-BF4A-94CE-E12D1F17E8B2}" dt="2023-09-06T02:43:28.935" v="194"/>
          <ac:inkMkLst>
            <pc:docMk/>
            <pc:sldMk cId="1174310761" sldId="263"/>
            <ac:inkMk id="7" creationId="{CD1C3BF2-5A81-7BD0-8346-FB85BF89C13F}"/>
          </ac:inkMkLst>
        </pc:inkChg>
        <pc:inkChg chg="add del">
          <ac:chgData name="Bhowmik, Sayan" userId="2b51cadb-156e-4c9a-99fc-6d2138739850" providerId="ADAL" clId="{5EF92313-F060-BF4A-94CE-E12D1F17E8B2}" dt="2023-09-06T02:23:52.787" v="58"/>
          <ac:inkMkLst>
            <pc:docMk/>
            <pc:sldMk cId="1174310761" sldId="263"/>
            <ac:inkMk id="8" creationId="{357953A1-C901-1398-2B40-581E83C7DDFD}"/>
          </ac:inkMkLst>
        </pc:inkChg>
        <pc:inkChg chg="add del">
          <ac:chgData name="Bhowmik, Sayan" userId="2b51cadb-156e-4c9a-99fc-6d2138739850" providerId="ADAL" clId="{5EF92313-F060-BF4A-94CE-E12D1F17E8B2}" dt="2023-09-06T02:43:28.935" v="194"/>
          <ac:inkMkLst>
            <pc:docMk/>
            <pc:sldMk cId="1174310761" sldId="263"/>
            <ac:inkMk id="8" creationId="{63C02DD1-315A-DB02-7D6D-6FF2F7ACB29A}"/>
          </ac:inkMkLst>
        </pc:inkChg>
        <pc:inkChg chg="add del">
          <ac:chgData name="Bhowmik, Sayan" userId="2b51cadb-156e-4c9a-99fc-6d2138739850" providerId="ADAL" clId="{5EF92313-F060-BF4A-94CE-E12D1F17E8B2}" dt="2023-09-06T02:22:13.914" v="14"/>
          <ac:inkMkLst>
            <pc:docMk/>
            <pc:sldMk cId="1174310761" sldId="263"/>
            <ac:inkMk id="8" creationId="{76C3AD00-0213-43D0-8B3F-B1AB76F44421}"/>
          </ac:inkMkLst>
        </pc:inkChg>
        <pc:inkChg chg="add reco">
          <ac:chgData name="Bhowmik, Sayan" userId="2b51cadb-156e-4c9a-99fc-6d2138739850" providerId="ADAL" clId="{5EF92313-F060-BF4A-94CE-E12D1F17E8B2}" dt="2023-09-06T02:43:28.935" v="194"/>
          <ac:inkMkLst>
            <pc:docMk/>
            <pc:sldMk cId="1174310761" sldId="263"/>
            <ac:inkMk id="9" creationId="{472EAA03-7E70-664C-D32E-5E3A66A2F424}"/>
          </ac:inkMkLst>
        </pc:inkChg>
        <pc:inkChg chg="add del">
          <ac:chgData name="Bhowmik, Sayan" userId="2b51cadb-156e-4c9a-99fc-6d2138739850" providerId="ADAL" clId="{5EF92313-F060-BF4A-94CE-E12D1F17E8B2}" dt="2023-09-06T02:23:52.787" v="58"/>
          <ac:inkMkLst>
            <pc:docMk/>
            <pc:sldMk cId="1174310761" sldId="263"/>
            <ac:inkMk id="9" creationId="{A8823AB0-4094-9FBF-7A11-C027310BE60C}"/>
          </ac:inkMkLst>
        </pc:inkChg>
        <pc:inkChg chg="add del">
          <ac:chgData name="Bhowmik, Sayan" userId="2b51cadb-156e-4c9a-99fc-6d2138739850" providerId="ADAL" clId="{5EF92313-F060-BF4A-94CE-E12D1F17E8B2}" dt="2023-09-06T02:22:13.914" v="14"/>
          <ac:inkMkLst>
            <pc:docMk/>
            <pc:sldMk cId="1174310761" sldId="263"/>
            <ac:inkMk id="9" creationId="{F70C02FB-3828-9ACD-A6A9-924E828A2B7B}"/>
          </ac:inkMkLst>
        </pc:inkChg>
        <pc:inkChg chg="add del">
          <ac:chgData name="Bhowmik, Sayan" userId="2b51cadb-156e-4c9a-99fc-6d2138739850" providerId="ADAL" clId="{5EF92313-F060-BF4A-94CE-E12D1F17E8B2}" dt="2023-09-06T02:23:52.787" v="58"/>
          <ac:inkMkLst>
            <pc:docMk/>
            <pc:sldMk cId="1174310761" sldId="263"/>
            <ac:inkMk id="10" creationId="{56B201F4-2D0B-490F-A466-1F5F14EDE147}"/>
          </ac:inkMkLst>
        </pc:inkChg>
        <pc:inkChg chg="add del">
          <ac:chgData name="Bhowmik, Sayan" userId="2b51cadb-156e-4c9a-99fc-6d2138739850" providerId="ADAL" clId="{5EF92313-F060-BF4A-94CE-E12D1F17E8B2}" dt="2023-09-06T02:43:38.691" v="209"/>
          <ac:inkMkLst>
            <pc:docMk/>
            <pc:sldMk cId="1174310761" sldId="263"/>
            <ac:inkMk id="10" creationId="{5CA858E8-CE2F-50CC-53C3-228FEF775886}"/>
          </ac:inkMkLst>
        </pc:inkChg>
        <pc:inkChg chg="add del">
          <ac:chgData name="Bhowmik, Sayan" userId="2b51cadb-156e-4c9a-99fc-6d2138739850" providerId="ADAL" clId="{5EF92313-F060-BF4A-94CE-E12D1F17E8B2}" dt="2023-09-06T02:22:13.914" v="14"/>
          <ac:inkMkLst>
            <pc:docMk/>
            <pc:sldMk cId="1174310761" sldId="263"/>
            <ac:inkMk id="10" creationId="{DCDB2519-6EB1-C965-37DC-854A815D0EB2}"/>
          </ac:inkMkLst>
        </pc:inkChg>
        <pc:inkChg chg="add del mod reco">
          <ac:chgData name="Bhowmik, Sayan" userId="2b51cadb-156e-4c9a-99fc-6d2138739850" providerId="ADAL" clId="{5EF92313-F060-BF4A-94CE-E12D1F17E8B2}" dt="2023-09-06T02:43:57.007" v="236"/>
          <ac:inkMkLst>
            <pc:docMk/>
            <pc:sldMk cId="1174310761" sldId="263"/>
            <ac:inkMk id="11" creationId="{0D569D4D-F150-F7CB-68F0-305DE021C6DA}"/>
          </ac:inkMkLst>
        </pc:inkChg>
        <pc:inkChg chg="add del">
          <ac:chgData name="Bhowmik, Sayan" userId="2b51cadb-156e-4c9a-99fc-6d2138739850" providerId="ADAL" clId="{5EF92313-F060-BF4A-94CE-E12D1F17E8B2}" dt="2023-09-06T02:22:13.914" v="14"/>
          <ac:inkMkLst>
            <pc:docMk/>
            <pc:sldMk cId="1174310761" sldId="263"/>
            <ac:inkMk id="11" creationId="{81E6FC17-BCC4-34E5-6A1A-90360B7D1F68}"/>
          </ac:inkMkLst>
        </pc:inkChg>
        <pc:inkChg chg="add del">
          <ac:chgData name="Bhowmik, Sayan" userId="2b51cadb-156e-4c9a-99fc-6d2138739850" providerId="ADAL" clId="{5EF92313-F060-BF4A-94CE-E12D1F17E8B2}" dt="2023-09-06T02:22:13.914" v="14"/>
          <ac:inkMkLst>
            <pc:docMk/>
            <pc:sldMk cId="1174310761" sldId="263"/>
            <ac:inkMk id="12" creationId="{302989A9-650C-0DFC-B15D-914CDBB7ECF4}"/>
          </ac:inkMkLst>
        </pc:inkChg>
        <pc:inkChg chg="add del mod">
          <ac:chgData name="Bhowmik, Sayan" userId="2b51cadb-156e-4c9a-99fc-6d2138739850" providerId="ADAL" clId="{5EF92313-F060-BF4A-94CE-E12D1F17E8B2}" dt="2023-09-06T02:43:57.011" v="238"/>
          <ac:inkMkLst>
            <pc:docMk/>
            <pc:sldMk cId="1174310761" sldId="263"/>
            <ac:inkMk id="12" creationId="{386E961F-967C-E392-2529-3DD5E2D4626B}"/>
          </ac:inkMkLst>
        </pc:inkChg>
        <pc:inkChg chg="add del">
          <ac:chgData name="Bhowmik, Sayan" userId="2b51cadb-156e-4c9a-99fc-6d2138739850" providerId="ADAL" clId="{5EF92313-F060-BF4A-94CE-E12D1F17E8B2}" dt="2023-09-06T02:22:13.914" v="14"/>
          <ac:inkMkLst>
            <pc:docMk/>
            <pc:sldMk cId="1174310761" sldId="263"/>
            <ac:inkMk id="13" creationId="{2ECFCB46-AA46-171F-E791-AD60B8D78F65}"/>
          </ac:inkMkLst>
        </pc:inkChg>
        <pc:inkChg chg="add del mod">
          <ac:chgData name="Bhowmik, Sayan" userId="2b51cadb-156e-4c9a-99fc-6d2138739850" providerId="ADAL" clId="{5EF92313-F060-BF4A-94CE-E12D1F17E8B2}" dt="2023-09-06T02:43:57.013" v="239"/>
          <ac:inkMkLst>
            <pc:docMk/>
            <pc:sldMk cId="1174310761" sldId="263"/>
            <ac:inkMk id="13" creationId="{57C6694E-07FA-8329-5CB5-CE003DA3746C}"/>
          </ac:inkMkLst>
        </pc:inkChg>
        <pc:inkChg chg="add del">
          <ac:chgData name="Bhowmik, Sayan" userId="2b51cadb-156e-4c9a-99fc-6d2138739850" providerId="ADAL" clId="{5EF92313-F060-BF4A-94CE-E12D1F17E8B2}" dt="2023-09-06T02:22:13.914" v="14"/>
          <ac:inkMkLst>
            <pc:docMk/>
            <pc:sldMk cId="1174310761" sldId="263"/>
            <ac:inkMk id="14" creationId="{8E4B6548-C993-C5B1-E1C6-755CAB0B5DC7}"/>
          </ac:inkMkLst>
        </pc:inkChg>
        <pc:inkChg chg="add del">
          <ac:chgData name="Bhowmik, Sayan" userId="2b51cadb-156e-4c9a-99fc-6d2138739850" providerId="ADAL" clId="{5EF92313-F060-BF4A-94CE-E12D1F17E8B2}" dt="2023-09-06T02:43:38.691" v="209"/>
          <ac:inkMkLst>
            <pc:docMk/>
            <pc:sldMk cId="1174310761" sldId="263"/>
            <ac:inkMk id="14" creationId="{E84AEC7A-8D5D-0AA6-AF37-A1731369EEA5}"/>
          </ac:inkMkLst>
        </pc:inkChg>
        <pc:inkChg chg="add del">
          <ac:chgData name="Bhowmik, Sayan" userId="2b51cadb-156e-4c9a-99fc-6d2138739850" providerId="ADAL" clId="{5EF92313-F060-BF4A-94CE-E12D1F17E8B2}" dt="2023-09-06T02:23:57.538" v="65"/>
          <ac:inkMkLst>
            <pc:docMk/>
            <pc:sldMk cId="1174310761" sldId="263"/>
            <ac:inkMk id="14" creationId="{F70CF89E-226B-7D34-14E0-DFF205CF4C36}"/>
          </ac:inkMkLst>
        </pc:inkChg>
        <pc:inkChg chg="add del">
          <ac:chgData name="Bhowmik, Sayan" userId="2b51cadb-156e-4c9a-99fc-6d2138739850" providerId="ADAL" clId="{5EF92313-F060-BF4A-94CE-E12D1F17E8B2}" dt="2023-09-06T02:22:13.914" v="14"/>
          <ac:inkMkLst>
            <pc:docMk/>
            <pc:sldMk cId="1174310761" sldId="263"/>
            <ac:inkMk id="15" creationId="{5DE68293-2DBA-1659-8A2F-1B486BD8B409}"/>
          </ac:inkMkLst>
        </pc:inkChg>
        <pc:inkChg chg="add del">
          <ac:chgData name="Bhowmik, Sayan" userId="2b51cadb-156e-4c9a-99fc-6d2138739850" providerId="ADAL" clId="{5EF92313-F060-BF4A-94CE-E12D1F17E8B2}" dt="2023-09-06T02:43:38.691" v="209"/>
          <ac:inkMkLst>
            <pc:docMk/>
            <pc:sldMk cId="1174310761" sldId="263"/>
            <ac:inkMk id="15" creationId="{929005D3-811E-7B0C-2B77-6335A119D4CE}"/>
          </ac:inkMkLst>
        </pc:inkChg>
        <pc:inkChg chg="add del">
          <ac:chgData name="Bhowmik, Sayan" userId="2b51cadb-156e-4c9a-99fc-6d2138739850" providerId="ADAL" clId="{5EF92313-F060-BF4A-94CE-E12D1F17E8B2}" dt="2023-09-06T02:23:57.538" v="65"/>
          <ac:inkMkLst>
            <pc:docMk/>
            <pc:sldMk cId="1174310761" sldId="263"/>
            <ac:inkMk id="15" creationId="{FBC834A6-DF97-BA39-9788-05617450E1F8}"/>
          </ac:inkMkLst>
        </pc:inkChg>
        <pc:inkChg chg="add del mod reco">
          <ac:chgData name="Bhowmik, Sayan" userId="2b51cadb-156e-4c9a-99fc-6d2138739850" providerId="ADAL" clId="{5EF92313-F060-BF4A-94CE-E12D1F17E8B2}" dt="2023-09-06T02:43:57.003" v="234"/>
          <ac:inkMkLst>
            <pc:docMk/>
            <pc:sldMk cId="1174310761" sldId="263"/>
            <ac:inkMk id="16" creationId="{729A0F4C-6F0D-6281-FD62-1B0F59ADD244}"/>
          </ac:inkMkLst>
        </pc:inkChg>
        <pc:inkChg chg="add del">
          <ac:chgData name="Bhowmik, Sayan" userId="2b51cadb-156e-4c9a-99fc-6d2138739850" providerId="ADAL" clId="{5EF92313-F060-BF4A-94CE-E12D1F17E8B2}" dt="2023-09-06T02:22:18.065" v="24"/>
          <ac:inkMkLst>
            <pc:docMk/>
            <pc:sldMk cId="1174310761" sldId="263"/>
            <ac:inkMk id="17" creationId="{6586146C-455F-AED8-9C14-B171337D05F7}"/>
          </ac:inkMkLst>
        </pc:inkChg>
        <pc:inkChg chg="add del">
          <ac:chgData name="Bhowmik, Sayan" userId="2b51cadb-156e-4c9a-99fc-6d2138739850" providerId="ADAL" clId="{5EF92313-F060-BF4A-94CE-E12D1F17E8B2}" dt="2023-09-06T02:23:57.538" v="65"/>
          <ac:inkMkLst>
            <pc:docMk/>
            <pc:sldMk cId="1174310761" sldId="263"/>
            <ac:inkMk id="17" creationId="{BD9E4C84-2025-BBBE-E109-22CEB9E929B0}"/>
          </ac:inkMkLst>
        </pc:inkChg>
        <pc:inkChg chg="add del">
          <ac:chgData name="Bhowmik, Sayan" userId="2b51cadb-156e-4c9a-99fc-6d2138739850" providerId="ADAL" clId="{5EF92313-F060-BF4A-94CE-E12D1F17E8B2}" dt="2023-09-06T02:43:38.691" v="209"/>
          <ac:inkMkLst>
            <pc:docMk/>
            <pc:sldMk cId="1174310761" sldId="263"/>
            <ac:inkMk id="17" creationId="{E102FE96-0DB7-E998-AC40-FB76E4318E63}"/>
          </ac:inkMkLst>
        </pc:inkChg>
        <pc:inkChg chg="add del">
          <ac:chgData name="Bhowmik, Sayan" userId="2b51cadb-156e-4c9a-99fc-6d2138739850" providerId="ADAL" clId="{5EF92313-F060-BF4A-94CE-E12D1F17E8B2}" dt="2023-09-06T02:23:57.538" v="65"/>
          <ac:inkMkLst>
            <pc:docMk/>
            <pc:sldMk cId="1174310761" sldId="263"/>
            <ac:inkMk id="18" creationId="{04B5D621-9503-E0BE-254A-8367B11C3AA4}"/>
          </ac:inkMkLst>
        </pc:inkChg>
        <pc:inkChg chg="add del">
          <ac:chgData name="Bhowmik, Sayan" userId="2b51cadb-156e-4c9a-99fc-6d2138739850" providerId="ADAL" clId="{5EF92313-F060-BF4A-94CE-E12D1F17E8B2}" dt="2023-09-06T02:22:18.065" v="24"/>
          <ac:inkMkLst>
            <pc:docMk/>
            <pc:sldMk cId="1174310761" sldId="263"/>
            <ac:inkMk id="18" creationId="{391E81DA-D551-4AB6-3DFD-DC5E05F84E8D}"/>
          </ac:inkMkLst>
        </pc:inkChg>
        <pc:inkChg chg="add del">
          <ac:chgData name="Bhowmik, Sayan" userId="2b51cadb-156e-4c9a-99fc-6d2138739850" providerId="ADAL" clId="{5EF92313-F060-BF4A-94CE-E12D1F17E8B2}" dt="2023-09-06T02:43:38.691" v="209"/>
          <ac:inkMkLst>
            <pc:docMk/>
            <pc:sldMk cId="1174310761" sldId="263"/>
            <ac:inkMk id="18" creationId="{D4DA6D66-AD20-F3C2-8254-A044B88A2E58}"/>
          </ac:inkMkLst>
        </pc:inkChg>
        <pc:inkChg chg="add del">
          <ac:chgData name="Bhowmik, Sayan" userId="2b51cadb-156e-4c9a-99fc-6d2138739850" providerId="ADAL" clId="{5EF92313-F060-BF4A-94CE-E12D1F17E8B2}" dt="2023-09-06T02:22:18.065" v="24"/>
          <ac:inkMkLst>
            <pc:docMk/>
            <pc:sldMk cId="1174310761" sldId="263"/>
            <ac:inkMk id="19" creationId="{BD8A7F65-989A-51AB-A735-E85551E221FB}"/>
          </ac:inkMkLst>
        </pc:inkChg>
        <pc:inkChg chg="add del mod reco modStrokes">
          <ac:chgData name="Bhowmik, Sayan" userId="2b51cadb-156e-4c9a-99fc-6d2138739850" providerId="ADAL" clId="{5EF92313-F060-BF4A-94CE-E12D1F17E8B2}" dt="2023-09-06T02:43:57.016" v="240"/>
          <ac:inkMkLst>
            <pc:docMk/>
            <pc:sldMk cId="1174310761" sldId="263"/>
            <ac:inkMk id="19" creationId="{DFDF36F9-1820-AFA8-1CE1-98DAC06B7D79}"/>
          </ac:inkMkLst>
        </pc:inkChg>
        <pc:inkChg chg="add del">
          <ac:chgData name="Bhowmik, Sayan" userId="2b51cadb-156e-4c9a-99fc-6d2138739850" providerId="ADAL" clId="{5EF92313-F060-BF4A-94CE-E12D1F17E8B2}" dt="2023-09-06T02:43:38.691" v="209"/>
          <ac:inkMkLst>
            <pc:docMk/>
            <pc:sldMk cId="1174310761" sldId="263"/>
            <ac:inkMk id="20" creationId="{52D08E15-CC0C-687A-499A-C09BDCC42A6A}"/>
          </ac:inkMkLst>
        </pc:inkChg>
        <pc:inkChg chg="add del">
          <ac:chgData name="Bhowmik, Sayan" userId="2b51cadb-156e-4c9a-99fc-6d2138739850" providerId="ADAL" clId="{5EF92313-F060-BF4A-94CE-E12D1F17E8B2}" dt="2023-09-06T02:22:18.065" v="24"/>
          <ac:inkMkLst>
            <pc:docMk/>
            <pc:sldMk cId="1174310761" sldId="263"/>
            <ac:inkMk id="20" creationId="{7B5EAF7B-2833-E963-CCDA-BBE81FFCC6C9}"/>
          </ac:inkMkLst>
        </pc:inkChg>
        <pc:inkChg chg="add del">
          <ac:chgData name="Bhowmik, Sayan" userId="2b51cadb-156e-4c9a-99fc-6d2138739850" providerId="ADAL" clId="{5EF92313-F060-BF4A-94CE-E12D1F17E8B2}" dt="2023-09-06T02:43:38.691" v="209"/>
          <ac:inkMkLst>
            <pc:docMk/>
            <pc:sldMk cId="1174310761" sldId="263"/>
            <ac:inkMk id="21" creationId="{2D8086F7-2380-1792-C20D-6D22AA5D08E9}"/>
          </ac:inkMkLst>
        </pc:inkChg>
        <pc:inkChg chg="add del">
          <ac:chgData name="Bhowmik, Sayan" userId="2b51cadb-156e-4c9a-99fc-6d2138739850" providerId="ADAL" clId="{5EF92313-F060-BF4A-94CE-E12D1F17E8B2}" dt="2023-09-06T02:22:18.065" v="24"/>
          <ac:inkMkLst>
            <pc:docMk/>
            <pc:sldMk cId="1174310761" sldId="263"/>
            <ac:inkMk id="21" creationId="{8F14F9BF-7F1A-F785-0F1D-57E63EBE66B7}"/>
          </ac:inkMkLst>
        </pc:inkChg>
        <pc:inkChg chg="add del">
          <ac:chgData name="Bhowmik, Sayan" userId="2b51cadb-156e-4c9a-99fc-6d2138739850" providerId="ADAL" clId="{5EF92313-F060-BF4A-94CE-E12D1F17E8B2}" dt="2023-09-06T02:43:38.691" v="209"/>
          <ac:inkMkLst>
            <pc:docMk/>
            <pc:sldMk cId="1174310761" sldId="263"/>
            <ac:inkMk id="22" creationId="{8E5BC89C-F0DE-E668-3CDC-E516C30D5A21}"/>
          </ac:inkMkLst>
        </pc:inkChg>
        <pc:inkChg chg="add del">
          <ac:chgData name="Bhowmik, Sayan" userId="2b51cadb-156e-4c9a-99fc-6d2138739850" providerId="ADAL" clId="{5EF92313-F060-BF4A-94CE-E12D1F17E8B2}" dt="2023-09-06T02:22:18.065" v="24"/>
          <ac:inkMkLst>
            <pc:docMk/>
            <pc:sldMk cId="1174310761" sldId="263"/>
            <ac:inkMk id="22" creationId="{9E494F08-F28D-494E-9B99-7E6E27B76252}"/>
          </ac:inkMkLst>
        </pc:inkChg>
        <pc:inkChg chg="add del">
          <ac:chgData name="Bhowmik, Sayan" userId="2b51cadb-156e-4c9a-99fc-6d2138739850" providerId="ADAL" clId="{5EF92313-F060-BF4A-94CE-E12D1F17E8B2}" dt="2023-09-06T02:22:18.065" v="24"/>
          <ac:inkMkLst>
            <pc:docMk/>
            <pc:sldMk cId="1174310761" sldId="263"/>
            <ac:inkMk id="23" creationId="{0EE7208C-004F-E208-6291-99DB1BA19350}"/>
          </ac:inkMkLst>
        </pc:inkChg>
        <pc:inkChg chg="add del">
          <ac:chgData name="Bhowmik, Sayan" userId="2b51cadb-156e-4c9a-99fc-6d2138739850" providerId="ADAL" clId="{5EF92313-F060-BF4A-94CE-E12D1F17E8B2}" dt="2023-09-06T02:43:38.691" v="209"/>
          <ac:inkMkLst>
            <pc:docMk/>
            <pc:sldMk cId="1174310761" sldId="263"/>
            <ac:inkMk id="23" creationId="{349554A6-2ED3-CADA-A2EC-E5672C641B5B}"/>
          </ac:inkMkLst>
        </pc:inkChg>
        <pc:inkChg chg="add del">
          <ac:chgData name="Bhowmik, Sayan" userId="2b51cadb-156e-4c9a-99fc-6d2138739850" providerId="ADAL" clId="{5EF92313-F060-BF4A-94CE-E12D1F17E8B2}" dt="2023-09-06T02:22:18.065" v="24"/>
          <ac:inkMkLst>
            <pc:docMk/>
            <pc:sldMk cId="1174310761" sldId="263"/>
            <ac:inkMk id="24" creationId="{5B7CAAF2-85A0-786B-1D33-ED949B4B70D5}"/>
          </ac:inkMkLst>
        </pc:inkChg>
        <pc:inkChg chg="add del">
          <ac:chgData name="Bhowmik, Sayan" userId="2b51cadb-156e-4c9a-99fc-6d2138739850" providerId="ADAL" clId="{5EF92313-F060-BF4A-94CE-E12D1F17E8B2}" dt="2023-09-06T02:43:38.691" v="209"/>
          <ac:inkMkLst>
            <pc:docMk/>
            <pc:sldMk cId="1174310761" sldId="263"/>
            <ac:inkMk id="24" creationId="{884247B1-32B7-7C7E-1A88-81B85A25ED8A}"/>
          </ac:inkMkLst>
        </pc:inkChg>
        <pc:inkChg chg="add del">
          <ac:chgData name="Bhowmik, Sayan" userId="2b51cadb-156e-4c9a-99fc-6d2138739850" providerId="ADAL" clId="{5EF92313-F060-BF4A-94CE-E12D1F17E8B2}" dt="2023-09-06T02:22:18.065" v="24"/>
          <ac:inkMkLst>
            <pc:docMk/>
            <pc:sldMk cId="1174310761" sldId="263"/>
            <ac:inkMk id="25" creationId="{5E46BDE8-A0E7-3E8C-173E-B1D266515A8D}"/>
          </ac:inkMkLst>
        </pc:inkChg>
        <pc:inkChg chg="add del">
          <ac:chgData name="Bhowmik, Sayan" userId="2b51cadb-156e-4c9a-99fc-6d2138739850" providerId="ADAL" clId="{5EF92313-F060-BF4A-94CE-E12D1F17E8B2}" dt="2023-09-06T02:43:38.691" v="209"/>
          <ac:inkMkLst>
            <pc:docMk/>
            <pc:sldMk cId="1174310761" sldId="263"/>
            <ac:inkMk id="25" creationId="{CBF0BBC3-1315-FD57-B384-0EC49173362B}"/>
          </ac:inkMkLst>
        </pc:inkChg>
        <pc:inkChg chg="add del reco">
          <ac:chgData name="Bhowmik, Sayan" userId="2b51cadb-156e-4c9a-99fc-6d2138739850" providerId="ADAL" clId="{5EF92313-F060-BF4A-94CE-E12D1F17E8B2}" dt="2023-09-06T02:23:46.151" v="50"/>
          <ac:inkMkLst>
            <pc:docMk/>
            <pc:sldMk cId="1174310761" sldId="263"/>
            <ac:inkMk id="26" creationId="{18458895-BC35-0F3E-8690-51D33D33D926}"/>
          </ac:inkMkLst>
        </pc:inkChg>
        <pc:inkChg chg="add del">
          <ac:chgData name="Bhowmik, Sayan" userId="2b51cadb-156e-4c9a-99fc-6d2138739850" providerId="ADAL" clId="{5EF92313-F060-BF4A-94CE-E12D1F17E8B2}" dt="2023-09-06T02:43:38.691" v="209"/>
          <ac:inkMkLst>
            <pc:docMk/>
            <pc:sldMk cId="1174310761" sldId="263"/>
            <ac:inkMk id="26" creationId="{DB794D91-3715-34D3-8F6F-34A3C6E91FE0}"/>
          </ac:inkMkLst>
        </pc:inkChg>
        <pc:inkChg chg="add del mod reco">
          <ac:chgData name="Bhowmik, Sayan" userId="2b51cadb-156e-4c9a-99fc-6d2138739850" providerId="ADAL" clId="{5EF92313-F060-BF4A-94CE-E12D1F17E8B2}" dt="2023-09-06T02:43:57" v="233"/>
          <ac:inkMkLst>
            <pc:docMk/>
            <pc:sldMk cId="1174310761" sldId="263"/>
            <ac:inkMk id="27" creationId="{F8998FE6-C92A-D025-B1C8-9C80AE1495EC}"/>
          </ac:inkMkLst>
        </pc:inkChg>
        <pc:inkChg chg="add del">
          <ac:chgData name="Bhowmik, Sayan" userId="2b51cadb-156e-4c9a-99fc-6d2138739850" providerId="ADAL" clId="{5EF92313-F060-BF4A-94CE-E12D1F17E8B2}" dt="2023-09-06T02:23:39.981" v="48"/>
          <ac:inkMkLst>
            <pc:docMk/>
            <pc:sldMk cId="1174310761" sldId="263"/>
            <ac:inkMk id="28" creationId="{48DDEF0C-6DF8-13DD-FD80-114EBEBC7D85}"/>
          </ac:inkMkLst>
        </pc:inkChg>
        <pc:inkChg chg="add del">
          <ac:chgData name="Bhowmik, Sayan" userId="2b51cadb-156e-4c9a-99fc-6d2138739850" providerId="ADAL" clId="{5EF92313-F060-BF4A-94CE-E12D1F17E8B2}" dt="2023-09-06T02:43:38.691" v="209"/>
          <ac:inkMkLst>
            <pc:docMk/>
            <pc:sldMk cId="1174310761" sldId="263"/>
            <ac:inkMk id="28" creationId="{6CC57AA1-C497-DD4B-D926-E2A0E16A41D8}"/>
          </ac:inkMkLst>
        </pc:inkChg>
        <pc:inkChg chg="add del">
          <ac:chgData name="Bhowmik, Sayan" userId="2b51cadb-156e-4c9a-99fc-6d2138739850" providerId="ADAL" clId="{5EF92313-F060-BF4A-94CE-E12D1F17E8B2}" dt="2023-09-06T02:43:38.691" v="209"/>
          <ac:inkMkLst>
            <pc:docMk/>
            <pc:sldMk cId="1174310761" sldId="263"/>
            <ac:inkMk id="29" creationId="{45171FB4-E908-8A47-04C7-763A098C3DDE}"/>
          </ac:inkMkLst>
        </pc:inkChg>
        <pc:inkChg chg="add del">
          <ac:chgData name="Bhowmik, Sayan" userId="2b51cadb-156e-4c9a-99fc-6d2138739850" providerId="ADAL" clId="{5EF92313-F060-BF4A-94CE-E12D1F17E8B2}" dt="2023-09-06T02:23:39.984" v="49"/>
          <ac:inkMkLst>
            <pc:docMk/>
            <pc:sldMk cId="1174310761" sldId="263"/>
            <ac:inkMk id="29" creationId="{8BFA735B-B9F4-CF81-E802-72314EC85F79}"/>
          </ac:inkMkLst>
        </pc:inkChg>
        <pc:inkChg chg="add reco">
          <ac:chgData name="Bhowmik, Sayan" userId="2b51cadb-156e-4c9a-99fc-6d2138739850" providerId="ADAL" clId="{5EF92313-F060-BF4A-94CE-E12D1F17E8B2}" dt="2023-09-06T02:43:38.691" v="209"/>
          <ac:inkMkLst>
            <pc:docMk/>
            <pc:sldMk cId="1174310761" sldId="263"/>
            <ac:inkMk id="30" creationId="{9AD35607-0EDD-8B83-160E-A9B8793A439A}"/>
          </ac:inkMkLst>
        </pc:inkChg>
        <pc:inkChg chg="add del">
          <ac:chgData name="Bhowmik, Sayan" userId="2b51cadb-156e-4c9a-99fc-6d2138739850" providerId="ADAL" clId="{5EF92313-F060-BF4A-94CE-E12D1F17E8B2}" dt="2023-09-06T02:22:25.434" v="31"/>
          <ac:inkMkLst>
            <pc:docMk/>
            <pc:sldMk cId="1174310761" sldId="263"/>
            <ac:inkMk id="30" creationId="{D7B02EBC-4E66-2E3C-6E03-787D91F61FA3}"/>
          </ac:inkMkLst>
        </pc:inkChg>
        <pc:inkChg chg="add reco">
          <ac:chgData name="Bhowmik, Sayan" userId="2b51cadb-156e-4c9a-99fc-6d2138739850" providerId="ADAL" clId="{5EF92313-F060-BF4A-94CE-E12D1F17E8B2}" dt="2023-09-06T02:43:38.691" v="209"/>
          <ac:inkMkLst>
            <pc:docMk/>
            <pc:sldMk cId="1174310761" sldId="263"/>
            <ac:inkMk id="31" creationId="{49C0FC58-E494-CF01-5467-8568F84AEC69}"/>
          </ac:inkMkLst>
        </pc:inkChg>
        <pc:inkChg chg="add del">
          <ac:chgData name="Bhowmik, Sayan" userId="2b51cadb-156e-4c9a-99fc-6d2138739850" providerId="ADAL" clId="{5EF92313-F060-BF4A-94CE-E12D1F17E8B2}" dt="2023-09-06T02:22:25.434" v="31"/>
          <ac:inkMkLst>
            <pc:docMk/>
            <pc:sldMk cId="1174310761" sldId="263"/>
            <ac:inkMk id="31" creationId="{64CE9356-6DDB-B614-1646-BD079D646856}"/>
          </ac:inkMkLst>
        </pc:inkChg>
        <pc:inkChg chg="add del">
          <ac:chgData name="Bhowmik, Sayan" userId="2b51cadb-156e-4c9a-99fc-6d2138739850" providerId="ADAL" clId="{5EF92313-F060-BF4A-94CE-E12D1F17E8B2}" dt="2023-09-06T02:22:25.434" v="31"/>
          <ac:inkMkLst>
            <pc:docMk/>
            <pc:sldMk cId="1174310761" sldId="263"/>
            <ac:inkMk id="32" creationId="{1E5A162C-C0DC-782F-9FB8-5C8DA998F38C}"/>
          </ac:inkMkLst>
        </pc:inkChg>
        <pc:inkChg chg="add del">
          <ac:chgData name="Bhowmik, Sayan" userId="2b51cadb-156e-4c9a-99fc-6d2138739850" providerId="ADAL" clId="{5EF92313-F060-BF4A-94CE-E12D1F17E8B2}" dt="2023-09-06T02:43:42.088" v="216"/>
          <ac:inkMkLst>
            <pc:docMk/>
            <pc:sldMk cId="1174310761" sldId="263"/>
            <ac:inkMk id="32" creationId="{874FCE59-55CF-EED0-9192-A94D35C9445C}"/>
          </ac:inkMkLst>
        </pc:inkChg>
        <pc:inkChg chg="add del">
          <ac:chgData name="Bhowmik, Sayan" userId="2b51cadb-156e-4c9a-99fc-6d2138739850" providerId="ADAL" clId="{5EF92313-F060-BF4A-94CE-E12D1F17E8B2}" dt="2023-09-06T02:22:25.434" v="31"/>
          <ac:inkMkLst>
            <pc:docMk/>
            <pc:sldMk cId="1174310761" sldId="263"/>
            <ac:inkMk id="33" creationId="{100B2244-EE67-21F1-E201-8CBE5D7F9706}"/>
          </ac:inkMkLst>
        </pc:inkChg>
        <pc:inkChg chg="add del">
          <ac:chgData name="Bhowmik, Sayan" userId="2b51cadb-156e-4c9a-99fc-6d2138739850" providerId="ADAL" clId="{5EF92313-F060-BF4A-94CE-E12D1F17E8B2}" dt="2023-09-06T02:43:42.088" v="216"/>
          <ac:inkMkLst>
            <pc:docMk/>
            <pc:sldMk cId="1174310761" sldId="263"/>
            <ac:inkMk id="33" creationId="{FEC0F67D-384C-29D7-EF0F-FE15056A106E}"/>
          </ac:inkMkLst>
        </pc:inkChg>
        <pc:inkChg chg="add del">
          <ac:chgData name="Bhowmik, Sayan" userId="2b51cadb-156e-4c9a-99fc-6d2138739850" providerId="ADAL" clId="{5EF92313-F060-BF4A-94CE-E12D1F17E8B2}" dt="2023-09-06T02:43:42.088" v="216"/>
          <ac:inkMkLst>
            <pc:docMk/>
            <pc:sldMk cId="1174310761" sldId="263"/>
            <ac:inkMk id="34" creationId="{A4B066EC-E479-1ED9-A017-18FF31722543}"/>
          </ac:inkMkLst>
        </pc:inkChg>
        <pc:inkChg chg="add del reco">
          <ac:chgData name="Bhowmik, Sayan" userId="2b51cadb-156e-4c9a-99fc-6d2138739850" providerId="ADAL" clId="{5EF92313-F060-BF4A-94CE-E12D1F17E8B2}" dt="2023-09-06T02:23:38.883" v="47"/>
          <ac:inkMkLst>
            <pc:docMk/>
            <pc:sldMk cId="1174310761" sldId="263"/>
            <ac:inkMk id="34" creationId="{F6E20E4A-8349-FB49-1882-DA1F3DA3B29C}"/>
          </ac:inkMkLst>
        </pc:inkChg>
        <pc:inkChg chg="add del">
          <ac:chgData name="Bhowmik, Sayan" userId="2b51cadb-156e-4c9a-99fc-6d2138739850" providerId="ADAL" clId="{5EF92313-F060-BF4A-94CE-E12D1F17E8B2}" dt="2023-09-06T02:22:40.411" v="41"/>
          <ac:inkMkLst>
            <pc:docMk/>
            <pc:sldMk cId="1174310761" sldId="263"/>
            <ac:inkMk id="35" creationId="{BBD1AC59-AC1E-DA03-FF48-7E1C3B206FBC}"/>
          </ac:inkMkLst>
        </pc:inkChg>
        <pc:inkChg chg="add del">
          <ac:chgData name="Bhowmik, Sayan" userId="2b51cadb-156e-4c9a-99fc-6d2138739850" providerId="ADAL" clId="{5EF92313-F060-BF4A-94CE-E12D1F17E8B2}" dt="2023-09-06T02:43:42.088" v="216"/>
          <ac:inkMkLst>
            <pc:docMk/>
            <pc:sldMk cId="1174310761" sldId="263"/>
            <ac:inkMk id="35" creationId="{DC03DE33-88BD-B981-5BC0-BA8F8DC5D3F3}"/>
          </ac:inkMkLst>
        </pc:inkChg>
        <pc:inkChg chg="add del">
          <ac:chgData name="Bhowmik, Sayan" userId="2b51cadb-156e-4c9a-99fc-6d2138739850" providerId="ADAL" clId="{5EF92313-F060-BF4A-94CE-E12D1F17E8B2}" dt="2023-09-06T02:43:42.088" v="216"/>
          <ac:inkMkLst>
            <pc:docMk/>
            <pc:sldMk cId="1174310761" sldId="263"/>
            <ac:inkMk id="36" creationId="{4EB2D0FB-E907-C582-C1A7-76268A388152}"/>
          </ac:inkMkLst>
        </pc:inkChg>
        <pc:inkChg chg="add del">
          <ac:chgData name="Bhowmik, Sayan" userId="2b51cadb-156e-4c9a-99fc-6d2138739850" providerId="ADAL" clId="{5EF92313-F060-BF4A-94CE-E12D1F17E8B2}" dt="2023-09-06T02:22:40.411" v="41"/>
          <ac:inkMkLst>
            <pc:docMk/>
            <pc:sldMk cId="1174310761" sldId="263"/>
            <ac:inkMk id="36" creationId="{82A85DED-E169-C6BD-2AA5-366EB2026962}"/>
          </ac:inkMkLst>
        </pc:inkChg>
        <pc:inkChg chg="add del">
          <ac:chgData name="Bhowmik, Sayan" userId="2b51cadb-156e-4c9a-99fc-6d2138739850" providerId="ADAL" clId="{5EF92313-F060-BF4A-94CE-E12D1F17E8B2}" dt="2023-09-06T02:22:40.411" v="41"/>
          <ac:inkMkLst>
            <pc:docMk/>
            <pc:sldMk cId="1174310761" sldId="263"/>
            <ac:inkMk id="37" creationId="{62920958-7660-1B22-9AF8-3A1A94B60D82}"/>
          </ac:inkMkLst>
        </pc:inkChg>
        <pc:inkChg chg="add del">
          <ac:chgData name="Bhowmik, Sayan" userId="2b51cadb-156e-4c9a-99fc-6d2138739850" providerId="ADAL" clId="{5EF92313-F060-BF4A-94CE-E12D1F17E8B2}" dt="2023-09-06T02:43:42.088" v="216"/>
          <ac:inkMkLst>
            <pc:docMk/>
            <pc:sldMk cId="1174310761" sldId="263"/>
            <ac:inkMk id="37" creationId="{E95D50A2-6AAF-EA7A-BA55-DA0719526E1C}"/>
          </ac:inkMkLst>
        </pc:inkChg>
        <pc:inkChg chg="add mod reco modStrokes">
          <ac:chgData name="Bhowmik, Sayan" userId="2b51cadb-156e-4c9a-99fc-6d2138739850" providerId="ADAL" clId="{5EF92313-F060-BF4A-94CE-E12D1F17E8B2}" dt="2023-09-06T02:45:59.864" v="320"/>
          <ac:inkMkLst>
            <pc:docMk/>
            <pc:sldMk cId="1174310761" sldId="263"/>
            <ac:inkMk id="38" creationId="{1F77B862-3F66-6AA5-4723-AB209C5DAE88}"/>
          </ac:inkMkLst>
        </pc:inkChg>
        <pc:inkChg chg="add del">
          <ac:chgData name="Bhowmik, Sayan" userId="2b51cadb-156e-4c9a-99fc-6d2138739850" providerId="ADAL" clId="{5EF92313-F060-BF4A-94CE-E12D1F17E8B2}" dt="2023-09-06T02:22:40.411" v="41"/>
          <ac:inkMkLst>
            <pc:docMk/>
            <pc:sldMk cId="1174310761" sldId="263"/>
            <ac:inkMk id="38" creationId="{692D3604-F0FA-2DA0-0F01-581FEF8C8631}"/>
          </ac:inkMkLst>
        </pc:inkChg>
        <pc:inkChg chg="add del">
          <ac:chgData name="Bhowmik, Sayan" userId="2b51cadb-156e-4c9a-99fc-6d2138739850" providerId="ADAL" clId="{5EF92313-F060-BF4A-94CE-E12D1F17E8B2}" dt="2023-09-06T02:22:40.411" v="41"/>
          <ac:inkMkLst>
            <pc:docMk/>
            <pc:sldMk cId="1174310761" sldId="263"/>
            <ac:inkMk id="39" creationId="{358CB9BB-CE9D-15FF-FEC3-685D038D2E23}"/>
          </ac:inkMkLst>
        </pc:inkChg>
        <pc:inkChg chg="add del">
          <ac:chgData name="Bhowmik, Sayan" userId="2b51cadb-156e-4c9a-99fc-6d2138739850" providerId="ADAL" clId="{5EF92313-F060-BF4A-94CE-E12D1F17E8B2}" dt="2023-09-06T02:43:48.206" v="229"/>
          <ac:inkMkLst>
            <pc:docMk/>
            <pc:sldMk cId="1174310761" sldId="263"/>
            <ac:inkMk id="39" creationId="{39ECA0DE-D7E8-9728-324F-3C116A365653}"/>
          </ac:inkMkLst>
        </pc:inkChg>
        <pc:inkChg chg="add del">
          <ac:chgData name="Bhowmik, Sayan" userId="2b51cadb-156e-4c9a-99fc-6d2138739850" providerId="ADAL" clId="{5EF92313-F060-BF4A-94CE-E12D1F17E8B2}" dt="2023-09-06T02:43:48.206" v="229"/>
          <ac:inkMkLst>
            <pc:docMk/>
            <pc:sldMk cId="1174310761" sldId="263"/>
            <ac:inkMk id="40" creationId="{32422020-8736-1B66-83E8-3A0D02CF491A}"/>
          </ac:inkMkLst>
        </pc:inkChg>
        <pc:inkChg chg="add del">
          <ac:chgData name="Bhowmik, Sayan" userId="2b51cadb-156e-4c9a-99fc-6d2138739850" providerId="ADAL" clId="{5EF92313-F060-BF4A-94CE-E12D1F17E8B2}" dt="2023-09-06T02:22:40.411" v="41"/>
          <ac:inkMkLst>
            <pc:docMk/>
            <pc:sldMk cId="1174310761" sldId="263"/>
            <ac:inkMk id="40" creationId="{BDAC6A89-22AB-68D6-E84A-43C582AA8454}"/>
          </ac:inkMkLst>
        </pc:inkChg>
        <pc:inkChg chg="add del">
          <ac:chgData name="Bhowmik, Sayan" userId="2b51cadb-156e-4c9a-99fc-6d2138739850" providerId="ADAL" clId="{5EF92313-F060-BF4A-94CE-E12D1F17E8B2}" dt="2023-09-06T02:22:40.411" v="41"/>
          <ac:inkMkLst>
            <pc:docMk/>
            <pc:sldMk cId="1174310761" sldId="263"/>
            <ac:inkMk id="41" creationId="{8D0ABB26-AFE8-D514-54B6-92986B98FB67}"/>
          </ac:inkMkLst>
        </pc:inkChg>
        <pc:inkChg chg="add del">
          <ac:chgData name="Bhowmik, Sayan" userId="2b51cadb-156e-4c9a-99fc-6d2138739850" providerId="ADAL" clId="{5EF92313-F060-BF4A-94CE-E12D1F17E8B2}" dt="2023-09-06T02:43:48.206" v="229"/>
          <ac:inkMkLst>
            <pc:docMk/>
            <pc:sldMk cId="1174310761" sldId="263"/>
            <ac:inkMk id="41" creationId="{DE933418-7B79-DC0B-4703-BF0D878C3669}"/>
          </ac:inkMkLst>
        </pc:inkChg>
        <pc:inkChg chg="add del">
          <ac:chgData name="Bhowmik, Sayan" userId="2b51cadb-156e-4c9a-99fc-6d2138739850" providerId="ADAL" clId="{5EF92313-F060-BF4A-94CE-E12D1F17E8B2}" dt="2023-09-06T02:43:48.206" v="229"/>
          <ac:inkMkLst>
            <pc:docMk/>
            <pc:sldMk cId="1174310761" sldId="263"/>
            <ac:inkMk id="42" creationId="{30DDC7DA-86E7-9257-52FD-F2523A5A2001}"/>
          </ac:inkMkLst>
        </pc:inkChg>
        <pc:inkChg chg="add del">
          <ac:chgData name="Bhowmik, Sayan" userId="2b51cadb-156e-4c9a-99fc-6d2138739850" providerId="ADAL" clId="{5EF92313-F060-BF4A-94CE-E12D1F17E8B2}" dt="2023-09-06T02:22:40.411" v="41"/>
          <ac:inkMkLst>
            <pc:docMk/>
            <pc:sldMk cId="1174310761" sldId="263"/>
            <ac:inkMk id="42" creationId="{D69C7811-BE5C-8B93-CD8A-2D5E93CD52E8}"/>
          </ac:inkMkLst>
        </pc:inkChg>
        <pc:inkChg chg="add del">
          <ac:chgData name="Bhowmik, Sayan" userId="2b51cadb-156e-4c9a-99fc-6d2138739850" providerId="ADAL" clId="{5EF92313-F060-BF4A-94CE-E12D1F17E8B2}" dt="2023-09-06T02:43:48.206" v="229"/>
          <ac:inkMkLst>
            <pc:docMk/>
            <pc:sldMk cId="1174310761" sldId="263"/>
            <ac:inkMk id="43" creationId="{0B8D1D99-F37E-3F6F-3731-5E84FC6707F1}"/>
          </ac:inkMkLst>
        </pc:inkChg>
        <pc:inkChg chg="add del">
          <ac:chgData name="Bhowmik, Sayan" userId="2b51cadb-156e-4c9a-99fc-6d2138739850" providerId="ADAL" clId="{5EF92313-F060-BF4A-94CE-E12D1F17E8B2}" dt="2023-09-06T02:22:40.411" v="41"/>
          <ac:inkMkLst>
            <pc:docMk/>
            <pc:sldMk cId="1174310761" sldId="263"/>
            <ac:inkMk id="43" creationId="{89079081-FA3B-B265-6449-8838A70ECB66}"/>
          </ac:inkMkLst>
        </pc:inkChg>
        <pc:inkChg chg="add del mod reco">
          <ac:chgData name="Bhowmik, Sayan" userId="2b51cadb-156e-4c9a-99fc-6d2138739850" providerId="ADAL" clId="{5EF92313-F060-BF4A-94CE-E12D1F17E8B2}" dt="2023-09-06T02:43:57.023" v="244"/>
          <ac:inkMkLst>
            <pc:docMk/>
            <pc:sldMk cId="1174310761" sldId="263"/>
            <ac:inkMk id="44" creationId="{22ACDED2-996A-E3F8-8460-6C3E2B985381}"/>
          </ac:inkMkLst>
        </pc:inkChg>
        <pc:inkChg chg="add del mod reco">
          <ac:chgData name="Bhowmik, Sayan" userId="2b51cadb-156e-4c9a-99fc-6d2138739850" providerId="ADAL" clId="{5EF92313-F060-BF4A-94CE-E12D1F17E8B2}" dt="2023-09-06T02:43:57.009" v="237"/>
          <ac:inkMkLst>
            <pc:docMk/>
            <pc:sldMk cId="1174310761" sldId="263"/>
            <ac:inkMk id="45" creationId="{F35D3926-2B91-D3CB-4D53-6338F61C07A4}"/>
          </ac:inkMkLst>
        </pc:inkChg>
        <pc:inkChg chg="add del mod">
          <ac:chgData name="Bhowmik, Sayan" userId="2b51cadb-156e-4c9a-99fc-6d2138739850" providerId="ADAL" clId="{5EF92313-F060-BF4A-94CE-E12D1F17E8B2}" dt="2023-09-06T02:43:57.019" v="242"/>
          <ac:inkMkLst>
            <pc:docMk/>
            <pc:sldMk cId="1174310761" sldId="263"/>
            <ac:inkMk id="46" creationId="{1074B026-68E5-1EDF-09A5-6A717D6AFBAA}"/>
          </ac:inkMkLst>
        </pc:inkChg>
        <pc:inkChg chg="add del mod">
          <ac:chgData name="Bhowmik, Sayan" userId="2b51cadb-156e-4c9a-99fc-6d2138739850" providerId="ADAL" clId="{5EF92313-F060-BF4A-94CE-E12D1F17E8B2}" dt="2023-09-06T02:43:57.018" v="241"/>
          <ac:inkMkLst>
            <pc:docMk/>
            <pc:sldMk cId="1174310761" sldId="263"/>
            <ac:inkMk id="47" creationId="{1AD6E4D3-D0D0-8D31-7A84-CD1F0C9A6C7E}"/>
          </ac:inkMkLst>
        </pc:inkChg>
        <pc:inkChg chg="add del mod">
          <ac:chgData name="Bhowmik, Sayan" userId="2b51cadb-156e-4c9a-99fc-6d2138739850" providerId="ADAL" clId="{5EF92313-F060-BF4A-94CE-E12D1F17E8B2}" dt="2023-09-06T02:43:57.021" v="243"/>
          <ac:inkMkLst>
            <pc:docMk/>
            <pc:sldMk cId="1174310761" sldId="263"/>
            <ac:inkMk id="48" creationId="{4A93A3E7-7634-3FBE-5732-F20DA14F3435}"/>
          </ac:inkMkLst>
        </pc:inkChg>
        <pc:inkChg chg="add del mod">
          <ac:chgData name="Bhowmik, Sayan" userId="2b51cadb-156e-4c9a-99fc-6d2138739850" providerId="ADAL" clId="{5EF92313-F060-BF4A-94CE-E12D1F17E8B2}" dt="2023-09-06T02:43:57.024" v="245"/>
          <ac:inkMkLst>
            <pc:docMk/>
            <pc:sldMk cId="1174310761" sldId="263"/>
            <ac:inkMk id="49" creationId="{4286AABA-2113-458E-E472-93C2FF08E081}"/>
          </ac:inkMkLst>
        </pc:inkChg>
        <pc:inkChg chg="add del mod">
          <ac:chgData name="Bhowmik, Sayan" userId="2b51cadb-156e-4c9a-99fc-6d2138739850" providerId="ADAL" clId="{5EF92313-F060-BF4A-94CE-E12D1F17E8B2}" dt="2023-09-06T02:43:57.005" v="235"/>
          <ac:inkMkLst>
            <pc:docMk/>
            <pc:sldMk cId="1174310761" sldId="263"/>
            <ac:inkMk id="50" creationId="{7FF3B36F-F634-9B4C-9C6B-ABEC44589A46}"/>
          </ac:inkMkLst>
        </pc:inkChg>
        <pc:inkChg chg="add del">
          <ac:chgData name="Bhowmik, Sayan" userId="2b51cadb-156e-4c9a-99fc-6d2138739850" providerId="ADAL" clId="{5EF92313-F060-BF4A-94CE-E12D1F17E8B2}" dt="2023-09-06T02:43:48.206" v="229"/>
          <ac:inkMkLst>
            <pc:docMk/>
            <pc:sldMk cId="1174310761" sldId="263"/>
            <ac:inkMk id="51" creationId="{780CC959-AD4A-EAB1-8EED-3603BF4D3EA5}"/>
          </ac:inkMkLst>
        </pc:inkChg>
        <pc:inkChg chg="add del">
          <ac:chgData name="Bhowmik, Sayan" userId="2b51cadb-156e-4c9a-99fc-6d2138739850" providerId="ADAL" clId="{5EF92313-F060-BF4A-94CE-E12D1F17E8B2}" dt="2023-09-06T02:43:48.206" v="229"/>
          <ac:inkMkLst>
            <pc:docMk/>
            <pc:sldMk cId="1174310761" sldId="263"/>
            <ac:inkMk id="52" creationId="{52358A40-128E-8AF1-2735-E5D5F632EAE1}"/>
          </ac:inkMkLst>
        </pc:inkChg>
        <pc:inkChg chg="add del">
          <ac:chgData name="Bhowmik, Sayan" userId="2b51cadb-156e-4c9a-99fc-6d2138739850" providerId="ADAL" clId="{5EF92313-F060-BF4A-94CE-E12D1F17E8B2}" dt="2023-09-06T02:43:48.206" v="229"/>
          <ac:inkMkLst>
            <pc:docMk/>
            <pc:sldMk cId="1174310761" sldId="263"/>
            <ac:inkMk id="53" creationId="{3B9469D6-F58C-08D0-015D-F230BF3E8F57}"/>
          </ac:inkMkLst>
        </pc:inkChg>
        <pc:inkChg chg="add del">
          <ac:chgData name="Bhowmik, Sayan" userId="2b51cadb-156e-4c9a-99fc-6d2138739850" providerId="ADAL" clId="{5EF92313-F060-BF4A-94CE-E12D1F17E8B2}" dt="2023-09-06T02:43:48.206" v="229"/>
          <ac:inkMkLst>
            <pc:docMk/>
            <pc:sldMk cId="1174310761" sldId="263"/>
            <ac:inkMk id="54" creationId="{51570C2A-2D2B-8DCB-1512-4E981F638AD9}"/>
          </ac:inkMkLst>
        </pc:inkChg>
        <pc:inkChg chg="add del">
          <ac:chgData name="Bhowmik, Sayan" userId="2b51cadb-156e-4c9a-99fc-6d2138739850" providerId="ADAL" clId="{5EF92313-F060-BF4A-94CE-E12D1F17E8B2}" dt="2023-09-06T02:43:48.206" v="229"/>
          <ac:inkMkLst>
            <pc:docMk/>
            <pc:sldMk cId="1174310761" sldId="263"/>
            <ac:inkMk id="55" creationId="{C8BEF933-3C91-791F-0F01-215299EDC265}"/>
          </ac:inkMkLst>
        </pc:inkChg>
        <pc:inkChg chg="add del">
          <ac:chgData name="Bhowmik, Sayan" userId="2b51cadb-156e-4c9a-99fc-6d2138739850" providerId="ADAL" clId="{5EF92313-F060-BF4A-94CE-E12D1F17E8B2}" dt="2023-09-06T02:43:48.206" v="229"/>
          <ac:inkMkLst>
            <pc:docMk/>
            <pc:sldMk cId="1174310761" sldId="263"/>
            <ac:inkMk id="56" creationId="{E77C0932-99CD-43F1-5B6E-54D92D46E9A6}"/>
          </ac:inkMkLst>
        </pc:inkChg>
        <pc:inkChg chg="add del">
          <ac:chgData name="Bhowmik, Sayan" userId="2b51cadb-156e-4c9a-99fc-6d2138739850" providerId="ADAL" clId="{5EF92313-F060-BF4A-94CE-E12D1F17E8B2}" dt="2023-09-06T02:43:49.921" v="232"/>
          <ac:inkMkLst>
            <pc:docMk/>
            <pc:sldMk cId="1174310761" sldId="263"/>
            <ac:inkMk id="57" creationId="{9E193192-0572-DD56-4297-4BADC08051EA}"/>
          </ac:inkMkLst>
        </pc:inkChg>
        <pc:inkChg chg="add reco">
          <ac:chgData name="Bhowmik, Sayan" userId="2b51cadb-156e-4c9a-99fc-6d2138739850" providerId="ADAL" clId="{5EF92313-F060-BF4A-94CE-E12D1F17E8B2}" dt="2023-09-06T02:43:48.206" v="229"/>
          <ac:inkMkLst>
            <pc:docMk/>
            <pc:sldMk cId="1174310761" sldId="263"/>
            <ac:inkMk id="58" creationId="{3512AC52-D404-2397-0F0E-32C974DC71B4}"/>
          </ac:inkMkLst>
        </pc:inkChg>
        <pc:inkChg chg="add reco">
          <ac:chgData name="Bhowmik, Sayan" userId="2b51cadb-156e-4c9a-99fc-6d2138739850" providerId="ADAL" clId="{5EF92313-F060-BF4A-94CE-E12D1F17E8B2}" dt="2023-09-06T02:43:48.206" v="229"/>
          <ac:inkMkLst>
            <pc:docMk/>
            <pc:sldMk cId="1174310761" sldId="263"/>
            <ac:inkMk id="59" creationId="{DF2BDF82-3DA8-681C-ECC7-4B164F5B6FE3}"/>
          </ac:inkMkLst>
        </pc:inkChg>
        <pc:inkChg chg="add del">
          <ac:chgData name="Bhowmik, Sayan" userId="2b51cadb-156e-4c9a-99fc-6d2138739850" providerId="ADAL" clId="{5EF92313-F060-BF4A-94CE-E12D1F17E8B2}" dt="2023-09-06T02:43:49.921" v="232"/>
          <ac:inkMkLst>
            <pc:docMk/>
            <pc:sldMk cId="1174310761" sldId="263"/>
            <ac:inkMk id="60" creationId="{15D3265D-E4D8-2C96-E859-29CDC336AAE1}"/>
          </ac:inkMkLst>
        </pc:inkChg>
        <pc:inkChg chg="add del">
          <ac:chgData name="Bhowmik, Sayan" userId="2b51cadb-156e-4c9a-99fc-6d2138739850" providerId="ADAL" clId="{5EF92313-F060-BF4A-94CE-E12D1F17E8B2}" dt="2023-09-06T02:43:49.921" v="232"/>
          <ac:inkMkLst>
            <pc:docMk/>
            <pc:sldMk cId="1174310761" sldId="263"/>
            <ac:inkMk id="61" creationId="{02E0A644-0D50-E564-6B68-C13475A5D9DD}"/>
          </ac:inkMkLst>
        </pc:inkChg>
        <pc:inkChg chg="add reco">
          <ac:chgData name="Bhowmik, Sayan" userId="2b51cadb-156e-4c9a-99fc-6d2138739850" providerId="ADAL" clId="{5EF92313-F060-BF4A-94CE-E12D1F17E8B2}" dt="2023-09-06T02:43:49.921" v="232"/>
          <ac:inkMkLst>
            <pc:docMk/>
            <pc:sldMk cId="1174310761" sldId="263"/>
            <ac:inkMk id="62" creationId="{59E0022C-A8C8-1D86-6EA4-AA720861C145}"/>
          </ac:inkMkLst>
        </pc:inkChg>
        <pc:inkChg chg="add del">
          <ac:chgData name="Bhowmik, Sayan" userId="2b51cadb-156e-4c9a-99fc-6d2138739850" providerId="ADAL" clId="{5EF92313-F060-BF4A-94CE-E12D1F17E8B2}" dt="2023-09-06T02:46:05.092" v="325"/>
          <ac:inkMkLst>
            <pc:docMk/>
            <pc:sldMk cId="1174310761" sldId="263"/>
            <ac:inkMk id="63" creationId="{5976FA11-88E7-40A2-8BDB-727BB84C4254}"/>
          </ac:inkMkLst>
        </pc:inkChg>
        <pc:inkChg chg="add del">
          <ac:chgData name="Bhowmik, Sayan" userId="2b51cadb-156e-4c9a-99fc-6d2138739850" providerId="ADAL" clId="{5EF92313-F060-BF4A-94CE-E12D1F17E8B2}" dt="2023-09-06T02:46:05.092" v="325"/>
          <ac:inkMkLst>
            <pc:docMk/>
            <pc:sldMk cId="1174310761" sldId="263"/>
            <ac:inkMk id="64" creationId="{224E3ED1-41AC-3FD3-F7CA-140EE7BADF40}"/>
          </ac:inkMkLst>
        </pc:inkChg>
        <pc:inkChg chg="add del">
          <ac:chgData name="Bhowmik, Sayan" userId="2b51cadb-156e-4c9a-99fc-6d2138739850" providerId="ADAL" clId="{5EF92313-F060-BF4A-94CE-E12D1F17E8B2}" dt="2023-09-06T02:46:05.092" v="325"/>
          <ac:inkMkLst>
            <pc:docMk/>
            <pc:sldMk cId="1174310761" sldId="263"/>
            <ac:inkMk id="65" creationId="{B5F45BA4-6B05-9E95-3A91-A5742B10E6A8}"/>
          </ac:inkMkLst>
        </pc:inkChg>
        <pc:inkChg chg="add del">
          <ac:chgData name="Bhowmik, Sayan" userId="2b51cadb-156e-4c9a-99fc-6d2138739850" providerId="ADAL" clId="{5EF92313-F060-BF4A-94CE-E12D1F17E8B2}" dt="2023-09-06T02:46:05.092" v="325"/>
          <ac:inkMkLst>
            <pc:docMk/>
            <pc:sldMk cId="1174310761" sldId="263"/>
            <ac:inkMk id="66" creationId="{4CC058D5-60C7-81FF-643A-48B57889DA92}"/>
          </ac:inkMkLst>
        </pc:inkChg>
        <pc:inkChg chg="add reco">
          <ac:chgData name="Bhowmik, Sayan" userId="2b51cadb-156e-4c9a-99fc-6d2138739850" providerId="ADAL" clId="{5EF92313-F060-BF4A-94CE-E12D1F17E8B2}" dt="2023-09-06T02:46:05.092" v="325"/>
          <ac:inkMkLst>
            <pc:docMk/>
            <pc:sldMk cId="1174310761" sldId="263"/>
            <ac:inkMk id="67" creationId="{CEE17CF5-7A0A-35B1-2ADF-C230559F54D2}"/>
          </ac:inkMkLst>
        </pc:inkChg>
        <pc:inkChg chg="add del">
          <ac:chgData name="Bhowmik, Sayan" userId="2b51cadb-156e-4c9a-99fc-6d2138739850" providerId="ADAL" clId="{5EF92313-F060-BF4A-94CE-E12D1F17E8B2}" dt="2023-09-06T02:48:24.115" v="418"/>
          <ac:inkMkLst>
            <pc:docMk/>
            <pc:sldMk cId="1174310761" sldId="263"/>
            <ac:inkMk id="68" creationId="{B8B5652A-85A5-5FC1-1406-47156B286625}"/>
          </ac:inkMkLst>
        </pc:inkChg>
        <pc:inkChg chg="add del">
          <ac:chgData name="Bhowmik, Sayan" userId="2b51cadb-156e-4c9a-99fc-6d2138739850" providerId="ADAL" clId="{5EF92313-F060-BF4A-94CE-E12D1F17E8B2}" dt="2023-09-06T02:48:40.681" v="422"/>
          <ac:inkMkLst>
            <pc:docMk/>
            <pc:sldMk cId="1174310761" sldId="263"/>
            <ac:inkMk id="69" creationId="{39DF86B5-5C45-8302-56F9-4302450346A9}"/>
          </ac:inkMkLst>
        </pc:inkChg>
        <pc:inkChg chg="add del">
          <ac:chgData name="Bhowmik, Sayan" userId="2b51cadb-156e-4c9a-99fc-6d2138739850" providerId="ADAL" clId="{5EF92313-F060-BF4A-94CE-E12D1F17E8B2}" dt="2023-09-06T02:49:03.229" v="424"/>
          <ac:inkMkLst>
            <pc:docMk/>
            <pc:sldMk cId="1174310761" sldId="263"/>
            <ac:inkMk id="70" creationId="{FE603AC4-5B4E-5002-8788-58BEB4743821}"/>
          </ac:inkMkLst>
        </pc:inkChg>
        <pc:inkChg chg="add">
          <ac:chgData name="Bhowmik, Sayan" userId="2b51cadb-156e-4c9a-99fc-6d2138739850" providerId="ADAL" clId="{5EF92313-F060-BF4A-94CE-E12D1F17E8B2}" dt="2023-09-06T02:49:15.115" v="425"/>
          <ac:inkMkLst>
            <pc:docMk/>
            <pc:sldMk cId="1174310761" sldId="263"/>
            <ac:inkMk id="71" creationId="{635B1C23-6D6C-06B6-E1BF-65C47809BB66}"/>
          </ac:inkMkLst>
        </pc:inkChg>
        <pc:inkChg chg="add del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72" creationId="{D50EB90E-18A5-991B-DC3E-1E76A8EBC94A}"/>
          </ac:inkMkLst>
        </pc:inkChg>
        <pc:inkChg chg="add del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73" creationId="{2A3B0A39-7CF5-6745-5489-B373B62145AB}"/>
          </ac:inkMkLst>
        </pc:inkChg>
        <pc:inkChg chg="add del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74" creationId="{C56AAB8F-940B-A83D-DE5B-F5151E78340A}"/>
          </ac:inkMkLst>
        </pc:inkChg>
        <pc:inkChg chg="add del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75" creationId="{E02CA42B-C1F2-4915-695C-282B5E54FF10}"/>
          </ac:inkMkLst>
        </pc:inkChg>
        <pc:inkChg chg="add del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76" creationId="{993B0B25-A971-D0D9-52DB-453693BD5FBE}"/>
          </ac:inkMkLst>
        </pc:inkChg>
        <pc:inkChg chg="add del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77" creationId="{A159D940-AD53-647B-B743-A1CBF0175BCB}"/>
          </ac:inkMkLst>
        </pc:inkChg>
        <pc:inkChg chg="add del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78" creationId="{76720C78-8D77-AFF0-5DA3-81C85F918EB7}"/>
          </ac:inkMkLst>
        </pc:inkChg>
        <pc:inkChg chg="add del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79" creationId="{8DBE3EF7-39A5-4B3D-6817-96794966E1E3}"/>
          </ac:inkMkLst>
        </pc:inkChg>
        <pc:inkChg chg="add del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80" creationId="{353CD1BF-7BB2-59EE-99C0-2CC1F697CEAC}"/>
          </ac:inkMkLst>
        </pc:inkChg>
        <pc:inkChg chg="add del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81" creationId="{496A9455-F690-9E41-6329-C6659F3D7F3C}"/>
          </ac:inkMkLst>
        </pc:inkChg>
        <pc:inkChg chg="add del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82" creationId="{33B567DD-F4FE-B3D3-377A-31D5176A34B9}"/>
          </ac:inkMkLst>
        </pc:inkChg>
        <pc:inkChg chg="add del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83" creationId="{162AB8D3-EFDD-55D6-5EAC-47D76EB2E6D8}"/>
          </ac:inkMkLst>
        </pc:inkChg>
        <pc:inkChg chg="add del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84" creationId="{CED4B288-4C1E-50C6-A2E3-69C7A4774F31}"/>
          </ac:inkMkLst>
        </pc:inkChg>
        <pc:inkChg chg="add del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85" creationId="{DCCF91F2-3FB6-5431-A02A-522759CB9217}"/>
          </ac:inkMkLst>
        </pc:inkChg>
        <pc:inkChg chg="add del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86" creationId="{11515240-8081-C18B-0502-AE3BE18483BB}"/>
          </ac:inkMkLst>
        </pc:inkChg>
        <pc:inkChg chg="add del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87" creationId="{AE1C56FA-CC7E-28AC-3A9C-DFF3B1576DFD}"/>
          </ac:inkMkLst>
        </pc:inkChg>
        <pc:inkChg chg="add del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88" creationId="{965E1393-DA18-0E4C-140F-C6E42A158A09}"/>
          </ac:inkMkLst>
        </pc:inkChg>
        <pc:inkChg chg="add reco">
          <ac:chgData name="Bhowmik, Sayan" userId="2b51cadb-156e-4c9a-99fc-6d2138739850" providerId="ADAL" clId="{5EF92313-F060-BF4A-94CE-E12D1F17E8B2}" dt="2023-09-06T02:50:14.819" v="447"/>
          <ac:inkMkLst>
            <pc:docMk/>
            <pc:sldMk cId="1174310761" sldId="263"/>
            <ac:inkMk id="89" creationId="{4BBA2134-5A19-6FAA-021C-ECB4B8F9C23A}"/>
          </ac:inkMkLst>
        </pc:inkChg>
      </pc:sldChg>
      <pc:sldChg chg="addSp delSp">
        <pc:chgData name="Bhowmik, Sayan" userId="2b51cadb-156e-4c9a-99fc-6d2138739850" providerId="ADAL" clId="{5EF92313-F060-BF4A-94CE-E12D1F17E8B2}" dt="2023-09-06T02:49:24.946" v="428"/>
        <pc:sldMkLst>
          <pc:docMk/>
          <pc:sldMk cId="311871432" sldId="264"/>
        </pc:sldMkLst>
        <pc:inkChg chg="add del">
          <ac:chgData name="Bhowmik, Sayan" userId="2b51cadb-156e-4c9a-99fc-6d2138739850" providerId="ADAL" clId="{5EF92313-F060-BF4A-94CE-E12D1F17E8B2}" dt="2023-09-06T02:29:15.517" v="106"/>
          <ac:inkMkLst>
            <pc:docMk/>
            <pc:sldMk cId="311871432" sldId="264"/>
            <ac:inkMk id="3" creationId="{4AEBBE3D-1C91-3A6F-1533-64A87E114D33}"/>
          </ac:inkMkLst>
        </pc:inkChg>
        <pc:inkChg chg="add del">
          <ac:chgData name="Bhowmik, Sayan" userId="2b51cadb-156e-4c9a-99fc-6d2138739850" providerId="ADAL" clId="{5EF92313-F060-BF4A-94CE-E12D1F17E8B2}" dt="2023-09-06T02:29:15.116" v="105"/>
          <ac:inkMkLst>
            <pc:docMk/>
            <pc:sldMk cId="311871432" sldId="264"/>
            <ac:inkMk id="5" creationId="{F4ADE27B-0E7D-0CA8-D17E-813AE524A765}"/>
          </ac:inkMkLst>
        </pc:inkChg>
        <pc:inkChg chg="add del">
          <ac:chgData name="Bhowmik, Sayan" userId="2b51cadb-156e-4c9a-99fc-6d2138739850" providerId="ADAL" clId="{5EF92313-F060-BF4A-94CE-E12D1F17E8B2}" dt="2023-09-06T02:29:14.418" v="104"/>
          <ac:inkMkLst>
            <pc:docMk/>
            <pc:sldMk cId="311871432" sldId="264"/>
            <ac:inkMk id="6" creationId="{26D6C421-947D-DD0E-5F1F-68E11746B927}"/>
          </ac:inkMkLst>
        </pc:inkChg>
        <pc:inkChg chg="add del">
          <ac:chgData name="Bhowmik, Sayan" userId="2b51cadb-156e-4c9a-99fc-6d2138739850" providerId="ADAL" clId="{5EF92313-F060-BF4A-94CE-E12D1F17E8B2}" dt="2023-09-06T02:29:14.002" v="103"/>
          <ac:inkMkLst>
            <pc:docMk/>
            <pc:sldMk cId="311871432" sldId="264"/>
            <ac:inkMk id="7" creationId="{345B7703-D907-71A4-1071-FCEF3DAFAF07}"/>
          </ac:inkMkLst>
        </pc:inkChg>
        <pc:inkChg chg="add del">
          <ac:chgData name="Bhowmik, Sayan" userId="2b51cadb-156e-4c9a-99fc-6d2138739850" providerId="ADAL" clId="{5EF92313-F060-BF4A-94CE-E12D1F17E8B2}" dt="2023-09-06T02:29:13.652" v="102"/>
          <ac:inkMkLst>
            <pc:docMk/>
            <pc:sldMk cId="311871432" sldId="264"/>
            <ac:inkMk id="8" creationId="{7649143B-817C-2501-A91B-C135B3102713}"/>
          </ac:inkMkLst>
        </pc:inkChg>
        <pc:inkChg chg="add del">
          <ac:chgData name="Bhowmik, Sayan" userId="2b51cadb-156e-4c9a-99fc-6d2138739850" providerId="ADAL" clId="{5EF92313-F060-BF4A-94CE-E12D1F17E8B2}" dt="2023-09-06T02:29:12.744" v="101"/>
          <ac:inkMkLst>
            <pc:docMk/>
            <pc:sldMk cId="311871432" sldId="264"/>
            <ac:inkMk id="9" creationId="{784007A3-E3FE-589A-10E6-5517D995757A}"/>
          </ac:inkMkLst>
        </pc:inkChg>
        <pc:inkChg chg="add del reco">
          <ac:chgData name="Bhowmik, Sayan" userId="2b51cadb-156e-4c9a-99fc-6d2138739850" providerId="ADAL" clId="{5EF92313-F060-BF4A-94CE-E12D1F17E8B2}" dt="2023-09-06T02:29:12.744" v="101"/>
          <ac:inkMkLst>
            <pc:docMk/>
            <pc:sldMk cId="311871432" sldId="264"/>
            <ac:inkMk id="10" creationId="{35FB9CBC-4B4A-08E4-BE91-12263A743557}"/>
          </ac:inkMkLst>
        </pc:inkChg>
        <pc:inkChg chg="add del">
          <ac:chgData name="Bhowmik, Sayan" userId="2b51cadb-156e-4c9a-99fc-6d2138739850" providerId="ADAL" clId="{5EF92313-F060-BF4A-94CE-E12D1F17E8B2}" dt="2023-09-06T02:29:20.379" v="111"/>
          <ac:inkMkLst>
            <pc:docMk/>
            <pc:sldMk cId="311871432" sldId="264"/>
            <ac:inkMk id="11" creationId="{CA591EAB-BA1E-7ECC-8E28-CD8A0E1567D9}"/>
          </ac:inkMkLst>
        </pc:inkChg>
        <pc:inkChg chg="add del">
          <ac:chgData name="Bhowmik, Sayan" userId="2b51cadb-156e-4c9a-99fc-6d2138739850" providerId="ADAL" clId="{5EF92313-F060-BF4A-94CE-E12D1F17E8B2}" dt="2023-09-06T02:29:20.379" v="111"/>
          <ac:inkMkLst>
            <pc:docMk/>
            <pc:sldMk cId="311871432" sldId="264"/>
            <ac:inkMk id="12" creationId="{4FD18F96-3A19-48A6-6DF7-CF4BD275EC1A}"/>
          </ac:inkMkLst>
        </pc:inkChg>
        <pc:inkChg chg="add del">
          <ac:chgData name="Bhowmik, Sayan" userId="2b51cadb-156e-4c9a-99fc-6d2138739850" providerId="ADAL" clId="{5EF92313-F060-BF4A-94CE-E12D1F17E8B2}" dt="2023-09-06T02:29:20.379" v="111"/>
          <ac:inkMkLst>
            <pc:docMk/>
            <pc:sldMk cId="311871432" sldId="264"/>
            <ac:inkMk id="13" creationId="{B06FFF0F-47E9-F5DD-0E5F-C0FAF35019AF}"/>
          </ac:inkMkLst>
        </pc:inkChg>
        <pc:inkChg chg="add del">
          <ac:chgData name="Bhowmik, Sayan" userId="2b51cadb-156e-4c9a-99fc-6d2138739850" providerId="ADAL" clId="{5EF92313-F060-BF4A-94CE-E12D1F17E8B2}" dt="2023-09-06T02:29:20.379" v="111"/>
          <ac:inkMkLst>
            <pc:docMk/>
            <pc:sldMk cId="311871432" sldId="264"/>
            <ac:inkMk id="14" creationId="{D9097646-1988-B209-A404-A089A77772B3}"/>
          </ac:inkMkLst>
        </pc:inkChg>
        <pc:inkChg chg="add del reco">
          <ac:chgData name="Bhowmik, Sayan" userId="2b51cadb-156e-4c9a-99fc-6d2138739850" providerId="ADAL" clId="{5EF92313-F060-BF4A-94CE-E12D1F17E8B2}" dt="2023-09-06T02:45:33.350" v="305"/>
          <ac:inkMkLst>
            <pc:docMk/>
            <pc:sldMk cId="311871432" sldId="264"/>
            <ac:inkMk id="15" creationId="{C405BA6B-FD3B-13E2-A145-6F2C0F3F6DD8}"/>
          </ac:inkMkLst>
        </pc:inkChg>
        <pc:inkChg chg="add del">
          <ac:chgData name="Bhowmik, Sayan" userId="2b51cadb-156e-4c9a-99fc-6d2138739850" providerId="ADAL" clId="{5EF92313-F060-BF4A-94CE-E12D1F17E8B2}" dt="2023-09-06T02:29:25.646" v="117"/>
          <ac:inkMkLst>
            <pc:docMk/>
            <pc:sldMk cId="311871432" sldId="264"/>
            <ac:inkMk id="16" creationId="{852FE2B0-4247-04AE-A272-D530963EE6D9}"/>
          </ac:inkMkLst>
        </pc:inkChg>
        <pc:inkChg chg="add del">
          <ac:chgData name="Bhowmik, Sayan" userId="2b51cadb-156e-4c9a-99fc-6d2138739850" providerId="ADAL" clId="{5EF92313-F060-BF4A-94CE-E12D1F17E8B2}" dt="2023-09-06T02:29:25.646" v="117"/>
          <ac:inkMkLst>
            <pc:docMk/>
            <pc:sldMk cId="311871432" sldId="264"/>
            <ac:inkMk id="17" creationId="{75C448B1-DFF3-A40D-5D17-05EFBAF799ED}"/>
          </ac:inkMkLst>
        </pc:inkChg>
        <pc:inkChg chg="add del">
          <ac:chgData name="Bhowmik, Sayan" userId="2b51cadb-156e-4c9a-99fc-6d2138739850" providerId="ADAL" clId="{5EF92313-F060-BF4A-94CE-E12D1F17E8B2}" dt="2023-09-06T02:29:25.646" v="117"/>
          <ac:inkMkLst>
            <pc:docMk/>
            <pc:sldMk cId="311871432" sldId="264"/>
            <ac:inkMk id="18" creationId="{98A36F75-77BF-AADD-4103-0DB2EBC6A8AF}"/>
          </ac:inkMkLst>
        </pc:inkChg>
        <pc:inkChg chg="add del">
          <ac:chgData name="Bhowmik, Sayan" userId="2b51cadb-156e-4c9a-99fc-6d2138739850" providerId="ADAL" clId="{5EF92313-F060-BF4A-94CE-E12D1F17E8B2}" dt="2023-09-06T02:29:25.646" v="117"/>
          <ac:inkMkLst>
            <pc:docMk/>
            <pc:sldMk cId="311871432" sldId="264"/>
            <ac:inkMk id="19" creationId="{882327D8-94E8-A5D6-38A5-C4E8E07EA77A}"/>
          </ac:inkMkLst>
        </pc:inkChg>
        <pc:inkChg chg="add del">
          <ac:chgData name="Bhowmik, Sayan" userId="2b51cadb-156e-4c9a-99fc-6d2138739850" providerId="ADAL" clId="{5EF92313-F060-BF4A-94CE-E12D1F17E8B2}" dt="2023-09-06T02:29:25.646" v="117"/>
          <ac:inkMkLst>
            <pc:docMk/>
            <pc:sldMk cId="311871432" sldId="264"/>
            <ac:inkMk id="20" creationId="{A2E0ECE5-45D3-4872-FBAB-6949915E32A0}"/>
          </ac:inkMkLst>
        </pc:inkChg>
        <pc:inkChg chg="add del reco">
          <ac:chgData name="Bhowmik, Sayan" userId="2b51cadb-156e-4c9a-99fc-6d2138739850" providerId="ADAL" clId="{5EF92313-F060-BF4A-94CE-E12D1F17E8B2}" dt="2023-09-06T02:45:33.375" v="319"/>
          <ac:inkMkLst>
            <pc:docMk/>
            <pc:sldMk cId="311871432" sldId="264"/>
            <ac:inkMk id="21" creationId="{F7DC6617-A3DF-7AD0-30EC-509D5A5EAA1F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22" creationId="{F9B85369-2B53-21E4-C01E-4E5DAFE6A09B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23" creationId="{14A54B4F-4001-4A87-18EF-AC5DB6D38A31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24" creationId="{EC10C623-103C-7D06-BDBD-4F0DB6F6B673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25" creationId="{4D488F1E-EE6E-1BE9-2790-92911FEDCB48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26" creationId="{032A0C9C-7D1B-190B-5EFC-62AC9F5CBCF3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27" creationId="{02B41424-78CA-F89F-00B2-718D829A3222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28" creationId="{E5F8AAFD-CE52-8571-3401-7B4A166C40A7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29" creationId="{DE87E0EA-FC3E-DCF7-9143-0830294D50CE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30" creationId="{354A16DA-5856-B600-4CCD-9FCBF9D1A2BD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31" creationId="{7B7BF42C-71BF-6F85-2CB8-FAB273C6833C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32" creationId="{A4CF5CFC-4DEF-F6C6-7736-FD79CE938FAC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33" creationId="{9F42672E-55D0-D99E-A7EF-BEBF030F4D79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34" creationId="{1791B997-C683-7FB2-B2DD-BF2D04F6E70B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35" creationId="{F5FBB5CF-D0E5-44E5-0D12-7EE3D7D26BE2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36" creationId="{BAD6826C-6C0B-473F-24BD-78682F24655C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37" creationId="{C6E971E9-8912-B83C-7D43-046C4B6A250A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38" creationId="{856B7C17-EC0D-B949-E447-4D97C6C28372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39" creationId="{75DB1A80-9934-6CDF-1B9D-FDAA5078F4EB}"/>
          </ac:inkMkLst>
        </pc:inkChg>
        <pc:inkChg chg="add del">
          <ac:chgData name="Bhowmik, Sayan" userId="2b51cadb-156e-4c9a-99fc-6d2138739850" providerId="ADAL" clId="{5EF92313-F060-BF4A-94CE-E12D1F17E8B2}" dt="2023-09-06T02:29:36.338" v="137"/>
          <ac:inkMkLst>
            <pc:docMk/>
            <pc:sldMk cId="311871432" sldId="264"/>
            <ac:inkMk id="40" creationId="{8725C1D7-16B5-780F-25D6-52872D8ABEE9}"/>
          </ac:inkMkLst>
        </pc:inkChg>
        <pc:inkChg chg="add del reco">
          <ac:chgData name="Bhowmik, Sayan" userId="2b51cadb-156e-4c9a-99fc-6d2138739850" providerId="ADAL" clId="{5EF92313-F060-BF4A-94CE-E12D1F17E8B2}" dt="2023-09-06T02:30:02.972" v="138"/>
          <ac:inkMkLst>
            <pc:docMk/>
            <pc:sldMk cId="311871432" sldId="264"/>
            <ac:inkMk id="41" creationId="{E10D1959-A62C-D788-D870-E90DA5CD8D16}"/>
          </ac:inkMkLst>
        </pc:inkChg>
        <pc:inkChg chg="add del reco">
          <ac:chgData name="Bhowmik, Sayan" userId="2b51cadb-156e-4c9a-99fc-6d2138739850" providerId="ADAL" clId="{5EF92313-F060-BF4A-94CE-E12D1F17E8B2}" dt="2023-09-06T02:30:02.974" v="139"/>
          <ac:inkMkLst>
            <pc:docMk/>
            <pc:sldMk cId="311871432" sldId="264"/>
            <ac:inkMk id="42" creationId="{EE6258B7-ED9F-E877-CA8F-6AEB36CCF0E7}"/>
          </ac:inkMkLst>
        </pc:inkChg>
        <pc:inkChg chg="add del reco">
          <ac:chgData name="Bhowmik, Sayan" userId="2b51cadb-156e-4c9a-99fc-6d2138739850" providerId="ADAL" clId="{5EF92313-F060-BF4A-94CE-E12D1F17E8B2}" dt="2023-09-06T02:30:02.977" v="140"/>
          <ac:inkMkLst>
            <pc:docMk/>
            <pc:sldMk cId="311871432" sldId="264"/>
            <ac:inkMk id="43" creationId="{B0F03759-630D-F2C6-AA24-D98B21980537}"/>
          </ac:inkMkLst>
        </pc:inkChg>
        <pc:inkChg chg="add del">
          <ac:chgData name="Bhowmik, Sayan" userId="2b51cadb-156e-4c9a-99fc-6d2138739850" providerId="ADAL" clId="{5EF92313-F060-BF4A-94CE-E12D1F17E8B2}" dt="2023-09-06T02:30:11.653" v="154"/>
          <ac:inkMkLst>
            <pc:docMk/>
            <pc:sldMk cId="311871432" sldId="264"/>
            <ac:inkMk id="44" creationId="{54D41647-E4F3-FCBC-9474-65663E12981C}"/>
          </ac:inkMkLst>
        </pc:inkChg>
        <pc:inkChg chg="add del">
          <ac:chgData name="Bhowmik, Sayan" userId="2b51cadb-156e-4c9a-99fc-6d2138739850" providerId="ADAL" clId="{5EF92313-F060-BF4A-94CE-E12D1F17E8B2}" dt="2023-09-06T02:30:11.653" v="154"/>
          <ac:inkMkLst>
            <pc:docMk/>
            <pc:sldMk cId="311871432" sldId="264"/>
            <ac:inkMk id="45" creationId="{447D3566-909F-9341-F866-585C82D35FE3}"/>
          </ac:inkMkLst>
        </pc:inkChg>
        <pc:inkChg chg="add del">
          <ac:chgData name="Bhowmik, Sayan" userId="2b51cadb-156e-4c9a-99fc-6d2138739850" providerId="ADAL" clId="{5EF92313-F060-BF4A-94CE-E12D1F17E8B2}" dt="2023-09-06T02:30:11.653" v="154"/>
          <ac:inkMkLst>
            <pc:docMk/>
            <pc:sldMk cId="311871432" sldId="264"/>
            <ac:inkMk id="46" creationId="{7FB87951-7546-8722-0683-EF159A9B3BB1}"/>
          </ac:inkMkLst>
        </pc:inkChg>
        <pc:inkChg chg="add del">
          <ac:chgData name="Bhowmik, Sayan" userId="2b51cadb-156e-4c9a-99fc-6d2138739850" providerId="ADAL" clId="{5EF92313-F060-BF4A-94CE-E12D1F17E8B2}" dt="2023-09-06T02:30:11.653" v="154"/>
          <ac:inkMkLst>
            <pc:docMk/>
            <pc:sldMk cId="311871432" sldId="264"/>
            <ac:inkMk id="47" creationId="{CEFE92EA-57EB-40BB-C71D-80025B81D328}"/>
          </ac:inkMkLst>
        </pc:inkChg>
        <pc:inkChg chg="add del">
          <ac:chgData name="Bhowmik, Sayan" userId="2b51cadb-156e-4c9a-99fc-6d2138739850" providerId="ADAL" clId="{5EF92313-F060-BF4A-94CE-E12D1F17E8B2}" dt="2023-09-06T02:30:11.653" v="154"/>
          <ac:inkMkLst>
            <pc:docMk/>
            <pc:sldMk cId="311871432" sldId="264"/>
            <ac:inkMk id="48" creationId="{233CF53E-FC0B-DB51-F58B-A1E512DCF3A4}"/>
          </ac:inkMkLst>
        </pc:inkChg>
        <pc:inkChg chg="add del">
          <ac:chgData name="Bhowmik, Sayan" userId="2b51cadb-156e-4c9a-99fc-6d2138739850" providerId="ADAL" clId="{5EF92313-F060-BF4A-94CE-E12D1F17E8B2}" dt="2023-09-06T02:30:11.653" v="154"/>
          <ac:inkMkLst>
            <pc:docMk/>
            <pc:sldMk cId="311871432" sldId="264"/>
            <ac:inkMk id="49" creationId="{551BB0DB-95EF-58D4-7785-5CF9A6AD896C}"/>
          </ac:inkMkLst>
        </pc:inkChg>
        <pc:inkChg chg="add del">
          <ac:chgData name="Bhowmik, Sayan" userId="2b51cadb-156e-4c9a-99fc-6d2138739850" providerId="ADAL" clId="{5EF92313-F060-BF4A-94CE-E12D1F17E8B2}" dt="2023-09-06T02:30:11.653" v="154"/>
          <ac:inkMkLst>
            <pc:docMk/>
            <pc:sldMk cId="311871432" sldId="264"/>
            <ac:inkMk id="50" creationId="{4F2D8BDF-AA48-22B9-C683-5DD6525F8A88}"/>
          </ac:inkMkLst>
        </pc:inkChg>
        <pc:inkChg chg="add del">
          <ac:chgData name="Bhowmik, Sayan" userId="2b51cadb-156e-4c9a-99fc-6d2138739850" providerId="ADAL" clId="{5EF92313-F060-BF4A-94CE-E12D1F17E8B2}" dt="2023-09-06T02:30:11.653" v="154"/>
          <ac:inkMkLst>
            <pc:docMk/>
            <pc:sldMk cId="311871432" sldId="264"/>
            <ac:inkMk id="51" creationId="{7EE8B799-0DF6-FAC0-D380-E838321F3A3F}"/>
          </ac:inkMkLst>
        </pc:inkChg>
        <pc:inkChg chg="add del">
          <ac:chgData name="Bhowmik, Sayan" userId="2b51cadb-156e-4c9a-99fc-6d2138739850" providerId="ADAL" clId="{5EF92313-F060-BF4A-94CE-E12D1F17E8B2}" dt="2023-09-06T02:30:11.653" v="154"/>
          <ac:inkMkLst>
            <pc:docMk/>
            <pc:sldMk cId="311871432" sldId="264"/>
            <ac:inkMk id="52" creationId="{F94695F3-A203-9CE7-DB45-EE1BE8D6A571}"/>
          </ac:inkMkLst>
        </pc:inkChg>
        <pc:inkChg chg="add del">
          <ac:chgData name="Bhowmik, Sayan" userId="2b51cadb-156e-4c9a-99fc-6d2138739850" providerId="ADAL" clId="{5EF92313-F060-BF4A-94CE-E12D1F17E8B2}" dt="2023-09-06T02:30:11.653" v="154"/>
          <ac:inkMkLst>
            <pc:docMk/>
            <pc:sldMk cId="311871432" sldId="264"/>
            <ac:inkMk id="53" creationId="{03AD7557-E106-B2F9-84F2-A4E048FF3599}"/>
          </ac:inkMkLst>
        </pc:inkChg>
        <pc:inkChg chg="add del">
          <ac:chgData name="Bhowmik, Sayan" userId="2b51cadb-156e-4c9a-99fc-6d2138739850" providerId="ADAL" clId="{5EF92313-F060-BF4A-94CE-E12D1F17E8B2}" dt="2023-09-06T02:30:11.653" v="154"/>
          <ac:inkMkLst>
            <pc:docMk/>
            <pc:sldMk cId="311871432" sldId="264"/>
            <ac:inkMk id="54" creationId="{D05F052E-3255-5D98-3483-F0AC06FB35EB}"/>
          </ac:inkMkLst>
        </pc:inkChg>
        <pc:inkChg chg="add del">
          <ac:chgData name="Bhowmik, Sayan" userId="2b51cadb-156e-4c9a-99fc-6d2138739850" providerId="ADAL" clId="{5EF92313-F060-BF4A-94CE-E12D1F17E8B2}" dt="2023-09-06T02:30:11.653" v="154"/>
          <ac:inkMkLst>
            <pc:docMk/>
            <pc:sldMk cId="311871432" sldId="264"/>
            <ac:inkMk id="55" creationId="{91518C16-F20A-6CFD-59A2-BF64F22306D3}"/>
          </ac:inkMkLst>
        </pc:inkChg>
        <pc:inkChg chg="add del">
          <ac:chgData name="Bhowmik, Sayan" userId="2b51cadb-156e-4c9a-99fc-6d2138739850" providerId="ADAL" clId="{5EF92313-F060-BF4A-94CE-E12D1F17E8B2}" dt="2023-09-06T02:30:11.653" v="154"/>
          <ac:inkMkLst>
            <pc:docMk/>
            <pc:sldMk cId="311871432" sldId="264"/>
            <ac:inkMk id="56" creationId="{6451B203-B31A-3A7F-FD3F-F63D87F50CD3}"/>
          </ac:inkMkLst>
        </pc:inkChg>
        <pc:inkChg chg="add del reco">
          <ac:chgData name="Bhowmik, Sayan" userId="2b51cadb-156e-4c9a-99fc-6d2138739850" providerId="ADAL" clId="{5EF92313-F060-BF4A-94CE-E12D1F17E8B2}" dt="2023-09-06T02:45:33.353" v="306"/>
          <ac:inkMkLst>
            <pc:docMk/>
            <pc:sldMk cId="311871432" sldId="264"/>
            <ac:inkMk id="57" creationId="{541A0763-E837-6AE8-5F96-597EC4D8CCB4}"/>
          </ac:inkMkLst>
        </pc:inkChg>
        <pc:inkChg chg="add del reco">
          <ac:chgData name="Bhowmik, Sayan" userId="2b51cadb-156e-4c9a-99fc-6d2138739850" providerId="ADAL" clId="{5EF92313-F060-BF4A-94CE-E12D1F17E8B2}" dt="2023-09-06T02:45:33.369" v="315"/>
          <ac:inkMkLst>
            <pc:docMk/>
            <pc:sldMk cId="311871432" sldId="264"/>
            <ac:inkMk id="58" creationId="{5DD94BC9-70F8-DEB6-38A8-20C9D57189E4}"/>
          </ac:inkMkLst>
        </pc:inkChg>
        <pc:inkChg chg="add del">
          <ac:chgData name="Bhowmik, Sayan" userId="2b51cadb-156e-4c9a-99fc-6d2138739850" providerId="ADAL" clId="{5EF92313-F060-BF4A-94CE-E12D1F17E8B2}" dt="2023-09-06T02:30:15.489" v="161"/>
          <ac:inkMkLst>
            <pc:docMk/>
            <pc:sldMk cId="311871432" sldId="264"/>
            <ac:inkMk id="59" creationId="{871BC71C-47BC-1822-0ED7-A27E3F01B68B}"/>
          </ac:inkMkLst>
        </pc:inkChg>
        <pc:inkChg chg="add del">
          <ac:chgData name="Bhowmik, Sayan" userId="2b51cadb-156e-4c9a-99fc-6d2138739850" providerId="ADAL" clId="{5EF92313-F060-BF4A-94CE-E12D1F17E8B2}" dt="2023-09-06T02:30:15.489" v="161"/>
          <ac:inkMkLst>
            <pc:docMk/>
            <pc:sldMk cId="311871432" sldId="264"/>
            <ac:inkMk id="60" creationId="{274FB1B4-51E0-669C-ACF2-F0BF20F08E5B}"/>
          </ac:inkMkLst>
        </pc:inkChg>
        <pc:inkChg chg="add del">
          <ac:chgData name="Bhowmik, Sayan" userId="2b51cadb-156e-4c9a-99fc-6d2138739850" providerId="ADAL" clId="{5EF92313-F060-BF4A-94CE-E12D1F17E8B2}" dt="2023-09-06T02:30:15.489" v="161"/>
          <ac:inkMkLst>
            <pc:docMk/>
            <pc:sldMk cId="311871432" sldId="264"/>
            <ac:inkMk id="61" creationId="{6FBB7FD8-DDB8-301E-215E-CE986F994426}"/>
          </ac:inkMkLst>
        </pc:inkChg>
        <pc:inkChg chg="add del">
          <ac:chgData name="Bhowmik, Sayan" userId="2b51cadb-156e-4c9a-99fc-6d2138739850" providerId="ADAL" clId="{5EF92313-F060-BF4A-94CE-E12D1F17E8B2}" dt="2023-09-06T02:30:15.489" v="161"/>
          <ac:inkMkLst>
            <pc:docMk/>
            <pc:sldMk cId="311871432" sldId="264"/>
            <ac:inkMk id="62" creationId="{CD614220-D859-B4B8-50E9-E3C280AB6956}"/>
          </ac:inkMkLst>
        </pc:inkChg>
        <pc:inkChg chg="add del">
          <ac:chgData name="Bhowmik, Sayan" userId="2b51cadb-156e-4c9a-99fc-6d2138739850" providerId="ADAL" clId="{5EF92313-F060-BF4A-94CE-E12D1F17E8B2}" dt="2023-09-06T02:30:15.489" v="161"/>
          <ac:inkMkLst>
            <pc:docMk/>
            <pc:sldMk cId="311871432" sldId="264"/>
            <ac:inkMk id="63" creationId="{C5EBFD0A-A420-B320-C704-E321E66C0962}"/>
          </ac:inkMkLst>
        </pc:inkChg>
        <pc:inkChg chg="add del">
          <ac:chgData name="Bhowmik, Sayan" userId="2b51cadb-156e-4c9a-99fc-6d2138739850" providerId="ADAL" clId="{5EF92313-F060-BF4A-94CE-E12D1F17E8B2}" dt="2023-09-06T02:30:15.489" v="161"/>
          <ac:inkMkLst>
            <pc:docMk/>
            <pc:sldMk cId="311871432" sldId="264"/>
            <ac:inkMk id="64" creationId="{6CB7BCB5-D2F1-26DC-7D08-56BE12C82FFA}"/>
          </ac:inkMkLst>
        </pc:inkChg>
        <pc:inkChg chg="add del reco">
          <ac:chgData name="Bhowmik, Sayan" userId="2b51cadb-156e-4c9a-99fc-6d2138739850" providerId="ADAL" clId="{5EF92313-F060-BF4A-94CE-E12D1F17E8B2}" dt="2023-09-06T02:45:33.368" v="314"/>
          <ac:inkMkLst>
            <pc:docMk/>
            <pc:sldMk cId="311871432" sldId="264"/>
            <ac:inkMk id="65" creationId="{8ED7389D-E3C9-31BC-1558-D2EA0DC31F46}"/>
          </ac:inkMkLst>
        </pc:inkChg>
        <pc:inkChg chg="add del">
          <ac:chgData name="Bhowmik, Sayan" userId="2b51cadb-156e-4c9a-99fc-6d2138739850" providerId="ADAL" clId="{5EF92313-F060-BF4A-94CE-E12D1F17E8B2}" dt="2023-09-06T02:30:31.713" v="173"/>
          <ac:inkMkLst>
            <pc:docMk/>
            <pc:sldMk cId="311871432" sldId="264"/>
            <ac:inkMk id="66" creationId="{9BB40A2B-4070-D35F-6CA7-5F83AC56942E}"/>
          </ac:inkMkLst>
        </pc:inkChg>
        <pc:inkChg chg="add del">
          <ac:chgData name="Bhowmik, Sayan" userId="2b51cadb-156e-4c9a-99fc-6d2138739850" providerId="ADAL" clId="{5EF92313-F060-BF4A-94CE-E12D1F17E8B2}" dt="2023-09-06T02:30:31.713" v="173"/>
          <ac:inkMkLst>
            <pc:docMk/>
            <pc:sldMk cId="311871432" sldId="264"/>
            <ac:inkMk id="67" creationId="{8AD55B14-CF3E-ED73-26E3-7C9628FAA1A2}"/>
          </ac:inkMkLst>
        </pc:inkChg>
        <pc:inkChg chg="add del">
          <ac:chgData name="Bhowmik, Sayan" userId="2b51cadb-156e-4c9a-99fc-6d2138739850" providerId="ADAL" clId="{5EF92313-F060-BF4A-94CE-E12D1F17E8B2}" dt="2023-09-06T02:30:31.713" v="173"/>
          <ac:inkMkLst>
            <pc:docMk/>
            <pc:sldMk cId="311871432" sldId="264"/>
            <ac:inkMk id="68" creationId="{65BE410F-8848-C7AA-2BAF-1B853A22D115}"/>
          </ac:inkMkLst>
        </pc:inkChg>
        <pc:inkChg chg="add del">
          <ac:chgData name="Bhowmik, Sayan" userId="2b51cadb-156e-4c9a-99fc-6d2138739850" providerId="ADAL" clId="{5EF92313-F060-BF4A-94CE-E12D1F17E8B2}" dt="2023-09-06T02:30:31.713" v="173"/>
          <ac:inkMkLst>
            <pc:docMk/>
            <pc:sldMk cId="311871432" sldId="264"/>
            <ac:inkMk id="69" creationId="{A8FCF565-B2B5-A550-447F-07EE10A2458F}"/>
          </ac:inkMkLst>
        </pc:inkChg>
        <pc:inkChg chg="add del">
          <ac:chgData name="Bhowmik, Sayan" userId="2b51cadb-156e-4c9a-99fc-6d2138739850" providerId="ADAL" clId="{5EF92313-F060-BF4A-94CE-E12D1F17E8B2}" dt="2023-09-06T02:30:31.713" v="173"/>
          <ac:inkMkLst>
            <pc:docMk/>
            <pc:sldMk cId="311871432" sldId="264"/>
            <ac:inkMk id="70" creationId="{B098B385-34AF-7C2C-3A8E-EF0213755CD4}"/>
          </ac:inkMkLst>
        </pc:inkChg>
        <pc:inkChg chg="add del">
          <ac:chgData name="Bhowmik, Sayan" userId="2b51cadb-156e-4c9a-99fc-6d2138739850" providerId="ADAL" clId="{5EF92313-F060-BF4A-94CE-E12D1F17E8B2}" dt="2023-09-06T02:30:31.713" v="173"/>
          <ac:inkMkLst>
            <pc:docMk/>
            <pc:sldMk cId="311871432" sldId="264"/>
            <ac:inkMk id="71" creationId="{A0FCD340-84CF-E584-5E01-53D5FA46FD8E}"/>
          </ac:inkMkLst>
        </pc:inkChg>
        <pc:inkChg chg="add del">
          <ac:chgData name="Bhowmik, Sayan" userId="2b51cadb-156e-4c9a-99fc-6d2138739850" providerId="ADAL" clId="{5EF92313-F060-BF4A-94CE-E12D1F17E8B2}" dt="2023-09-06T02:30:31.713" v="173"/>
          <ac:inkMkLst>
            <pc:docMk/>
            <pc:sldMk cId="311871432" sldId="264"/>
            <ac:inkMk id="72" creationId="{6B838754-0A22-9E88-9C80-198B59A2BF8E}"/>
          </ac:inkMkLst>
        </pc:inkChg>
        <pc:inkChg chg="add del">
          <ac:chgData name="Bhowmik, Sayan" userId="2b51cadb-156e-4c9a-99fc-6d2138739850" providerId="ADAL" clId="{5EF92313-F060-BF4A-94CE-E12D1F17E8B2}" dt="2023-09-06T02:30:31.713" v="173"/>
          <ac:inkMkLst>
            <pc:docMk/>
            <pc:sldMk cId="311871432" sldId="264"/>
            <ac:inkMk id="73" creationId="{F67056EE-9F05-AE96-55A3-609D15D4C680}"/>
          </ac:inkMkLst>
        </pc:inkChg>
        <pc:inkChg chg="add del">
          <ac:chgData name="Bhowmik, Sayan" userId="2b51cadb-156e-4c9a-99fc-6d2138739850" providerId="ADAL" clId="{5EF92313-F060-BF4A-94CE-E12D1F17E8B2}" dt="2023-09-06T02:30:31.713" v="173"/>
          <ac:inkMkLst>
            <pc:docMk/>
            <pc:sldMk cId="311871432" sldId="264"/>
            <ac:inkMk id="74" creationId="{901EFC17-A3FD-5490-A3D7-7CBA58D960A5}"/>
          </ac:inkMkLst>
        </pc:inkChg>
        <pc:inkChg chg="add del">
          <ac:chgData name="Bhowmik, Sayan" userId="2b51cadb-156e-4c9a-99fc-6d2138739850" providerId="ADAL" clId="{5EF92313-F060-BF4A-94CE-E12D1F17E8B2}" dt="2023-09-06T02:45:33.366" v="313"/>
          <ac:inkMkLst>
            <pc:docMk/>
            <pc:sldMk cId="311871432" sldId="264"/>
            <ac:inkMk id="75" creationId="{B773203D-904D-1887-7480-DA1618067463}"/>
          </ac:inkMkLst>
        </pc:inkChg>
        <pc:inkChg chg="add del">
          <ac:chgData name="Bhowmik, Sayan" userId="2b51cadb-156e-4c9a-99fc-6d2138739850" providerId="ADAL" clId="{5EF92313-F060-BF4A-94CE-E12D1F17E8B2}" dt="2023-09-06T02:45:33.363" v="311"/>
          <ac:inkMkLst>
            <pc:docMk/>
            <pc:sldMk cId="311871432" sldId="264"/>
            <ac:inkMk id="76" creationId="{51C1ECCA-0DE0-94E6-CA10-D500F5CCA103}"/>
          </ac:inkMkLst>
        </pc:inkChg>
        <pc:inkChg chg="add del reco">
          <ac:chgData name="Bhowmik, Sayan" userId="2b51cadb-156e-4c9a-99fc-6d2138739850" providerId="ADAL" clId="{5EF92313-F060-BF4A-94CE-E12D1F17E8B2}" dt="2023-09-06T02:45:33.374" v="318"/>
          <ac:inkMkLst>
            <pc:docMk/>
            <pc:sldMk cId="311871432" sldId="264"/>
            <ac:inkMk id="77" creationId="{B5F53E6E-5032-E349-9F28-5076BAD5FAAE}"/>
          </ac:inkMkLst>
        </pc:inkChg>
        <pc:inkChg chg="add del">
          <ac:chgData name="Bhowmik, Sayan" userId="2b51cadb-156e-4c9a-99fc-6d2138739850" providerId="ADAL" clId="{5EF92313-F060-BF4A-94CE-E12D1F17E8B2}" dt="2023-09-06T02:30:37.869" v="176"/>
          <ac:inkMkLst>
            <pc:docMk/>
            <pc:sldMk cId="311871432" sldId="264"/>
            <ac:inkMk id="78" creationId="{814A51D5-47FB-AC4F-702F-ACB806BA207F}"/>
          </ac:inkMkLst>
        </pc:inkChg>
        <pc:inkChg chg="add del">
          <ac:chgData name="Bhowmik, Sayan" userId="2b51cadb-156e-4c9a-99fc-6d2138739850" providerId="ADAL" clId="{5EF92313-F060-BF4A-94CE-E12D1F17E8B2}" dt="2023-09-06T02:30:37.869" v="176"/>
          <ac:inkMkLst>
            <pc:docMk/>
            <pc:sldMk cId="311871432" sldId="264"/>
            <ac:inkMk id="79" creationId="{7B85DABC-34E9-A4C9-913B-018F8EF5FF40}"/>
          </ac:inkMkLst>
        </pc:inkChg>
        <pc:inkChg chg="add del reco">
          <ac:chgData name="Bhowmik, Sayan" userId="2b51cadb-156e-4c9a-99fc-6d2138739850" providerId="ADAL" clId="{5EF92313-F060-BF4A-94CE-E12D1F17E8B2}" dt="2023-09-06T02:45:33.357" v="308"/>
          <ac:inkMkLst>
            <pc:docMk/>
            <pc:sldMk cId="311871432" sldId="264"/>
            <ac:inkMk id="80" creationId="{3C75A6A3-3E25-DF38-44A2-5F476D3B0541}"/>
          </ac:inkMkLst>
        </pc:inkChg>
        <pc:inkChg chg="add del">
          <ac:chgData name="Bhowmik, Sayan" userId="2b51cadb-156e-4c9a-99fc-6d2138739850" providerId="ADAL" clId="{5EF92313-F060-BF4A-94CE-E12D1F17E8B2}" dt="2023-09-06T02:45:33.359" v="309"/>
          <ac:inkMkLst>
            <pc:docMk/>
            <pc:sldMk cId="311871432" sldId="264"/>
            <ac:inkMk id="81" creationId="{CAC28126-ADD9-C9BC-AF85-3A7C4A4E26CD}"/>
          </ac:inkMkLst>
        </pc:inkChg>
        <pc:inkChg chg="add del">
          <ac:chgData name="Bhowmik, Sayan" userId="2b51cadb-156e-4c9a-99fc-6d2138739850" providerId="ADAL" clId="{5EF92313-F060-BF4A-94CE-E12D1F17E8B2}" dt="2023-09-06T02:30:41.081" v="182"/>
          <ac:inkMkLst>
            <pc:docMk/>
            <pc:sldMk cId="311871432" sldId="264"/>
            <ac:inkMk id="82" creationId="{D9155D91-73B0-B7F5-C999-CDD0A6070E9D}"/>
          </ac:inkMkLst>
        </pc:inkChg>
        <pc:inkChg chg="add del">
          <ac:chgData name="Bhowmik, Sayan" userId="2b51cadb-156e-4c9a-99fc-6d2138739850" providerId="ADAL" clId="{5EF92313-F060-BF4A-94CE-E12D1F17E8B2}" dt="2023-09-06T02:30:41.081" v="182"/>
          <ac:inkMkLst>
            <pc:docMk/>
            <pc:sldMk cId="311871432" sldId="264"/>
            <ac:inkMk id="83" creationId="{CB7C722A-BC7F-44BF-A859-083935246831}"/>
          </ac:inkMkLst>
        </pc:inkChg>
        <pc:inkChg chg="add del">
          <ac:chgData name="Bhowmik, Sayan" userId="2b51cadb-156e-4c9a-99fc-6d2138739850" providerId="ADAL" clId="{5EF92313-F060-BF4A-94CE-E12D1F17E8B2}" dt="2023-09-06T02:30:41.081" v="182"/>
          <ac:inkMkLst>
            <pc:docMk/>
            <pc:sldMk cId="311871432" sldId="264"/>
            <ac:inkMk id="84" creationId="{180F522B-ACD2-74FB-6C9A-8836B6B0B248}"/>
          </ac:inkMkLst>
        </pc:inkChg>
        <pc:inkChg chg="add del">
          <ac:chgData name="Bhowmik, Sayan" userId="2b51cadb-156e-4c9a-99fc-6d2138739850" providerId="ADAL" clId="{5EF92313-F060-BF4A-94CE-E12D1F17E8B2}" dt="2023-09-06T02:30:41.081" v="182"/>
          <ac:inkMkLst>
            <pc:docMk/>
            <pc:sldMk cId="311871432" sldId="264"/>
            <ac:inkMk id="85" creationId="{84859C41-6EE8-1105-6D8F-3EAA0DFB43E5}"/>
          </ac:inkMkLst>
        </pc:inkChg>
        <pc:inkChg chg="add del reco">
          <ac:chgData name="Bhowmik, Sayan" userId="2b51cadb-156e-4c9a-99fc-6d2138739850" providerId="ADAL" clId="{5EF92313-F060-BF4A-94CE-E12D1F17E8B2}" dt="2023-09-06T02:45:33.361" v="310"/>
          <ac:inkMkLst>
            <pc:docMk/>
            <pc:sldMk cId="311871432" sldId="264"/>
            <ac:inkMk id="86" creationId="{C30F5964-F12D-D601-84FE-C3727A51138E}"/>
          </ac:inkMkLst>
        </pc:inkChg>
        <pc:inkChg chg="add del reco">
          <ac:chgData name="Bhowmik, Sayan" userId="2b51cadb-156e-4c9a-99fc-6d2138739850" providerId="ADAL" clId="{5EF92313-F060-BF4A-94CE-E12D1F17E8B2}" dt="2023-09-06T02:45:33.364" v="312"/>
          <ac:inkMkLst>
            <pc:docMk/>
            <pc:sldMk cId="311871432" sldId="264"/>
            <ac:inkMk id="87" creationId="{87255508-B08A-5336-5917-54EFB2A2C663}"/>
          </ac:inkMkLst>
        </pc:inkChg>
        <pc:inkChg chg="add del">
          <ac:chgData name="Bhowmik, Sayan" userId="2b51cadb-156e-4c9a-99fc-6d2138739850" providerId="ADAL" clId="{5EF92313-F060-BF4A-94CE-E12D1F17E8B2}" dt="2023-09-06T02:30:45.269" v="186"/>
          <ac:inkMkLst>
            <pc:docMk/>
            <pc:sldMk cId="311871432" sldId="264"/>
            <ac:inkMk id="88" creationId="{FC47E8C3-8C18-D4BB-BB7C-F6075A2752D8}"/>
          </ac:inkMkLst>
        </pc:inkChg>
        <pc:inkChg chg="add del">
          <ac:chgData name="Bhowmik, Sayan" userId="2b51cadb-156e-4c9a-99fc-6d2138739850" providerId="ADAL" clId="{5EF92313-F060-BF4A-94CE-E12D1F17E8B2}" dt="2023-09-06T02:30:45.269" v="186"/>
          <ac:inkMkLst>
            <pc:docMk/>
            <pc:sldMk cId="311871432" sldId="264"/>
            <ac:inkMk id="89" creationId="{90362FED-B064-8EA6-D0D2-AC64CFCD9814}"/>
          </ac:inkMkLst>
        </pc:inkChg>
        <pc:inkChg chg="add del">
          <ac:chgData name="Bhowmik, Sayan" userId="2b51cadb-156e-4c9a-99fc-6d2138739850" providerId="ADAL" clId="{5EF92313-F060-BF4A-94CE-E12D1F17E8B2}" dt="2023-09-06T02:30:45.269" v="186"/>
          <ac:inkMkLst>
            <pc:docMk/>
            <pc:sldMk cId="311871432" sldId="264"/>
            <ac:inkMk id="90" creationId="{9EB93F87-ED99-150C-500C-DC936442E882}"/>
          </ac:inkMkLst>
        </pc:inkChg>
        <pc:inkChg chg="add del reco">
          <ac:chgData name="Bhowmik, Sayan" userId="2b51cadb-156e-4c9a-99fc-6d2138739850" providerId="ADAL" clId="{5EF92313-F060-BF4A-94CE-E12D1F17E8B2}" dt="2023-09-06T02:45:33.372" v="317"/>
          <ac:inkMkLst>
            <pc:docMk/>
            <pc:sldMk cId="311871432" sldId="264"/>
            <ac:inkMk id="91" creationId="{9CA17D24-66AA-AF72-297E-DA35685E6249}"/>
          </ac:inkMkLst>
        </pc:inkChg>
        <pc:inkChg chg="add del">
          <ac:chgData name="Bhowmik, Sayan" userId="2b51cadb-156e-4c9a-99fc-6d2138739850" providerId="ADAL" clId="{5EF92313-F060-BF4A-94CE-E12D1F17E8B2}" dt="2023-09-06T02:45:33.355" v="307"/>
          <ac:inkMkLst>
            <pc:docMk/>
            <pc:sldMk cId="311871432" sldId="264"/>
            <ac:inkMk id="92" creationId="{48C73A57-8589-5DF0-4E6D-0FC7158A5DB4}"/>
          </ac:inkMkLst>
        </pc:inkChg>
        <pc:inkChg chg="add del">
          <ac:chgData name="Bhowmik, Sayan" userId="2b51cadb-156e-4c9a-99fc-6d2138739850" providerId="ADAL" clId="{5EF92313-F060-BF4A-94CE-E12D1F17E8B2}" dt="2023-09-06T02:45:33.371" v="316"/>
          <ac:inkMkLst>
            <pc:docMk/>
            <pc:sldMk cId="311871432" sldId="264"/>
            <ac:inkMk id="93" creationId="{95572A70-0055-4A2C-32D1-483B9EE42428}"/>
          </ac:inkMkLst>
        </pc:inkChg>
        <pc:inkChg chg="add del">
          <ac:chgData name="Bhowmik, Sayan" userId="2b51cadb-156e-4c9a-99fc-6d2138739850" providerId="ADAL" clId="{5EF92313-F060-BF4A-94CE-E12D1F17E8B2}" dt="2023-09-06T02:44:41.233" v="247"/>
          <ac:inkMkLst>
            <pc:docMk/>
            <pc:sldMk cId="311871432" sldId="264"/>
            <ac:inkMk id="94" creationId="{67C3A17B-11BB-BD8D-47AC-8DB2FC09C795}"/>
          </ac:inkMkLst>
        </pc:inkChg>
        <pc:inkChg chg="add del">
          <ac:chgData name="Bhowmik, Sayan" userId="2b51cadb-156e-4c9a-99fc-6d2138739850" providerId="ADAL" clId="{5EF92313-F060-BF4A-94CE-E12D1F17E8B2}" dt="2023-09-06T02:44:51.759" v="252"/>
          <ac:inkMkLst>
            <pc:docMk/>
            <pc:sldMk cId="311871432" sldId="264"/>
            <ac:inkMk id="95" creationId="{1DDC52A9-ECFE-D3BE-2DD6-F515D974AF0F}"/>
          </ac:inkMkLst>
        </pc:inkChg>
        <pc:inkChg chg="add del">
          <ac:chgData name="Bhowmik, Sayan" userId="2b51cadb-156e-4c9a-99fc-6d2138739850" providerId="ADAL" clId="{5EF92313-F060-BF4A-94CE-E12D1F17E8B2}" dt="2023-09-06T02:44:51.759" v="252"/>
          <ac:inkMkLst>
            <pc:docMk/>
            <pc:sldMk cId="311871432" sldId="264"/>
            <ac:inkMk id="96" creationId="{58A4BB91-91E5-150E-2C61-8D924208F9C7}"/>
          </ac:inkMkLst>
        </pc:inkChg>
        <pc:inkChg chg="add del">
          <ac:chgData name="Bhowmik, Sayan" userId="2b51cadb-156e-4c9a-99fc-6d2138739850" providerId="ADAL" clId="{5EF92313-F060-BF4A-94CE-E12D1F17E8B2}" dt="2023-09-06T02:44:51.759" v="252"/>
          <ac:inkMkLst>
            <pc:docMk/>
            <pc:sldMk cId="311871432" sldId="264"/>
            <ac:inkMk id="97" creationId="{EEAE92B7-3CCB-8C33-AF9F-959CEF55F005}"/>
          </ac:inkMkLst>
        </pc:inkChg>
        <pc:inkChg chg="add del">
          <ac:chgData name="Bhowmik, Sayan" userId="2b51cadb-156e-4c9a-99fc-6d2138739850" providerId="ADAL" clId="{5EF92313-F060-BF4A-94CE-E12D1F17E8B2}" dt="2023-09-06T02:44:51.759" v="252"/>
          <ac:inkMkLst>
            <pc:docMk/>
            <pc:sldMk cId="311871432" sldId="264"/>
            <ac:inkMk id="98" creationId="{2636794D-0583-3382-3AA5-98EF21B2829D}"/>
          </ac:inkMkLst>
        </pc:inkChg>
        <pc:inkChg chg="add reco">
          <ac:chgData name="Bhowmik, Sayan" userId="2b51cadb-156e-4c9a-99fc-6d2138739850" providerId="ADAL" clId="{5EF92313-F060-BF4A-94CE-E12D1F17E8B2}" dt="2023-09-06T02:44:51.759" v="252"/>
          <ac:inkMkLst>
            <pc:docMk/>
            <pc:sldMk cId="311871432" sldId="264"/>
            <ac:inkMk id="99" creationId="{57426537-12A1-03E1-1583-D1558FEBF181}"/>
          </ac:inkMkLst>
        </pc:inkChg>
        <pc:inkChg chg="add del">
          <ac:chgData name="Bhowmik, Sayan" userId="2b51cadb-156e-4c9a-99fc-6d2138739850" providerId="ADAL" clId="{5EF92313-F060-BF4A-94CE-E12D1F17E8B2}" dt="2023-09-06T02:44:57.407" v="258"/>
          <ac:inkMkLst>
            <pc:docMk/>
            <pc:sldMk cId="311871432" sldId="264"/>
            <ac:inkMk id="100" creationId="{6DAEBAEC-EFF8-6460-EA20-B5FC1BFE44DC}"/>
          </ac:inkMkLst>
        </pc:inkChg>
        <pc:inkChg chg="add del">
          <ac:chgData name="Bhowmik, Sayan" userId="2b51cadb-156e-4c9a-99fc-6d2138739850" providerId="ADAL" clId="{5EF92313-F060-BF4A-94CE-E12D1F17E8B2}" dt="2023-09-06T02:44:57.407" v="258"/>
          <ac:inkMkLst>
            <pc:docMk/>
            <pc:sldMk cId="311871432" sldId="264"/>
            <ac:inkMk id="101" creationId="{4B0A6EFF-4F68-93E6-0F33-43563A351D90}"/>
          </ac:inkMkLst>
        </pc:inkChg>
        <pc:inkChg chg="add del">
          <ac:chgData name="Bhowmik, Sayan" userId="2b51cadb-156e-4c9a-99fc-6d2138739850" providerId="ADAL" clId="{5EF92313-F060-BF4A-94CE-E12D1F17E8B2}" dt="2023-09-06T02:44:57.407" v="258"/>
          <ac:inkMkLst>
            <pc:docMk/>
            <pc:sldMk cId="311871432" sldId="264"/>
            <ac:inkMk id="102" creationId="{424454BF-534C-840C-2B66-C148A8FCEB09}"/>
          </ac:inkMkLst>
        </pc:inkChg>
        <pc:inkChg chg="add del">
          <ac:chgData name="Bhowmik, Sayan" userId="2b51cadb-156e-4c9a-99fc-6d2138739850" providerId="ADAL" clId="{5EF92313-F060-BF4A-94CE-E12D1F17E8B2}" dt="2023-09-06T02:44:57.407" v="258"/>
          <ac:inkMkLst>
            <pc:docMk/>
            <pc:sldMk cId="311871432" sldId="264"/>
            <ac:inkMk id="103" creationId="{809646B4-3CB7-C21E-0DED-595886C45B67}"/>
          </ac:inkMkLst>
        </pc:inkChg>
        <pc:inkChg chg="add del">
          <ac:chgData name="Bhowmik, Sayan" userId="2b51cadb-156e-4c9a-99fc-6d2138739850" providerId="ADAL" clId="{5EF92313-F060-BF4A-94CE-E12D1F17E8B2}" dt="2023-09-06T02:44:57.407" v="258"/>
          <ac:inkMkLst>
            <pc:docMk/>
            <pc:sldMk cId="311871432" sldId="264"/>
            <ac:inkMk id="104" creationId="{332E20CC-59C7-A5E5-B469-E56DA4632C45}"/>
          </ac:inkMkLst>
        </pc:inkChg>
        <pc:inkChg chg="add reco">
          <ac:chgData name="Bhowmik, Sayan" userId="2b51cadb-156e-4c9a-99fc-6d2138739850" providerId="ADAL" clId="{5EF92313-F060-BF4A-94CE-E12D1F17E8B2}" dt="2023-09-06T02:44:57.407" v="258"/>
          <ac:inkMkLst>
            <pc:docMk/>
            <pc:sldMk cId="311871432" sldId="264"/>
            <ac:inkMk id="105" creationId="{657298DD-4D6A-B8ED-C4B3-129375EA1446}"/>
          </ac:inkMkLst>
        </pc:inkChg>
        <pc:inkChg chg="add del">
          <ac:chgData name="Bhowmik, Sayan" userId="2b51cadb-156e-4c9a-99fc-6d2138739850" providerId="ADAL" clId="{5EF92313-F060-BF4A-94CE-E12D1F17E8B2}" dt="2023-09-06T02:45:03.037" v="266"/>
          <ac:inkMkLst>
            <pc:docMk/>
            <pc:sldMk cId="311871432" sldId="264"/>
            <ac:inkMk id="106" creationId="{52A8E095-C602-DA2F-F48F-C62D87F608CF}"/>
          </ac:inkMkLst>
        </pc:inkChg>
        <pc:inkChg chg="add del">
          <ac:chgData name="Bhowmik, Sayan" userId="2b51cadb-156e-4c9a-99fc-6d2138739850" providerId="ADAL" clId="{5EF92313-F060-BF4A-94CE-E12D1F17E8B2}" dt="2023-09-06T02:45:03.037" v="266"/>
          <ac:inkMkLst>
            <pc:docMk/>
            <pc:sldMk cId="311871432" sldId="264"/>
            <ac:inkMk id="107" creationId="{E15BDBB5-BA3D-ED5E-B0A8-5750CA635DEB}"/>
          </ac:inkMkLst>
        </pc:inkChg>
        <pc:inkChg chg="add del">
          <ac:chgData name="Bhowmik, Sayan" userId="2b51cadb-156e-4c9a-99fc-6d2138739850" providerId="ADAL" clId="{5EF92313-F060-BF4A-94CE-E12D1F17E8B2}" dt="2023-09-06T02:45:03.037" v="266"/>
          <ac:inkMkLst>
            <pc:docMk/>
            <pc:sldMk cId="311871432" sldId="264"/>
            <ac:inkMk id="108" creationId="{972DC5F1-E698-2F84-C5D0-3BADB2A4B85B}"/>
          </ac:inkMkLst>
        </pc:inkChg>
        <pc:inkChg chg="add del">
          <ac:chgData name="Bhowmik, Sayan" userId="2b51cadb-156e-4c9a-99fc-6d2138739850" providerId="ADAL" clId="{5EF92313-F060-BF4A-94CE-E12D1F17E8B2}" dt="2023-09-06T02:45:03.037" v="266"/>
          <ac:inkMkLst>
            <pc:docMk/>
            <pc:sldMk cId="311871432" sldId="264"/>
            <ac:inkMk id="109" creationId="{3E625155-5D15-DCB5-49B7-82C2DCFC6D63}"/>
          </ac:inkMkLst>
        </pc:inkChg>
        <pc:inkChg chg="add del">
          <ac:chgData name="Bhowmik, Sayan" userId="2b51cadb-156e-4c9a-99fc-6d2138739850" providerId="ADAL" clId="{5EF92313-F060-BF4A-94CE-E12D1F17E8B2}" dt="2023-09-06T02:45:03.037" v="266"/>
          <ac:inkMkLst>
            <pc:docMk/>
            <pc:sldMk cId="311871432" sldId="264"/>
            <ac:inkMk id="110" creationId="{17CA1546-114C-C34C-6F23-0BC014E79A88}"/>
          </ac:inkMkLst>
        </pc:inkChg>
        <pc:inkChg chg="add del">
          <ac:chgData name="Bhowmik, Sayan" userId="2b51cadb-156e-4c9a-99fc-6d2138739850" providerId="ADAL" clId="{5EF92313-F060-BF4A-94CE-E12D1F17E8B2}" dt="2023-09-06T02:45:03.037" v="266"/>
          <ac:inkMkLst>
            <pc:docMk/>
            <pc:sldMk cId="311871432" sldId="264"/>
            <ac:inkMk id="111" creationId="{8A50D999-F5EC-FAEC-89FF-B904770B0ABC}"/>
          </ac:inkMkLst>
        </pc:inkChg>
        <pc:inkChg chg="add del">
          <ac:chgData name="Bhowmik, Sayan" userId="2b51cadb-156e-4c9a-99fc-6d2138739850" providerId="ADAL" clId="{5EF92313-F060-BF4A-94CE-E12D1F17E8B2}" dt="2023-09-06T02:45:03.037" v="266"/>
          <ac:inkMkLst>
            <pc:docMk/>
            <pc:sldMk cId="311871432" sldId="264"/>
            <ac:inkMk id="112" creationId="{E86564FD-1368-F7A3-BC1F-EAAF32AEA0C3}"/>
          </ac:inkMkLst>
        </pc:inkChg>
        <pc:inkChg chg="add reco">
          <ac:chgData name="Bhowmik, Sayan" userId="2b51cadb-156e-4c9a-99fc-6d2138739850" providerId="ADAL" clId="{5EF92313-F060-BF4A-94CE-E12D1F17E8B2}" dt="2023-09-06T02:45:03.037" v="266"/>
          <ac:inkMkLst>
            <pc:docMk/>
            <pc:sldMk cId="311871432" sldId="264"/>
            <ac:inkMk id="113" creationId="{DD4166CF-FDBA-D5F7-A07E-F6FF5A88DF3B}"/>
          </ac:inkMkLst>
        </pc:inkChg>
        <pc:inkChg chg="add del">
          <ac:chgData name="Bhowmik, Sayan" userId="2b51cadb-156e-4c9a-99fc-6d2138739850" providerId="ADAL" clId="{5EF92313-F060-BF4A-94CE-E12D1F17E8B2}" dt="2023-09-06T02:45:08.744" v="277"/>
          <ac:inkMkLst>
            <pc:docMk/>
            <pc:sldMk cId="311871432" sldId="264"/>
            <ac:inkMk id="114" creationId="{7B356813-2CF1-9567-FD6E-C08E5A5FDC0B}"/>
          </ac:inkMkLst>
        </pc:inkChg>
        <pc:inkChg chg="add del">
          <ac:chgData name="Bhowmik, Sayan" userId="2b51cadb-156e-4c9a-99fc-6d2138739850" providerId="ADAL" clId="{5EF92313-F060-BF4A-94CE-E12D1F17E8B2}" dt="2023-09-06T02:45:08.744" v="277"/>
          <ac:inkMkLst>
            <pc:docMk/>
            <pc:sldMk cId="311871432" sldId="264"/>
            <ac:inkMk id="115" creationId="{0BE8F497-A549-02BB-EFD2-8418B2C17C68}"/>
          </ac:inkMkLst>
        </pc:inkChg>
        <pc:inkChg chg="add del">
          <ac:chgData name="Bhowmik, Sayan" userId="2b51cadb-156e-4c9a-99fc-6d2138739850" providerId="ADAL" clId="{5EF92313-F060-BF4A-94CE-E12D1F17E8B2}" dt="2023-09-06T02:45:08.744" v="277"/>
          <ac:inkMkLst>
            <pc:docMk/>
            <pc:sldMk cId="311871432" sldId="264"/>
            <ac:inkMk id="116" creationId="{417F7658-3C7F-5ADA-85E6-D2E666CE2EB0}"/>
          </ac:inkMkLst>
        </pc:inkChg>
        <pc:inkChg chg="add del">
          <ac:chgData name="Bhowmik, Sayan" userId="2b51cadb-156e-4c9a-99fc-6d2138739850" providerId="ADAL" clId="{5EF92313-F060-BF4A-94CE-E12D1F17E8B2}" dt="2023-09-06T02:45:08.744" v="277"/>
          <ac:inkMkLst>
            <pc:docMk/>
            <pc:sldMk cId="311871432" sldId="264"/>
            <ac:inkMk id="117" creationId="{B7279CB8-8DF3-E9A9-17F1-996F50EE2F9E}"/>
          </ac:inkMkLst>
        </pc:inkChg>
        <pc:inkChg chg="add del">
          <ac:chgData name="Bhowmik, Sayan" userId="2b51cadb-156e-4c9a-99fc-6d2138739850" providerId="ADAL" clId="{5EF92313-F060-BF4A-94CE-E12D1F17E8B2}" dt="2023-09-06T02:45:08.744" v="277"/>
          <ac:inkMkLst>
            <pc:docMk/>
            <pc:sldMk cId="311871432" sldId="264"/>
            <ac:inkMk id="118" creationId="{558F0F17-9BFB-244A-0673-C309C7BBF7AA}"/>
          </ac:inkMkLst>
        </pc:inkChg>
        <pc:inkChg chg="add del">
          <ac:chgData name="Bhowmik, Sayan" userId="2b51cadb-156e-4c9a-99fc-6d2138739850" providerId="ADAL" clId="{5EF92313-F060-BF4A-94CE-E12D1F17E8B2}" dt="2023-09-06T02:45:08.744" v="277"/>
          <ac:inkMkLst>
            <pc:docMk/>
            <pc:sldMk cId="311871432" sldId="264"/>
            <ac:inkMk id="119" creationId="{86A4BD9C-8096-2C4F-1BB6-E7CC24F5A145}"/>
          </ac:inkMkLst>
        </pc:inkChg>
        <pc:inkChg chg="add del">
          <ac:chgData name="Bhowmik, Sayan" userId="2b51cadb-156e-4c9a-99fc-6d2138739850" providerId="ADAL" clId="{5EF92313-F060-BF4A-94CE-E12D1F17E8B2}" dt="2023-09-06T02:45:08.744" v="277"/>
          <ac:inkMkLst>
            <pc:docMk/>
            <pc:sldMk cId="311871432" sldId="264"/>
            <ac:inkMk id="120" creationId="{E9BA44D4-6699-09E9-6CA7-DD7D9F304E48}"/>
          </ac:inkMkLst>
        </pc:inkChg>
        <pc:inkChg chg="add del">
          <ac:chgData name="Bhowmik, Sayan" userId="2b51cadb-156e-4c9a-99fc-6d2138739850" providerId="ADAL" clId="{5EF92313-F060-BF4A-94CE-E12D1F17E8B2}" dt="2023-09-06T02:45:08.744" v="277"/>
          <ac:inkMkLst>
            <pc:docMk/>
            <pc:sldMk cId="311871432" sldId="264"/>
            <ac:inkMk id="121" creationId="{3DE82935-9A82-2B7B-84BB-F29D3F1C2CBA}"/>
          </ac:inkMkLst>
        </pc:inkChg>
        <pc:inkChg chg="add del">
          <ac:chgData name="Bhowmik, Sayan" userId="2b51cadb-156e-4c9a-99fc-6d2138739850" providerId="ADAL" clId="{5EF92313-F060-BF4A-94CE-E12D1F17E8B2}" dt="2023-09-06T02:45:08.744" v="277"/>
          <ac:inkMkLst>
            <pc:docMk/>
            <pc:sldMk cId="311871432" sldId="264"/>
            <ac:inkMk id="122" creationId="{59AAA4C6-18B8-6665-395E-23D16029B094}"/>
          </ac:inkMkLst>
        </pc:inkChg>
        <pc:inkChg chg="add del">
          <ac:chgData name="Bhowmik, Sayan" userId="2b51cadb-156e-4c9a-99fc-6d2138739850" providerId="ADAL" clId="{5EF92313-F060-BF4A-94CE-E12D1F17E8B2}" dt="2023-09-06T02:45:08.744" v="277"/>
          <ac:inkMkLst>
            <pc:docMk/>
            <pc:sldMk cId="311871432" sldId="264"/>
            <ac:inkMk id="123" creationId="{6A00EAC6-D099-099B-4D29-FD206665B82E}"/>
          </ac:inkMkLst>
        </pc:inkChg>
        <pc:inkChg chg="add reco">
          <ac:chgData name="Bhowmik, Sayan" userId="2b51cadb-156e-4c9a-99fc-6d2138739850" providerId="ADAL" clId="{5EF92313-F060-BF4A-94CE-E12D1F17E8B2}" dt="2023-09-06T02:45:08.744" v="277"/>
          <ac:inkMkLst>
            <pc:docMk/>
            <pc:sldMk cId="311871432" sldId="264"/>
            <ac:inkMk id="124" creationId="{5019A07D-95DC-622A-530F-F7E674518ED4}"/>
          </ac:inkMkLst>
        </pc:inkChg>
        <pc:inkChg chg="add del">
          <ac:chgData name="Bhowmik, Sayan" userId="2b51cadb-156e-4c9a-99fc-6d2138739850" providerId="ADAL" clId="{5EF92313-F060-BF4A-94CE-E12D1F17E8B2}" dt="2023-09-06T02:45:13.716" v="289"/>
          <ac:inkMkLst>
            <pc:docMk/>
            <pc:sldMk cId="311871432" sldId="264"/>
            <ac:inkMk id="125" creationId="{8F56F692-31FE-7A55-7154-A1AFB1848744}"/>
          </ac:inkMkLst>
        </pc:inkChg>
        <pc:inkChg chg="add del">
          <ac:chgData name="Bhowmik, Sayan" userId="2b51cadb-156e-4c9a-99fc-6d2138739850" providerId="ADAL" clId="{5EF92313-F060-BF4A-94CE-E12D1F17E8B2}" dt="2023-09-06T02:45:13.716" v="289"/>
          <ac:inkMkLst>
            <pc:docMk/>
            <pc:sldMk cId="311871432" sldId="264"/>
            <ac:inkMk id="126" creationId="{64FF39A7-8D7A-4546-FA42-7533E987E6B4}"/>
          </ac:inkMkLst>
        </pc:inkChg>
        <pc:inkChg chg="add del">
          <ac:chgData name="Bhowmik, Sayan" userId="2b51cadb-156e-4c9a-99fc-6d2138739850" providerId="ADAL" clId="{5EF92313-F060-BF4A-94CE-E12D1F17E8B2}" dt="2023-09-06T02:45:13.716" v="289"/>
          <ac:inkMkLst>
            <pc:docMk/>
            <pc:sldMk cId="311871432" sldId="264"/>
            <ac:inkMk id="127" creationId="{4BB5991A-9016-F20A-1BDF-EF57DD381754}"/>
          </ac:inkMkLst>
        </pc:inkChg>
        <pc:inkChg chg="add del">
          <ac:chgData name="Bhowmik, Sayan" userId="2b51cadb-156e-4c9a-99fc-6d2138739850" providerId="ADAL" clId="{5EF92313-F060-BF4A-94CE-E12D1F17E8B2}" dt="2023-09-06T02:45:13.716" v="289"/>
          <ac:inkMkLst>
            <pc:docMk/>
            <pc:sldMk cId="311871432" sldId="264"/>
            <ac:inkMk id="128" creationId="{29B009DB-88CD-8119-36FB-6B1B3B948177}"/>
          </ac:inkMkLst>
        </pc:inkChg>
        <pc:inkChg chg="add del">
          <ac:chgData name="Bhowmik, Sayan" userId="2b51cadb-156e-4c9a-99fc-6d2138739850" providerId="ADAL" clId="{5EF92313-F060-BF4A-94CE-E12D1F17E8B2}" dt="2023-09-06T02:45:13.716" v="289"/>
          <ac:inkMkLst>
            <pc:docMk/>
            <pc:sldMk cId="311871432" sldId="264"/>
            <ac:inkMk id="129" creationId="{00F16246-D8C9-2D24-F476-4A442C4EC12D}"/>
          </ac:inkMkLst>
        </pc:inkChg>
        <pc:inkChg chg="add del">
          <ac:chgData name="Bhowmik, Sayan" userId="2b51cadb-156e-4c9a-99fc-6d2138739850" providerId="ADAL" clId="{5EF92313-F060-BF4A-94CE-E12D1F17E8B2}" dt="2023-09-06T02:45:13.716" v="289"/>
          <ac:inkMkLst>
            <pc:docMk/>
            <pc:sldMk cId="311871432" sldId="264"/>
            <ac:inkMk id="130" creationId="{B4D27A1C-682F-31E0-EDFF-FC895AFA612A}"/>
          </ac:inkMkLst>
        </pc:inkChg>
        <pc:inkChg chg="add del">
          <ac:chgData name="Bhowmik, Sayan" userId="2b51cadb-156e-4c9a-99fc-6d2138739850" providerId="ADAL" clId="{5EF92313-F060-BF4A-94CE-E12D1F17E8B2}" dt="2023-09-06T02:45:13.716" v="289"/>
          <ac:inkMkLst>
            <pc:docMk/>
            <pc:sldMk cId="311871432" sldId="264"/>
            <ac:inkMk id="131" creationId="{58F76926-A751-6CEC-14E1-DB60BF6F6F2F}"/>
          </ac:inkMkLst>
        </pc:inkChg>
        <pc:inkChg chg="add del">
          <ac:chgData name="Bhowmik, Sayan" userId="2b51cadb-156e-4c9a-99fc-6d2138739850" providerId="ADAL" clId="{5EF92313-F060-BF4A-94CE-E12D1F17E8B2}" dt="2023-09-06T02:45:13.716" v="289"/>
          <ac:inkMkLst>
            <pc:docMk/>
            <pc:sldMk cId="311871432" sldId="264"/>
            <ac:inkMk id="132" creationId="{C6A89F4D-D3C6-556D-79C2-05A308258AFE}"/>
          </ac:inkMkLst>
        </pc:inkChg>
        <pc:inkChg chg="add del">
          <ac:chgData name="Bhowmik, Sayan" userId="2b51cadb-156e-4c9a-99fc-6d2138739850" providerId="ADAL" clId="{5EF92313-F060-BF4A-94CE-E12D1F17E8B2}" dt="2023-09-06T02:45:13.716" v="289"/>
          <ac:inkMkLst>
            <pc:docMk/>
            <pc:sldMk cId="311871432" sldId="264"/>
            <ac:inkMk id="133" creationId="{F0F4A401-B543-2FD1-D7F5-217CA3BCE0F1}"/>
          </ac:inkMkLst>
        </pc:inkChg>
        <pc:inkChg chg="add del">
          <ac:chgData name="Bhowmik, Sayan" userId="2b51cadb-156e-4c9a-99fc-6d2138739850" providerId="ADAL" clId="{5EF92313-F060-BF4A-94CE-E12D1F17E8B2}" dt="2023-09-06T02:45:13.716" v="289"/>
          <ac:inkMkLst>
            <pc:docMk/>
            <pc:sldMk cId="311871432" sldId="264"/>
            <ac:inkMk id="134" creationId="{258A03E5-C730-80AB-3408-FC5976870E5D}"/>
          </ac:inkMkLst>
        </pc:inkChg>
        <pc:inkChg chg="add del">
          <ac:chgData name="Bhowmik, Sayan" userId="2b51cadb-156e-4c9a-99fc-6d2138739850" providerId="ADAL" clId="{5EF92313-F060-BF4A-94CE-E12D1F17E8B2}" dt="2023-09-06T02:45:13.716" v="289"/>
          <ac:inkMkLst>
            <pc:docMk/>
            <pc:sldMk cId="311871432" sldId="264"/>
            <ac:inkMk id="135" creationId="{1CB43DA5-7759-DD93-181A-D5A3BB3BCB12}"/>
          </ac:inkMkLst>
        </pc:inkChg>
        <pc:inkChg chg="add reco">
          <ac:chgData name="Bhowmik, Sayan" userId="2b51cadb-156e-4c9a-99fc-6d2138739850" providerId="ADAL" clId="{5EF92313-F060-BF4A-94CE-E12D1F17E8B2}" dt="2023-09-06T02:45:13.716" v="289"/>
          <ac:inkMkLst>
            <pc:docMk/>
            <pc:sldMk cId="311871432" sldId="264"/>
            <ac:inkMk id="136" creationId="{A7C41C7D-DB00-50FF-ACCD-4610FA771DF6}"/>
          </ac:inkMkLst>
        </pc:inkChg>
        <pc:inkChg chg="add reco">
          <ac:chgData name="Bhowmik, Sayan" userId="2b51cadb-156e-4c9a-99fc-6d2138739850" providerId="ADAL" clId="{5EF92313-F060-BF4A-94CE-E12D1F17E8B2}" dt="2023-09-06T02:45:13.716" v="289"/>
          <ac:inkMkLst>
            <pc:docMk/>
            <pc:sldMk cId="311871432" sldId="264"/>
            <ac:inkMk id="137" creationId="{D5CCFA43-AB88-7975-6E91-E98EA252BF89}"/>
          </ac:inkMkLst>
        </pc:inkChg>
        <pc:inkChg chg="add del">
          <ac:chgData name="Bhowmik, Sayan" userId="2b51cadb-156e-4c9a-99fc-6d2138739850" providerId="ADAL" clId="{5EF92313-F060-BF4A-94CE-E12D1F17E8B2}" dt="2023-09-06T02:45:17.467" v="295"/>
          <ac:inkMkLst>
            <pc:docMk/>
            <pc:sldMk cId="311871432" sldId="264"/>
            <ac:inkMk id="138" creationId="{2992442D-3252-6A2C-D29D-277231F0FBA0}"/>
          </ac:inkMkLst>
        </pc:inkChg>
        <pc:inkChg chg="add del">
          <ac:chgData name="Bhowmik, Sayan" userId="2b51cadb-156e-4c9a-99fc-6d2138739850" providerId="ADAL" clId="{5EF92313-F060-BF4A-94CE-E12D1F17E8B2}" dt="2023-09-06T02:45:17.467" v="295"/>
          <ac:inkMkLst>
            <pc:docMk/>
            <pc:sldMk cId="311871432" sldId="264"/>
            <ac:inkMk id="139" creationId="{5FD90B59-60F1-F24F-D66C-06500DCE69B3}"/>
          </ac:inkMkLst>
        </pc:inkChg>
        <pc:inkChg chg="add">
          <ac:chgData name="Bhowmik, Sayan" userId="2b51cadb-156e-4c9a-99fc-6d2138739850" providerId="ADAL" clId="{5EF92313-F060-BF4A-94CE-E12D1F17E8B2}" dt="2023-09-06T02:45:15.850" v="292"/>
          <ac:inkMkLst>
            <pc:docMk/>
            <pc:sldMk cId="311871432" sldId="264"/>
            <ac:inkMk id="140" creationId="{8149ACD9-8AA2-47F8-93F3-BD5D44305FA1}"/>
          </ac:inkMkLst>
        </pc:inkChg>
        <pc:inkChg chg="add del">
          <ac:chgData name="Bhowmik, Sayan" userId="2b51cadb-156e-4c9a-99fc-6d2138739850" providerId="ADAL" clId="{5EF92313-F060-BF4A-94CE-E12D1F17E8B2}" dt="2023-09-06T02:45:17.467" v="295"/>
          <ac:inkMkLst>
            <pc:docMk/>
            <pc:sldMk cId="311871432" sldId="264"/>
            <ac:inkMk id="141" creationId="{88E9ED71-7CA7-93CE-DAB2-F0D18AD2ECA4}"/>
          </ac:inkMkLst>
        </pc:inkChg>
        <pc:inkChg chg="add del">
          <ac:chgData name="Bhowmik, Sayan" userId="2b51cadb-156e-4c9a-99fc-6d2138739850" providerId="ADAL" clId="{5EF92313-F060-BF4A-94CE-E12D1F17E8B2}" dt="2023-09-06T02:45:17.467" v="295"/>
          <ac:inkMkLst>
            <pc:docMk/>
            <pc:sldMk cId="311871432" sldId="264"/>
            <ac:inkMk id="142" creationId="{6A9E7D6C-669D-CE30-2009-0696E1BBC3BE}"/>
          </ac:inkMkLst>
        </pc:inkChg>
        <pc:inkChg chg="add reco">
          <ac:chgData name="Bhowmik, Sayan" userId="2b51cadb-156e-4c9a-99fc-6d2138739850" providerId="ADAL" clId="{5EF92313-F060-BF4A-94CE-E12D1F17E8B2}" dt="2023-09-06T02:45:17.467" v="295"/>
          <ac:inkMkLst>
            <pc:docMk/>
            <pc:sldMk cId="311871432" sldId="264"/>
            <ac:inkMk id="143" creationId="{85F8DE95-C8F7-6F73-0C9C-939B62BCDBF4}"/>
          </ac:inkMkLst>
        </pc:inkChg>
        <pc:inkChg chg="add del">
          <ac:chgData name="Bhowmik, Sayan" userId="2b51cadb-156e-4c9a-99fc-6d2138739850" providerId="ADAL" clId="{5EF92313-F060-BF4A-94CE-E12D1F17E8B2}" dt="2023-09-06T02:45:19.030" v="298"/>
          <ac:inkMkLst>
            <pc:docMk/>
            <pc:sldMk cId="311871432" sldId="264"/>
            <ac:inkMk id="144" creationId="{1426D2D0-F2E2-27E7-1A9E-14E6A45FB3D3}"/>
          </ac:inkMkLst>
        </pc:inkChg>
        <pc:inkChg chg="add del">
          <ac:chgData name="Bhowmik, Sayan" userId="2b51cadb-156e-4c9a-99fc-6d2138739850" providerId="ADAL" clId="{5EF92313-F060-BF4A-94CE-E12D1F17E8B2}" dt="2023-09-06T02:45:19.030" v="298"/>
          <ac:inkMkLst>
            <pc:docMk/>
            <pc:sldMk cId="311871432" sldId="264"/>
            <ac:inkMk id="145" creationId="{24D36BA1-C6BF-577E-70C5-05778B6052F3}"/>
          </ac:inkMkLst>
        </pc:inkChg>
        <pc:inkChg chg="add reco">
          <ac:chgData name="Bhowmik, Sayan" userId="2b51cadb-156e-4c9a-99fc-6d2138739850" providerId="ADAL" clId="{5EF92313-F060-BF4A-94CE-E12D1F17E8B2}" dt="2023-09-06T02:45:19.030" v="298"/>
          <ac:inkMkLst>
            <pc:docMk/>
            <pc:sldMk cId="311871432" sldId="264"/>
            <ac:inkMk id="146" creationId="{113944C3-982F-766C-5A70-12B504A8F0C6}"/>
          </ac:inkMkLst>
        </pc:inkChg>
        <pc:inkChg chg="add del">
          <ac:chgData name="Bhowmik, Sayan" userId="2b51cadb-156e-4c9a-99fc-6d2138739850" providerId="ADAL" clId="{5EF92313-F060-BF4A-94CE-E12D1F17E8B2}" dt="2023-09-06T02:45:22.114" v="304"/>
          <ac:inkMkLst>
            <pc:docMk/>
            <pc:sldMk cId="311871432" sldId="264"/>
            <ac:inkMk id="147" creationId="{52493408-DBA1-436A-5629-17711CD63E5B}"/>
          </ac:inkMkLst>
        </pc:inkChg>
        <pc:inkChg chg="add del">
          <ac:chgData name="Bhowmik, Sayan" userId="2b51cadb-156e-4c9a-99fc-6d2138739850" providerId="ADAL" clId="{5EF92313-F060-BF4A-94CE-E12D1F17E8B2}" dt="2023-09-06T02:45:22.114" v="304"/>
          <ac:inkMkLst>
            <pc:docMk/>
            <pc:sldMk cId="311871432" sldId="264"/>
            <ac:inkMk id="148" creationId="{62E88BAA-F334-2E5E-74CA-1937486B5AEF}"/>
          </ac:inkMkLst>
        </pc:inkChg>
        <pc:inkChg chg="add del">
          <ac:chgData name="Bhowmik, Sayan" userId="2b51cadb-156e-4c9a-99fc-6d2138739850" providerId="ADAL" clId="{5EF92313-F060-BF4A-94CE-E12D1F17E8B2}" dt="2023-09-06T02:45:22.114" v="304"/>
          <ac:inkMkLst>
            <pc:docMk/>
            <pc:sldMk cId="311871432" sldId="264"/>
            <ac:inkMk id="149" creationId="{E1390423-5A78-DD8F-3A2E-0E282A48EA32}"/>
          </ac:inkMkLst>
        </pc:inkChg>
        <pc:inkChg chg="add del">
          <ac:chgData name="Bhowmik, Sayan" userId="2b51cadb-156e-4c9a-99fc-6d2138739850" providerId="ADAL" clId="{5EF92313-F060-BF4A-94CE-E12D1F17E8B2}" dt="2023-09-06T02:45:22.114" v="304"/>
          <ac:inkMkLst>
            <pc:docMk/>
            <pc:sldMk cId="311871432" sldId="264"/>
            <ac:inkMk id="150" creationId="{F6BA87BC-D30D-D1CF-EB40-484A5222C867}"/>
          </ac:inkMkLst>
        </pc:inkChg>
        <pc:inkChg chg="add del">
          <ac:chgData name="Bhowmik, Sayan" userId="2b51cadb-156e-4c9a-99fc-6d2138739850" providerId="ADAL" clId="{5EF92313-F060-BF4A-94CE-E12D1F17E8B2}" dt="2023-09-06T02:45:22.114" v="304"/>
          <ac:inkMkLst>
            <pc:docMk/>
            <pc:sldMk cId="311871432" sldId="264"/>
            <ac:inkMk id="151" creationId="{C15C12E3-21BF-420A-5620-4FEA41C367C1}"/>
          </ac:inkMkLst>
        </pc:inkChg>
        <pc:inkChg chg="add reco">
          <ac:chgData name="Bhowmik, Sayan" userId="2b51cadb-156e-4c9a-99fc-6d2138739850" providerId="ADAL" clId="{5EF92313-F060-BF4A-94CE-E12D1F17E8B2}" dt="2023-09-06T02:45:22.114" v="304"/>
          <ac:inkMkLst>
            <pc:docMk/>
            <pc:sldMk cId="311871432" sldId="264"/>
            <ac:inkMk id="152" creationId="{E8763A3F-A58E-D84E-94CF-514E05072A8B}"/>
          </ac:inkMkLst>
        </pc:inkChg>
        <pc:inkChg chg="add reco">
          <ac:chgData name="Bhowmik, Sayan" userId="2b51cadb-156e-4c9a-99fc-6d2138739850" providerId="ADAL" clId="{5EF92313-F060-BF4A-94CE-E12D1F17E8B2}" dt="2023-09-06T02:45:22.114" v="304"/>
          <ac:inkMkLst>
            <pc:docMk/>
            <pc:sldMk cId="311871432" sldId="264"/>
            <ac:inkMk id="153" creationId="{C921D209-9131-31A0-4C87-42BEAA2F9E1B}"/>
          </ac:inkMkLst>
        </pc:inkChg>
        <pc:inkChg chg="add del">
          <ac:chgData name="Bhowmik, Sayan" userId="2b51cadb-156e-4c9a-99fc-6d2138739850" providerId="ADAL" clId="{5EF92313-F060-BF4A-94CE-E12D1F17E8B2}" dt="2023-09-06T02:48:39.231" v="421"/>
          <ac:inkMkLst>
            <pc:docMk/>
            <pc:sldMk cId="311871432" sldId="264"/>
            <ac:inkMk id="154" creationId="{A947FCE1-874D-AD5E-9C2F-C2B6C5674958}"/>
          </ac:inkMkLst>
        </pc:inkChg>
        <pc:inkChg chg="add del">
          <ac:chgData name="Bhowmik, Sayan" userId="2b51cadb-156e-4c9a-99fc-6d2138739850" providerId="ADAL" clId="{5EF92313-F060-BF4A-94CE-E12D1F17E8B2}" dt="2023-09-06T02:49:22.494" v="427"/>
          <ac:inkMkLst>
            <pc:docMk/>
            <pc:sldMk cId="311871432" sldId="264"/>
            <ac:inkMk id="155" creationId="{E2DAAEA9-5217-3408-1A32-C1C4997DFA02}"/>
          </ac:inkMkLst>
        </pc:inkChg>
        <pc:inkChg chg="add">
          <ac:chgData name="Bhowmik, Sayan" userId="2b51cadb-156e-4c9a-99fc-6d2138739850" providerId="ADAL" clId="{5EF92313-F060-BF4A-94CE-E12D1F17E8B2}" dt="2023-09-06T02:49:24.946" v="428"/>
          <ac:inkMkLst>
            <pc:docMk/>
            <pc:sldMk cId="311871432" sldId="264"/>
            <ac:inkMk id="156" creationId="{46F28B33-62C3-FBBF-3C28-9419CD515EC9}"/>
          </ac:inkMkLst>
        </pc:inkChg>
      </pc:sldChg>
      <pc:sldChg chg="addSp delSp modSp">
        <pc:chgData name="Bhowmik, Sayan" userId="2b51cadb-156e-4c9a-99fc-6d2138739850" providerId="ADAL" clId="{5EF92313-F060-BF4A-94CE-E12D1F17E8B2}" dt="2023-09-06T02:51:06.299" v="470"/>
        <pc:sldMkLst>
          <pc:docMk/>
          <pc:sldMk cId="2080112632" sldId="265"/>
        </pc:sldMkLst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3" creationId="{E931EAEF-8323-C46C-6658-2972B3C98928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5" creationId="{65549FBE-469B-33BA-58ED-1911BBC3A338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6" creationId="{5DF9BBC7-EC36-CE9D-3F76-4655C01B83A6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7" creationId="{F54DD6D1-AD3E-2C34-F5B2-C930E8CF5C15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8" creationId="{F3BF670A-193D-05B2-D274-DADBCE1E1884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9" creationId="{2EF9B819-C148-B764-E4FD-6817D93BAADA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10" creationId="{96348CC3-B74F-1D46-0443-2D9A151ED473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11" creationId="{5EA5E0E0-9A90-012C-3B19-30D657211BF6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12" creationId="{5950B2D8-B49B-50C7-D2EB-688219534009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13" creationId="{6B4828C1-2FD4-9722-1CC8-AF6F49960A29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14" creationId="{752739E5-E052-D42E-E02C-B2104461CC49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15" creationId="{98160CD7-7767-8CC8-1669-2E7A0A12EA2A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16" creationId="{31EEA72F-F054-0134-15DA-29B4FBB4F3B2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17" creationId="{480FF948-2FA0-9811-BFED-61228ABCD5BB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18" creationId="{5815504F-3D33-14F8-8970-C6173C348F02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19" creationId="{2500D15D-845E-AA96-9F5B-B90038192799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20" creationId="{0119D66F-3554-4FEA-4489-89EA77B4656C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21" creationId="{7919BBEF-396D-4D57-F975-816788697AE9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22" creationId="{96E29F0D-7EF5-E698-5101-C370ACCB976C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23" creationId="{12CE5C0F-CE4C-3A26-142E-C6B0A156D8C9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24" creationId="{82118751-3986-A7EF-0D96-1DC5A888EF23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25" creationId="{23540DD7-2C5C-20F2-DE9C-4306A634E63B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26" creationId="{962787A7-3596-3B11-32B8-0EAE568AE772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27" creationId="{C2DEBBEA-8CEB-677A-73DB-F57A47138948}"/>
          </ac:inkMkLst>
        </pc:inkChg>
        <pc:inkChg chg="add del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28" creationId="{E4FBD5A5-2097-76F1-4B27-C6199BF08BDD}"/>
          </ac:inkMkLst>
        </pc:inkChg>
        <pc:inkChg chg="add reco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29" creationId="{FBF4BE47-FC89-12C9-B111-8A276C7C8EE2}"/>
          </ac:inkMkLst>
        </pc:inkChg>
        <pc:inkChg chg="add reco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30" creationId="{B800F536-A318-E305-FBE5-A13A091F1AB1}"/>
          </ac:inkMkLst>
        </pc:inkChg>
        <pc:inkChg chg="add reco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31" creationId="{0652CE50-7CA3-5864-6DBA-3D8BF67433FF}"/>
          </ac:inkMkLst>
        </pc:inkChg>
        <pc:inkChg chg="add reco">
          <ac:chgData name="Bhowmik, Sayan" userId="2b51cadb-156e-4c9a-99fc-6d2138739850" providerId="ADAL" clId="{5EF92313-F060-BF4A-94CE-E12D1F17E8B2}" dt="2023-09-06T02:46:37.685" v="351"/>
          <ac:inkMkLst>
            <pc:docMk/>
            <pc:sldMk cId="2080112632" sldId="265"/>
            <ac:inkMk id="32" creationId="{B91AC85E-536F-BE6F-F189-9ED263AFB538}"/>
          </ac:inkMkLst>
        </pc:inkChg>
        <pc:inkChg chg="add del">
          <ac:chgData name="Bhowmik, Sayan" userId="2b51cadb-156e-4c9a-99fc-6d2138739850" providerId="ADAL" clId="{5EF92313-F060-BF4A-94CE-E12D1F17E8B2}" dt="2023-09-06T02:47:09.023" v="355"/>
          <ac:inkMkLst>
            <pc:docMk/>
            <pc:sldMk cId="2080112632" sldId="265"/>
            <ac:inkMk id="33" creationId="{49B0404A-A2FA-F348-A601-44C7D22AEC6F}"/>
          </ac:inkMkLst>
        </pc:inkChg>
        <pc:inkChg chg="add del">
          <ac:chgData name="Bhowmik, Sayan" userId="2b51cadb-156e-4c9a-99fc-6d2138739850" providerId="ADAL" clId="{5EF92313-F060-BF4A-94CE-E12D1F17E8B2}" dt="2023-09-06T02:47:09.023" v="355"/>
          <ac:inkMkLst>
            <pc:docMk/>
            <pc:sldMk cId="2080112632" sldId="265"/>
            <ac:inkMk id="34" creationId="{F76EF6B7-597C-01EE-4F5F-DD04E2F3D1B4}"/>
          </ac:inkMkLst>
        </pc:inkChg>
        <pc:inkChg chg="add del">
          <ac:chgData name="Bhowmik, Sayan" userId="2b51cadb-156e-4c9a-99fc-6d2138739850" providerId="ADAL" clId="{5EF92313-F060-BF4A-94CE-E12D1F17E8B2}" dt="2023-09-06T02:47:09.023" v="355"/>
          <ac:inkMkLst>
            <pc:docMk/>
            <pc:sldMk cId="2080112632" sldId="265"/>
            <ac:inkMk id="35" creationId="{C17E6D94-F8C8-09EC-E97B-E59E44563508}"/>
          </ac:inkMkLst>
        </pc:inkChg>
        <pc:inkChg chg="add reco">
          <ac:chgData name="Bhowmik, Sayan" userId="2b51cadb-156e-4c9a-99fc-6d2138739850" providerId="ADAL" clId="{5EF92313-F060-BF4A-94CE-E12D1F17E8B2}" dt="2023-09-06T02:47:09.023" v="355"/>
          <ac:inkMkLst>
            <pc:docMk/>
            <pc:sldMk cId="2080112632" sldId="265"/>
            <ac:inkMk id="36" creationId="{7D1C76CD-2A01-E893-8147-8C7CFEAD64C8}"/>
          </ac:inkMkLst>
        </pc:inkChg>
        <pc:inkChg chg="add del">
          <ac:chgData name="Bhowmik, Sayan" userId="2b51cadb-156e-4c9a-99fc-6d2138739850" providerId="ADAL" clId="{5EF92313-F060-BF4A-94CE-E12D1F17E8B2}" dt="2023-09-06T02:47:12.689" v="360"/>
          <ac:inkMkLst>
            <pc:docMk/>
            <pc:sldMk cId="2080112632" sldId="265"/>
            <ac:inkMk id="37" creationId="{D27E6900-8FE3-0917-DBC5-BF02D0B68690}"/>
          </ac:inkMkLst>
        </pc:inkChg>
        <pc:inkChg chg="add del">
          <ac:chgData name="Bhowmik, Sayan" userId="2b51cadb-156e-4c9a-99fc-6d2138739850" providerId="ADAL" clId="{5EF92313-F060-BF4A-94CE-E12D1F17E8B2}" dt="2023-09-06T02:47:12.689" v="360"/>
          <ac:inkMkLst>
            <pc:docMk/>
            <pc:sldMk cId="2080112632" sldId="265"/>
            <ac:inkMk id="38" creationId="{1379BB1C-D500-3E73-A89F-A8AD43E264ED}"/>
          </ac:inkMkLst>
        </pc:inkChg>
        <pc:inkChg chg="add del">
          <ac:chgData name="Bhowmik, Sayan" userId="2b51cadb-156e-4c9a-99fc-6d2138739850" providerId="ADAL" clId="{5EF92313-F060-BF4A-94CE-E12D1F17E8B2}" dt="2023-09-06T02:47:12.689" v="360"/>
          <ac:inkMkLst>
            <pc:docMk/>
            <pc:sldMk cId="2080112632" sldId="265"/>
            <ac:inkMk id="39" creationId="{87DA3DD6-3184-2982-F51E-C3C55FA94DA4}"/>
          </ac:inkMkLst>
        </pc:inkChg>
        <pc:inkChg chg="add del">
          <ac:chgData name="Bhowmik, Sayan" userId="2b51cadb-156e-4c9a-99fc-6d2138739850" providerId="ADAL" clId="{5EF92313-F060-BF4A-94CE-E12D1F17E8B2}" dt="2023-09-06T02:47:12.689" v="360"/>
          <ac:inkMkLst>
            <pc:docMk/>
            <pc:sldMk cId="2080112632" sldId="265"/>
            <ac:inkMk id="40" creationId="{7362ACB9-ADA8-F59A-AD33-CC57187801AD}"/>
          </ac:inkMkLst>
        </pc:inkChg>
        <pc:inkChg chg="add reco">
          <ac:chgData name="Bhowmik, Sayan" userId="2b51cadb-156e-4c9a-99fc-6d2138739850" providerId="ADAL" clId="{5EF92313-F060-BF4A-94CE-E12D1F17E8B2}" dt="2023-09-06T02:47:12.689" v="360"/>
          <ac:inkMkLst>
            <pc:docMk/>
            <pc:sldMk cId="2080112632" sldId="265"/>
            <ac:inkMk id="41" creationId="{A84B69E5-6E9B-E744-6A9B-83ECE3F3C192}"/>
          </ac:inkMkLst>
        </pc:inkChg>
        <pc:inkChg chg="add del">
          <ac:chgData name="Bhowmik, Sayan" userId="2b51cadb-156e-4c9a-99fc-6d2138739850" providerId="ADAL" clId="{5EF92313-F060-BF4A-94CE-E12D1F17E8B2}" dt="2023-09-06T02:47:15.862" v="364"/>
          <ac:inkMkLst>
            <pc:docMk/>
            <pc:sldMk cId="2080112632" sldId="265"/>
            <ac:inkMk id="42" creationId="{4B918227-7076-06D0-669E-A68A9B47C322}"/>
          </ac:inkMkLst>
        </pc:inkChg>
        <pc:inkChg chg="add del">
          <ac:chgData name="Bhowmik, Sayan" userId="2b51cadb-156e-4c9a-99fc-6d2138739850" providerId="ADAL" clId="{5EF92313-F060-BF4A-94CE-E12D1F17E8B2}" dt="2023-09-06T02:47:15.862" v="364"/>
          <ac:inkMkLst>
            <pc:docMk/>
            <pc:sldMk cId="2080112632" sldId="265"/>
            <ac:inkMk id="43" creationId="{1CC39E86-9DF8-CCCF-6424-CDA3EE152349}"/>
          </ac:inkMkLst>
        </pc:inkChg>
        <pc:inkChg chg="add del">
          <ac:chgData name="Bhowmik, Sayan" userId="2b51cadb-156e-4c9a-99fc-6d2138739850" providerId="ADAL" clId="{5EF92313-F060-BF4A-94CE-E12D1F17E8B2}" dt="2023-09-06T02:47:15.862" v="364"/>
          <ac:inkMkLst>
            <pc:docMk/>
            <pc:sldMk cId="2080112632" sldId="265"/>
            <ac:inkMk id="44" creationId="{AB36A480-B581-0EB7-8DA2-4D0CBC4FD3C9}"/>
          </ac:inkMkLst>
        </pc:inkChg>
        <pc:inkChg chg="add reco">
          <ac:chgData name="Bhowmik, Sayan" userId="2b51cadb-156e-4c9a-99fc-6d2138739850" providerId="ADAL" clId="{5EF92313-F060-BF4A-94CE-E12D1F17E8B2}" dt="2023-09-06T02:47:15.862" v="364"/>
          <ac:inkMkLst>
            <pc:docMk/>
            <pc:sldMk cId="2080112632" sldId="265"/>
            <ac:inkMk id="45" creationId="{EA0EF725-4989-6290-B3F5-9AD6A55C7733}"/>
          </ac:inkMkLst>
        </pc:inkChg>
        <pc:inkChg chg="add del">
          <ac:chgData name="Bhowmik, Sayan" userId="2b51cadb-156e-4c9a-99fc-6d2138739850" providerId="ADAL" clId="{5EF92313-F060-BF4A-94CE-E12D1F17E8B2}" dt="2023-09-06T02:47:18.837" v="368"/>
          <ac:inkMkLst>
            <pc:docMk/>
            <pc:sldMk cId="2080112632" sldId="265"/>
            <ac:inkMk id="46" creationId="{629AB320-00E1-EC09-62D0-39CD21957F54}"/>
          </ac:inkMkLst>
        </pc:inkChg>
        <pc:inkChg chg="add del">
          <ac:chgData name="Bhowmik, Sayan" userId="2b51cadb-156e-4c9a-99fc-6d2138739850" providerId="ADAL" clId="{5EF92313-F060-BF4A-94CE-E12D1F17E8B2}" dt="2023-09-06T02:47:18.837" v="368"/>
          <ac:inkMkLst>
            <pc:docMk/>
            <pc:sldMk cId="2080112632" sldId="265"/>
            <ac:inkMk id="47" creationId="{0F25B7ED-8DA3-94EA-CE2F-955972F1560F}"/>
          </ac:inkMkLst>
        </pc:inkChg>
        <pc:inkChg chg="add del">
          <ac:chgData name="Bhowmik, Sayan" userId="2b51cadb-156e-4c9a-99fc-6d2138739850" providerId="ADAL" clId="{5EF92313-F060-BF4A-94CE-E12D1F17E8B2}" dt="2023-09-06T02:47:18.837" v="368"/>
          <ac:inkMkLst>
            <pc:docMk/>
            <pc:sldMk cId="2080112632" sldId="265"/>
            <ac:inkMk id="48" creationId="{7A318227-4877-B0AC-74FA-B77EE114FE32}"/>
          </ac:inkMkLst>
        </pc:inkChg>
        <pc:inkChg chg="add reco">
          <ac:chgData name="Bhowmik, Sayan" userId="2b51cadb-156e-4c9a-99fc-6d2138739850" providerId="ADAL" clId="{5EF92313-F060-BF4A-94CE-E12D1F17E8B2}" dt="2023-09-06T02:47:18.837" v="368"/>
          <ac:inkMkLst>
            <pc:docMk/>
            <pc:sldMk cId="2080112632" sldId="265"/>
            <ac:inkMk id="49" creationId="{DB2BFFD1-9C98-D0F4-8D9E-4A3D7A44DAFC}"/>
          </ac:inkMkLst>
        </pc:inkChg>
        <pc:inkChg chg="add del">
          <ac:chgData name="Bhowmik, Sayan" userId="2b51cadb-156e-4c9a-99fc-6d2138739850" providerId="ADAL" clId="{5EF92313-F060-BF4A-94CE-E12D1F17E8B2}" dt="2023-09-06T02:47:24.128" v="376"/>
          <ac:inkMkLst>
            <pc:docMk/>
            <pc:sldMk cId="2080112632" sldId="265"/>
            <ac:inkMk id="50" creationId="{D8248FE4-9878-B8CF-71D1-F4061FC26EBE}"/>
          </ac:inkMkLst>
        </pc:inkChg>
        <pc:inkChg chg="add del">
          <ac:chgData name="Bhowmik, Sayan" userId="2b51cadb-156e-4c9a-99fc-6d2138739850" providerId="ADAL" clId="{5EF92313-F060-BF4A-94CE-E12D1F17E8B2}" dt="2023-09-06T02:47:24.128" v="376"/>
          <ac:inkMkLst>
            <pc:docMk/>
            <pc:sldMk cId="2080112632" sldId="265"/>
            <ac:inkMk id="51" creationId="{DA0C5B7B-2D51-B167-7B51-17C948AAE024}"/>
          </ac:inkMkLst>
        </pc:inkChg>
        <pc:inkChg chg="add del">
          <ac:chgData name="Bhowmik, Sayan" userId="2b51cadb-156e-4c9a-99fc-6d2138739850" providerId="ADAL" clId="{5EF92313-F060-BF4A-94CE-E12D1F17E8B2}" dt="2023-09-06T02:47:24.128" v="376"/>
          <ac:inkMkLst>
            <pc:docMk/>
            <pc:sldMk cId="2080112632" sldId="265"/>
            <ac:inkMk id="52" creationId="{3F0E39D2-1C4C-5DEB-265D-1D4DB0FC99DF}"/>
          </ac:inkMkLst>
        </pc:inkChg>
        <pc:inkChg chg="add del">
          <ac:chgData name="Bhowmik, Sayan" userId="2b51cadb-156e-4c9a-99fc-6d2138739850" providerId="ADAL" clId="{5EF92313-F060-BF4A-94CE-E12D1F17E8B2}" dt="2023-09-06T02:47:24.128" v="376"/>
          <ac:inkMkLst>
            <pc:docMk/>
            <pc:sldMk cId="2080112632" sldId="265"/>
            <ac:inkMk id="53" creationId="{76C317CD-6803-CA14-30B2-F1E6192876C8}"/>
          </ac:inkMkLst>
        </pc:inkChg>
        <pc:inkChg chg="add del">
          <ac:chgData name="Bhowmik, Sayan" userId="2b51cadb-156e-4c9a-99fc-6d2138739850" providerId="ADAL" clId="{5EF92313-F060-BF4A-94CE-E12D1F17E8B2}" dt="2023-09-06T02:47:24.128" v="376"/>
          <ac:inkMkLst>
            <pc:docMk/>
            <pc:sldMk cId="2080112632" sldId="265"/>
            <ac:inkMk id="54" creationId="{8D5E4A3C-D048-A149-D1B4-590EF8AD25F4}"/>
          </ac:inkMkLst>
        </pc:inkChg>
        <pc:inkChg chg="add del">
          <ac:chgData name="Bhowmik, Sayan" userId="2b51cadb-156e-4c9a-99fc-6d2138739850" providerId="ADAL" clId="{5EF92313-F060-BF4A-94CE-E12D1F17E8B2}" dt="2023-09-06T02:47:24.128" v="376"/>
          <ac:inkMkLst>
            <pc:docMk/>
            <pc:sldMk cId="2080112632" sldId="265"/>
            <ac:inkMk id="55" creationId="{093E3FB6-6DEE-0FA9-ACEA-7CF5D9CB7460}"/>
          </ac:inkMkLst>
        </pc:inkChg>
        <pc:inkChg chg="add del">
          <ac:chgData name="Bhowmik, Sayan" userId="2b51cadb-156e-4c9a-99fc-6d2138739850" providerId="ADAL" clId="{5EF92313-F060-BF4A-94CE-E12D1F17E8B2}" dt="2023-09-06T02:47:24.128" v="376"/>
          <ac:inkMkLst>
            <pc:docMk/>
            <pc:sldMk cId="2080112632" sldId="265"/>
            <ac:inkMk id="56" creationId="{68A941F8-FBEA-821B-EB92-D979053C9D7B}"/>
          </ac:inkMkLst>
        </pc:inkChg>
        <pc:inkChg chg="add reco">
          <ac:chgData name="Bhowmik, Sayan" userId="2b51cadb-156e-4c9a-99fc-6d2138739850" providerId="ADAL" clId="{5EF92313-F060-BF4A-94CE-E12D1F17E8B2}" dt="2023-09-06T02:47:24.128" v="376"/>
          <ac:inkMkLst>
            <pc:docMk/>
            <pc:sldMk cId="2080112632" sldId="265"/>
            <ac:inkMk id="57" creationId="{442CDFCF-AB64-BDCD-C5FF-1C2FB2A512F9}"/>
          </ac:inkMkLst>
        </pc:inkChg>
        <pc:inkChg chg="add del">
          <ac:chgData name="Bhowmik, Sayan" userId="2b51cadb-156e-4c9a-99fc-6d2138739850" providerId="ADAL" clId="{5EF92313-F060-BF4A-94CE-E12D1F17E8B2}" dt="2023-09-06T02:47:26.724" v="380"/>
          <ac:inkMkLst>
            <pc:docMk/>
            <pc:sldMk cId="2080112632" sldId="265"/>
            <ac:inkMk id="58" creationId="{6D2F28A3-2CA3-EE8C-B07F-52A0AA85A277}"/>
          </ac:inkMkLst>
        </pc:inkChg>
        <pc:inkChg chg="add del">
          <ac:chgData name="Bhowmik, Sayan" userId="2b51cadb-156e-4c9a-99fc-6d2138739850" providerId="ADAL" clId="{5EF92313-F060-BF4A-94CE-E12D1F17E8B2}" dt="2023-09-06T02:47:26.724" v="380"/>
          <ac:inkMkLst>
            <pc:docMk/>
            <pc:sldMk cId="2080112632" sldId="265"/>
            <ac:inkMk id="59" creationId="{B2B90E99-0CC6-042A-BF76-D571AA8A923A}"/>
          </ac:inkMkLst>
        </pc:inkChg>
        <pc:inkChg chg="add del">
          <ac:chgData name="Bhowmik, Sayan" userId="2b51cadb-156e-4c9a-99fc-6d2138739850" providerId="ADAL" clId="{5EF92313-F060-BF4A-94CE-E12D1F17E8B2}" dt="2023-09-06T02:47:26.724" v="380"/>
          <ac:inkMkLst>
            <pc:docMk/>
            <pc:sldMk cId="2080112632" sldId="265"/>
            <ac:inkMk id="60" creationId="{78ADBFDA-3FB1-DEB7-616C-63637D231F92}"/>
          </ac:inkMkLst>
        </pc:inkChg>
        <pc:inkChg chg="add reco">
          <ac:chgData name="Bhowmik, Sayan" userId="2b51cadb-156e-4c9a-99fc-6d2138739850" providerId="ADAL" clId="{5EF92313-F060-BF4A-94CE-E12D1F17E8B2}" dt="2023-09-06T02:47:26.724" v="380"/>
          <ac:inkMkLst>
            <pc:docMk/>
            <pc:sldMk cId="2080112632" sldId="265"/>
            <ac:inkMk id="61" creationId="{FD4590A1-DAEE-BB2D-5F71-E524500DD2A4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62" creationId="{27E052C6-1AB1-A043-DB7C-CD23DC46362C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63" creationId="{DEF9DBF5-B605-3166-5E8D-AC8814AB61A3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64" creationId="{7F3C0A3D-AA1A-C2EE-02F3-FD12F5EC25FC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65" creationId="{B2EB396B-8563-89D4-B6A2-1F944D81A7D3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66" creationId="{0BB7B387-DD4C-30F9-5F98-457A64549015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67" creationId="{55814AE6-64D3-EED6-928B-6F0EB4770E15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68" creationId="{7B05AC1A-647D-4838-2E43-6697120158E9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69" creationId="{740B179D-FF29-0FDA-0EE7-6F7D84257EBB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70" creationId="{25806B43-5738-E5E0-0213-813CD2C90D9B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71" creationId="{9F1CBEC1-0B36-6A1B-E525-D79D25F101DF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72" creationId="{93C4B401-81D6-7BF8-2572-3305E809D02E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73" creationId="{498C8C2C-1A70-7FBD-CB11-B3E188B5DE7A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74" creationId="{BC93599A-2943-31E3-3A00-CFE10D3E8579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75" creationId="{960B400C-D290-F7AF-DA39-10C1DFD340B3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76" creationId="{8019A1F1-71BD-4338-9583-46D385FF4A14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77" creationId="{2582C52B-5B18-4FF3-E57D-629841E0B8E0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78" creationId="{EEE8D8F0-3AE0-21F4-92B3-8D314FAA8D42}"/>
          </ac:inkMkLst>
        </pc:inkChg>
        <pc:inkChg chg="add del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79" creationId="{65DC3054-5B71-7C1C-D427-E28480FA0E94}"/>
          </ac:inkMkLst>
        </pc:inkChg>
        <pc:inkChg chg="add reco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80" creationId="{3F019474-26DF-B6E2-B7B3-FA207727EE4A}"/>
          </ac:inkMkLst>
        </pc:inkChg>
        <pc:inkChg chg="add reco">
          <ac:chgData name="Bhowmik, Sayan" userId="2b51cadb-156e-4c9a-99fc-6d2138739850" providerId="ADAL" clId="{5EF92313-F060-BF4A-94CE-E12D1F17E8B2}" dt="2023-09-06T02:47:42.635" v="399"/>
          <ac:inkMkLst>
            <pc:docMk/>
            <pc:sldMk cId="2080112632" sldId="265"/>
            <ac:inkMk id="81" creationId="{0A2CD48C-8DAF-7211-34CA-88193391977C}"/>
          </ac:inkMkLst>
        </pc:inkChg>
        <pc:inkChg chg="add del">
          <ac:chgData name="Bhowmik, Sayan" userId="2b51cadb-156e-4c9a-99fc-6d2138739850" providerId="ADAL" clId="{5EF92313-F060-BF4A-94CE-E12D1F17E8B2}" dt="2023-09-06T02:48:03.369" v="411"/>
          <ac:inkMkLst>
            <pc:docMk/>
            <pc:sldMk cId="2080112632" sldId="265"/>
            <ac:inkMk id="82" creationId="{46F55703-8A47-E7DA-FF81-2CE4CDB5E745}"/>
          </ac:inkMkLst>
        </pc:inkChg>
        <pc:inkChg chg="add del">
          <ac:chgData name="Bhowmik, Sayan" userId="2b51cadb-156e-4c9a-99fc-6d2138739850" providerId="ADAL" clId="{5EF92313-F060-BF4A-94CE-E12D1F17E8B2}" dt="2023-09-06T02:48:03.369" v="411"/>
          <ac:inkMkLst>
            <pc:docMk/>
            <pc:sldMk cId="2080112632" sldId="265"/>
            <ac:inkMk id="83" creationId="{95EB54F2-34F2-F8FC-7D20-5ED85E196207}"/>
          </ac:inkMkLst>
        </pc:inkChg>
        <pc:inkChg chg="add del">
          <ac:chgData name="Bhowmik, Sayan" userId="2b51cadb-156e-4c9a-99fc-6d2138739850" providerId="ADAL" clId="{5EF92313-F060-BF4A-94CE-E12D1F17E8B2}" dt="2023-09-06T02:48:03.369" v="411"/>
          <ac:inkMkLst>
            <pc:docMk/>
            <pc:sldMk cId="2080112632" sldId="265"/>
            <ac:inkMk id="84" creationId="{903BEA0F-EFDF-F1CC-9D64-A9353EA6D850}"/>
          </ac:inkMkLst>
        </pc:inkChg>
        <pc:inkChg chg="add del">
          <ac:chgData name="Bhowmik, Sayan" userId="2b51cadb-156e-4c9a-99fc-6d2138739850" providerId="ADAL" clId="{5EF92313-F060-BF4A-94CE-E12D1F17E8B2}" dt="2023-09-06T02:48:03.369" v="411"/>
          <ac:inkMkLst>
            <pc:docMk/>
            <pc:sldMk cId="2080112632" sldId="265"/>
            <ac:inkMk id="85" creationId="{672F88A6-16B6-CC5E-87F2-2585F1C43D54}"/>
          </ac:inkMkLst>
        </pc:inkChg>
        <pc:inkChg chg="add del">
          <ac:chgData name="Bhowmik, Sayan" userId="2b51cadb-156e-4c9a-99fc-6d2138739850" providerId="ADAL" clId="{5EF92313-F060-BF4A-94CE-E12D1F17E8B2}" dt="2023-09-06T02:48:03.369" v="411"/>
          <ac:inkMkLst>
            <pc:docMk/>
            <pc:sldMk cId="2080112632" sldId="265"/>
            <ac:inkMk id="86" creationId="{6DA34838-4ECE-9EA9-2D7D-3E50B54FB6C1}"/>
          </ac:inkMkLst>
        </pc:inkChg>
        <pc:inkChg chg="add del">
          <ac:chgData name="Bhowmik, Sayan" userId="2b51cadb-156e-4c9a-99fc-6d2138739850" providerId="ADAL" clId="{5EF92313-F060-BF4A-94CE-E12D1F17E8B2}" dt="2023-09-06T02:48:03.369" v="411"/>
          <ac:inkMkLst>
            <pc:docMk/>
            <pc:sldMk cId="2080112632" sldId="265"/>
            <ac:inkMk id="87" creationId="{467560CC-4196-7730-329B-98F8B4CC0259}"/>
          </ac:inkMkLst>
        </pc:inkChg>
        <pc:inkChg chg="add del">
          <ac:chgData name="Bhowmik, Sayan" userId="2b51cadb-156e-4c9a-99fc-6d2138739850" providerId="ADAL" clId="{5EF92313-F060-BF4A-94CE-E12D1F17E8B2}" dt="2023-09-06T02:48:03.369" v="411"/>
          <ac:inkMkLst>
            <pc:docMk/>
            <pc:sldMk cId="2080112632" sldId="265"/>
            <ac:inkMk id="88" creationId="{9D1DE8E6-D6E7-B845-B865-F69A8FB82D9F}"/>
          </ac:inkMkLst>
        </pc:inkChg>
        <pc:inkChg chg="add del">
          <ac:chgData name="Bhowmik, Sayan" userId="2b51cadb-156e-4c9a-99fc-6d2138739850" providerId="ADAL" clId="{5EF92313-F060-BF4A-94CE-E12D1F17E8B2}" dt="2023-09-06T02:48:03.369" v="411"/>
          <ac:inkMkLst>
            <pc:docMk/>
            <pc:sldMk cId="2080112632" sldId="265"/>
            <ac:inkMk id="89" creationId="{500DC8B3-CA7E-EA9E-D8D6-3EA5CE5F484B}"/>
          </ac:inkMkLst>
        </pc:inkChg>
        <pc:inkChg chg="add del">
          <ac:chgData name="Bhowmik, Sayan" userId="2b51cadb-156e-4c9a-99fc-6d2138739850" providerId="ADAL" clId="{5EF92313-F060-BF4A-94CE-E12D1F17E8B2}" dt="2023-09-06T02:48:03.369" v="411"/>
          <ac:inkMkLst>
            <pc:docMk/>
            <pc:sldMk cId="2080112632" sldId="265"/>
            <ac:inkMk id="90" creationId="{EDB83F79-DB4D-60C3-FD57-44DF43BDEA7D}"/>
          </ac:inkMkLst>
        </pc:inkChg>
        <pc:inkChg chg="add del">
          <ac:chgData name="Bhowmik, Sayan" userId="2b51cadb-156e-4c9a-99fc-6d2138739850" providerId="ADAL" clId="{5EF92313-F060-BF4A-94CE-E12D1F17E8B2}" dt="2023-09-06T02:48:03.369" v="411"/>
          <ac:inkMkLst>
            <pc:docMk/>
            <pc:sldMk cId="2080112632" sldId="265"/>
            <ac:inkMk id="91" creationId="{F778CC6D-B0AA-CDBC-3FDF-530CA7695B87}"/>
          </ac:inkMkLst>
        </pc:inkChg>
        <pc:inkChg chg="add del">
          <ac:chgData name="Bhowmik, Sayan" userId="2b51cadb-156e-4c9a-99fc-6d2138739850" providerId="ADAL" clId="{5EF92313-F060-BF4A-94CE-E12D1F17E8B2}" dt="2023-09-06T02:48:03.369" v="411"/>
          <ac:inkMkLst>
            <pc:docMk/>
            <pc:sldMk cId="2080112632" sldId="265"/>
            <ac:inkMk id="92" creationId="{0B32F0F9-4711-CD29-F1DA-4E05EF8DEB04}"/>
          </ac:inkMkLst>
        </pc:inkChg>
        <pc:inkChg chg="add mod reco">
          <ac:chgData name="Bhowmik, Sayan" userId="2b51cadb-156e-4c9a-99fc-6d2138739850" providerId="ADAL" clId="{5EF92313-F060-BF4A-94CE-E12D1F17E8B2}" dt="2023-09-06T02:50:48.379" v="449" actId="1076"/>
          <ac:inkMkLst>
            <pc:docMk/>
            <pc:sldMk cId="2080112632" sldId="265"/>
            <ac:inkMk id="93" creationId="{67000B59-35E3-758A-BAD5-9F0A3C04589E}"/>
          </ac:inkMkLst>
        </pc:inkChg>
        <pc:inkChg chg="add mod reco">
          <ac:chgData name="Bhowmik, Sayan" userId="2b51cadb-156e-4c9a-99fc-6d2138739850" providerId="ADAL" clId="{5EF92313-F060-BF4A-94CE-E12D1F17E8B2}" dt="2023-09-06T02:50:48.379" v="449" actId="1076"/>
          <ac:inkMkLst>
            <pc:docMk/>
            <pc:sldMk cId="2080112632" sldId="265"/>
            <ac:inkMk id="94" creationId="{9D97D029-A1F7-4B9C-3E68-FEBD810F16D7}"/>
          </ac:inkMkLst>
        </pc:inkChg>
        <pc:inkChg chg="add del">
          <ac:chgData name="Bhowmik, Sayan" userId="2b51cadb-156e-4c9a-99fc-6d2138739850" providerId="ADAL" clId="{5EF92313-F060-BF4A-94CE-E12D1F17E8B2}" dt="2023-09-06T02:48:07.389" v="416"/>
          <ac:inkMkLst>
            <pc:docMk/>
            <pc:sldMk cId="2080112632" sldId="265"/>
            <ac:inkMk id="95" creationId="{73EEEE59-1FE5-796B-7529-972DA288E52B}"/>
          </ac:inkMkLst>
        </pc:inkChg>
        <pc:inkChg chg="add del">
          <ac:chgData name="Bhowmik, Sayan" userId="2b51cadb-156e-4c9a-99fc-6d2138739850" providerId="ADAL" clId="{5EF92313-F060-BF4A-94CE-E12D1F17E8B2}" dt="2023-09-06T02:48:07.389" v="416"/>
          <ac:inkMkLst>
            <pc:docMk/>
            <pc:sldMk cId="2080112632" sldId="265"/>
            <ac:inkMk id="96" creationId="{CEACC59F-646D-9147-C008-C6FCFBBB4330}"/>
          </ac:inkMkLst>
        </pc:inkChg>
        <pc:inkChg chg="add del">
          <ac:chgData name="Bhowmik, Sayan" userId="2b51cadb-156e-4c9a-99fc-6d2138739850" providerId="ADAL" clId="{5EF92313-F060-BF4A-94CE-E12D1F17E8B2}" dt="2023-09-06T02:48:07.389" v="416"/>
          <ac:inkMkLst>
            <pc:docMk/>
            <pc:sldMk cId="2080112632" sldId="265"/>
            <ac:inkMk id="97" creationId="{C0CAED4D-9F67-25B2-9660-C3343472B7E3}"/>
          </ac:inkMkLst>
        </pc:inkChg>
        <pc:inkChg chg="add del">
          <ac:chgData name="Bhowmik, Sayan" userId="2b51cadb-156e-4c9a-99fc-6d2138739850" providerId="ADAL" clId="{5EF92313-F060-BF4A-94CE-E12D1F17E8B2}" dt="2023-09-06T02:48:07.389" v="416"/>
          <ac:inkMkLst>
            <pc:docMk/>
            <pc:sldMk cId="2080112632" sldId="265"/>
            <ac:inkMk id="98" creationId="{00BE61DD-0418-5BED-71FD-7939B203A131}"/>
          </ac:inkMkLst>
        </pc:inkChg>
        <pc:inkChg chg="add mod reco">
          <ac:chgData name="Bhowmik, Sayan" userId="2b51cadb-156e-4c9a-99fc-6d2138739850" providerId="ADAL" clId="{5EF92313-F060-BF4A-94CE-E12D1F17E8B2}" dt="2023-09-06T02:50:48.379" v="449" actId="1076"/>
          <ac:inkMkLst>
            <pc:docMk/>
            <pc:sldMk cId="2080112632" sldId="265"/>
            <ac:inkMk id="99" creationId="{A59725A1-689C-2808-3D30-BAB4F9C424B2}"/>
          </ac:inkMkLst>
        </pc:inkChg>
        <pc:inkChg chg="add mod">
          <ac:chgData name="Bhowmik, Sayan" userId="2b51cadb-156e-4c9a-99fc-6d2138739850" providerId="ADAL" clId="{5EF92313-F060-BF4A-94CE-E12D1F17E8B2}" dt="2023-09-06T02:50:48.379" v="449" actId="1076"/>
          <ac:inkMkLst>
            <pc:docMk/>
            <pc:sldMk cId="2080112632" sldId="265"/>
            <ac:inkMk id="100" creationId="{51D4B59F-64A8-672D-A1B8-12326C5AB1AB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01" creationId="{96A1A554-5CCC-75F7-4937-76468E91026D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02" creationId="{7F17C90D-1621-1BCF-AE47-E75BE7B7C204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03" creationId="{6C3C6847-9F94-19B3-C4E5-70660D6515D1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04" creationId="{4BCF3D23-0A98-9E54-4ABC-C1A11A6D5448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05" creationId="{6E606425-1BCD-90AF-7F1F-AF91DD81F629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06" creationId="{24F3E4C0-F539-20E1-FE04-77F914C0A463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07" creationId="{8AE6465B-9720-5952-4D5F-4993C34E204C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08" creationId="{D7258591-91EE-3DFC-0AAA-12A262F9F694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09" creationId="{DBD1D9C4-7C67-D0B8-29F6-77F99DABC7C2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10" creationId="{56AB86E0-B7F4-8BD1-A4A6-E9A78131F599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11" creationId="{E327CD39-2333-EB06-EEF3-719A35DDA395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12" creationId="{114E1814-5240-5A13-E971-1A44EB501828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13" creationId="{BFCC8C2F-9048-9C33-3F5C-72D9388F8A82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14" creationId="{52E95E6F-76DB-12F0-7A4B-F7B68E41CE80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15" creationId="{3E93765C-42C9-1FD5-A3CD-E7BCB8A44A6D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16" creationId="{4348D0A7-1168-12A7-E591-90D4D5E421AA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17" creationId="{9A9FAA87-C2E3-F227-49C7-1AA072AD872A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18" creationId="{B9DE5157-7465-FE57-22D4-09C4E189DF22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19" creationId="{F28AE8C8-62AB-A739-ED52-147FD2F4AD44}"/>
          </ac:inkMkLst>
        </pc:inkChg>
        <pc:inkChg chg="add del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20" creationId="{D2BD0B46-A5C2-B867-141F-A341BC025154}"/>
          </ac:inkMkLst>
        </pc:inkChg>
        <pc:inkChg chg="add reco">
          <ac:chgData name="Bhowmik, Sayan" userId="2b51cadb-156e-4c9a-99fc-6d2138739850" providerId="ADAL" clId="{5EF92313-F060-BF4A-94CE-E12D1F17E8B2}" dt="2023-09-06T02:51:06.299" v="470"/>
          <ac:inkMkLst>
            <pc:docMk/>
            <pc:sldMk cId="2080112632" sldId="265"/>
            <ac:inkMk id="121" creationId="{BD22EE90-146B-75FA-5C89-819C469EC1B2}"/>
          </ac:inkMkLst>
        </pc:inkChg>
      </pc:sldChg>
    </pc:docChg>
  </pc:docChgLst>
  <pc:docChgLst>
    <pc:chgData name="Bhowmik, Sayan" userId="2b51cadb-156e-4c9a-99fc-6d2138739850" providerId="ADAL" clId="{F84FF9A7-A6D1-9F48-9981-D5AAC95CF743}"/>
    <pc:docChg chg="undo custSel modSld">
      <pc:chgData name="Bhowmik, Sayan" userId="2b51cadb-156e-4c9a-99fc-6d2138739850" providerId="ADAL" clId="{F84FF9A7-A6D1-9F48-9981-D5AAC95CF743}" dt="2023-09-07T01:59:04.039" v="1302"/>
      <pc:docMkLst>
        <pc:docMk/>
      </pc:docMkLst>
      <pc:sldChg chg="addSp delSp">
        <pc:chgData name="Bhowmik, Sayan" userId="2b51cadb-156e-4c9a-99fc-6d2138739850" providerId="ADAL" clId="{F84FF9A7-A6D1-9F48-9981-D5AAC95CF743}" dt="2023-09-06T04:12:58.295" v="44"/>
        <pc:sldMkLst>
          <pc:docMk/>
          <pc:sldMk cId="1871136973" sldId="269"/>
        </pc:sldMkLst>
        <pc:spChg chg="add del">
          <ac:chgData name="Bhowmik, Sayan" userId="2b51cadb-156e-4c9a-99fc-6d2138739850" providerId="ADAL" clId="{F84FF9A7-A6D1-9F48-9981-D5AAC95CF743}" dt="2023-09-06T04:12:17.497" v="18" actId="34122"/>
          <ac:spMkLst>
            <pc:docMk/>
            <pc:sldMk cId="1871136973" sldId="269"/>
            <ac:spMk id="27" creationId="{A89DBCD7-BCCD-438D-8B9B-0BF9F3FA4AED}"/>
          </ac:spMkLst>
        </pc:spChg>
        <pc:spChg chg="add del">
          <ac:chgData name="Bhowmik, Sayan" userId="2b51cadb-156e-4c9a-99fc-6d2138739850" providerId="ADAL" clId="{F84FF9A7-A6D1-9F48-9981-D5AAC95CF743}" dt="2023-09-06T04:12:17.497" v="18" actId="34122"/>
          <ac:spMkLst>
            <pc:docMk/>
            <pc:sldMk cId="1871136973" sldId="269"/>
            <ac:spMk id="53" creationId="{D3D8EAA3-5216-443C-ADE7-29888672D902}"/>
          </ac:spMkLst>
        </pc:spChg>
        <pc:spChg chg="add del">
          <ac:chgData name="Bhowmik, Sayan" userId="2b51cadb-156e-4c9a-99fc-6d2138739850" providerId="ADAL" clId="{F84FF9A7-A6D1-9F48-9981-D5AAC95CF743}" dt="2023-09-06T04:12:17.497" v="18" actId="34122"/>
          <ac:spMkLst>
            <pc:docMk/>
            <pc:sldMk cId="1871136973" sldId="269"/>
            <ac:spMk id="65" creationId="{EF0E8FB2-D57F-4AFE-BB6D-78BD3F1E7416}"/>
          </ac:spMkLst>
        </pc:spChg>
        <pc:spChg chg="add del">
          <ac:chgData name="Bhowmik, Sayan" userId="2b51cadb-156e-4c9a-99fc-6d2138739850" providerId="ADAL" clId="{F84FF9A7-A6D1-9F48-9981-D5AAC95CF743}" dt="2023-09-06T04:12:17.497" v="18" actId="34122"/>
          <ac:spMkLst>
            <pc:docMk/>
            <pc:sldMk cId="1871136973" sldId="269"/>
            <ac:spMk id="77" creationId="{BC6BE733-3C76-48FF-BB47-960CB7783F97}"/>
          </ac:spMkLst>
        </pc:spChg>
        <pc:inkChg chg="add del">
          <ac:chgData name="Bhowmik, Sayan" userId="2b51cadb-156e-4c9a-99fc-6d2138739850" providerId="ADAL" clId="{F84FF9A7-A6D1-9F48-9981-D5AAC95CF743}" dt="2023-09-06T04:12:25.105" v="24"/>
          <ac:inkMkLst>
            <pc:docMk/>
            <pc:sldMk cId="1871136973" sldId="269"/>
            <ac:inkMk id="2" creationId="{285EFB99-A313-6401-BADB-79F0EFC4ECE7}"/>
          </ac:inkMkLst>
        </pc:inkChg>
        <pc:inkChg chg="add del">
          <ac:chgData name="Bhowmik, Sayan" userId="2b51cadb-156e-4c9a-99fc-6d2138739850" providerId="ADAL" clId="{F84FF9A7-A6D1-9F48-9981-D5AAC95CF743}" dt="2023-09-06T04:12:25.096" v="20"/>
          <ac:inkMkLst>
            <pc:docMk/>
            <pc:sldMk cId="1871136973" sldId="269"/>
            <ac:inkMk id="6" creationId="{05C4030E-2657-A10B-4945-CD830F49964A}"/>
          </ac:inkMkLst>
        </pc:inkChg>
        <pc:inkChg chg="add del">
          <ac:chgData name="Bhowmik, Sayan" userId="2b51cadb-156e-4c9a-99fc-6d2138739850" providerId="ADAL" clId="{F84FF9A7-A6D1-9F48-9981-D5AAC95CF743}" dt="2023-09-06T04:12:25.100" v="22"/>
          <ac:inkMkLst>
            <pc:docMk/>
            <pc:sldMk cId="1871136973" sldId="269"/>
            <ac:inkMk id="10" creationId="{203DE655-01AF-89A8-9075-72F3BF444593}"/>
          </ac:inkMkLst>
        </pc:inkChg>
        <pc:inkChg chg="add del">
          <ac:chgData name="Bhowmik, Sayan" userId="2b51cadb-156e-4c9a-99fc-6d2138739850" providerId="ADAL" clId="{F84FF9A7-A6D1-9F48-9981-D5AAC95CF743}" dt="2023-09-06T04:10:51.816" v="5"/>
          <ac:inkMkLst>
            <pc:docMk/>
            <pc:sldMk cId="1871136973" sldId="269"/>
            <ac:inkMk id="11" creationId="{484800D1-962F-26E6-D817-B4AD03FF40F7}"/>
          </ac:inkMkLst>
        </pc:inkChg>
        <pc:inkChg chg="add del">
          <ac:chgData name="Bhowmik, Sayan" userId="2b51cadb-156e-4c9a-99fc-6d2138739850" providerId="ADAL" clId="{F84FF9A7-A6D1-9F48-9981-D5AAC95CF743}" dt="2023-09-06T04:10:51.816" v="5"/>
          <ac:inkMkLst>
            <pc:docMk/>
            <pc:sldMk cId="1871136973" sldId="269"/>
            <ac:inkMk id="12" creationId="{45D1E5F9-AB75-DF2C-7925-1B7C32043CAC}"/>
          </ac:inkMkLst>
        </pc:inkChg>
        <pc:inkChg chg="add del reco">
          <ac:chgData name="Bhowmik, Sayan" userId="2b51cadb-156e-4c9a-99fc-6d2138739850" providerId="ADAL" clId="{F84FF9A7-A6D1-9F48-9981-D5AAC95CF743}" dt="2023-09-06T04:12:25.093" v="19"/>
          <ac:inkMkLst>
            <pc:docMk/>
            <pc:sldMk cId="1871136973" sldId="269"/>
            <ac:inkMk id="13" creationId="{111F9532-0F83-862A-524A-E7E39DFDCC10}"/>
          </ac:inkMkLst>
        </pc:inkChg>
        <pc:inkChg chg="add del">
          <ac:chgData name="Bhowmik, Sayan" userId="2b51cadb-156e-4c9a-99fc-6d2138739850" providerId="ADAL" clId="{F84FF9A7-A6D1-9F48-9981-D5AAC95CF743}" dt="2023-09-06T04:11:00.443" v="8"/>
          <ac:inkMkLst>
            <pc:docMk/>
            <pc:sldMk cId="1871136973" sldId="269"/>
            <ac:inkMk id="14" creationId="{C26FCA8C-CD66-EE8D-1590-51E1B1384FFD}"/>
          </ac:inkMkLst>
        </pc:inkChg>
        <pc:inkChg chg="add del reco">
          <ac:chgData name="Bhowmik, Sayan" userId="2b51cadb-156e-4c9a-99fc-6d2138739850" providerId="ADAL" clId="{F84FF9A7-A6D1-9F48-9981-D5AAC95CF743}" dt="2023-09-06T04:11:00.443" v="8"/>
          <ac:inkMkLst>
            <pc:docMk/>
            <pc:sldMk cId="1871136973" sldId="269"/>
            <ac:inkMk id="15" creationId="{1AFEF7AF-FE74-DE12-C462-3B4557A37628}"/>
          </ac:inkMkLst>
        </pc:inkChg>
        <pc:inkChg chg="add del">
          <ac:chgData name="Bhowmik, Sayan" userId="2b51cadb-156e-4c9a-99fc-6d2138739850" providerId="ADAL" clId="{F84FF9A7-A6D1-9F48-9981-D5AAC95CF743}" dt="2023-09-06T04:12:25.103" v="23"/>
          <ac:inkMkLst>
            <pc:docMk/>
            <pc:sldMk cId="1871136973" sldId="269"/>
            <ac:inkMk id="16" creationId="{A6BA7B82-F4DF-39AB-3B91-578946EA25AD}"/>
          </ac:inkMkLst>
        </pc:inkChg>
        <pc:inkChg chg="add del">
          <ac:chgData name="Bhowmik, Sayan" userId="2b51cadb-156e-4c9a-99fc-6d2138739850" providerId="ADAL" clId="{F84FF9A7-A6D1-9F48-9981-D5AAC95CF743}" dt="2023-09-06T04:11:07.468" v="12"/>
          <ac:inkMkLst>
            <pc:docMk/>
            <pc:sldMk cId="1871136973" sldId="269"/>
            <ac:inkMk id="17" creationId="{5790752D-B27E-8E5E-B77D-DA4C52E47FE8}"/>
          </ac:inkMkLst>
        </pc:inkChg>
        <pc:inkChg chg="add del reco">
          <ac:chgData name="Bhowmik, Sayan" userId="2b51cadb-156e-4c9a-99fc-6d2138739850" providerId="ADAL" clId="{F84FF9A7-A6D1-9F48-9981-D5AAC95CF743}" dt="2023-09-06T04:11:07.468" v="12"/>
          <ac:inkMkLst>
            <pc:docMk/>
            <pc:sldMk cId="1871136973" sldId="269"/>
            <ac:inkMk id="18" creationId="{08903939-423E-CB8C-F7B0-71724DB83CD2}"/>
          </ac:inkMkLst>
        </pc:inkChg>
        <pc:inkChg chg="add del">
          <ac:chgData name="Bhowmik, Sayan" userId="2b51cadb-156e-4c9a-99fc-6d2138739850" providerId="ADAL" clId="{F84FF9A7-A6D1-9F48-9981-D5AAC95CF743}" dt="2023-09-06T04:12:25.107" v="25"/>
          <ac:inkMkLst>
            <pc:docMk/>
            <pc:sldMk cId="1871136973" sldId="269"/>
            <ac:inkMk id="19" creationId="{682EB601-01AE-BFA1-6418-0074436FB80E}"/>
          </ac:inkMkLst>
        </pc:inkChg>
        <pc:inkChg chg="add del">
          <ac:chgData name="Bhowmik, Sayan" userId="2b51cadb-156e-4c9a-99fc-6d2138739850" providerId="ADAL" clId="{F84FF9A7-A6D1-9F48-9981-D5AAC95CF743}" dt="2023-09-06T04:11:20.595" v="16"/>
          <ac:inkMkLst>
            <pc:docMk/>
            <pc:sldMk cId="1871136973" sldId="269"/>
            <ac:inkMk id="20" creationId="{F782FD1B-1CF3-E591-0FEC-A99AE55459E0}"/>
          </ac:inkMkLst>
        </pc:inkChg>
        <pc:inkChg chg="add del">
          <ac:chgData name="Bhowmik, Sayan" userId="2b51cadb-156e-4c9a-99fc-6d2138739850" providerId="ADAL" clId="{F84FF9A7-A6D1-9F48-9981-D5AAC95CF743}" dt="2023-09-06T04:11:20.595" v="16"/>
          <ac:inkMkLst>
            <pc:docMk/>
            <pc:sldMk cId="1871136973" sldId="269"/>
            <ac:inkMk id="21" creationId="{1414D220-CE13-5276-F36C-2C3C5C91CEFA}"/>
          </ac:inkMkLst>
        </pc:inkChg>
        <pc:inkChg chg="add del reco">
          <ac:chgData name="Bhowmik, Sayan" userId="2b51cadb-156e-4c9a-99fc-6d2138739850" providerId="ADAL" clId="{F84FF9A7-A6D1-9F48-9981-D5AAC95CF743}" dt="2023-09-06T04:12:25.098" v="21"/>
          <ac:inkMkLst>
            <pc:docMk/>
            <pc:sldMk cId="1871136973" sldId="269"/>
            <ac:inkMk id="22" creationId="{B8C3896B-8FD3-8815-097A-283B0FC523BE}"/>
          </ac:inkMkLst>
        </pc:inkChg>
        <pc:inkChg chg="add del">
          <ac:chgData name="Bhowmik, Sayan" userId="2b51cadb-156e-4c9a-99fc-6d2138739850" providerId="ADAL" clId="{F84FF9A7-A6D1-9F48-9981-D5AAC95CF743}" dt="2023-09-06T04:12:39.450" v="29"/>
          <ac:inkMkLst>
            <pc:docMk/>
            <pc:sldMk cId="1871136973" sldId="269"/>
            <ac:inkMk id="23" creationId="{DE134FFF-E05B-DFE7-E007-F77DF577BD90}"/>
          </ac:inkMkLst>
        </pc:inkChg>
        <pc:inkChg chg="add del">
          <ac:chgData name="Bhowmik, Sayan" userId="2b51cadb-156e-4c9a-99fc-6d2138739850" providerId="ADAL" clId="{F84FF9A7-A6D1-9F48-9981-D5AAC95CF743}" dt="2023-09-06T04:12:39.450" v="29"/>
          <ac:inkMkLst>
            <pc:docMk/>
            <pc:sldMk cId="1871136973" sldId="269"/>
            <ac:inkMk id="24" creationId="{B6632955-4804-66D2-8F6B-0BE5B74E277E}"/>
          </ac:inkMkLst>
        </pc:inkChg>
        <pc:inkChg chg="add del reco">
          <ac:chgData name="Bhowmik, Sayan" userId="2b51cadb-156e-4c9a-99fc-6d2138739850" providerId="ADAL" clId="{F84FF9A7-A6D1-9F48-9981-D5AAC95CF743}" dt="2023-09-06T04:12:39.450" v="29"/>
          <ac:inkMkLst>
            <pc:docMk/>
            <pc:sldMk cId="1871136973" sldId="269"/>
            <ac:inkMk id="25" creationId="{71428DC5-9830-C004-D377-22879F7D845D}"/>
          </ac:inkMkLst>
        </pc:inkChg>
        <pc:inkChg chg="add del">
          <ac:chgData name="Bhowmik, Sayan" userId="2b51cadb-156e-4c9a-99fc-6d2138739850" providerId="ADAL" clId="{F84FF9A7-A6D1-9F48-9981-D5AAC95CF743}" dt="2023-09-06T04:12:42.076" v="32"/>
          <ac:inkMkLst>
            <pc:docMk/>
            <pc:sldMk cId="1871136973" sldId="269"/>
            <ac:inkMk id="26" creationId="{D9704213-5D37-4181-C85E-442C9E8E672B}"/>
          </ac:inkMkLst>
        </pc:inkChg>
        <pc:inkChg chg="add del">
          <ac:chgData name="Bhowmik, Sayan" userId="2b51cadb-156e-4c9a-99fc-6d2138739850" providerId="ADAL" clId="{F84FF9A7-A6D1-9F48-9981-D5AAC95CF743}" dt="2023-09-06T04:12:42.076" v="32"/>
          <ac:inkMkLst>
            <pc:docMk/>
            <pc:sldMk cId="1871136973" sldId="269"/>
            <ac:inkMk id="28" creationId="{0EFF3AF1-6E78-EC3C-10DB-4F1F1D322CB3}"/>
          </ac:inkMkLst>
        </pc:inkChg>
        <pc:inkChg chg="add reco">
          <ac:chgData name="Bhowmik, Sayan" userId="2b51cadb-156e-4c9a-99fc-6d2138739850" providerId="ADAL" clId="{F84FF9A7-A6D1-9F48-9981-D5AAC95CF743}" dt="2023-09-06T04:12:42.076" v="32"/>
          <ac:inkMkLst>
            <pc:docMk/>
            <pc:sldMk cId="1871136973" sldId="269"/>
            <ac:inkMk id="29" creationId="{65A7AD68-F024-2854-1657-FBF6493816FE}"/>
          </ac:inkMkLst>
        </pc:inkChg>
        <pc:inkChg chg="add del">
          <ac:chgData name="Bhowmik, Sayan" userId="2b51cadb-156e-4c9a-99fc-6d2138739850" providerId="ADAL" clId="{F84FF9A7-A6D1-9F48-9981-D5AAC95CF743}" dt="2023-09-06T04:12:49.618" v="36"/>
          <ac:inkMkLst>
            <pc:docMk/>
            <pc:sldMk cId="1871136973" sldId="269"/>
            <ac:inkMk id="30" creationId="{8D703375-D3B6-4E51-6376-1F9B8695ACDA}"/>
          </ac:inkMkLst>
        </pc:inkChg>
        <pc:inkChg chg="add del">
          <ac:chgData name="Bhowmik, Sayan" userId="2b51cadb-156e-4c9a-99fc-6d2138739850" providerId="ADAL" clId="{F84FF9A7-A6D1-9F48-9981-D5AAC95CF743}" dt="2023-09-06T04:12:49.618" v="36"/>
          <ac:inkMkLst>
            <pc:docMk/>
            <pc:sldMk cId="1871136973" sldId="269"/>
            <ac:inkMk id="31" creationId="{3DB1BC7B-5F57-BF4E-A263-B4E473E3457C}"/>
          </ac:inkMkLst>
        </pc:inkChg>
        <pc:inkChg chg="add del">
          <ac:chgData name="Bhowmik, Sayan" userId="2b51cadb-156e-4c9a-99fc-6d2138739850" providerId="ADAL" clId="{F84FF9A7-A6D1-9F48-9981-D5AAC95CF743}" dt="2023-09-06T04:12:49.618" v="36"/>
          <ac:inkMkLst>
            <pc:docMk/>
            <pc:sldMk cId="1871136973" sldId="269"/>
            <ac:inkMk id="32" creationId="{8A35FDAD-139E-6C62-76EF-D532E8CFFC42}"/>
          </ac:inkMkLst>
        </pc:inkChg>
        <pc:inkChg chg="add reco">
          <ac:chgData name="Bhowmik, Sayan" userId="2b51cadb-156e-4c9a-99fc-6d2138739850" providerId="ADAL" clId="{F84FF9A7-A6D1-9F48-9981-D5AAC95CF743}" dt="2023-09-06T04:12:49.618" v="36"/>
          <ac:inkMkLst>
            <pc:docMk/>
            <pc:sldMk cId="1871136973" sldId="269"/>
            <ac:inkMk id="33" creationId="{044C5A8B-4335-BA48-56C0-283F72B9B6B3}"/>
          </ac:inkMkLst>
        </pc:inkChg>
        <pc:inkChg chg="add del">
          <ac:chgData name="Bhowmik, Sayan" userId="2b51cadb-156e-4c9a-99fc-6d2138739850" providerId="ADAL" clId="{F84FF9A7-A6D1-9F48-9981-D5AAC95CF743}" dt="2023-09-06T04:12:54.131" v="39"/>
          <ac:inkMkLst>
            <pc:docMk/>
            <pc:sldMk cId="1871136973" sldId="269"/>
            <ac:inkMk id="34" creationId="{946DC2AB-E9D2-AABC-D4CF-D838573AB53C}"/>
          </ac:inkMkLst>
        </pc:inkChg>
        <pc:inkChg chg="add del">
          <ac:chgData name="Bhowmik, Sayan" userId="2b51cadb-156e-4c9a-99fc-6d2138739850" providerId="ADAL" clId="{F84FF9A7-A6D1-9F48-9981-D5AAC95CF743}" dt="2023-09-06T04:12:54.131" v="39"/>
          <ac:inkMkLst>
            <pc:docMk/>
            <pc:sldMk cId="1871136973" sldId="269"/>
            <ac:inkMk id="35" creationId="{FA2471E7-004F-9AFE-FEFE-53E139212DAD}"/>
          </ac:inkMkLst>
        </pc:inkChg>
        <pc:inkChg chg="add reco">
          <ac:chgData name="Bhowmik, Sayan" userId="2b51cadb-156e-4c9a-99fc-6d2138739850" providerId="ADAL" clId="{F84FF9A7-A6D1-9F48-9981-D5AAC95CF743}" dt="2023-09-06T04:12:54.131" v="39"/>
          <ac:inkMkLst>
            <pc:docMk/>
            <pc:sldMk cId="1871136973" sldId="269"/>
            <ac:inkMk id="36" creationId="{B27B6425-AABA-E70D-C0CF-53E14D60EEBF}"/>
          </ac:inkMkLst>
        </pc:inkChg>
        <pc:inkChg chg="add">
          <ac:chgData name="Bhowmik, Sayan" userId="2b51cadb-156e-4c9a-99fc-6d2138739850" providerId="ADAL" clId="{F84FF9A7-A6D1-9F48-9981-D5AAC95CF743}" dt="2023-09-06T04:12:54.762" v="40"/>
          <ac:inkMkLst>
            <pc:docMk/>
            <pc:sldMk cId="1871136973" sldId="269"/>
            <ac:inkMk id="37" creationId="{E81FE131-38A3-0236-3FEB-C0BF75EEA8FE}"/>
          </ac:inkMkLst>
        </pc:inkChg>
        <pc:inkChg chg="add">
          <ac:chgData name="Bhowmik, Sayan" userId="2b51cadb-156e-4c9a-99fc-6d2138739850" providerId="ADAL" clId="{F84FF9A7-A6D1-9F48-9981-D5AAC95CF743}" dt="2023-09-06T04:12:56.216" v="41"/>
          <ac:inkMkLst>
            <pc:docMk/>
            <pc:sldMk cId="1871136973" sldId="269"/>
            <ac:inkMk id="38" creationId="{9F436DC0-B860-24EB-C36B-E56C4239EC00}"/>
          </ac:inkMkLst>
        </pc:inkChg>
        <pc:inkChg chg="add del">
          <ac:chgData name="Bhowmik, Sayan" userId="2b51cadb-156e-4c9a-99fc-6d2138739850" providerId="ADAL" clId="{F84FF9A7-A6D1-9F48-9981-D5AAC95CF743}" dt="2023-09-06T04:12:58.295" v="44"/>
          <ac:inkMkLst>
            <pc:docMk/>
            <pc:sldMk cId="1871136973" sldId="269"/>
            <ac:inkMk id="39" creationId="{CEE41BCF-F8A6-AF19-63E4-B07FACF6284A}"/>
          </ac:inkMkLst>
        </pc:inkChg>
        <pc:inkChg chg="add del">
          <ac:chgData name="Bhowmik, Sayan" userId="2b51cadb-156e-4c9a-99fc-6d2138739850" providerId="ADAL" clId="{F84FF9A7-A6D1-9F48-9981-D5AAC95CF743}" dt="2023-09-06T04:12:58.295" v="44"/>
          <ac:inkMkLst>
            <pc:docMk/>
            <pc:sldMk cId="1871136973" sldId="269"/>
            <ac:inkMk id="40" creationId="{005FD3B4-9235-C5AC-5E59-460D4545DDBB}"/>
          </ac:inkMkLst>
        </pc:inkChg>
        <pc:inkChg chg="add reco">
          <ac:chgData name="Bhowmik, Sayan" userId="2b51cadb-156e-4c9a-99fc-6d2138739850" providerId="ADAL" clId="{F84FF9A7-A6D1-9F48-9981-D5AAC95CF743}" dt="2023-09-06T04:12:58.295" v="44"/>
          <ac:inkMkLst>
            <pc:docMk/>
            <pc:sldMk cId="1871136973" sldId="269"/>
            <ac:inkMk id="41" creationId="{00EDEEC7-AB9F-CDE0-7333-FA7E8FD9257A}"/>
          </ac:inkMkLst>
        </pc:inkChg>
      </pc:sldChg>
      <pc:sldChg chg="addSp delSp">
        <pc:chgData name="Bhowmik, Sayan" userId="2b51cadb-156e-4c9a-99fc-6d2138739850" providerId="ADAL" clId="{F84FF9A7-A6D1-9F48-9981-D5AAC95CF743}" dt="2023-09-06T04:14:20.213" v="51"/>
        <pc:sldMkLst>
          <pc:docMk/>
          <pc:sldMk cId="258422114" sldId="270"/>
        </pc:sldMkLst>
        <pc:inkChg chg="add del">
          <ac:chgData name="Bhowmik, Sayan" userId="2b51cadb-156e-4c9a-99fc-6d2138739850" providerId="ADAL" clId="{F84FF9A7-A6D1-9F48-9981-D5AAC95CF743}" dt="2023-09-06T04:14:01.240" v="46"/>
          <ac:inkMkLst>
            <pc:docMk/>
            <pc:sldMk cId="258422114" sldId="270"/>
            <ac:inkMk id="2" creationId="{8B7D1418-465F-06ED-0C35-97C97DD6F90A}"/>
          </ac:inkMkLst>
        </pc:inkChg>
        <pc:inkChg chg="add del">
          <ac:chgData name="Bhowmik, Sayan" userId="2b51cadb-156e-4c9a-99fc-6d2138739850" providerId="ADAL" clId="{F84FF9A7-A6D1-9F48-9981-D5AAC95CF743}" dt="2023-09-06T04:14:20.213" v="51"/>
          <ac:inkMkLst>
            <pc:docMk/>
            <pc:sldMk cId="258422114" sldId="270"/>
            <ac:inkMk id="3" creationId="{B2DA154D-B44C-8DA9-841B-DD704C2D2A2F}"/>
          </ac:inkMkLst>
        </pc:inkChg>
        <pc:inkChg chg="add del">
          <ac:chgData name="Bhowmik, Sayan" userId="2b51cadb-156e-4c9a-99fc-6d2138739850" providerId="ADAL" clId="{F84FF9A7-A6D1-9F48-9981-D5AAC95CF743}" dt="2023-09-06T04:14:20.213" v="51"/>
          <ac:inkMkLst>
            <pc:docMk/>
            <pc:sldMk cId="258422114" sldId="270"/>
            <ac:inkMk id="6" creationId="{D639FB7D-23AA-66AB-E462-87567519F323}"/>
          </ac:inkMkLst>
        </pc:inkChg>
        <pc:inkChg chg="add del">
          <ac:chgData name="Bhowmik, Sayan" userId="2b51cadb-156e-4c9a-99fc-6d2138739850" providerId="ADAL" clId="{F84FF9A7-A6D1-9F48-9981-D5AAC95CF743}" dt="2023-09-06T04:14:20.213" v="51"/>
          <ac:inkMkLst>
            <pc:docMk/>
            <pc:sldMk cId="258422114" sldId="270"/>
            <ac:inkMk id="7" creationId="{094D0515-7EA0-D5BB-96C1-74F3E4778C55}"/>
          </ac:inkMkLst>
        </pc:inkChg>
        <pc:inkChg chg="add del">
          <ac:chgData name="Bhowmik, Sayan" userId="2b51cadb-156e-4c9a-99fc-6d2138739850" providerId="ADAL" clId="{F84FF9A7-A6D1-9F48-9981-D5AAC95CF743}" dt="2023-09-06T04:14:20.213" v="51"/>
          <ac:inkMkLst>
            <pc:docMk/>
            <pc:sldMk cId="258422114" sldId="270"/>
            <ac:inkMk id="8" creationId="{17944D1A-0FE8-B9AA-2D8A-7F1770D78E4E}"/>
          </ac:inkMkLst>
        </pc:inkChg>
        <pc:inkChg chg="add reco">
          <ac:chgData name="Bhowmik, Sayan" userId="2b51cadb-156e-4c9a-99fc-6d2138739850" providerId="ADAL" clId="{F84FF9A7-A6D1-9F48-9981-D5AAC95CF743}" dt="2023-09-06T04:14:20.213" v="51"/>
          <ac:inkMkLst>
            <pc:docMk/>
            <pc:sldMk cId="258422114" sldId="270"/>
            <ac:inkMk id="9" creationId="{78C3474C-00CF-69BD-0224-78215E8EB8A0}"/>
          </ac:inkMkLst>
        </pc:inkChg>
      </pc:sldChg>
      <pc:sldChg chg="addSp delSp">
        <pc:chgData name="Bhowmik, Sayan" userId="2b51cadb-156e-4c9a-99fc-6d2138739850" providerId="ADAL" clId="{F84FF9A7-A6D1-9F48-9981-D5AAC95CF743}" dt="2023-09-06T04:16:04.971" v="86"/>
        <pc:sldMkLst>
          <pc:docMk/>
          <pc:sldMk cId="3458980950" sldId="271"/>
        </pc:sldMkLst>
        <pc:inkChg chg="add">
          <ac:chgData name="Bhowmik, Sayan" userId="2b51cadb-156e-4c9a-99fc-6d2138739850" providerId="ADAL" clId="{F84FF9A7-A6D1-9F48-9981-D5AAC95CF743}" dt="2023-09-06T04:14:53.289" v="52"/>
          <ac:inkMkLst>
            <pc:docMk/>
            <pc:sldMk cId="3458980950" sldId="271"/>
            <ac:inkMk id="16" creationId="{99C9237C-86A2-E253-F462-FB0B8171F957}"/>
          </ac:inkMkLst>
        </pc:inkChg>
        <pc:inkChg chg="add del">
          <ac:chgData name="Bhowmik, Sayan" userId="2b51cadb-156e-4c9a-99fc-6d2138739850" providerId="ADAL" clId="{F84FF9A7-A6D1-9F48-9981-D5AAC95CF743}" dt="2023-09-06T04:15:01.052" v="55"/>
          <ac:inkMkLst>
            <pc:docMk/>
            <pc:sldMk cId="3458980950" sldId="271"/>
            <ac:inkMk id="17" creationId="{E04F3EF2-ABE1-C7C9-70F0-F82BC6D14BAE}"/>
          </ac:inkMkLst>
        </pc:inkChg>
        <pc:inkChg chg="add del">
          <ac:chgData name="Bhowmik, Sayan" userId="2b51cadb-156e-4c9a-99fc-6d2138739850" providerId="ADAL" clId="{F84FF9A7-A6D1-9F48-9981-D5AAC95CF743}" dt="2023-09-06T04:15:01.052" v="55"/>
          <ac:inkMkLst>
            <pc:docMk/>
            <pc:sldMk cId="3458980950" sldId="271"/>
            <ac:inkMk id="18" creationId="{84CFB846-482D-6A9E-6C77-15B6BCC4C959}"/>
          </ac:inkMkLst>
        </pc:inkChg>
        <pc:inkChg chg="add reco">
          <ac:chgData name="Bhowmik, Sayan" userId="2b51cadb-156e-4c9a-99fc-6d2138739850" providerId="ADAL" clId="{F84FF9A7-A6D1-9F48-9981-D5AAC95CF743}" dt="2023-09-06T04:15:01.052" v="55"/>
          <ac:inkMkLst>
            <pc:docMk/>
            <pc:sldMk cId="3458980950" sldId="271"/>
            <ac:inkMk id="19" creationId="{4FB1787D-7018-70CA-8A53-A85A595F69AD}"/>
          </ac:inkMkLst>
        </pc:inkChg>
        <pc:inkChg chg="add del">
          <ac:chgData name="Bhowmik, Sayan" userId="2b51cadb-156e-4c9a-99fc-6d2138739850" providerId="ADAL" clId="{F84FF9A7-A6D1-9F48-9981-D5AAC95CF743}" dt="2023-09-06T04:15:24.920" v="58"/>
          <ac:inkMkLst>
            <pc:docMk/>
            <pc:sldMk cId="3458980950" sldId="271"/>
            <ac:inkMk id="20" creationId="{45904A46-68EB-C650-D53C-EA22EDC5D850}"/>
          </ac:inkMkLst>
        </pc:inkChg>
        <pc:inkChg chg="add del">
          <ac:chgData name="Bhowmik, Sayan" userId="2b51cadb-156e-4c9a-99fc-6d2138739850" providerId="ADAL" clId="{F84FF9A7-A6D1-9F48-9981-D5AAC95CF743}" dt="2023-09-06T04:15:24.920" v="58"/>
          <ac:inkMkLst>
            <pc:docMk/>
            <pc:sldMk cId="3458980950" sldId="271"/>
            <ac:inkMk id="21" creationId="{95AA8EFA-9F92-C6F1-8A9A-4E5038EFF4AE}"/>
          </ac:inkMkLst>
        </pc:inkChg>
        <pc:inkChg chg="add del reco">
          <ac:chgData name="Bhowmik, Sayan" userId="2b51cadb-156e-4c9a-99fc-6d2138739850" providerId="ADAL" clId="{F84FF9A7-A6D1-9F48-9981-D5AAC95CF743}" dt="2023-09-06T04:15:47.935" v="75"/>
          <ac:inkMkLst>
            <pc:docMk/>
            <pc:sldMk cId="3458980950" sldId="271"/>
            <ac:inkMk id="22" creationId="{A4DD59D5-C085-2083-6B0D-8933E734C929}"/>
          </ac:inkMkLst>
        </pc:inkChg>
        <pc:inkChg chg="add del">
          <ac:chgData name="Bhowmik, Sayan" userId="2b51cadb-156e-4c9a-99fc-6d2138739850" providerId="ADAL" clId="{F84FF9A7-A6D1-9F48-9981-D5AAC95CF743}" dt="2023-09-06T04:16:04.967" v="84"/>
          <ac:inkMkLst>
            <pc:docMk/>
            <pc:sldMk cId="3458980950" sldId="271"/>
            <ac:inkMk id="23" creationId="{F23C1FE5-2A7C-FD04-B31F-E2EA07768B54}"/>
          </ac:inkMkLst>
        </pc:inkChg>
        <pc:inkChg chg="add del">
          <ac:chgData name="Bhowmik, Sayan" userId="2b51cadb-156e-4c9a-99fc-6d2138739850" providerId="ADAL" clId="{F84FF9A7-A6D1-9F48-9981-D5AAC95CF743}" dt="2023-09-06T04:16:04.968" v="85"/>
          <ac:inkMkLst>
            <pc:docMk/>
            <pc:sldMk cId="3458980950" sldId="271"/>
            <ac:inkMk id="24" creationId="{BE3B1024-307E-4A6C-2482-A70F26A2C36D}"/>
          </ac:inkMkLst>
        </pc:inkChg>
        <pc:inkChg chg="add del">
          <ac:chgData name="Bhowmik, Sayan" userId="2b51cadb-156e-4c9a-99fc-6d2138739850" providerId="ADAL" clId="{F84FF9A7-A6D1-9F48-9981-D5AAC95CF743}" dt="2023-09-06T04:16:04.954" v="79"/>
          <ac:inkMkLst>
            <pc:docMk/>
            <pc:sldMk cId="3458980950" sldId="271"/>
            <ac:inkMk id="25" creationId="{F09E5BFC-1DBE-332C-8146-102178826EF1}"/>
          </ac:inkMkLst>
        </pc:inkChg>
        <pc:inkChg chg="add del">
          <ac:chgData name="Bhowmik, Sayan" userId="2b51cadb-156e-4c9a-99fc-6d2138739850" providerId="ADAL" clId="{F84FF9A7-A6D1-9F48-9981-D5AAC95CF743}" dt="2023-09-06T04:16:04.965" v="83"/>
          <ac:inkMkLst>
            <pc:docMk/>
            <pc:sldMk cId="3458980950" sldId="271"/>
            <ac:inkMk id="26" creationId="{5A336193-65F5-F816-335E-1A6DC137BB8F}"/>
          </ac:inkMkLst>
        </pc:inkChg>
        <pc:inkChg chg="add del">
          <ac:chgData name="Bhowmik, Sayan" userId="2b51cadb-156e-4c9a-99fc-6d2138739850" providerId="ADAL" clId="{F84FF9A7-A6D1-9F48-9981-D5AAC95CF743}" dt="2023-09-06T04:16:04.959" v="81"/>
          <ac:inkMkLst>
            <pc:docMk/>
            <pc:sldMk cId="3458980950" sldId="271"/>
            <ac:inkMk id="27" creationId="{12379B3F-ABF1-84AE-B9C0-CA6A78E70372}"/>
          </ac:inkMkLst>
        </pc:inkChg>
        <pc:inkChg chg="add del">
          <ac:chgData name="Bhowmik, Sayan" userId="2b51cadb-156e-4c9a-99fc-6d2138739850" providerId="ADAL" clId="{F84FF9A7-A6D1-9F48-9981-D5AAC95CF743}" dt="2023-09-06T04:15:33.075" v="66"/>
          <ac:inkMkLst>
            <pc:docMk/>
            <pc:sldMk cId="3458980950" sldId="271"/>
            <ac:inkMk id="28" creationId="{0E8C7BD4-666B-E44E-2417-BF5A699A1655}"/>
          </ac:inkMkLst>
        </pc:inkChg>
        <pc:inkChg chg="add del reco">
          <ac:chgData name="Bhowmik, Sayan" userId="2b51cadb-156e-4c9a-99fc-6d2138739850" providerId="ADAL" clId="{F84FF9A7-A6D1-9F48-9981-D5AAC95CF743}" dt="2023-09-06T04:15:33.075" v="66"/>
          <ac:inkMkLst>
            <pc:docMk/>
            <pc:sldMk cId="3458980950" sldId="271"/>
            <ac:inkMk id="29" creationId="{97EDA900-99FD-E568-8428-E6FBF93B4FDA}"/>
          </ac:inkMkLst>
        </pc:inkChg>
        <pc:inkChg chg="add del reco">
          <ac:chgData name="Bhowmik, Sayan" userId="2b51cadb-156e-4c9a-99fc-6d2138739850" providerId="ADAL" clId="{F84FF9A7-A6D1-9F48-9981-D5AAC95CF743}" dt="2023-09-06T04:15:33.075" v="66"/>
          <ac:inkMkLst>
            <pc:docMk/>
            <pc:sldMk cId="3458980950" sldId="271"/>
            <ac:inkMk id="30" creationId="{4857FE23-ED3C-1388-71AC-E5275A5DC8FF}"/>
          </ac:inkMkLst>
        </pc:inkChg>
        <pc:inkChg chg="add del">
          <ac:chgData name="Bhowmik, Sayan" userId="2b51cadb-156e-4c9a-99fc-6d2138739850" providerId="ADAL" clId="{F84FF9A7-A6D1-9F48-9981-D5AAC95CF743}" dt="2023-09-06T04:15:37.416" v="68"/>
          <ac:inkMkLst>
            <pc:docMk/>
            <pc:sldMk cId="3458980950" sldId="271"/>
            <ac:inkMk id="31" creationId="{31156F88-E1D5-5570-9ED2-6ABB22E4D8DD}"/>
          </ac:inkMkLst>
        </pc:inkChg>
        <pc:inkChg chg="add del">
          <ac:chgData name="Bhowmik, Sayan" userId="2b51cadb-156e-4c9a-99fc-6d2138739850" providerId="ADAL" clId="{F84FF9A7-A6D1-9F48-9981-D5AAC95CF743}" dt="2023-09-06T04:15:41.209" v="71"/>
          <ac:inkMkLst>
            <pc:docMk/>
            <pc:sldMk cId="3458980950" sldId="271"/>
            <ac:inkMk id="32" creationId="{E3850675-9804-915F-4F90-1434A9AD39E0}"/>
          </ac:inkMkLst>
        </pc:inkChg>
        <pc:inkChg chg="add del">
          <ac:chgData name="Bhowmik, Sayan" userId="2b51cadb-156e-4c9a-99fc-6d2138739850" providerId="ADAL" clId="{F84FF9A7-A6D1-9F48-9981-D5AAC95CF743}" dt="2023-09-06T04:15:41.209" v="71"/>
          <ac:inkMkLst>
            <pc:docMk/>
            <pc:sldMk cId="3458980950" sldId="271"/>
            <ac:inkMk id="33" creationId="{3BBA84F6-A208-F676-EA8F-3B658C0997FD}"/>
          </ac:inkMkLst>
        </pc:inkChg>
        <pc:inkChg chg="add del reco">
          <ac:chgData name="Bhowmik, Sayan" userId="2b51cadb-156e-4c9a-99fc-6d2138739850" providerId="ADAL" clId="{F84FF9A7-A6D1-9F48-9981-D5AAC95CF743}" dt="2023-09-06T04:16:04.957" v="80"/>
          <ac:inkMkLst>
            <pc:docMk/>
            <pc:sldMk cId="3458980950" sldId="271"/>
            <ac:inkMk id="34" creationId="{A8775557-4247-C33D-43BF-1F35E1B1AA5A}"/>
          </ac:inkMkLst>
        </pc:inkChg>
        <pc:inkChg chg="add del">
          <ac:chgData name="Bhowmik, Sayan" userId="2b51cadb-156e-4c9a-99fc-6d2138739850" providerId="ADAL" clId="{F84FF9A7-A6D1-9F48-9981-D5AAC95CF743}" dt="2023-09-06T04:15:44.023" v="74"/>
          <ac:inkMkLst>
            <pc:docMk/>
            <pc:sldMk cId="3458980950" sldId="271"/>
            <ac:inkMk id="35" creationId="{35AA5C72-5000-D103-C90C-E6B8C22DB132}"/>
          </ac:inkMkLst>
        </pc:inkChg>
        <pc:inkChg chg="add del">
          <ac:chgData name="Bhowmik, Sayan" userId="2b51cadb-156e-4c9a-99fc-6d2138739850" providerId="ADAL" clId="{F84FF9A7-A6D1-9F48-9981-D5AAC95CF743}" dt="2023-09-06T04:15:44.023" v="74"/>
          <ac:inkMkLst>
            <pc:docMk/>
            <pc:sldMk cId="3458980950" sldId="271"/>
            <ac:inkMk id="36" creationId="{AED58A71-2107-BDBB-B45C-B62759D79615}"/>
          </ac:inkMkLst>
        </pc:inkChg>
        <pc:inkChg chg="add del reco">
          <ac:chgData name="Bhowmik, Sayan" userId="2b51cadb-156e-4c9a-99fc-6d2138739850" providerId="ADAL" clId="{F84FF9A7-A6D1-9F48-9981-D5AAC95CF743}" dt="2023-09-06T04:16:04.971" v="86"/>
          <ac:inkMkLst>
            <pc:docMk/>
            <pc:sldMk cId="3458980950" sldId="271"/>
            <ac:inkMk id="37" creationId="{F374DA73-5B61-22C6-7F66-9BD42164B485}"/>
          </ac:inkMkLst>
        </pc:inkChg>
        <pc:inkChg chg="add del">
          <ac:chgData name="Bhowmik, Sayan" userId="2b51cadb-156e-4c9a-99fc-6d2138739850" providerId="ADAL" clId="{F84FF9A7-A6D1-9F48-9981-D5AAC95CF743}" dt="2023-09-06T04:15:55.253" v="78"/>
          <ac:inkMkLst>
            <pc:docMk/>
            <pc:sldMk cId="3458980950" sldId="271"/>
            <ac:inkMk id="38" creationId="{BC4ABCA2-0855-D1ED-37FF-88A6E11843C6}"/>
          </ac:inkMkLst>
        </pc:inkChg>
        <pc:inkChg chg="add del">
          <ac:chgData name="Bhowmik, Sayan" userId="2b51cadb-156e-4c9a-99fc-6d2138739850" providerId="ADAL" clId="{F84FF9A7-A6D1-9F48-9981-D5AAC95CF743}" dt="2023-09-06T04:15:55.253" v="78"/>
          <ac:inkMkLst>
            <pc:docMk/>
            <pc:sldMk cId="3458980950" sldId="271"/>
            <ac:inkMk id="39" creationId="{84E9CA6D-7DCA-AE80-9572-54FB590AF1FC}"/>
          </ac:inkMkLst>
        </pc:inkChg>
        <pc:inkChg chg="add del reco">
          <ac:chgData name="Bhowmik, Sayan" userId="2b51cadb-156e-4c9a-99fc-6d2138739850" providerId="ADAL" clId="{F84FF9A7-A6D1-9F48-9981-D5AAC95CF743}" dt="2023-09-06T04:16:04.963" v="82"/>
          <ac:inkMkLst>
            <pc:docMk/>
            <pc:sldMk cId="3458980950" sldId="271"/>
            <ac:inkMk id="40" creationId="{76B54F5D-85E8-6388-4165-9C8B86BA6274}"/>
          </ac:inkMkLst>
        </pc:inkChg>
      </pc:sldChg>
      <pc:sldChg chg="addSp delSp modSp">
        <pc:chgData name="Bhowmik, Sayan" userId="2b51cadb-156e-4c9a-99fc-6d2138739850" providerId="ADAL" clId="{F84FF9A7-A6D1-9F48-9981-D5AAC95CF743}" dt="2023-09-06T20:22:05.391" v="309"/>
        <pc:sldMkLst>
          <pc:docMk/>
          <pc:sldMk cId="2285472110" sldId="272"/>
        </pc:sldMkLst>
        <pc:inkChg chg="add del">
          <ac:chgData name="Bhowmik, Sayan" userId="2b51cadb-156e-4c9a-99fc-6d2138739850" providerId="ADAL" clId="{F84FF9A7-A6D1-9F48-9981-D5AAC95CF743}" dt="2023-09-06T20:19:43.459" v="216"/>
          <ac:inkMkLst>
            <pc:docMk/>
            <pc:sldMk cId="2285472110" sldId="272"/>
            <ac:inkMk id="15" creationId="{35A8DBB4-2E92-2B75-DCA1-280F269F72D0}"/>
          </ac:inkMkLst>
        </pc:inkChg>
        <pc:inkChg chg="del">
          <ac:chgData name="Bhowmik, Sayan" userId="2b51cadb-156e-4c9a-99fc-6d2138739850" providerId="ADAL" clId="{F84FF9A7-A6D1-9F48-9981-D5AAC95CF743}" dt="2023-09-06T20:15:08.255" v="89"/>
          <ac:inkMkLst>
            <pc:docMk/>
            <pc:sldMk cId="2285472110" sldId="272"/>
            <ac:inkMk id="15" creationId="{FD0C8A1A-AD75-B33D-1DA4-4DC4B794F0BE}"/>
          </ac:inkMkLst>
        </pc:inkChg>
        <pc:inkChg chg="add del">
          <ac:chgData name="Bhowmik, Sayan" userId="2b51cadb-156e-4c9a-99fc-6d2138739850" providerId="ADAL" clId="{F84FF9A7-A6D1-9F48-9981-D5AAC95CF743}" dt="2023-09-06T20:19:43.459" v="216"/>
          <ac:inkMkLst>
            <pc:docMk/>
            <pc:sldMk cId="2285472110" sldId="272"/>
            <ac:inkMk id="16" creationId="{8DE4BD83-B9AA-751A-4662-9B85840DC017}"/>
          </ac:inkMkLst>
        </pc:inkChg>
        <pc:inkChg chg="del">
          <ac:chgData name="Bhowmik, Sayan" userId="2b51cadb-156e-4c9a-99fc-6d2138739850" providerId="ADAL" clId="{F84FF9A7-A6D1-9F48-9981-D5AAC95CF743}" dt="2023-09-06T20:15:07.012" v="87"/>
          <ac:inkMkLst>
            <pc:docMk/>
            <pc:sldMk cId="2285472110" sldId="272"/>
            <ac:inkMk id="16" creationId="{99C9237C-86A2-E253-F462-FB0B8171F957}"/>
          </ac:inkMkLst>
        </pc:inkChg>
        <pc:inkChg chg="add reco">
          <ac:chgData name="Bhowmik, Sayan" userId="2b51cadb-156e-4c9a-99fc-6d2138739850" providerId="ADAL" clId="{F84FF9A7-A6D1-9F48-9981-D5AAC95CF743}" dt="2023-09-06T20:19:43.459" v="216"/>
          <ac:inkMkLst>
            <pc:docMk/>
            <pc:sldMk cId="2285472110" sldId="272"/>
            <ac:inkMk id="18" creationId="{BD0AEA52-464B-186B-5CC8-27B187C8634A}"/>
          </ac:inkMkLst>
        </pc:inkChg>
        <pc:inkChg chg="add del">
          <ac:chgData name="Bhowmik, Sayan" userId="2b51cadb-156e-4c9a-99fc-6d2138739850" providerId="ADAL" clId="{F84FF9A7-A6D1-9F48-9981-D5AAC95CF743}" dt="2023-09-06T20:15:16.228" v="92"/>
          <ac:inkMkLst>
            <pc:docMk/>
            <pc:sldMk cId="2285472110" sldId="272"/>
            <ac:inkMk id="18" creationId="{ED5DCF5F-F39D-6B25-7835-E5933F782163}"/>
          </ac:inkMkLst>
        </pc:inkChg>
        <pc:inkChg chg="del">
          <ac:chgData name="Bhowmik, Sayan" userId="2b51cadb-156e-4c9a-99fc-6d2138739850" providerId="ADAL" clId="{F84FF9A7-A6D1-9F48-9981-D5AAC95CF743}" dt="2023-09-06T20:15:07.017" v="88"/>
          <ac:inkMkLst>
            <pc:docMk/>
            <pc:sldMk cId="2285472110" sldId="272"/>
            <ac:inkMk id="19" creationId="{4FB1787D-7018-70CA-8A53-A85A595F69AD}"/>
          </ac:inkMkLst>
        </pc:inkChg>
        <pc:inkChg chg="add del">
          <ac:chgData name="Bhowmik, Sayan" userId="2b51cadb-156e-4c9a-99fc-6d2138739850" providerId="ADAL" clId="{F84FF9A7-A6D1-9F48-9981-D5AAC95CF743}" dt="2023-09-06T20:19:50.504" v="222"/>
          <ac:inkMkLst>
            <pc:docMk/>
            <pc:sldMk cId="2285472110" sldId="272"/>
            <ac:inkMk id="19" creationId="{5D156145-E9EE-AC94-5590-3720D61D6FC3}"/>
          </ac:inkMkLst>
        </pc:inkChg>
        <pc:inkChg chg="add del">
          <ac:chgData name="Bhowmik, Sayan" userId="2b51cadb-156e-4c9a-99fc-6d2138739850" providerId="ADAL" clId="{F84FF9A7-A6D1-9F48-9981-D5AAC95CF743}" dt="2023-09-06T20:19:50.504" v="222"/>
          <ac:inkMkLst>
            <pc:docMk/>
            <pc:sldMk cId="2285472110" sldId="272"/>
            <ac:inkMk id="20" creationId="{0DB3F65E-A42C-F481-EE9B-BD52578DADFB}"/>
          </ac:inkMkLst>
        </pc:inkChg>
        <pc:inkChg chg="add del">
          <ac:chgData name="Bhowmik, Sayan" userId="2b51cadb-156e-4c9a-99fc-6d2138739850" providerId="ADAL" clId="{F84FF9A7-A6D1-9F48-9981-D5AAC95CF743}" dt="2023-09-06T20:15:16.228" v="92"/>
          <ac:inkMkLst>
            <pc:docMk/>
            <pc:sldMk cId="2285472110" sldId="272"/>
            <ac:inkMk id="20" creationId="{EFE9A8E6-D6EF-A538-8B2B-61B383320B11}"/>
          </ac:inkMkLst>
        </pc:inkChg>
        <pc:inkChg chg="add reco">
          <ac:chgData name="Bhowmik, Sayan" userId="2b51cadb-156e-4c9a-99fc-6d2138739850" providerId="ADAL" clId="{F84FF9A7-A6D1-9F48-9981-D5AAC95CF743}" dt="2023-09-06T20:15:16.228" v="92"/>
          <ac:inkMkLst>
            <pc:docMk/>
            <pc:sldMk cId="2285472110" sldId="272"/>
            <ac:inkMk id="21" creationId="{E6BA9BC0-CD17-7FD8-95D9-96A2DCAAF393}"/>
          </ac:inkMkLst>
        </pc:inkChg>
        <pc:inkChg chg="add">
          <ac:chgData name="Bhowmik, Sayan" userId="2b51cadb-156e-4c9a-99fc-6d2138739850" providerId="ADAL" clId="{F84FF9A7-A6D1-9F48-9981-D5AAC95CF743}" dt="2023-09-06T20:15:19.292" v="93"/>
          <ac:inkMkLst>
            <pc:docMk/>
            <pc:sldMk cId="2285472110" sldId="272"/>
            <ac:inkMk id="22" creationId="{832DC11A-71F3-CD92-33BB-C8658F577292}"/>
          </ac:inkMkLst>
        </pc:inkChg>
        <pc:inkChg chg="add del">
          <ac:chgData name="Bhowmik, Sayan" userId="2b51cadb-156e-4c9a-99fc-6d2138739850" providerId="ADAL" clId="{F84FF9A7-A6D1-9F48-9981-D5AAC95CF743}" dt="2023-09-06T20:19:50.504" v="222"/>
          <ac:inkMkLst>
            <pc:docMk/>
            <pc:sldMk cId="2285472110" sldId="272"/>
            <ac:inkMk id="23" creationId="{5E27FF80-F69D-95E0-4557-29364FCF8480}"/>
          </ac:inkMkLst>
        </pc:inkChg>
        <pc:inkChg chg="add del">
          <ac:chgData name="Bhowmik, Sayan" userId="2b51cadb-156e-4c9a-99fc-6d2138739850" providerId="ADAL" clId="{F84FF9A7-A6D1-9F48-9981-D5AAC95CF743}" dt="2023-09-06T20:15:27.579" v="100"/>
          <ac:inkMkLst>
            <pc:docMk/>
            <pc:sldMk cId="2285472110" sldId="272"/>
            <ac:inkMk id="23" creationId="{E46F02E3-8127-226E-E331-2809C7A655AE}"/>
          </ac:inkMkLst>
        </pc:inkChg>
        <pc:inkChg chg="add del">
          <ac:chgData name="Bhowmik, Sayan" userId="2b51cadb-156e-4c9a-99fc-6d2138739850" providerId="ADAL" clId="{F84FF9A7-A6D1-9F48-9981-D5AAC95CF743}" dt="2023-09-06T20:15:27.579" v="100"/>
          <ac:inkMkLst>
            <pc:docMk/>
            <pc:sldMk cId="2285472110" sldId="272"/>
            <ac:inkMk id="24" creationId="{2EC560E5-BDAC-DE16-938F-CF9FFC7B671F}"/>
          </ac:inkMkLst>
        </pc:inkChg>
        <pc:inkChg chg="add del">
          <ac:chgData name="Bhowmik, Sayan" userId="2b51cadb-156e-4c9a-99fc-6d2138739850" providerId="ADAL" clId="{F84FF9A7-A6D1-9F48-9981-D5AAC95CF743}" dt="2023-09-06T20:19:50.504" v="222"/>
          <ac:inkMkLst>
            <pc:docMk/>
            <pc:sldMk cId="2285472110" sldId="272"/>
            <ac:inkMk id="24" creationId="{FD120A81-5090-646A-7B09-97BA7CCB612C}"/>
          </ac:inkMkLst>
        </pc:inkChg>
        <pc:inkChg chg="add del">
          <ac:chgData name="Bhowmik, Sayan" userId="2b51cadb-156e-4c9a-99fc-6d2138739850" providerId="ADAL" clId="{F84FF9A7-A6D1-9F48-9981-D5AAC95CF743}" dt="2023-09-06T20:19:50.504" v="222"/>
          <ac:inkMkLst>
            <pc:docMk/>
            <pc:sldMk cId="2285472110" sldId="272"/>
            <ac:inkMk id="25" creationId="{623FF811-8921-41AA-2948-C3B27B007655}"/>
          </ac:inkMkLst>
        </pc:inkChg>
        <pc:inkChg chg="add del">
          <ac:chgData name="Bhowmik, Sayan" userId="2b51cadb-156e-4c9a-99fc-6d2138739850" providerId="ADAL" clId="{F84FF9A7-A6D1-9F48-9981-D5AAC95CF743}" dt="2023-09-06T20:15:27.579" v="100"/>
          <ac:inkMkLst>
            <pc:docMk/>
            <pc:sldMk cId="2285472110" sldId="272"/>
            <ac:inkMk id="25" creationId="{820C6D0B-4E99-6C59-42E7-371889460697}"/>
          </ac:inkMkLst>
        </pc:inkChg>
        <pc:inkChg chg="add del">
          <ac:chgData name="Bhowmik, Sayan" userId="2b51cadb-156e-4c9a-99fc-6d2138739850" providerId="ADAL" clId="{F84FF9A7-A6D1-9F48-9981-D5AAC95CF743}" dt="2023-09-06T20:15:27.579" v="100"/>
          <ac:inkMkLst>
            <pc:docMk/>
            <pc:sldMk cId="2285472110" sldId="272"/>
            <ac:inkMk id="26" creationId="{33876066-301F-A322-2BF6-CF9D0A03352C}"/>
          </ac:inkMkLst>
        </pc:inkChg>
        <pc:inkChg chg="add reco">
          <ac:chgData name="Bhowmik, Sayan" userId="2b51cadb-156e-4c9a-99fc-6d2138739850" providerId="ADAL" clId="{F84FF9A7-A6D1-9F48-9981-D5AAC95CF743}" dt="2023-09-06T20:19:50.504" v="222"/>
          <ac:inkMkLst>
            <pc:docMk/>
            <pc:sldMk cId="2285472110" sldId="272"/>
            <ac:inkMk id="26" creationId="{7DBE591A-BD0E-3C0B-1C3A-025043A1787B}"/>
          </ac:inkMkLst>
        </pc:inkChg>
        <pc:inkChg chg="add del">
          <ac:chgData name="Bhowmik, Sayan" userId="2b51cadb-156e-4c9a-99fc-6d2138739850" providerId="ADAL" clId="{F84FF9A7-A6D1-9F48-9981-D5AAC95CF743}" dt="2023-09-06T20:15:27.579" v="100"/>
          <ac:inkMkLst>
            <pc:docMk/>
            <pc:sldMk cId="2285472110" sldId="272"/>
            <ac:inkMk id="27" creationId="{3ED4811A-689A-B30B-2AED-A7D84B13B81C}"/>
          </ac:inkMkLst>
        </pc:inkChg>
        <pc:inkChg chg="add del">
          <ac:chgData name="Bhowmik, Sayan" userId="2b51cadb-156e-4c9a-99fc-6d2138739850" providerId="ADAL" clId="{F84FF9A7-A6D1-9F48-9981-D5AAC95CF743}" dt="2023-09-06T20:19:52.028" v="225"/>
          <ac:inkMkLst>
            <pc:docMk/>
            <pc:sldMk cId="2285472110" sldId="272"/>
            <ac:inkMk id="27" creationId="{DD47764D-D3D1-4F4D-225E-6142CE24492F}"/>
          </ac:inkMkLst>
        </pc:inkChg>
        <pc:inkChg chg="add del">
          <ac:chgData name="Bhowmik, Sayan" userId="2b51cadb-156e-4c9a-99fc-6d2138739850" providerId="ADAL" clId="{F84FF9A7-A6D1-9F48-9981-D5AAC95CF743}" dt="2023-09-06T20:15:27.579" v="100"/>
          <ac:inkMkLst>
            <pc:docMk/>
            <pc:sldMk cId="2285472110" sldId="272"/>
            <ac:inkMk id="28" creationId="{AE7BE6E7-F6B2-FFFF-AF55-1D1B2831B57A}"/>
          </ac:inkMkLst>
        </pc:inkChg>
        <pc:inkChg chg="add del">
          <ac:chgData name="Bhowmik, Sayan" userId="2b51cadb-156e-4c9a-99fc-6d2138739850" providerId="ADAL" clId="{F84FF9A7-A6D1-9F48-9981-D5AAC95CF743}" dt="2023-09-06T20:19:52.028" v="225"/>
          <ac:inkMkLst>
            <pc:docMk/>
            <pc:sldMk cId="2285472110" sldId="272"/>
            <ac:inkMk id="28" creationId="{FA9A5179-844E-8058-6E4F-796F505D2074}"/>
          </ac:inkMkLst>
        </pc:inkChg>
        <pc:inkChg chg="add reco">
          <ac:chgData name="Bhowmik, Sayan" userId="2b51cadb-156e-4c9a-99fc-6d2138739850" providerId="ADAL" clId="{F84FF9A7-A6D1-9F48-9981-D5AAC95CF743}" dt="2023-09-06T20:15:27.579" v="100"/>
          <ac:inkMkLst>
            <pc:docMk/>
            <pc:sldMk cId="2285472110" sldId="272"/>
            <ac:inkMk id="29" creationId="{4B15D807-BF25-2254-6F9F-88C9D7D433B9}"/>
          </ac:inkMkLst>
        </pc:inkChg>
        <pc:inkChg chg="add reco">
          <ac:chgData name="Bhowmik, Sayan" userId="2b51cadb-156e-4c9a-99fc-6d2138739850" providerId="ADAL" clId="{F84FF9A7-A6D1-9F48-9981-D5AAC95CF743}" dt="2023-09-06T20:19:52.028" v="225"/>
          <ac:inkMkLst>
            <pc:docMk/>
            <pc:sldMk cId="2285472110" sldId="272"/>
            <ac:inkMk id="30" creationId="{7C7299C6-A0F9-3381-EA5B-3027EAA3D19A}"/>
          </ac:inkMkLst>
        </pc:inkChg>
        <pc:inkChg chg="add del">
          <ac:chgData name="Bhowmik, Sayan" userId="2b51cadb-156e-4c9a-99fc-6d2138739850" providerId="ADAL" clId="{F84FF9A7-A6D1-9F48-9981-D5AAC95CF743}" dt="2023-09-06T20:15:30.978" v="105"/>
          <ac:inkMkLst>
            <pc:docMk/>
            <pc:sldMk cId="2285472110" sldId="272"/>
            <ac:inkMk id="30" creationId="{CD8AAE50-DF08-50A8-C771-382854DABEBB}"/>
          </ac:inkMkLst>
        </pc:inkChg>
        <pc:inkChg chg="add del">
          <ac:chgData name="Bhowmik, Sayan" userId="2b51cadb-156e-4c9a-99fc-6d2138739850" providerId="ADAL" clId="{F84FF9A7-A6D1-9F48-9981-D5AAC95CF743}" dt="2023-09-06T20:15:30.978" v="105"/>
          <ac:inkMkLst>
            <pc:docMk/>
            <pc:sldMk cId="2285472110" sldId="272"/>
            <ac:inkMk id="31" creationId="{102EB85A-F692-1D9C-75F2-1A0D57CD6545}"/>
          </ac:inkMkLst>
        </pc:inkChg>
        <pc:inkChg chg="add">
          <ac:chgData name="Bhowmik, Sayan" userId="2b51cadb-156e-4c9a-99fc-6d2138739850" providerId="ADAL" clId="{F84FF9A7-A6D1-9F48-9981-D5AAC95CF743}" dt="2023-09-06T20:19:53.724" v="226"/>
          <ac:inkMkLst>
            <pc:docMk/>
            <pc:sldMk cId="2285472110" sldId="272"/>
            <ac:inkMk id="31" creationId="{5D704AE5-AD37-46C3-AEC5-6E89EB5D4522}"/>
          </ac:inkMkLst>
        </pc:inkChg>
        <pc:inkChg chg="add del">
          <ac:chgData name="Bhowmik, Sayan" userId="2b51cadb-156e-4c9a-99fc-6d2138739850" providerId="ADAL" clId="{F84FF9A7-A6D1-9F48-9981-D5AAC95CF743}" dt="2023-09-06T20:15:30.978" v="105"/>
          <ac:inkMkLst>
            <pc:docMk/>
            <pc:sldMk cId="2285472110" sldId="272"/>
            <ac:inkMk id="32" creationId="{C8B25FDF-9F02-E8BA-9009-5293AFFAA2BD}"/>
          </ac:inkMkLst>
        </pc:inkChg>
        <pc:inkChg chg="add del">
          <ac:chgData name="Bhowmik, Sayan" userId="2b51cadb-156e-4c9a-99fc-6d2138739850" providerId="ADAL" clId="{F84FF9A7-A6D1-9F48-9981-D5AAC95CF743}" dt="2023-09-06T20:20:05.920" v="233"/>
          <ac:inkMkLst>
            <pc:docMk/>
            <pc:sldMk cId="2285472110" sldId="272"/>
            <ac:inkMk id="32" creationId="{DB4C0F7F-4ADA-7367-43DD-B7406D4D5186}"/>
          </ac:inkMkLst>
        </pc:inkChg>
        <pc:inkChg chg="add del">
          <ac:chgData name="Bhowmik, Sayan" userId="2b51cadb-156e-4c9a-99fc-6d2138739850" providerId="ADAL" clId="{F84FF9A7-A6D1-9F48-9981-D5AAC95CF743}" dt="2023-09-06T20:20:05.920" v="233"/>
          <ac:inkMkLst>
            <pc:docMk/>
            <pc:sldMk cId="2285472110" sldId="272"/>
            <ac:inkMk id="33" creationId="{0792E6DE-1A50-91AE-BA95-A85E5A152A12}"/>
          </ac:inkMkLst>
        </pc:inkChg>
        <pc:inkChg chg="add del">
          <ac:chgData name="Bhowmik, Sayan" userId="2b51cadb-156e-4c9a-99fc-6d2138739850" providerId="ADAL" clId="{F84FF9A7-A6D1-9F48-9981-D5AAC95CF743}" dt="2023-09-06T20:15:30.978" v="105"/>
          <ac:inkMkLst>
            <pc:docMk/>
            <pc:sldMk cId="2285472110" sldId="272"/>
            <ac:inkMk id="33" creationId="{36BC8C14-438D-6954-3C4A-9430D846013A}"/>
          </ac:inkMkLst>
        </pc:inkChg>
        <pc:inkChg chg="add mod reco modStrokes">
          <ac:chgData name="Bhowmik, Sayan" userId="2b51cadb-156e-4c9a-99fc-6d2138739850" providerId="ADAL" clId="{F84FF9A7-A6D1-9F48-9981-D5AAC95CF743}" dt="2023-09-06T20:16:50.753" v="144"/>
          <ac:inkMkLst>
            <pc:docMk/>
            <pc:sldMk cId="2285472110" sldId="272"/>
            <ac:inkMk id="34" creationId="{6FD68C95-ECED-B047-E33C-0F19624B1BC2}"/>
          </ac:inkMkLst>
        </pc:inkChg>
        <pc:inkChg chg="add del">
          <ac:chgData name="Bhowmik, Sayan" userId="2b51cadb-156e-4c9a-99fc-6d2138739850" providerId="ADAL" clId="{F84FF9A7-A6D1-9F48-9981-D5AAC95CF743}" dt="2023-09-06T20:15:36.420" v="108"/>
          <ac:inkMkLst>
            <pc:docMk/>
            <pc:sldMk cId="2285472110" sldId="272"/>
            <ac:inkMk id="35" creationId="{A2E49FF4-AEAA-FBED-F209-68F8F8D0635E}"/>
          </ac:inkMkLst>
        </pc:inkChg>
        <pc:inkChg chg="add del">
          <ac:chgData name="Bhowmik, Sayan" userId="2b51cadb-156e-4c9a-99fc-6d2138739850" providerId="ADAL" clId="{F84FF9A7-A6D1-9F48-9981-D5AAC95CF743}" dt="2023-09-06T20:20:05.920" v="233"/>
          <ac:inkMkLst>
            <pc:docMk/>
            <pc:sldMk cId="2285472110" sldId="272"/>
            <ac:inkMk id="35" creationId="{D3E5D832-8912-1881-0926-979EFD5C41A0}"/>
          </ac:inkMkLst>
        </pc:inkChg>
        <pc:inkChg chg="add del">
          <ac:chgData name="Bhowmik, Sayan" userId="2b51cadb-156e-4c9a-99fc-6d2138739850" providerId="ADAL" clId="{F84FF9A7-A6D1-9F48-9981-D5AAC95CF743}" dt="2023-09-06T20:20:05.920" v="233"/>
          <ac:inkMkLst>
            <pc:docMk/>
            <pc:sldMk cId="2285472110" sldId="272"/>
            <ac:inkMk id="36" creationId="{1FC0AF7A-C13B-E376-F1E4-81896F7CB9B7}"/>
          </ac:inkMkLst>
        </pc:inkChg>
        <pc:inkChg chg="add del">
          <ac:chgData name="Bhowmik, Sayan" userId="2b51cadb-156e-4c9a-99fc-6d2138739850" providerId="ADAL" clId="{F84FF9A7-A6D1-9F48-9981-D5AAC95CF743}" dt="2023-09-06T20:15:36.420" v="108"/>
          <ac:inkMkLst>
            <pc:docMk/>
            <pc:sldMk cId="2285472110" sldId="272"/>
            <ac:inkMk id="36" creationId="{AB8D90EA-FE29-9F27-6428-AA46B56CEA92}"/>
          </ac:inkMkLst>
        </pc:inkChg>
        <pc:inkChg chg="add reco">
          <ac:chgData name="Bhowmik, Sayan" userId="2b51cadb-156e-4c9a-99fc-6d2138739850" providerId="ADAL" clId="{F84FF9A7-A6D1-9F48-9981-D5AAC95CF743}" dt="2023-09-06T20:15:36.420" v="108"/>
          <ac:inkMkLst>
            <pc:docMk/>
            <pc:sldMk cId="2285472110" sldId="272"/>
            <ac:inkMk id="37" creationId="{F60FA244-3280-AD47-DF3B-D87684CDD743}"/>
          </ac:inkMkLst>
        </pc:inkChg>
        <pc:inkChg chg="add del">
          <ac:chgData name="Bhowmik, Sayan" userId="2b51cadb-156e-4c9a-99fc-6d2138739850" providerId="ADAL" clId="{F84FF9A7-A6D1-9F48-9981-D5AAC95CF743}" dt="2023-09-06T20:20:05.920" v="233"/>
          <ac:inkMkLst>
            <pc:docMk/>
            <pc:sldMk cId="2285472110" sldId="272"/>
            <ac:inkMk id="38" creationId="{367CE618-762C-4238-7C13-217081325805}"/>
          </ac:inkMkLst>
        </pc:inkChg>
        <pc:inkChg chg="add del">
          <ac:chgData name="Bhowmik, Sayan" userId="2b51cadb-156e-4c9a-99fc-6d2138739850" providerId="ADAL" clId="{F84FF9A7-A6D1-9F48-9981-D5AAC95CF743}" dt="2023-09-06T20:15:41.250" v="113"/>
          <ac:inkMkLst>
            <pc:docMk/>
            <pc:sldMk cId="2285472110" sldId="272"/>
            <ac:inkMk id="38" creationId="{F8F6D48C-ED67-86F0-75BD-C5F0BA556260}"/>
          </ac:inkMkLst>
        </pc:inkChg>
        <pc:inkChg chg="add del">
          <ac:chgData name="Bhowmik, Sayan" userId="2b51cadb-156e-4c9a-99fc-6d2138739850" providerId="ADAL" clId="{F84FF9A7-A6D1-9F48-9981-D5AAC95CF743}" dt="2023-09-06T20:20:05.920" v="233"/>
          <ac:inkMkLst>
            <pc:docMk/>
            <pc:sldMk cId="2285472110" sldId="272"/>
            <ac:inkMk id="39" creationId="{A6BFDF97-9636-D86B-9D54-EF23E58D968F}"/>
          </ac:inkMkLst>
        </pc:inkChg>
        <pc:inkChg chg="add del">
          <ac:chgData name="Bhowmik, Sayan" userId="2b51cadb-156e-4c9a-99fc-6d2138739850" providerId="ADAL" clId="{F84FF9A7-A6D1-9F48-9981-D5AAC95CF743}" dt="2023-09-06T20:15:41.250" v="113"/>
          <ac:inkMkLst>
            <pc:docMk/>
            <pc:sldMk cId="2285472110" sldId="272"/>
            <ac:inkMk id="39" creationId="{B55E276E-2288-E0D5-51D3-22C6F4AF76A8}"/>
          </ac:inkMkLst>
        </pc:inkChg>
        <pc:inkChg chg="add del">
          <ac:chgData name="Bhowmik, Sayan" userId="2b51cadb-156e-4c9a-99fc-6d2138739850" providerId="ADAL" clId="{F84FF9A7-A6D1-9F48-9981-D5AAC95CF743}" dt="2023-09-06T20:15:41.250" v="113"/>
          <ac:inkMkLst>
            <pc:docMk/>
            <pc:sldMk cId="2285472110" sldId="272"/>
            <ac:inkMk id="40" creationId="{411E4FD2-AAE8-2E3D-AEDD-5DB09B97D04A}"/>
          </ac:inkMkLst>
        </pc:inkChg>
        <pc:inkChg chg="add reco">
          <ac:chgData name="Bhowmik, Sayan" userId="2b51cadb-156e-4c9a-99fc-6d2138739850" providerId="ADAL" clId="{F84FF9A7-A6D1-9F48-9981-D5AAC95CF743}" dt="2023-09-06T20:20:05.920" v="233"/>
          <ac:inkMkLst>
            <pc:docMk/>
            <pc:sldMk cId="2285472110" sldId="272"/>
            <ac:inkMk id="40" creationId="{5FA86918-C747-E36A-C6F1-9E95CC773597}"/>
          </ac:inkMkLst>
        </pc:inkChg>
        <pc:inkChg chg="add del">
          <ac:chgData name="Bhowmik, Sayan" userId="2b51cadb-156e-4c9a-99fc-6d2138739850" providerId="ADAL" clId="{F84FF9A7-A6D1-9F48-9981-D5AAC95CF743}" dt="2023-09-06T20:20:40.135" v="244"/>
          <ac:inkMkLst>
            <pc:docMk/>
            <pc:sldMk cId="2285472110" sldId="272"/>
            <ac:inkMk id="41" creationId="{0C96AB91-87BB-0A1B-2B4C-972399D0D0E1}"/>
          </ac:inkMkLst>
        </pc:inkChg>
        <pc:inkChg chg="add del">
          <ac:chgData name="Bhowmik, Sayan" userId="2b51cadb-156e-4c9a-99fc-6d2138739850" providerId="ADAL" clId="{F84FF9A7-A6D1-9F48-9981-D5AAC95CF743}" dt="2023-09-06T20:15:41.250" v="113"/>
          <ac:inkMkLst>
            <pc:docMk/>
            <pc:sldMk cId="2285472110" sldId="272"/>
            <ac:inkMk id="41" creationId="{2E55B9BC-21DD-DDCF-063B-0EC5B8A53978}"/>
          </ac:inkMkLst>
        </pc:inkChg>
        <pc:inkChg chg="add reco">
          <ac:chgData name="Bhowmik, Sayan" userId="2b51cadb-156e-4c9a-99fc-6d2138739850" providerId="ADAL" clId="{F84FF9A7-A6D1-9F48-9981-D5AAC95CF743}" dt="2023-09-06T20:15:41.250" v="113"/>
          <ac:inkMkLst>
            <pc:docMk/>
            <pc:sldMk cId="2285472110" sldId="272"/>
            <ac:inkMk id="42" creationId="{C155718E-3E2A-3E26-BAEB-7CCCDABDE277}"/>
          </ac:inkMkLst>
        </pc:inkChg>
        <pc:inkChg chg="add del">
          <ac:chgData name="Bhowmik, Sayan" userId="2b51cadb-156e-4c9a-99fc-6d2138739850" providerId="ADAL" clId="{F84FF9A7-A6D1-9F48-9981-D5AAC95CF743}" dt="2023-09-06T20:15:45.222" v="117"/>
          <ac:inkMkLst>
            <pc:docMk/>
            <pc:sldMk cId="2285472110" sldId="272"/>
            <ac:inkMk id="43" creationId="{9C648467-7163-5FEE-4D50-DC1534D5C110}"/>
          </ac:inkMkLst>
        </pc:inkChg>
        <pc:inkChg chg="add del">
          <ac:chgData name="Bhowmik, Sayan" userId="2b51cadb-156e-4c9a-99fc-6d2138739850" providerId="ADAL" clId="{F84FF9A7-A6D1-9F48-9981-D5AAC95CF743}" dt="2023-09-06T20:20:40.135" v="244"/>
          <ac:inkMkLst>
            <pc:docMk/>
            <pc:sldMk cId="2285472110" sldId="272"/>
            <ac:inkMk id="43" creationId="{DB1B7A8C-C7C5-DF39-6DF6-30BCF7BAABD9}"/>
          </ac:inkMkLst>
        </pc:inkChg>
        <pc:inkChg chg="add del">
          <ac:chgData name="Bhowmik, Sayan" userId="2b51cadb-156e-4c9a-99fc-6d2138739850" providerId="ADAL" clId="{F84FF9A7-A6D1-9F48-9981-D5AAC95CF743}" dt="2023-09-06T20:15:45.222" v="117"/>
          <ac:inkMkLst>
            <pc:docMk/>
            <pc:sldMk cId="2285472110" sldId="272"/>
            <ac:inkMk id="44" creationId="{3F585FAF-30F8-2421-EDAE-CFBA0A84F96E}"/>
          </ac:inkMkLst>
        </pc:inkChg>
        <pc:inkChg chg="add del">
          <ac:chgData name="Bhowmik, Sayan" userId="2b51cadb-156e-4c9a-99fc-6d2138739850" providerId="ADAL" clId="{F84FF9A7-A6D1-9F48-9981-D5AAC95CF743}" dt="2023-09-06T20:20:40.135" v="244"/>
          <ac:inkMkLst>
            <pc:docMk/>
            <pc:sldMk cId="2285472110" sldId="272"/>
            <ac:inkMk id="44" creationId="{767BBBAE-16C5-0BF3-2581-FFBFC3359B94}"/>
          </ac:inkMkLst>
        </pc:inkChg>
        <pc:inkChg chg="add del">
          <ac:chgData name="Bhowmik, Sayan" userId="2b51cadb-156e-4c9a-99fc-6d2138739850" providerId="ADAL" clId="{F84FF9A7-A6D1-9F48-9981-D5AAC95CF743}" dt="2023-09-06T20:20:40.135" v="244"/>
          <ac:inkMkLst>
            <pc:docMk/>
            <pc:sldMk cId="2285472110" sldId="272"/>
            <ac:inkMk id="45" creationId="{A948FDFE-A6AF-895D-15B3-64D0BD460DDA}"/>
          </ac:inkMkLst>
        </pc:inkChg>
        <pc:inkChg chg="add del">
          <ac:chgData name="Bhowmik, Sayan" userId="2b51cadb-156e-4c9a-99fc-6d2138739850" providerId="ADAL" clId="{F84FF9A7-A6D1-9F48-9981-D5AAC95CF743}" dt="2023-09-06T20:15:45.222" v="117"/>
          <ac:inkMkLst>
            <pc:docMk/>
            <pc:sldMk cId="2285472110" sldId="272"/>
            <ac:inkMk id="45" creationId="{BA4B41BE-8A65-76CB-7EF3-84B6F1C4A51C}"/>
          </ac:inkMkLst>
        </pc:inkChg>
        <pc:inkChg chg="add del reco">
          <ac:chgData name="Bhowmik, Sayan" userId="2b51cadb-156e-4c9a-99fc-6d2138739850" providerId="ADAL" clId="{F84FF9A7-A6D1-9F48-9981-D5AAC95CF743}" dt="2023-09-06T20:19:36.021" v="212"/>
          <ac:inkMkLst>
            <pc:docMk/>
            <pc:sldMk cId="2285472110" sldId="272"/>
            <ac:inkMk id="46" creationId="{F4DB7435-D279-F19E-BA34-0B263491EAFF}"/>
          </ac:inkMkLst>
        </pc:inkChg>
        <pc:inkChg chg="add del">
          <ac:chgData name="Bhowmik, Sayan" userId="2b51cadb-156e-4c9a-99fc-6d2138739850" providerId="ADAL" clId="{F84FF9A7-A6D1-9F48-9981-D5AAC95CF743}" dt="2023-09-06T20:15:48.170" v="120"/>
          <ac:inkMkLst>
            <pc:docMk/>
            <pc:sldMk cId="2285472110" sldId="272"/>
            <ac:inkMk id="47" creationId="{63F964A4-20C7-0CE3-56FB-25A486998C46}"/>
          </ac:inkMkLst>
        </pc:inkChg>
        <pc:inkChg chg="add del">
          <ac:chgData name="Bhowmik, Sayan" userId="2b51cadb-156e-4c9a-99fc-6d2138739850" providerId="ADAL" clId="{F84FF9A7-A6D1-9F48-9981-D5AAC95CF743}" dt="2023-09-06T20:20:40.135" v="244"/>
          <ac:inkMkLst>
            <pc:docMk/>
            <pc:sldMk cId="2285472110" sldId="272"/>
            <ac:inkMk id="47" creationId="{6E4B0A42-23E2-9E90-468F-8DCDFA8C2594}"/>
          </ac:inkMkLst>
        </pc:inkChg>
        <pc:inkChg chg="add del">
          <ac:chgData name="Bhowmik, Sayan" userId="2b51cadb-156e-4c9a-99fc-6d2138739850" providerId="ADAL" clId="{F84FF9A7-A6D1-9F48-9981-D5AAC95CF743}" dt="2023-09-06T20:15:48.170" v="120"/>
          <ac:inkMkLst>
            <pc:docMk/>
            <pc:sldMk cId="2285472110" sldId="272"/>
            <ac:inkMk id="48" creationId="{39CEDFBD-0D32-6470-F0A7-55FE6D169B15}"/>
          </ac:inkMkLst>
        </pc:inkChg>
        <pc:inkChg chg="add del">
          <ac:chgData name="Bhowmik, Sayan" userId="2b51cadb-156e-4c9a-99fc-6d2138739850" providerId="ADAL" clId="{F84FF9A7-A6D1-9F48-9981-D5AAC95CF743}" dt="2023-09-06T20:20:40.135" v="244"/>
          <ac:inkMkLst>
            <pc:docMk/>
            <pc:sldMk cId="2285472110" sldId="272"/>
            <ac:inkMk id="48" creationId="{A9963EAB-803E-0AB1-1C26-D42EF8FAE087}"/>
          </ac:inkMkLst>
        </pc:inkChg>
        <pc:inkChg chg="add del mod reco modStrokes">
          <ac:chgData name="Bhowmik, Sayan" userId="2b51cadb-156e-4c9a-99fc-6d2138739850" providerId="ADAL" clId="{F84FF9A7-A6D1-9F48-9981-D5AAC95CF743}" dt="2023-09-06T20:19:30.408" v="210"/>
          <ac:inkMkLst>
            <pc:docMk/>
            <pc:sldMk cId="2285472110" sldId="272"/>
            <ac:inkMk id="49" creationId="{E2556897-20DE-04EC-9192-DDBD3E72EDDE}"/>
          </ac:inkMkLst>
        </pc:inkChg>
        <pc:inkChg chg="add del">
          <ac:chgData name="Bhowmik, Sayan" userId="2b51cadb-156e-4c9a-99fc-6d2138739850" providerId="ADAL" clId="{F84FF9A7-A6D1-9F48-9981-D5AAC95CF743}" dt="2023-09-06T20:15:52.450" v="130"/>
          <ac:inkMkLst>
            <pc:docMk/>
            <pc:sldMk cId="2285472110" sldId="272"/>
            <ac:inkMk id="50" creationId="{1660FFAE-4831-8F0B-E4C2-B9A6EA736D3E}"/>
          </ac:inkMkLst>
        </pc:inkChg>
        <pc:inkChg chg="add del">
          <ac:chgData name="Bhowmik, Sayan" userId="2b51cadb-156e-4c9a-99fc-6d2138739850" providerId="ADAL" clId="{F84FF9A7-A6D1-9F48-9981-D5AAC95CF743}" dt="2023-09-06T20:20:40.135" v="244"/>
          <ac:inkMkLst>
            <pc:docMk/>
            <pc:sldMk cId="2285472110" sldId="272"/>
            <ac:inkMk id="50" creationId="{2690C09E-B0B4-62AC-CC49-61303D7CD2B5}"/>
          </ac:inkMkLst>
        </pc:inkChg>
        <pc:inkChg chg="add del">
          <ac:chgData name="Bhowmik, Sayan" userId="2b51cadb-156e-4c9a-99fc-6d2138739850" providerId="ADAL" clId="{F84FF9A7-A6D1-9F48-9981-D5AAC95CF743}" dt="2023-09-06T20:20:40.135" v="244"/>
          <ac:inkMkLst>
            <pc:docMk/>
            <pc:sldMk cId="2285472110" sldId="272"/>
            <ac:inkMk id="51" creationId="{052F2DE0-F134-9431-062B-2B1227041203}"/>
          </ac:inkMkLst>
        </pc:inkChg>
        <pc:inkChg chg="add del">
          <ac:chgData name="Bhowmik, Sayan" userId="2b51cadb-156e-4c9a-99fc-6d2138739850" providerId="ADAL" clId="{F84FF9A7-A6D1-9F48-9981-D5AAC95CF743}" dt="2023-09-06T20:15:52.450" v="130"/>
          <ac:inkMkLst>
            <pc:docMk/>
            <pc:sldMk cId="2285472110" sldId="272"/>
            <ac:inkMk id="51" creationId="{8995C220-7308-46A1-3BFF-CC5841A4434F}"/>
          </ac:inkMkLst>
        </pc:inkChg>
        <pc:inkChg chg="add del">
          <ac:chgData name="Bhowmik, Sayan" userId="2b51cadb-156e-4c9a-99fc-6d2138739850" providerId="ADAL" clId="{F84FF9A7-A6D1-9F48-9981-D5AAC95CF743}" dt="2023-09-06T20:20:40.135" v="244"/>
          <ac:inkMkLst>
            <pc:docMk/>
            <pc:sldMk cId="2285472110" sldId="272"/>
            <ac:inkMk id="52" creationId="{60D6AC2B-C547-B2D6-D2B7-9678C881DEBC}"/>
          </ac:inkMkLst>
        </pc:inkChg>
        <pc:inkChg chg="add del">
          <ac:chgData name="Bhowmik, Sayan" userId="2b51cadb-156e-4c9a-99fc-6d2138739850" providerId="ADAL" clId="{F84FF9A7-A6D1-9F48-9981-D5AAC95CF743}" dt="2023-09-06T20:15:52.450" v="130"/>
          <ac:inkMkLst>
            <pc:docMk/>
            <pc:sldMk cId="2285472110" sldId="272"/>
            <ac:inkMk id="52" creationId="{B5645FFD-4FBB-A92F-237D-1D2B97EE3CDE}"/>
          </ac:inkMkLst>
        </pc:inkChg>
        <pc:inkChg chg="add del">
          <ac:chgData name="Bhowmik, Sayan" userId="2b51cadb-156e-4c9a-99fc-6d2138739850" providerId="ADAL" clId="{F84FF9A7-A6D1-9F48-9981-D5AAC95CF743}" dt="2023-09-06T20:15:52.450" v="130"/>
          <ac:inkMkLst>
            <pc:docMk/>
            <pc:sldMk cId="2285472110" sldId="272"/>
            <ac:inkMk id="53" creationId="{63FE68FF-9095-93C7-918C-0F53B67F5602}"/>
          </ac:inkMkLst>
        </pc:inkChg>
        <pc:inkChg chg="add del">
          <ac:chgData name="Bhowmik, Sayan" userId="2b51cadb-156e-4c9a-99fc-6d2138739850" providerId="ADAL" clId="{F84FF9A7-A6D1-9F48-9981-D5AAC95CF743}" dt="2023-09-06T20:20:40.135" v="244"/>
          <ac:inkMkLst>
            <pc:docMk/>
            <pc:sldMk cId="2285472110" sldId="272"/>
            <ac:inkMk id="53" creationId="{7F40F90F-E35E-23C8-49DE-EA5601723FC2}"/>
          </ac:inkMkLst>
        </pc:inkChg>
        <pc:inkChg chg="add reco">
          <ac:chgData name="Bhowmik, Sayan" userId="2b51cadb-156e-4c9a-99fc-6d2138739850" providerId="ADAL" clId="{F84FF9A7-A6D1-9F48-9981-D5AAC95CF743}" dt="2023-09-06T20:20:40.135" v="244"/>
          <ac:inkMkLst>
            <pc:docMk/>
            <pc:sldMk cId="2285472110" sldId="272"/>
            <ac:inkMk id="54" creationId="{1460E525-0037-AB36-535C-36A205F35D61}"/>
          </ac:inkMkLst>
        </pc:inkChg>
        <pc:inkChg chg="add del">
          <ac:chgData name="Bhowmik, Sayan" userId="2b51cadb-156e-4c9a-99fc-6d2138739850" providerId="ADAL" clId="{F84FF9A7-A6D1-9F48-9981-D5AAC95CF743}" dt="2023-09-06T20:15:52.450" v="130"/>
          <ac:inkMkLst>
            <pc:docMk/>
            <pc:sldMk cId="2285472110" sldId="272"/>
            <ac:inkMk id="54" creationId="{F7DEAA59-52F7-14A6-9CED-E8CB2F8717AE}"/>
          </ac:inkMkLst>
        </pc:inkChg>
        <pc:inkChg chg="add del">
          <ac:chgData name="Bhowmik, Sayan" userId="2b51cadb-156e-4c9a-99fc-6d2138739850" providerId="ADAL" clId="{F84FF9A7-A6D1-9F48-9981-D5AAC95CF743}" dt="2023-09-06T20:15:52.450" v="130"/>
          <ac:inkMkLst>
            <pc:docMk/>
            <pc:sldMk cId="2285472110" sldId="272"/>
            <ac:inkMk id="55" creationId="{339B79E9-FC61-9EF9-F1D9-430FAA0580F5}"/>
          </ac:inkMkLst>
        </pc:inkChg>
        <pc:inkChg chg="add reco">
          <ac:chgData name="Bhowmik, Sayan" userId="2b51cadb-156e-4c9a-99fc-6d2138739850" providerId="ADAL" clId="{F84FF9A7-A6D1-9F48-9981-D5AAC95CF743}" dt="2023-09-06T20:20:40.135" v="244"/>
          <ac:inkMkLst>
            <pc:docMk/>
            <pc:sldMk cId="2285472110" sldId="272"/>
            <ac:inkMk id="55" creationId="{966814F6-0F96-FFB8-043D-19E6D724F8ED}"/>
          </ac:inkMkLst>
        </pc:inkChg>
        <pc:inkChg chg="add del">
          <ac:chgData name="Bhowmik, Sayan" userId="2b51cadb-156e-4c9a-99fc-6d2138739850" providerId="ADAL" clId="{F84FF9A7-A6D1-9F48-9981-D5AAC95CF743}" dt="2023-09-06T20:20:45.599" v="249"/>
          <ac:inkMkLst>
            <pc:docMk/>
            <pc:sldMk cId="2285472110" sldId="272"/>
            <ac:inkMk id="56" creationId="{3495236A-F46F-4A22-6A92-5B1AEFFA5F49}"/>
          </ac:inkMkLst>
        </pc:inkChg>
        <pc:inkChg chg="add del">
          <ac:chgData name="Bhowmik, Sayan" userId="2b51cadb-156e-4c9a-99fc-6d2138739850" providerId="ADAL" clId="{F84FF9A7-A6D1-9F48-9981-D5AAC95CF743}" dt="2023-09-06T20:16:50.758" v="145"/>
          <ac:inkMkLst>
            <pc:docMk/>
            <pc:sldMk cId="2285472110" sldId="272"/>
            <ac:inkMk id="56" creationId="{A931A4B0-2E18-ACEE-73A1-9E09581854EA}"/>
          </ac:inkMkLst>
        </pc:inkChg>
        <pc:inkChg chg="add del">
          <ac:chgData name="Bhowmik, Sayan" userId="2b51cadb-156e-4c9a-99fc-6d2138739850" providerId="ADAL" clId="{F84FF9A7-A6D1-9F48-9981-D5AAC95CF743}" dt="2023-09-06T20:16:57.454" v="153"/>
          <ac:inkMkLst>
            <pc:docMk/>
            <pc:sldMk cId="2285472110" sldId="272"/>
            <ac:inkMk id="57" creationId="{ABF9BB93-8B64-F140-5A5F-5F1481C2D310}"/>
          </ac:inkMkLst>
        </pc:inkChg>
        <pc:inkChg chg="add del">
          <ac:chgData name="Bhowmik, Sayan" userId="2b51cadb-156e-4c9a-99fc-6d2138739850" providerId="ADAL" clId="{F84FF9A7-A6D1-9F48-9981-D5AAC95CF743}" dt="2023-09-06T20:20:45.599" v="249"/>
          <ac:inkMkLst>
            <pc:docMk/>
            <pc:sldMk cId="2285472110" sldId="272"/>
            <ac:inkMk id="57" creationId="{FFAA4CEF-ED8C-8B38-6DC4-A20806A159D2}"/>
          </ac:inkMkLst>
        </pc:inkChg>
        <pc:inkChg chg="add del">
          <ac:chgData name="Bhowmik, Sayan" userId="2b51cadb-156e-4c9a-99fc-6d2138739850" providerId="ADAL" clId="{F84FF9A7-A6D1-9F48-9981-D5AAC95CF743}" dt="2023-09-06T20:20:45.599" v="249"/>
          <ac:inkMkLst>
            <pc:docMk/>
            <pc:sldMk cId="2285472110" sldId="272"/>
            <ac:inkMk id="58" creationId="{08E54983-E7D4-3462-8643-AE69E4A12566}"/>
          </ac:inkMkLst>
        </pc:inkChg>
        <pc:inkChg chg="add del">
          <ac:chgData name="Bhowmik, Sayan" userId="2b51cadb-156e-4c9a-99fc-6d2138739850" providerId="ADAL" clId="{F84FF9A7-A6D1-9F48-9981-D5AAC95CF743}" dt="2023-09-06T20:16:57.454" v="153"/>
          <ac:inkMkLst>
            <pc:docMk/>
            <pc:sldMk cId="2285472110" sldId="272"/>
            <ac:inkMk id="58" creationId="{BA03DAB4-19C1-1F62-190E-58D28A34AA1E}"/>
          </ac:inkMkLst>
        </pc:inkChg>
        <pc:inkChg chg="add reco">
          <ac:chgData name="Bhowmik, Sayan" userId="2b51cadb-156e-4c9a-99fc-6d2138739850" providerId="ADAL" clId="{F84FF9A7-A6D1-9F48-9981-D5AAC95CF743}" dt="2023-09-06T20:15:52.450" v="130"/>
          <ac:inkMkLst>
            <pc:docMk/>
            <pc:sldMk cId="2285472110" sldId="272"/>
            <ac:inkMk id="59" creationId="{7983529A-BD30-FFAA-8D66-AC013904ED49}"/>
          </ac:inkMkLst>
        </pc:inkChg>
        <pc:inkChg chg="add del">
          <ac:chgData name="Bhowmik, Sayan" userId="2b51cadb-156e-4c9a-99fc-6d2138739850" providerId="ADAL" clId="{F84FF9A7-A6D1-9F48-9981-D5AAC95CF743}" dt="2023-09-06T20:20:45.599" v="249"/>
          <ac:inkMkLst>
            <pc:docMk/>
            <pc:sldMk cId="2285472110" sldId="272"/>
            <ac:inkMk id="60" creationId="{C9A537C8-2DE3-99F4-709A-AA8A2B545F8E}"/>
          </ac:inkMkLst>
        </pc:inkChg>
        <pc:inkChg chg="add del">
          <ac:chgData name="Bhowmik, Sayan" userId="2b51cadb-156e-4c9a-99fc-6d2138739850" providerId="ADAL" clId="{F84FF9A7-A6D1-9F48-9981-D5AAC95CF743}" dt="2023-09-06T20:16:03.353" v="133"/>
          <ac:inkMkLst>
            <pc:docMk/>
            <pc:sldMk cId="2285472110" sldId="272"/>
            <ac:inkMk id="60" creationId="{EA823E3D-6AA9-0CF5-E78F-FC3E2CDF3F99}"/>
          </ac:inkMkLst>
        </pc:inkChg>
        <pc:inkChg chg="add del">
          <ac:chgData name="Bhowmik, Sayan" userId="2b51cadb-156e-4c9a-99fc-6d2138739850" providerId="ADAL" clId="{F84FF9A7-A6D1-9F48-9981-D5AAC95CF743}" dt="2023-09-06T20:16:03.353" v="133"/>
          <ac:inkMkLst>
            <pc:docMk/>
            <pc:sldMk cId="2285472110" sldId="272"/>
            <ac:inkMk id="61" creationId="{A08922FF-67CB-C2AF-C198-193A214FA893}"/>
          </ac:inkMkLst>
        </pc:inkChg>
        <pc:inkChg chg="add reco">
          <ac:chgData name="Bhowmik, Sayan" userId="2b51cadb-156e-4c9a-99fc-6d2138739850" providerId="ADAL" clId="{F84FF9A7-A6D1-9F48-9981-D5AAC95CF743}" dt="2023-09-06T20:20:45.599" v="249"/>
          <ac:inkMkLst>
            <pc:docMk/>
            <pc:sldMk cId="2285472110" sldId="272"/>
            <ac:inkMk id="61" creationId="{BDBDC560-18D8-C27B-06D4-D8410B042F3E}"/>
          </ac:inkMkLst>
        </pc:inkChg>
        <pc:inkChg chg="add reco">
          <ac:chgData name="Bhowmik, Sayan" userId="2b51cadb-156e-4c9a-99fc-6d2138739850" providerId="ADAL" clId="{F84FF9A7-A6D1-9F48-9981-D5AAC95CF743}" dt="2023-09-06T20:16:03.353" v="133"/>
          <ac:inkMkLst>
            <pc:docMk/>
            <pc:sldMk cId="2285472110" sldId="272"/>
            <ac:inkMk id="62" creationId="{8C53985F-5F92-EAC4-AB98-44CEB1FB1AD0}"/>
          </ac:inkMkLst>
        </pc:inkChg>
        <pc:inkChg chg="add del">
          <ac:chgData name="Bhowmik, Sayan" userId="2b51cadb-156e-4c9a-99fc-6d2138739850" providerId="ADAL" clId="{F84FF9A7-A6D1-9F48-9981-D5AAC95CF743}" dt="2023-09-06T20:20:52.106" v="261"/>
          <ac:inkMkLst>
            <pc:docMk/>
            <pc:sldMk cId="2285472110" sldId="272"/>
            <ac:inkMk id="63" creationId="{7D4E7814-963B-6367-5B60-306420690AF8}"/>
          </ac:inkMkLst>
        </pc:inkChg>
        <pc:inkChg chg="add del">
          <ac:chgData name="Bhowmik, Sayan" userId="2b51cadb-156e-4c9a-99fc-6d2138739850" providerId="ADAL" clId="{F84FF9A7-A6D1-9F48-9981-D5AAC95CF743}" dt="2023-09-06T20:16:07.444" v="137"/>
          <ac:inkMkLst>
            <pc:docMk/>
            <pc:sldMk cId="2285472110" sldId="272"/>
            <ac:inkMk id="63" creationId="{AD097927-9A74-C6A8-F2C0-6A6D543DAED8}"/>
          </ac:inkMkLst>
        </pc:inkChg>
        <pc:inkChg chg="add del">
          <ac:chgData name="Bhowmik, Sayan" userId="2b51cadb-156e-4c9a-99fc-6d2138739850" providerId="ADAL" clId="{F84FF9A7-A6D1-9F48-9981-D5AAC95CF743}" dt="2023-09-06T20:20:52.106" v="261"/>
          <ac:inkMkLst>
            <pc:docMk/>
            <pc:sldMk cId="2285472110" sldId="272"/>
            <ac:inkMk id="64" creationId="{6433D9E0-BFF7-986B-2545-C73660212927}"/>
          </ac:inkMkLst>
        </pc:inkChg>
        <pc:inkChg chg="add del">
          <ac:chgData name="Bhowmik, Sayan" userId="2b51cadb-156e-4c9a-99fc-6d2138739850" providerId="ADAL" clId="{F84FF9A7-A6D1-9F48-9981-D5AAC95CF743}" dt="2023-09-06T20:16:07.444" v="137"/>
          <ac:inkMkLst>
            <pc:docMk/>
            <pc:sldMk cId="2285472110" sldId="272"/>
            <ac:inkMk id="64" creationId="{74014506-B9B4-9255-08B5-71F52DEC8207}"/>
          </ac:inkMkLst>
        </pc:inkChg>
        <pc:inkChg chg="add del">
          <ac:chgData name="Bhowmik, Sayan" userId="2b51cadb-156e-4c9a-99fc-6d2138739850" providerId="ADAL" clId="{F84FF9A7-A6D1-9F48-9981-D5AAC95CF743}" dt="2023-09-06T20:16:07.444" v="137"/>
          <ac:inkMkLst>
            <pc:docMk/>
            <pc:sldMk cId="2285472110" sldId="272"/>
            <ac:inkMk id="65" creationId="{42DDC331-38AE-00D1-951C-AB0EB9AABA08}"/>
          </ac:inkMkLst>
        </pc:inkChg>
        <pc:inkChg chg="add del">
          <ac:chgData name="Bhowmik, Sayan" userId="2b51cadb-156e-4c9a-99fc-6d2138739850" providerId="ADAL" clId="{F84FF9A7-A6D1-9F48-9981-D5AAC95CF743}" dt="2023-09-06T20:20:52.106" v="261"/>
          <ac:inkMkLst>
            <pc:docMk/>
            <pc:sldMk cId="2285472110" sldId="272"/>
            <ac:inkMk id="65" creationId="{56AE3D5C-DE79-297B-2754-4512D4C27885}"/>
          </ac:inkMkLst>
        </pc:inkChg>
        <pc:inkChg chg="add reco">
          <ac:chgData name="Bhowmik, Sayan" userId="2b51cadb-156e-4c9a-99fc-6d2138739850" providerId="ADAL" clId="{F84FF9A7-A6D1-9F48-9981-D5AAC95CF743}" dt="2023-09-06T20:16:07.444" v="137"/>
          <ac:inkMkLst>
            <pc:docMk/>
            <pc:sldMk cId="2285472110" sldId="272"/>
            <ac:inkMk id="66" creationId="{0BF3BDD7-1D6F-A69B-B08A-EF09AC0E8796}"/>
          </ac:inkMkLst>
        </pc:inkChg>
        <pc:inkChg chg="add">
          <ac:chgData name="Bhowmik, Sayan" userId="2b51cadb-156e-4c9a-99fc-6d2138739850" providerId="ADAL" clId="{F84FF9A7-A6D1-9F48-9981-D5AAC95CF743}" dt="2023-09-06T20:16:09.263" v="138"/>
          <ac:inkMkLst>
            <pc:docMk/>
            <pc:sldMk cId="2285472110" sldId="272"/>
            <ac:inkMk id="67" creationId="{6412B177-4FBB-4FE4-06AB-113AAAC063DA}"/>
          </ac:inkMkLst>
        </pc:inkChg>
        <pc:inkChg chg="add del">
          <ac:chgData name="Bhowmik, Sayan" userId="2b51cadb-156e-4c9a-99fc-6d2138739850" providerId="ADAL" clId="{F84FF9A7-A6D1-9F48-9981-D5AAC95CF743}" dt="2023-09-06T20:20:52.106" v="261"/>
          <ac:inkMkLst>
            <pc:docMk/>
            <pc:sldMk cId="2285472110" sldId="272"/>
            <ac:inkMk id="68" creationId="{926C0BAD-2C2C-9D6B-BCBE-71D5FDE431C4}"/>
          </ac:inkMkLst>
        </pc:inkChg>
        <pc:inkChg chg="add del">
          <ac:chgData name="Bhowmik, Sayan" userId="2b51cadb-156e-4c9a-99fc-6d2138739850" providerId="ADAL" clId="{F84FF9A7-A6D1-9F48-9981-D5AAC95CF743}" dt="2023-09-06T20:16:15.855" v="142"/>
          <ac:inkMkLst>
            <pc:docMk/>
            <pc:sldMk cId="2285472110" sldId="272"/>
            <ac:inkMk id="68" creationId="{A34FA38E-4B6F-9195-62E3-6CCFE36AFE94}"/>
          </ac:inkMkLst>
        </pc:inkChg>
        <pc:inkChg chg="add del">
          <ac:chgData name="Bhowmik, Sayan" userId="2b51cadb-156e-4c9a-99fc-6d2138739850" providerId="ADAL" clId="{F84FF9A7-A6D1-9F48-9981-D5AAC95CF743}" dt="2023-09-06T20:16:15.855" v="142"/>
          <ac:inkMkLst>
            <pc:docMk/>
            <pc:sldMk cId="2285472110" sldId="272"/>
            <ac:inkMk id="69" creationId="{152EB4AE-8A4D-CC2A-162A-8D536A26999A}"/>
          </ac:inkMkLst>
        </pc:inkChg>
        <pc:inkChg chg="add del">
          <ac:chgData name="Bhowmik, Sayan" userId="2b51cadb-156e-4c9a-99fc-6d2138739850" providerId="ADAL" clId="{F84FF9A7-A6D1-9F48-9981-D5AAC95CF743}" dt="2023-09-06T20:20:52.106" v="261"/>
          <ac:inkMkLst>
            <pc:docMk/>
            <pc:sldMk cId="2285472110" sldId="272"/>
            <ac:inkMk id="69" creationId="{70000C2E-24DB-BAFC-2C96-F9B02F841870}"/>
          </ac:inkMkLst>
        </pc:inkChg>
        <pc:inkChg chg="add del">
          <ac:chgData name="Bhowmik, Sayan" userId="2b51cadb-156e-4c9a-99fc-6d2138739850" providerId="ADAL" clId="{F84FF9A7-A6D1-9F48-9981-D5AAC95CF743}" dt="2023-09-06T20:16:15.855" v="142"/>
          <ac:inkMkLst>
            <pc:docMk/>
            <pc:sldMk cId="2285472110" sldId="272"/>
            <ac:inkMk id="70" creationId="{4C5C2DC2-F678-5051-2582-72964EC4857F}"/>
          </ac:inkMkLst>
        </pc:inkChg>
        <pc:inkChg chg="add del">
          <ac:chgData name="Bhowmik, Sayan" userId="2b51cadb-156e-4c9a-99fc-6d2138739850" providerId="ADAL" clId="{F84FF9A7-A6D1-9F48-9981-D5AAC95CF743}" dt="2023-09-06T20:20:52.106" v="261"/>
          <ac:inkMkLst>
            <pc:docMk/>
            <pc:sldMk cId="2285472110" sldId="272"/>
            <ac:inkMk id="70" creationId="{8B071D32-4B8C-1822-F2BF-CE400034085A}"/>
          </ac:inkMkLst>
        </pc:inkChg>
        <pc:inkChg chg="add del reco">
          <ac:chgData name="Bhowmik, Sayan" userId="2b51cadb-156e-4c9a-99fc-6d2138739850" providerId="ADAL" clId="{F84FF9A7-A6D1-9F48-9981-D5AAC95CF743}" dt="2023-09-06T20:19:36.018" v="211"/>
          <ac:inkMkLst>
            <pc:docMk/>
            <pc:sldMk cId="2285472110" sldId="272"/>
            <ac:inkMk id="71" creationId="{258CBA36-CC5A-D3F6-EEA9-B380E6376ACE}"/>
          </ac:inkMkLst>
        </pc:inkChg>
        <pc:inkChg chg="add del">
          <ac:chgData name="Bhowmik, Sayan" userId="2b51cadb-156e-4c9a-99fc-6d2138739850" providerId="ADAL" clId="{F84FF9A7-A6D1-9F48-9981-D5AAC95CF743}" dt="2023-09-06T20:19:36.023" v="213"/>
          <ac:inkMkLst>
            <pc:docMk/>
            <pc:sldMk cId="2285472110" sldId="272"/>
            <ac:inkMk id="72" creationId="{B65C0A9D-DFD5-626A-DF65-93C46991603E}"/>
          </ac:inkMkLst>
        </pc:inkChg>
        <pc:inkChg chg="add del">
          <ac:chgData name="Bhowmik, Sayan" userId="2b51cadb-156e-4c9a-99fc-6d2138739850" providerId="ADAL" clId="{F84FF9A7-A6D1-9F48-9981-D5AAC95CF743}" dt="2023-09-06T20:16:57.454" v="153"/>
          <ac:inkMkLst>
            <pc:docMk/>
            <pc:sldMk cId="2285472110" sldId="272"/>
            <ac:inkMk id="73" creationId="{385D7172-BCFB-4301-DBE2-024B55EDF6EB}"/>
          </ac:inkMkLst>
        </pc:inkChg>
        <pc:inkChg chg="add del">
          <ac:chgData name="Bhowmik, Sayan" userId="2b51cadb-156e-4c9a-99fc-6d2138739850" providerId="ADAL" clId="{F84FF9A7-A6D1-9F48-9981-D5AAC95CF743}" dt="2023-09-06T20:20:52.106" v="261"/>
          <ac:inkMkLst>
            <pc:docMk/>
            <pc:sldMk cId="2285472110" sldId="272"/>
            <ac:inkMk id="73" creationId="{74A008E9-70D5-DD52-289E-D90A4306F136}"/>
          </ac:inkMkLst>
        </pc:inkChg>
        <pc:inkChg chg="add del">
          <ac:chgData name="Bhowmik, Sayan" userId="2b51cadb-156e-4c9a-99fc-6d2138739850" providerId="ADAL" clId="{F84FF9A7-A6D1-9F48-9981-D5AAC95CF743}" dt="2023-09-06T20:16:57.454" v="153"/>
          <ac:inkMkLst>
            <pc:docMk/>
            <pc:sldMk cId="2285472110" sldId="272"/>
            <ac:inkMk id="74" creationId="{069DB359-26E8-2753-7A6C-FE1E25FE01EE}"/>
          </ac:inkMkLst>
        </pc:inkChg>
        <pc:inkChg chg="add del">
          <ac:chgData name="Bhowmik, Sayan" userId="2b51cadb-156e-4c9a-99fc-6d2138739850" providerId="ADAL" clId="{F84FF9A7-A6D1-9F48-9981-D5AAC95CF743}" dt="2023-09-06T20:20:52.106" v="261"/>
          <ac:inkMkLst>
            <pc:docMk/>
            <pc:sldMk cId="2285472110" sldId="272"/>
            <ac:inkMk id="74" creationId="{AC8F4CD5-8AA3-A179-185E-2A99296465C3}"/>
          </ac:inkMkLst>
        </pc:inkChg>
        <pc:inkChg chg="add del">
          <ac:chgData name="Bhowmik, Sayan" userId="2b51cadb-156e-4c9a-99fc-6d2138739850" providerId="ADAL" clId="{F84FF9A7-A6D1-9F48-9981-D5AAC95CF743}" dt="2023-09-06T20:20:52.106" v="261"/>
          <ac:inkMkLst>
            <pc:docMk/>
            <pc:sldMk cId="2285472110" sldId="272"/>
            <ac:inkMk id="75" creationId="{09437A66-27B2-DEAA-854A-DE2366B894D0}"/>
          </ac:inkMkLst>
        </pc:inkChg>
        <pc:inkChg chg="add del">
          <ac:chgData name="Bhowmik, Sayan" userId="2b51cadb-156e-4c9a-99fc-6d2138739850" providerId="ADAL" clId="{F84FF9A7-A6D1-9F48-9981-D5AAC95CF743}" dt="2023-09-06T20:16:57.454" v="153"/>
          <ac:inkMkLst>
            <pc:docMk/>
            <pc:sldMk cId="2285472110" sldId="272"/>
            <ac:inkMk id="75" creationId="{90E068D0-05BF-E9CE-57F5-0250AD51C2D3}"/>
          </ac:inkMkLst>
        </pc:inkChg>
        <pc:inkChg chg="add del">
          <ac:chgData name="Bhowmik, Sayan" userId="2b51cadb-156e-4c9a-99fc-6d2138739850" providerId="ADAL" clId="{F84FF9A7-A6D1-9F48-9981-D5AAC95CF743}" dt="2023-09-06T20:20:52.106" v="261"/>
          <ac:inkMkLst>
            <pc:docMk/>
            <pc:sldMk cId="2285472110" sldId="272"/>
            <ac:inkMk id="76" creationId="{15A3A620-8838-DB9D-0A38-34DA6AC8DCD2}"/>
          </ac:inkMkLst>
        </pc:inkChg>
        <pc:inkChg chg="add del">
          <ac:chgData name="Bhowmik, Sayan" userId="2b51cadb-156e-4c9a-99fc-6d2138739850" providerId="ADAL" clId="{F84FF9A7-A6D1-9F48-9981-D5AAC95CF743}" dt="2023-09-06T20:16:57.454" v="153"/>
          <ac:inkMkLst>
            <pc:docMk/>
            <pc:sldMk cId="2285472110" sldId="272"/>
            <ac:inkMk id="76" creationId="{FCC610CD-7638-EC6A-3ED5-8648FFBA8FB9}"/>
          </ac:inkMkLst>
        </pc:inkChg>
        <pc:inkChg chg="add del">
          <ac:chgData name="Bhowmik, Sayan" userId="2b51cadb-156e-4c9a-99fc-6d2138739850" providerId="ADAL" clId="{F84FF9A7-A6D1-9F48-9981-D5AAC95CF743}" dt="2023-09-06T20:16:57.454" v="153"/>
          <ac:inkMkLst>
            <pc:docMk/>
            <pc:sldMk cId="2285472110" sldId="272"/>
            <ac:inkMk id="77" creationId="{61C1C399-6FC3-AB71-8416-E9FEE418D889}"/>
          </ac:inkMkLst>
        </pc:inkChg>
        <pc:inkChg chg="add del">
          <ac:chgData name="Bhowmik, Sayan" userId="2b51cadb-156e-4c9a-99fc-6d2138739850" providerId="ADAL" clId="{F84FF9A7-A6D1-9F48-9981-D5AAC95CF743}" dt="2023-09-06T20:20:52.106" v="261"/>
          <ac:inkMkLst>
            <pc:docMk/>
            <pc:sldMk cId="2285472110" sldId="272"/>
            <ac:inkMk id="77" creationId="{D94EDDE0-7252-6002-58D5-7BA0CAFBEE4E}"/>
          </ac:inkMkLst>
        </pc:inkChg>
        <pc:inkChg chg="add reco">
          <ac:chgData name="Bhowmik, Sayan" userId="2b51cadb-156e-4c9a-99fc-6d2138739850" providerId="ADAL" clId="{F84FF9A7-A6D1-9F48-9981-D5AAC95CF743}" dt="2023-09-06T20:20:52.106" v="261"/>
          <ac:inkMkLst>
            <pc:docMk/>
            <pc:sldMk cId="2285472110" sldId="272"/>
            <ac:inkMk id="78" creationId="{1F580CAC-6227-F5EF-1667-063C883830C7}"/>
          </ac:inkMkLst>
        </pc:inkChg>
        <pc:inkChg chg="add del">
          <ac:chgData name="Bhowmik, Sayan" userId="2b51cadb-156e-4c9a-99fc-6d2138739850" providerId="ADAL" clId="{F84FF9A7-A6D1-9F48-9981-D5AAC95CF743}" dt="2023-09-06T20:16:57.454" v="153"/>
          <ac:inkMkLst>
            <pc:docMk/>
            <pc:sldMk cId="2285472110" sldId="272"/>
            <ac:inkMk id="78" creationId="{BF9E37A0-031F-1F65-C147-B7F8DF187C88}"/>
          </ac:inkMkLst>
        </pc:inkChg>
        <pc:inkChg chg="add del">
          <ac:chgData name="Bhowmik, Sayan" userId="2b51cadb-156e-4c9a-99fc-6d2138739850" providerId="ADAL" clId="{F84FF9A7-A6D1-9F48-9981-D5AAC95CF743}" dt="2023-09-06T20:16:57.454" v="153"/>
          <ac:inkMkLst>
            <pc:docMk/>
            <pc:sldMk cId="2285472110" sldId="272"/>
            <ac:inkMk id="79" creationId="{2C9B1F66-46B5-C6B9-CDC9-A77326D98169}"/>
          </ac:inkMkLst>
        </pc:inkChg>
        <pc:inkChg chg="add reco">
          <ac:chgData name="Bhowmik, Sayan" userId="2b51cadb-156e-4c9a-99fc-6d2138739850" providerId="ADAL" clId="{F84FF9A7-A6D1-9F48-9981-D5AAC95CF743}" dt="2023-09-06T20:20:52.106" v="261"/>
          <ac:inkMkLst>
            <pc:docMk/>
            <pc:sldMk cId="2285472110" sldId="272"/>
            <ac:inkMk id="79" creationId="{6DD38FAD-1017-AFF4-2EEC-08CC01A6890B}"/>
          </ac:inkMkLst>
        </pc:inkChg>
        <pc:inkChg chg="add reco">
          <ac:chgData name="Bhowmik, Sayan" userId="2b51cadb-156e-4c9a-99fc-6d2138739850" providerId="ADAL" clId="{F84FF9A7-A6D1-9F48-9981-D5AAC95CF743}" dt="2023-09-06T20:16:57.454" v="153"/>
          <ac:inkMkLst>
            <pc:docMk/>
            <pc:sldMk cId="2285472110" sldId="272"/>
            <ac:inkMk id="80" creationId="{E39B54D8-4420-36E3-53AD-AC2FDCAAC42F}"/>
          </ac:inkMkLst>
        </pc:inkChg>
        <pc:inkChg chg="add reco">
          <ac:chgData name="Bhowmik, Sayan" userId="2b51cadb-156e-4c9a-99fc-6d2138739850" providerId="ADAL" clId="{F84FF9A7-A6D1-9F48-9981-D5AAC95CF743}" dt="2023-09-06T20:16:57.454" v="153"/>
          <ac:inkMkLst>
            <pc:docMk/>
            <pc:sldMk cId="2285472110" sldId="272"/>
            <ac:inkMk id="81" creationId="{D8110081-E9E5-AA78-70DB-DF933E657DC6}"/>
          </ac:inkMkLst>
        </pc:inkChg>
        <pc:inkChg chg="add del">
          <ac:chgData name="Bhowmik, Sayan" userId="2b51cadb-156e-4c9a-99fc-6d2138739850" providerId="ADAL" clId="{F84FF9A7-A6D1-9F48-9981-D5AAC95CF743}" dt="2023-09-06T20:17:08.083" v="159"/>
          <ac:inkMkLst>
            <pc:docMk/>
            <pc:sldMk cId="2285472110" sldId="272"/>
            <ac:inkMk id="82" creationId="{AEFD0669-F1DD-CF9E-A136-AEDC5CBAF26E}"/>
          </ac:inkMkLst>
        </pc:inkChg>
        <pc:inkChg chg="add reco">
          <ac:chgData name="Bhowmik, Sayan" userId="2b51cadb-156e-4c9a-99fc-6d2138739850" providerId="ADAL" clId="{F84FF9A7-A6D1-9F48-9981-D5AAC95CF743}" dt="2023-09-06T20:20:52.106" v="261"/>
          <ac:inkMkLst>
            <pc:docMk/>
            <pc:sldMk cId="2285472110" sldId="272"/>
            <ac:inkMk id="82" creationId="{E3EA774C-206D-A9F1-04EE-F606F14358A6}"/>
          </ac:inkMkLst>
        </pc:inkChg>
        <pc:inkChg chg="add del">
          <ac:chgData name="Bhowmik, Sayan" userId="2b51cadb-156e-4c9a-99fc-6d2138739850" providerId="ADAL" clId="{F84FF9A7-A6D1-9F48-9981-D5AAC95CF743}" dt="2023-09-06T20:17:08.083" v="159"/>
          <ac:inkMkLst>
            <pc:docMk/>
            <pc:sldMk cId="2285472110" sldId="272"/>
            <ac:inkMk id="83" creationId="{11E29967-9907-D089-9C4A-F8AE93CCD151}"/>
          </ac:inkMkLst>
        </pc:inkChg>
        <pc:inkChg chg="add del">
          <ac:chgData name="Bhowmik, Sayan" userId="2b51cadb-156e-4c9a-99fc-6d2138739850" providerId="ADAL" clId="{F84FF9A7-A6D1-9F48-9981-D5AAC95CF743}" dt="2023-09-06T20:20:57.339" v="269"/>
          <ac:inkMkLst>
            <pc:docMk/>
            <pc:sldMk cId="2285472110" sldId="272"/>
            <ac:inkMk id="83" creationId="{8484C65A-334E-ECF6-06FA-BA92C646C672}"/>
          </ac:inkMkLst>
        </pc:inkChg>
        <pc:inkChg chg="add del">
          <ac:chgData name="Bhowmik, Sayan" userId="2b51cadb-156e-4c9a-99fc-6d2138739850" providerId="ADAL" clId="{F84FF9A7-A6D1-9F48-9981-D5AAC95CF743}" dt="2023-09-06T20:20:57.339" v="269"/>
          <ac:inkMkLst>
            <pc:docMk/>
            <pc:sldMk cId="2285472110" sldId="272"/>
            <ac:inkMk id="84" creationId="{3FC1ABFF-C91F-2445-5C4F-3A4C8E3ACF0C}"/>
          </ac:inkMkLst>
        </pc:inkChg>
        <pc:inkChg chg="add del">
          <ac:chgData name="Bhowmik, Sayan" userId="2b51cadb-156e-4c9a-99fc-6d2138739850" providerId="ADAL" clId="{F84FF9A7-A6D1-9F48-9981-D5AAC95CF743}" dt="2023-09-06T20:17:08.083" v="159"/>
          <ac:inkMkLst>
            <pc:docMk/>
            <pc:sldMk cId="2285472110" sldId="272"/>
            <ac:inkMk id="84" creationId="{FA2B37EC-3508-62C7-9551-C755D1C2EDD8}"/>
          </ac:inkMkLst>
        </pc:inkChg>
        <pc:inkChg chg="add del">
          <ac:chgData name="Bhowmik, Sayan" userId="2b51cadb-156e-4c9a-99fc-6d2138739850" providerId="ADAL" clId="{F84FF9A7-A6D1-9F48-9981-D5AAC95CF743}" dt="2023-09-06T20:17:08.083" v="159"/>
          <ac:inkMkLst>
            <pc:docMk/>
            <pc:sldMk cId="2285472110" sldId="272"/>
            <ac:inkMk id="85" creationId="{073EA380-8BEF-2AB7-2A17-5D14221ECE45}"/>
          </ac:inkMkLst>
        </pc:inkChg>
        <pc:inkChg chg="add del">
          <ac:chgData name="Bhowmik, Sayan" userId="2b51cadb-156e-4c9a-99fc-6d2138739850" providerId="ADAL" clId="{F84FF9A7-A6D1-9F48-9981-D5AAC95CF743}" dt="2023-09-06T20:20:57.339" v="269"/>
          <ac:inkMkLst>
            <pc:docMk/>
            <pc:sldMk cId="2285472110" sldId="272"/>
            <ac:inkMk id="85" creationId="{D7DACD75-C10A-1AC5-AE13-242EC312EAD4}"/>
          </ac:inkMkLst>
        </pc:inkChg>
        <pc:inkChg chg="add del">
          <ac:chgData name="Bhowmik, Sayan" userId="2b51cadb-156e-4c9a-99fc-6d2138739850" providerId="ADAL" clId="{F84FF9A7-A6D1-9F48-9981-D5AAC95CF743}" dt="2023-09-06T20:17:08.083" v="159"/>
          <ac:inkMkLst>
            <pc:docMk/>
            <pc:sldMk cId="2285472110" sldId="272"/>
            <ac:inkMk id="86" creationId="{168F70B3-3EE6-06E3-A402-B1E27EFA9990}"/>
          </ac:inkMkLst>
        </pc:inkChg>
        <pc:inkChg chg="add del">
          <ac:chgData name="Bhowmik, Sayan" userId="2b51cadb-156e-4c9a-99fc-6d2138739850" providerId="ADAL" clId="{F84FF9A7-A6D1-9F48-9981-D5AAC95CF743}" dt="2023-09-06T20:20:57.339" v="269"/>
          <ac:inkMkLst>
            <pc:docMk/>
            <pc:sldMk cId="2285472110" sldId="272"/>
            <ac:inkMk id="86" creationId="{885A3505-82EF-3888-03C1-F070A6ECAA0D}"/>
          </ac:inkMkLst>
        </pc:inkChg>
        <pc:inkChg chg="add reco">
          <ac:chgData name="Bhowmik, Sayan" userId="2b51cadb-156e-4c9a-99fc-6d2138739850" providerId="ADAL" clId="{F84FF9A7-A6D1-9F48-9981-D5AAC95CF743}" dt="2023-09-06T20:17:08.083" v="159"/>
          <ac:inkMkLst>
            <pc:docMk/>
            <pc:sldMk cId="2285472110" sldId="272"/>
            <ac:inkMk id="87" creationId="{F4951B7C-1722-81B2-3EEE-2AE21F1C445B}"/>
          </ac:inkMkLst>
        </pc:inkChg>
        <pc:inkChg chg="add del">
          <ac:chgData name="Bhowmik, Sayan" userId="2b51cadb-156e-4c9a-99fc-6d2138739850" providerId="ADAL" clId="{F84FF9A7-A6D1-9F48-9981-D5AAC95CF743}" dt="2023-09-06T20:21:45.416" v="290"/>
          <ac:inkMkLst>
            <pc:docMk/>
            <pc:sldMk cId="2285472110" sldId="272"/>
            <ac:inkMk id="88" creationId="{812A6D2B-437B-05B3-0D0B-CD06D98B5785}"/>
          </ac:inkMkLst>
        </pc:inkChg>
        <pc:inkChg chg="add del">
          <ac:chgData name="Bhowmik, Sayan" userId="2b51cadb-156e-4c9a-99fc-6d2138739850" providerId="ADAL" clId="{F84FF9A7-A6D1-9F48-9981-D5AAC95CF743}" dt="2023-09-06T20:20:57.339" v="269"/>
          <ac:inkMkLst>
            <pc:docMk/>
            <pc:sldMk cId="2285472110" sldId="272"/>
            <ac:inkMk id="89" creationId="{60DBB09D-E995-3E2B-1A44-EBB0EFCB09B9}"/>
          </ac:inkMkLst>
        </pc:inkChg>
        <pc:inkChg chg="add del">
          <ac:chgData name="Bhowmik, Sayan" userId="2b51cadb-156e-4c9a-99fc-6d2138739850" providerId="ADAL" clId="{F84FF9A7-A6D1-9F48-9981-D5AAC95CF743}" dt="2023-09-06T20:17:15.812" v="164"/>
          <ac:inkMkLst>
            <pc:docMk/>
            <pc:sldMk cId="2285472110" sldId="272"/>
            <ac:inkMk id="89" creationId="{DCC63C7E-5ABF-9E6A-7E37-1941D26A4DF0}"/>
          </ac:inkMkLst>
        </pc:inkChg>
        <pc:inkChg chg="add del">
          <ac:chgData name="Bhowmik, Sayan" userId="2b51cadb-156e-4c9a-99fc-6d2138739850" providerId="ADAL" clId="{F84FF9A7-A6D1-9F48-9981-D5AAC95CF743}" dt="2023-09-06T20:20:57.339" v="269"/>
          <ac:inkMkLst>
            <pc:docMk/>
            <pc:sldMk cId="2285472110" sldId="272"/>
            <ac:inkMk id="90" creationId="{4E24472F-9F32-76D8-93B9-5A5B30060FD9}"/>
          </ac:inkMkLst>
        </pc:inkChg>
        <pc:inkChg chg="add del">
          <ac:chgData name="Bhowmik, Sayan" userId="2b51cadb-156e-4c9a-99fc-6d2138739850" providerId="ADAL" clId="{F84FF9A7-A6D1-9F48-9981-D5AAC95CF743}" dt="2023-09-06T20:17:15.812" v="164"/>
          <ac:inkMkLst>
            <pc:docMk/>
            <pc:sldMk cId="2285472110" sldId="272"/>
            <ac:inkMk id="90" creationId="{76743423-A683-18EB-C39A-FD2165FEA1C6}"/>
          </ac:inkMkLst>
        </pc:inkChg>
        <pc:inkChg chg="add del">
          <ac:chgData name="Bhowmik, Sayan" userId="2b51cadb-156e-4c9a-99fc-6d2138739850" providerId="ADAL" clId="{F84FF9A7-A6D1-9F48-9981-D5AAC95CF743}" dt="2023-09-06T20:17:15.812" v="164"/>
          <ac:inkMkLst>
            <pc:docMk/>
            <pc:sldMk cId="2285472110" sldId="272"/>
            <ac:inkMk id="91" creationId="{1058AD3F-43E9-D9C7-0A3E-333CAB62B4F8}"/>
          </ac:inkMkLst>
        </pc:inkChg>
        <pc:inkChg chg="add del">
          <ac:chgData name="Bhowmik, Sayan" userId="2b51cadb-156e-4c9a-99fc-6d2138739850" providerId="ADAL" clId="{F84FF9A7-A6D1-9F48-9981-D5AAC95CF743}" dt="2023-09-06T20:20:57.339" v="269"/>
          <ac:inkMkLst>
            <pc:docMk/>
            <pc:sldMk cId="2285472110" sldId="272"/>
            <ac:inkMk id="91" creationId="{48F27333-7CD3-A495-2525-29AA0EDB735E}"/>
          </ac:inkMkLst>
        </pc:inkChg>
        <pc:inkChg chg="add del mod reco modStrokes">
          <ac:chgData name="Bhowmik, Sayan" userId="2b51cadb-156e-4c9a-99fc-6d2138739850" providerId="ADAL" clId="{F84FF9A7-A6D1-9F48-9981-D5AAC95CF743}" dt="2023-09-06T20:21:46.243" v="291"/>
          <ac:inkMkLst>
            <pc:docMk/>
            <pc:sldMk cId="2285472110" sldId="272"/>
            <ac:inkMk id="92" creationId="{36413CFC-060F-ECCB-AE3B-5007EEAA63EB}"/>
          </ac:inkMkLst>
        </pc:inkChg>
        <pc:inkChg chg="add del">
          <ac:chgData name="Bhowmik, Sayan" userId="2b51cadb-156e-4c9a-99fc-6d2138739850" providerId="ADAL" clId="{F84FF9A7-A6D1-9F48-9981-D5AAC95CF743}" dt="2023-09-06T20:17:22.043" v="169"/>
          <ac:inkMkLst>
            <pc:docMk/>
            <pc:sldMk cId="2285472110" sldId="272"/>
            <ac:inkMk id="93" creationId="{084EEAA3-27C6-3937-5A22-3A8FE5B0014E}"/>
          </ac:inkMkLst>
        </pc:inkChg>
        <pc:inkChg chg="add reco">
          <ac:chgData name="Bhowmik, Sayan" userId="2b51cadb-156e-4c9a-99fc-6d2138739850" providerId="ADAL" clId="{F84FF9A7-A6D1-9F48-9981-D5AAC95CF743}" dt="2023-09-06T20:20:57.339" v="269"/>
          <ac:inkMkLst>
            <pc:docMk/>
            <pc:sldMk cId="2285472110" sldId="272"/>
            <ac:inkMk id="93" creationId="{AA7E9F0A-22D0-2798-1ECF-5D76B4EF7EAA}"/>
          </ac:inkMkLst>
        </pc:inkChg>
        <pc:inkChg chg="add reco">
          <ac:chgData name="Bhowmik, Sayan" userId="2b51cadb-156e-4c9a-99fc-6d2138739850" providerId="ADAL" clId="{F84FF9A7-A6D1-9F48-9981-D5AAC95CF743}" dt="2023-09-06T20:20:57.339" v="269"/>
          <ac:inkMkLst>
            <pc:docMk/>
            <pc:sldMk cId="2285472110" sldId="272"/>
            <ac:inkMk id="94" creationId="{415D15BC-2EB8-22E7-52C5-57CA50F9F4D1}"/>
          </ac:inkMkLst>
        </pc:inkChg>
        <pc:inkChg chg="add del">
          <ac:chgData name="Bhowmik, Sayan" userId="2b51cadb-156e-4c9a-99fc-6d2138739850" providerId="ADAL" clId="{F84FF9A7-A6D1-9F48-9981-D5AAC95CF743}" dt="2023-09-06T20:17:22.043" v="169"/>
          <ac:inkMkLst>
            <pc:docMk/>
            <pc:sldMk cId="2285472110" sldId="272"/>
            <ac:inkMk id="94" creationId="{F2FFC2CE-4A08-8854-26FB-027E35AC5BCC}"/>
          </ac:inkMkLst>
        </pc:inkChg>
        <pc:inkChg chg="add del">
          <ac:chgData name="Bhowmik, Sayan" userId="2b51cadb-156e-4c9a-99fc-6d2138739850" providerId="ADAL" clId="{F84FF9A7-A6D1-9F48-9981-D5AAC95CF743}" dt="2023-09-06T20:17:22.043" v="169"/>
          <ac:inkMkLst>
            <pc:docMk/>
            <pc:sldMk cId="2285472110" sldId="272"/>
            <ac:inkMk id="95" creationId="{5C0C2BFD-6ADD-2AAC-6A46-BFBF1BB2C38B}"/>
          </ac:inkMkLst>
        </pc:inkChg>
        <pc:inkChg chg="add reco">
          <ac:chgData name="Bhowmik, Sayan" userId="2b51cadb-156e-4c9a-99fc-6d2138739850" providerId="ADAL" clId="{F84FF9A7-A6D1-9F48-9981-D5AAC95CF743}" dt="2023-09-06T20:20:57.339" v="269"/>
          <ac:inkMkLst>
            <pc:docMk/>
            <pc:sldMk cId="2285472110" sldId="272"/>
            <ac:inkMk id="95" creationId="{C33077CB-242F-DCAC-EE0C-F01F8E03F03B}"/>
          </ac:inkMkLst>
        </pc:inkChg>
        <pc:inkChg chg="add del">
          <ac:chgData name="Bhowmik, Sayan" userId="2b51cadb-156e-4c9a-99fc-6d2138739850" providerId="ADAL" clId="{F84FF9A7-A6D1-9F48-9981-D5AAC95CF743}" dt="2023-09-06T20:17:22.043" v="169"/>
          <ac:inkMkLst>
            <pc:docMk/>
            <pc:sldMk cId="2285472110" sldId="272"/>
            <ac:inkMk id="96" creationId="{71A9BF8A-8357-2AB0-4ACA-A358F4F91D25}"/>
          </ac:inkMkLst>
        </pc:inkChg>
        <pc:inkChg chg="add">
          <ac:chgData name="Bhowmik, Sayan" userId="2b51cadb-156e-4c9a-99fc-6d2138739850" providerId="ADAL" clId="{F84FF9A7-A6D1-9F48-9981-D5AAC95CF743}" dt="2023-09-06T20:20:57.881" v="270"/>
          <ac:inkMkLst>
            <pc:docMk/>
            <pc:sldMk cId="2285472110" sldId="272"/>
            <ac:inkMk id="96" creationId="{8ECB24C5-4F5C-3923-D484-9DD1A54E3D35}"/>
          </ac:inkMkLst>
        </pc:inkChg>
        <pc:inkChg chg="add reco">
          <ac:chgData name="Bhowmik, Sayan" userId="2b51cadb-156e-4c9a-99fc-6d2138739850" providerId="ADAL" clId="{F84FF9A7-A6D1-9F48-9981-D5AAC95CF743}" dt="2023-09-06T20:17:22.043" v="169"/>
          <ac:inkMkLst>
            <pc:docMk/>
            <pc:sldMk cId="2285472110" sldId="272"/>
            <ac:inkMk id="97" creationId="{ACBC9E24-B7B7-8110-B8AC-91FA2D5DB562}"/>
          </ac:inkMkLst>
        </pc:inkChg>
        <pc:inkChg chg="add del">
          <ac:chgData name="Bhowmik, Sayan" userId="2b51cadb-156e-4c9a-99fc-6d2138739850" providerId="ADAL" clId="{F84FF9A7-A6D1-9F48-9981-D5AAC95CF743}" dt="2023-09-06T20:17:25.379" v="173"/>
          <ac:inkMkLst>
            <pc:docMk/>
            <pc:sldMk cId="2285472110" sldId="272"/>
            <ac:inkMk id="98" creationId="{B5803F81-4CB1-1FFB-CC39-71C5E9C6814A}"/>
          </ac:inkMkLst>
        </pc:inkChg>
        <pc:inkChg chg="add del">
          <ac:chgData name="Bhowmik, Sayan" userId="2b51cadb-156e-4c9a-99fc-6d2138739850" providerId="ADAL" clId="{F84FF9A7-A6D1-9F48-9981-D5AAC95CF743}" dt="2023-09-06T20:21:02.740" v="274"/>
          <ac:inkMkLst>
            <pc:docMk/>
            <pc:sldMk cId="2285472110" sldId="272"/>
            <ac:inkMk id="98" creationId="{F0CEDBA2-D019-B5EC-CEE5-7B8688C1CF09}"/>
          </ac:inkMkLst>
        </pc:inkChg>
        <pc:inkChg chg="add del">
          <ac:chgData name="Bhowmik, Sayan" userId="2b51cadb-156e-4c9a-99fc-6d2138739850" providerId="ADAL" clId="{F84FF9A7-A6D1-9F48-9981-D5AAC95CF743}" dt="2023-09-06T20:17:25.379" v="173"/>
          <ac:inkMkLst>
            <pc:docMk/>
            <pc:sldMk cId="2285472110" sldId="272"/>
            <ac:inkMk id="99" creationId="{66073637-C00E-79BD-B485-E143B85C39A0}"/>
          </ac:inkMkLst>
        </pc:inkChg>
        <pc:inkChg chg="add del">
          <ac:chgData name="Bhowmik, Sayan" userId="2b51cadb-156e-4c9a-99fc-6d2138739850" providerId="ADAL" clId="{F84FF9A7-A6D1-9F48-9981-D5AAC95CF743}" dt="2023-09-06T20:21:02.740" v="274"/>
          <ac:inkMkLst>
            <pc:docMk/>
            <pc:sldMk cId="2285472110" sldId="272"/>
            <ac:inkMk id="99" creationId="{79DDB25F-C805-DAAE-D1FD-0D0B439A02C4}"/>
          </ac:inkMkLst>
        </pc:inkChg>
        <pc:inkChg chg="add del">
          <ac:chgData name="Bhowmik, Sayan" userId="2b51cadb-156e-4c9a-99fc-6d2138739850" providerId="ADAL" clId="{F84FF9A7-A6D1-9F48-9981-D5AAC95CF743}" dt="2023-09-06T20:21:02.740" v="274"/>
          <ac:inkMkLst>
            <pc:docMk/>
            <pc:sldMk cId="2285472110" sldId="272"/>
            <ac:inkMk id="100" creationId="{86DC53B5-3668-C540-3618-7EF6EFEC90C6}"/>
          </ac:inkMkLst>
        </pc:inkChg>
        <pc:inkChg chg="add del">
          <ac:chgData name="Bhowmik, Sayan" userId="2b51cadb-156e-4c9a-99fc-6d2138739850" providerId="ADAL" clId="{F84FF9A7-A6D1-9F48-9981-D5AAC95CF743}" dt="2023-09-06T20:17:25.379" v="173"/>
          <ac:inkMkLst>
            <pc:docMk/>
            <pc:sldMk cId="2285472110" sldId="272"/>
            <ac:inkMk id="100" creationId="{FE4F3A7B-EA08-7EE3-0E2E-FD4143F183BD}"/>
          </ac:inkMkLst>
        </pc:inkChg>
        <pc:inkChg chg="add mod reco modStrokes">
          <ac:chgData name="Bhowmik, Sayan" userId="2b51cadb-156e-4c9a-99fc-6d2138739850" providerId="ADAL" clId="{F84FF9A7-A6D1-9F48-9981-D5AAC95CF743}" dt="2023-09-06T20:21:46.776" v="292"/>
          <ac:inkMkLst>
            <pc:docMk/>
            <pc:sldMk cId="2285472110" sldId="272"/>
            <ac:inkMk id="101" creationId="{C0E8E202-1FB9-8C2C-91CF-F0C1101D53F9}"/>
          </ac:inkMkLst>
        </pc:inkChg>
        <pc:inkChg chg="add reco">
          <ac:chgData name="Bhowmik, Sayan" userId="2b51cadb-156e-4c9a-99fc-6d2138739850" providerId="ADAL" clId="{F84FF9A7-A6D1-9F48-9981-D5AAC95CF743}" dt="2023-09-06T20:21:02.740" v="274"/>
          <ac:inkMkLst>
            <pc:docMk/>
            <pc:sldMk cId="2285472110" sldId="272"/>
            <ac:inkMk id="102" creationId="{8B655722-1903-C63A-14EE-4DC04AAF5B05}"/>
          </ac:inkMkLst>
        </pc:inkChg>
        <pc:inkChg chg="add del">
          <ac:chgData name="Bhowmik, Sayan" userId="2b51cadb-156e-4c9a-99fc-6d2138739850" providerId="ADAL" clId="{F84FF9A7-A6D1-9F48-9981-D5AAC95CF743}" dt="2023-09-06T20:17:32.560" v="178"/>
          <ac:inkMkLst>
            <pc:docMk/>
            <pc:sldMk cId="2285472110" sldId="272"/>
            <ac:inkMk id="102" creationId="{DA439357-4AA4-A0B6-184A-6AD15CDF0357}"/>
          </ac:inkMkLst>
        </pc:inkChg>
        <pc:inkChg chg="add del">
          <ac:chgData name="Bhowmik, Sayan" userId="2b51cadb-156e-4c9a-99fc-6d2138739850" providerId="ADAL" clId="{F84FF9A7-A6D1-9F48-9981-D5AAC95CF743}" dt="2023-09-06T20:21:09.703" v="280"/>
          <ac:inkMkLst>
            <pc:docMk/>
            <pc:sldMk cId="2285472110" sldId="272"/>
            <ac:inkMk id="103" creationId="{40DA2029-AB35-4DA9-AF17-F8F2E75B6FC0}"/>
          </ac:inkMkLst>
        </pc:inkChg>
        <pc:inkChg chg="add del">
          <ac:chgData name="Bhowmik, Sayan" userId="2b51cadb-156e-4c9a-99fc-6d2138739850" providerId="ADAL" clId="{F84FF9A7-A6D1-9F48-9981-D5AAC95CF743}" dt="2023-09-06T20:17:32.560" v="178"/>
          <ac:inkMkLst>
            <pc:docMk/>
            <pc:sldMk cId="2285472110" sldId="272"/>
            <ac:inkMk id="103" creationId="{79C239A5-6BFC-779F-BE93-9B8264373DB8}"/>
          </ac:inkMkLst>
        </pc:inkChg>
        <pc:inkChg chg="add del">
          <ac:chgData name="Bhowmik, Sayan" userId="2b51cadb-156e-4c9a-99fc-6d2138739850" providerId="ADAL" clId="{F84FF9A7-A6D1-9F48-9981-D5AAC95CF743}" dt="2023-09-06T20:17:32.560" v="178"/>
          <ac:inkMkLst>
            <pc:docMk/>
            <pc:sldMk cId="2285472110" sldId="272"/>
            <ac:inkMk id="104" creationId="{18F91527-895B-9FDA-7591-14B0D708B713}"/>
          </ac:inkMkLst>
        </pc:inkChg>
        <pc:inkChg chg="add del">
          <ac:chgData name="Bhowmik, Sayan" userId="2b51cadb-156e-4c9a-99fc-6d2138739850" providerId="ADAL" clId="{F84FF9A7-A6D1-9F48-9981-D5AAC95CF743}" dt="2023-09-06T20:21:09.703" v="280"/>
          <ac:inkMkLst>
            <pc:docMk/>
            <pc:sldMk cId="2285472110" sldId="272"/>
            <ac:inkMk id="104" creationId="{F676EE3D-7636-0007-7BBB-FD5468A0C55D}"/>
          </ac:inkMkLst>
        </pc:inkChg>
        <pc:inkChg chg="add del">
          <ac:chgData name="Bhowmik, Sayan" userId="2b51cadb-156e-4c9a-99fc-6d2138739850" providerId="ADAL" clId="{F84FF9A7-A6D1-9F48-9981-D5AAC95CF743}" dt="2023-09-06T20:17:32.560" v="178"/>
          <ac:inkMkLst>
            <pc:docMk/>
            <pc:sldMk cId="2285472110" sldId="272"/>
            <ac:inkMk id="105" creationId="{5CE850CA-C973-ED77-4B1C-5A8F988F4F9D}"/>
          </ac:inkMkLst>
        </pc:inkChg>
        <pc:inkChg chg="add del">
          <ac:chgData name="Bhowmik, Sayan" userId="2b51cadb-156e-4c9a-99fc-6d2138739850" providerId="ADAL" clId="{F84FF9A7-A6D1-9F48-9981-D5AAC95CF743}" dt="2023-09-06T20:21:09.703" v="280"/>
          <ac:inkMkLst>
            <pc:docMk/>
            <pc:sldMk cId="2285472110" sldId="272"/>
            <ac:inkMk id="105" creationId="{76B80A6E-DBFA-F01A-AD6B-5D6C4BC2698E}"/>
          </ac:inkMkLst>
        </pc:inkChg>
        <pc:inkChg chg="add del reco">
          <ac:chgData name="Bhowmik, Sayan" userId="2b51cadb-156e-4c9a-99fc-6d2138739850" providerId="ADAL" clId="{F84FF9A7-A6D1-9F48-9981-D5AAC95CF743}" dt="2023-09-06T20:21:47.832" v="293"/>
          <ac:inkMkLst>
            <pc:docMk/>
            <pc:sldMk cId="2285472110" sldId="272"/>
            <ac:inkMk id="106" creationId="{FF07CE74-6171-2670-22AF-5F111D7B7644}"/>
          </ac:inkMkLst>
        </pc:inkChg>
        <pc:inkChg chg="add">
          <ac:chgData name="Bhowmik, Sayan" userId="2b51cadb-156e-4c9a-99fc-6d2138739850" providerId="ADAL" clId="{F84FF9A7-A6D1-9F48-9981-D5AAC95CF743}" dt="2023-09-06T20:17:33.421" v="179"/>
          <ac:inkMkLst>
            <pc:docMk/>
            <pc:sldMk cId="2285472110" sldId="272"/>
            <ac:inkMk id="107" creationId="{471774E6-90BD-DD76-E899-30936C6CC92E}"/>
          </ac:inkMkLst>
        </pc:inkChg>
        <pc:inkChg chg="add del">
          <ac:chgData name="Bhowmik, Sayan" userId="2b51cadb-156e-4c9a-99fc-6d2138739850" providerId="ADAL" clId="{F84FF9A7-A6D1-9F48-9981-D5AAC95CF743}" dt="2023-09-06T20:21:09.703" v="280"/>
          <ac:inkMkLst>
            <pc:docMk/>
            <pc:sldMk cId="2285472110" sldId="272"/>
            <ac:inkMk id="108" creationId="{6806EFC3-A7C7-2BD4-5071-26B2BEE312DE}"/>
          </ac:inkMkLst>
        </pc:inkChg>
        <pc:inkChg chg="add del">
          <ac:chgData name="Bhowmik, Sayan" userId="2b51cadb-156e-4c9a-99fc-6d2138739850" providerId="ADAL" clId="{F84FF9A7-A6D1-9F48-9981-D5AAC95CF743}" dt="2023-09-06T20:17:37.354" v="183"/>
          <ac:inkMkLst>
            <pc:docMk/>
            <pc:sldMk cId="2285472110" sldId="272"/>
            <ac:inkMk id="108" creationId="{B010DE99-78C8-9AF5-45A6-B245B917C51A}"/>
          </ac:inkMkLst>
        </pc:inkChg>
        <pc:inkChg chg="add reco">
          <ac:chgData name="Bhowmik, Sayan" userId="2b51cadb-156e-4c9a-99fc-6d2138739850" providerId="ADAL" clId="{F84FF9A7-A6D1-9F48-9981-D5AAC95CF743}" dt="2023-09-06T20:21:09.703" v="280"/>
          <ac:inkMkLst>
            <pc:docMk/>
            <pc:sldMk cId="2285472110" sldId="272"/>
            <ac:inkMk id="109" creationId="{522BEE8C-B398-30E8-703C-D171E03C4017}"/>
          </ac:inkMkLst>
        </pc:inkChg>
        <pc:inkChg chg="add del">
          <ac:chgData name="Bhowmik, Sayan" userId="2b51cadb-156e-4c9a-99fc-6d2138739850" providerId="ADAL" clId="{F84FF9A7-A6D1-9F48-9981-D5AAC95CF743}" dt="2023-09-06T20:17:37.354" v="183"/>
          <ac:inkMkLst>
            <pc:docMk/>
            <pc:sldMk cId="2285472110" sldId="272"/>
            <ac:inkMk id="109" creationId="{5889F432-FD5D-9A3B-F940-0519C5FCF591}"/>
          </ac:inkMkLst>
        </pc:inkChg>
        <pc:inkChg chg="add del">
          <ac:chgData name="Bhowmik, Sayan" userId="2b51cadb-156e-4c9a-99fc-6d2138739850" providerId="ADAL" clId="{F84FF9A7-A6D1-9F48-9981-D5AAC95CF743}" dt="2023-09-06T20:17:37.354" v="183"/>
          <ac:inkMkLst>
            <pc:docMk/>
            <pc:sldMk cId="2285472110" sldId="272"/>
            <ac:inkMk id="110" creationId="{FA257889-C8AA-D921-8C4D-74B298712DAE}"/>
          </ac:inkMkLst>
        </pc:inkChg>
        <pc:inkChg chg="add">
          <ac:chgData name="Bhowmik, Sayan" userId="2b51cadb-156e-4c9a-99fc-6d2138739850" providerId="ADAL" clId="{F84FF9A7-A6D1-9F48-9981-D5AAC95CF743}" dt="2023-09-06T20:21:16.082" v="283"/>
          <ac:inkMkLst>
            <pc:docMk/>
            <pc:sldMk cId="2285472110" sldId="272"/>
            <ac:inkMk id="110" creationId="{FBF27067-2676-4273-884E-A9007E466A6E}"/>
          </ac:inkMkLst>
        </pc:inkChg>
        <pc:inkChg chg="add reco">
          <ac:chgData name="Bhowmik, Sayan" userId="2b51cadb-156e-4c9a-99fc-6d2138739850" providerId="ADAL" clId="{F84FF9A7-A6D1-9F48-9981-D5AAC95CF743}" dt="2023-09-06T20:17:37.354" v="183"/>
          <ac:inkMkLst>
            <pc:docMk/>
            <pc:sldMk cId="2285472110" sldId="272"/>
            <ac:inkMk id="111" creationId="{F6D7E000-4AE2-2FD7-B1DE-BA1B98D505A4}"/>
          </ac:inkMkLst>
        </pc:inkChg>
        <pc:inkChg chg="add del">
          <ac:chgData name="Bhowmik, Sayan" userId="2b51cadb-156e-4c9a-99fc-6d2138739850" providerId="ADAL" clId="{F84FF9A7-A6D1-9F48-9981-D5AAC95CF743}" dt="2023-09-06T20:21:35.574" v="288"/>
          <ac:inkMkLst>
            <pc:docMk/>
            <pc:sldMk cId="2285472110" sldId="272"/>
            <ac:inkMk id="112" creationId="{4D46AA48-7045-C4C9-37AD-11E3364AE8A8}"/>
          </ac:inkMkLst>
        </pc:inkChg>
        <pc:inkChg chg="add del">
          <ac:chgData name="Bhowmik, Sayan" userId="2b51cadb-156e-4c9a-99fc-6d2138739850" providerId="ADAL" clId="{F84FF9A7-A6D1-9F48-9981-D5AAC95CF743}" dt="2023-09-06T20:17:40.651" v="187"/>
          <ac:inkMkLst>
            <pc:docMk/>
            <pc:sldMk cId="2285472110" sldId="272"/>
            <ac:inkMk id="112" creationId="{AC035183-CAB8-CBF4-988E-54EEE086D16A}"/>
          </ac:inkMkLst>
        </pc:inkChg>
        <pc:inkChg chg="add del">
          <ac:chgData name="Bhowmik, Sayan" userId="2b51cadb-156e-4c9a-99fc-6d2138739850" providerId="ADAL" clId="{F84FF9A7-A6D1-9F48-9981-D5AAC95CF743}" dt="2023-09-06T20:17:40.651" v="187"/>
          <ac:inkMkLst>
            <pc:docMk/>
            <pc:sldMk cId="2285472110" sldId="272"/>
            <ac:inkMk id="113" creationId="{675744A7-CA8C-9E1E-7D61-B6E7F2743E0B}"/>
          </ac:inkMkLst>
        </pc:inkChg>
        <pc:inkChg chg="add del">
          <ac:chgData name="Bhowmik, Sayan" userId="2b51cadb-156e-4c9a-99fc-6d2138739850" providerId="ADAL" clId="{F84FF9A7-A6D1-9F48-9981-D5AAC95CF743}" dt="2023-09-06T20:21:35.574" v="288"/>
          <ac:inkMkLst>
            <pc:docMk/>
            <pc:sldMk cId="2285472110" sldId="272"/>
            <ac:inkMk id="113" creationId="{D0E5CEA4-D48A-74E1-2345-345EB2069115}"/>
          </ac:inkMkLst>
        </pc:inkChg>
        <pc:inkChg chg="add del">
          <ac:chgData name="Bhowmik, Sayan" userId="2b51cadb-156e-4c9a-99fc-6d2138739850" providerId="ADAL" clId="{F84FF9A7-A6D1-9F48-9981-D5AAC95CF743}" dt="2023-09-06T20:17:40.651" v="187"/>
          <ac:inkMkLst>
            <pc:docMk/>
            <pc:sldMk cId="2285472110" sldId="272"/>
            <ac:inkMk id="114" creationId="{69649324-D051-2F37-DD01-386AE9348AD4}"/>
          </ac:inkMkLst>
        </pc:inkChg>
        <pc:inkChg chg="add del">
          <ac:chgData name="Bhowmik, Sayan" userId="2b51cadb-156e-4c9a-99fc-6d2138739850" providerId="ADAL" clId="{F84FF9A7-A6D1-9F48-9981-D5AAC95CF743}" dt="2023-09-06T20:21:35.574" v="288"/>
          <ac:inkMkLst>
            <pc:docMk/>
            <pc:sldMk cId="2285472110" sldId="272"/>
            <ac:inkMk id="114" creationId="{75AEE879-9C81-8DB6-C8E7-12BB4C49CA18}"/>
          </ac:inkMkLst>
        </pc:inkChg>
        <pc:inkChg chg="add mod reco modStrokes">
          <ac:chgData name="Bhowmik, Sayan" userId="2b51cadb-156e-4c9a-99fc-6d2138739850" providerId="ADAL" clId="{F84FF9A7-A6D1-9F48-9981-D5AAC95CF743}" dt="2023-09-06T20:21:12.761" v="282"/>
          <ac:inkMkLst>
            <pc:docMk/>
            <pc:sldMk cId="2285472110" sldId="272"/>
            <ac:inkMk id="115" creationId="{4379A068-FF07-421F-EB5E-D90475E3CB19}"/>
          </ac:inkMkLst>
        </pc:inkChg>
        <pc:inkChg chg="add del">
          <ac:chgData name="Bhowmik, Sayan" userId="2b51cadb-156e-4c9a-99fc-6d2138739850" providerId="ADAL" clId="{F84FF9A7-A6D1-9F48-9981-D5AAC95CF743}" dt="2023-09-06T20:21:35.574" v="288"/>
          <ac:inkMkLst>
            <pc:docMk/>
            <pc:sldMk cId="2285472110" sldId="272"/>
            <ac:inkMk id="116" creationId="{56B25D50-FDE2-42B5-8081-2499D3DED032}"/>
          </ac:inkMkLst>
        </pc:inkChg>
        <pc:inkChg chg="add del">
          <ac:chgData name="Bhowmik, Sayan" userId="2b51cadb-156e-4c9a-99fc-6d2138739850" providerId="ADAL" clId="{F84FF9A7-A6D1-9F48-9981-D5AAC95CF743}" dt="2023-09-06T20:17:43.905" v="191"/>
          <ac:inkMkLst>
            <pc:docMk/>
            <pc:sldMk cId="2285472110" sldId="272"/>
            <ac:inkMk id="116" creationId="{9319B123-2059-67FD-9837-4C60B7DBC818}"/>
          </ac:inkMkLst>
        </pc:inkChg>
        <pc:inkChg chg="add del reco">
          <ac:chgData name="Bhowmik, Sayan" userId="2b51cadb-156e-4c9a-99fc-6d2138739850" providerId="ADAL" clId="{F84FF9A7-A6D1-9F48-9981-D5AAC95CF743}" dt="2023-09-06T20:21:59.132" v="301"/>
          <ac:inkMkLst>
            <pc:docMk/>
            <pc:sldMk cId="2285472110" sldId="272"/>
            <ac:inkMk id="117" creationId="{DCF7DD96-85F5-E4F4-63AC-57A2F33FA4D9}"/>
          </ac:inkMkLst>
        </pc:inkChg>
        <pc:inkChg chg="add del">
          <ac:chgData name="Bhowmik, Sayan" userId="2b51cadb-156e-4c9a-99fc-6d2138739850" providerId="ADAL" clId="{F84FF9A7-A6D1-9F48-9981-D5AAC95CF743}" dt="2023-09-06T20:17:43.905" v="191"/>
          <ac:inkMkLst>
            <pc:docMk/>
            <pc:sldMk cId="2285472110" sldId="272"/>
            <ac:inkMk id="117" creationId="{EA171461-4D66-8B56-8FF5-DEA6BE334F9C}"/>
          </ac:inkMkLst>
        </pc:inkChg>
        <pc:inkChg chg="add del">
          <ac:chgData name="Bhowmik, Sayan" userId="2b51cadb-156e-4c9a-99fc-6d2138739850" providerId="ADAL" clId="{F84FF9A7-A6D1-9F48-9981-D5AAC95CF743}" dt="2023-09-06T20:21:53.892" v="299"/>
          <ac:inkMkLst>
            <pc:docMk/>
            <pc:sldMk cId="2285472110" sldId="272"/>
            <ac:inkMk id="118" creationId="{3E3CD2FF-CACD-8574-6088-D7546316A506}"/>
          </ac:inkMkLst>
        </pc:inkChg>
        <pc:inkChg chg="add del">
          <ac:chgData name="Bhowmik, Sayan" userId="2b51cadb-156e-4c9a-99fc-6d2138739850" providerId="ADAL" clId="{F84FF9A7-A6D1-9F48-9981-D5AAC95CF743}" dt="2023-09-06T20:17:43.905" v="191"/>
          <ac:inkMkLst>
            <pc:docMk/>
            <pc:sldMk cId="2285472110" sldId="272"/>
            <ac:inkMk id="118" creationId="{C9B8027F-987E-EDAA-991B-2B6DFD0EDDD1}"/>
          </ac:inkMkLst>
        </pc:inkChg>
        <pc:inkChg chg="add del reco">
          <ac:chgData name="Bhowmik, Sayan" userId="2b51cadb-156e-4c9a-99fc-6d2138739850" providerId="ADAL" clId="{F84FF9A7-A6D1-9F48-9981-D5AAC95CF743}" dt="2023-09-06T20:21:12.152" v="281"/>
          <ac:inkMkLst>
            <pc:docMk/>
            <pc:sldMk cId="2285472110" sldId="272"/>
            <ac:inkMk id="119" creationId="{DAB70378-494A-5999-2F86-28B4A85D58C4}"/>
          </ac:inkMkLst>
        </pc:inkChg>
        <pc:inkChg chg="add">
          <ac:chgData name="Bhowmik, Sayan" userId="2b51cadb-156e-4c9a-99fc-6d2138739850" providerId="ADAL" clId="{F84FF9A7-A6D1-9F48-9981-D5AAC95CF743}" dt="2023-09-06T20:17:45.571" v="192"/>
          <ac:inkMkLst>
            <pc:docMk/>
            <pc:sldMk cId="2285472110" sldId="272"/>
            <ac:inkMk id="120" creationId="{EDE5D22B-CC55-F82A-5E78-2953C1F7E52E}"/>
          </ac:inkMkLst>
        </pc:inkChg>
        <pc:inkChg chg="add del">
          <ac:chgData name="Bhowmik, Sayan" userId="2b51cadb-156e-4c9a-99fc-6d2138739850" providerId="ADAL" clId="{F84FF9A7-A6D1-9F48-9981-D5AAC95CF743}" dt="2023-09-06T20:17:49.155" v="195"/>
          <ac:inkMkLst>
            <pc:docMk/>
            <pc:sldMk cId="2285472110" sldId="272"/>
            <ac:inkMk id="121" creationId="{7582E4E8-E0F1-C5CA-8213-192988272428}"/>
          </ac:inkMkLst>
        </pc:inkChg>
        <pc:inkChg chg="add del">
          <ac:chgData name="Bhowmik, Sayan" userId="2b51cadb-156e-4c9a-99fc-6d2138739850" providerId="ADAL" clId="{F84FF9A7-A6D1-9F48-9981-D5AAC95CF743}" dt="2023-09-06T20:21:53.892" v="299"/>
          <ac:inkMkLst>
            <pc:docMk/>
            <pc:sldMk cId="2285472110" sldId="272"/>
            <ac:inkMk id="121" creationId="{8B17FC08-4A9C-D1B2-EB75-C17016519216}"/>
          </ac:inkMkLst>
        </pc:inkChg>
        <pc:inkChg chg="add del">
          <ac:chgData name="Bhowmik, Sayan" userId="2b51cadb-156e-4c9a-99fc-6d2138739850" providerId="ADAL" clId="{F84FF9A7-A6D1-9F48-9981-D5AAC95CF743}" dt="2023-09-06T20:21:53.892" v="299"/>
          <ac:inkMkLst>
            <pc:docMk/>
            <pc:sldMk cId="2285472110" sldId="272"/>
            <ac:inkMk id="122" creationId="{32CB2493-DA19-AEBD-8525-B54EE406A287}"/>
          </ac:inkMkLst>
        </pc:inkChg>
        <pc:inkChg chg="add del">
          <ac:chgData name="Bhowmik, Sayan" userId="2b51cadb-156e-4c9a-99fc-6d2138739850" providerId="ADAL" clId="{F84FF9A7-A6D1-9F48-9981-D5AAC95CF743}" dt="2023-09-06T20:17:49.155" v="195"/>
          <ac:inkMkLst>
            <pc:docMk/>
            <pc:sldMk cId="2285472110" sldId="272"/>
            <ac:inkMk id="122" creationId="{718A5E2D-60D1-0EB3-3461-B69843A18616}"/>
          </ac:inkMkLst>
        </pc:inkChg>
        <pc:inkChg chg="add reco">
          <ac:chgData name="Bhowmik, Sayan" userId="2b51cadb-156e-4c9a-99fc-6d2138739850" providerId="ADAL" clId="{F84FF9A7-A6D1-9F48-9981-D5AAC95CF743}" dt="2023-09-06T20:17:49.155" v="195"/>
          <ac:inkMkLst>
            <pc:docMk/>
            <pc:sldMk cId="2285472110" sldId="272"/>
            <ac:inkMk id="123" creationId="{7C61C5DE-2A13-3C00-C5C0-F42DCF0CEFCE}"/>
          </ac:inkMkLst>
        </pc:inkChg>
        <pc:inkChg chg="add del">
          <ac:chgData name="Bhowmik, Sayan" userId="2b51cadb-156e-4c9a-99fc-6d2138739850" providerId="ADAL" clId="{F84FF9A7-A6D1-9F48-9981-D5AAC95CF743}" dt="2023-09-06T20:21:53.892" v="299"/>
          <ac:inkMkLst>
            <pc:docMk/>
            <pc:sldMk cId="2285472110" sldId="272"/>
            <ac:inkMk id="124" creationId="{8F7D98A0-D6FF-BA79-0465-79BD4972908D}"/>
          </ac:inkMkLst>
        </pc:inkChg>
        <pc:inkChg chg="add del">
          <ac:chgData name="Bhowmik, Sayan" userId="2b51cadb-156e-4c9a-99fc-6d2138739850" providerId="ADAL" clId="{F84FF9A7-A6D1-9F48-9981-D5AAC95CF743}" dt="2023-09-06T20:17:52.170" v="198"/>
          <ac:inkMkLst>
            <pc:docMk/>
            <pc:sldMk cId="2285472110" sldId="272"/>
            <ac:inkMk id="124" creationId="{A333B765-88AC-12EE-7403-8984C7C1CEAD}"/>
          </ac:inkMkLst>
        </pc:inkChg>
        <pc:inkChg chg="add del">
          <ac:chgData name="Bhowmik, Sayan" userId="2b51cadb-156e-4c9a-99fc-6d2138739850" providerId="ADAL" clId="{F84FF9A7-A6D1-9F48-9981-D5AAC95CF743}" dt="2023-09-06T20:21:53.892" v="299"/>
          <ac:inkMkLst>
            <pc:docMk/>
            <pc:sldMk cId="2285472110" sldId="272"/>
            <ac:inkMk id="125" creationId="{4A01FCAD-1BD2-AA9C-8564-B8E7999D4292}"/>
          </ac:inkMkLst>
        </pc:inkChg>
        <pc:inkChg chg="add del">
          <ac:chgData name="Bhowmik, Sayan" userId="2b51cadb-156e-4c9a-99fc-6d2138739850" providerId="ADAL" clId="{F84FF9A7-A6D1-9F48-9981-D5AAC95CF743}" dt="2023-09-06T20:17:52.170" v="198"/>
          <ac:inkMkLst>
            <pc:docMk/>
            <pc:sldMk cId="2285472110" sldId="272"/>
            <ac:inkMk id="125" creationId="{6AE53227-62E1-09E2-9A6F-9170EE4A0EE0}"/>
          </ac:inkMkLst>
        </pc:inkChg>
        <pc:inkChg chg="add reco">
          <ac:chgData name="Bhowmik, Sayan" userId="2b51cadb-156e-4c9a-99fc-6d2138739850" providerId="ADAL" clId="{F84FF9A7-A6D1-9F48-9981-D5AAC95CF743}" dt="2023-09-06T20:17:52.170" v="198"/>
          <ac:inkMkLst>
            <pc:docMk/>
            <pc:sldMk cId="2285472110" sldId="272"/>
            <ac:inkMk id="126" creationId="{8AC04F05-0DA8-7973-0489-6A40EB861945}"/>
          </ac:inkMkLst>
        </pc:inkChg>
        <pc:inkChg chg="add">
          <ac:chgData name="Bhowmik, Sayan" userId="2b51cadb-156e-4c9a-99fc-6d2138739850" providerId="ADAL" clId="{F84FF9A7-A6D1-9F48-9981-D5AAC95CF743}" dt="2023-09-06T20:17:52.954" v="199"/>
          <ac:inkMkLst>
            <pc:docMk/>
            <pc:sldMk cId="2285472110" sldId="272"/>
            <ac:inkMk id="127" creationId="{752C10AB-1843-C6D7-376A-4CE1D8D84837}"/>
          </ac:inkMkLst>
        </pc:inkChg>
        <pc:inkChg chg="add del">
          <ac:chgData name="Bhowmik, Sayan" userId="2b51cadb-156e-4c9a-99fc-6d2138739850" providerId="ADAL" clId="{F84FF9A7-A6D1-9F48-9981-D5AAC95CF743}" dt="2023-09-06T20:18:13.460" v="204"/>
          <ac:inkMkLst>
            <pc:docMk/>
            <pc:sldMk cId="2285472110" sldId="272"/>
            <ac:inkMk id="128" creationId="{D09EF022-E3D7-8058-B232-C74F869E629A}"/>
          </ac:inkMkLst>
        </pc:inkChg>
        <pc:inkChg chg="add reco">
          <ac:chgData name="Bhowmik, Sayan" userId="2b51cadb-156e-4c9a-99fc-6d2138739850" providerId="ADAL" clId="{F84FF9A7-A6D1-9F48-9981-D5AAC95CF743}" dt="2023-09-06T20:21:53.892" v="299"/>
          <ac:inkMkLst>
            <pc:docMk/>
            <pc:sldMk cId="2285472110" sldId="272"/>
            <ac:inkMk id="128" creationId="{D357770E-D5E0-9F6F-1ACF-CFF0E3A41FFB}"/>
          </ac:inkMkLst>
        </pc:inkChg>
        <pc:inkChg chg="add del">
          <ac:chgData name="Bhowmik, Sayan" userId="2b51cadb-156e-4c9a-99fc-6d2138739850" providerId="ADAL" clId="{F84FF9A7-A6D1-9F48-9981-D5AAC95CF743}" dt="2023-09-06T20:18:13.460" v="204"/>
          <ac:inkMkLst>
            <pc:docMk/>
            <pc:sldMk cId="2285472110" sldId="272"/>
            <ac:inkMk id="129" creationId="{28F03398-F512-C037-F632-29D9C4CC8CBB}"/>
          </ac:inkMkLst>
        </pc:inkChg>
        <pc:inkChg chg="add">
          <ac:chgData name="Bhowmik, Sayan" userId="2b51cadb-156e-4c9a-99fc-6d2138739850" providerId="ADAL" clId="{F84FF9A7-A6D1-9F48-9981-D5AAC95CF743}" dt="2023-09-06T20:21:54.641" v="300"/>
          <ac:inkMkLst>
            <pc:docMk/>
            <pc:sldMk cId="2285472110" sldId="272"/>
            <ac:inkMk id="129" creationId="{8E3B2B8B-29A9-DAD7-633A-AD41F9B8B308}"/>
          </ac:inkMkLst>
        </pc:inkChg>
        <pc:inkChg chg="add del">
          <ac:chgData name="Bhowmik, Sayan" userId="2b51cadb-156e-4c9a-99fc-6d2138739850" providerId="ADAL" clId="{F84FF9A7-A6D1-9F48-9981-D5AAC95CF743}" dt="2023-09-06T20:18:13.460" v="204"/>
          <ac:inkMkLst>
            <pc:docMk/>
            <pc:sldMk cId="2285472110" sldId="272"/>
            <ac:inkMk id="130" creationId="{C860E1F2-5434-EA3D-06F9-4FBDB533CF43}"/>
          </ac:inkMkLst>
        </pc:inkChg>
        <pc:inkChg chg="add del">
          <ac:chgData name="Bhowmik, Sayan" userId="2b51cadb-156e-4c9a-99fc-6d2138739850" providerId="ADAL" clId="{F84FF9A7-A6D1-9F48-9981-D5AAC95CF743}" dt="2023-09-06T20:22:03.409" v="305"/>
          <ac:inkMkLst>
            <pc:docMk/>
            <pc:sldMk cId="2285472110" sldId="272"/>
            <ac:inkMk id="130" creationId="{F13F3B58-1928-6FC8-693E-0C415EA612A8}"/>
          </ac:inkMkLst>
        </pc:inkChg>
        <pc:inkChg chg="add del">
          <ac:chgData name="Bhowmik, Sayan" userId="2b51cadb-156e-4c9a-99fc-6d2138739850" providerId="ADAL" clId="{F84FF9A7-A6D1-9F48-9981-D5AAC95CF743}" dt="2023-09-06T20:22:03.409" v="305"/>
          <ac:inkMkLst>
            <pc:docMk/>
            <pc:sldMk cId="2285472110" sldId="272"/>
            <ac:inkMk id="131" creationId="{CF583BDE-CBCF-31B0-8C80-6E434A16EB97}"/>
          </ac:inkMkLst>
        </pc:inkChg>
        <pc:inkChg chg="add del">
          <ac:chgData name="Bhowmik, Sayan" userId="2b51cadb-156e-4c9a-99fc-6d2138739850" providerId="ADAL" clId="{F84FF9A7-A6D1-9F48-9981-D5AAC95CF743}" dt="2023-09-06T20:18:13.460" v="204"/>
          <ac:inkMkLst>
            <pc:docMk/>
            <pc:sldMk cId="2285472110" sldId="272"/>
            <ac:inkMk id="131" creationId="{FFAA3858-2995-9EF0-602A-74CB106AF222}"/>
          </ac:inkMkLst>
        </pc:inkChg>
        <pc:inkChg chg="add del reco">
          <ac:chgData name="Bhowmik, Sayan" userId="2b51cadb-156e-4c9a-99fc-6d2138739850" providerId="ADAL" clId="{F84FF9A7-A6D1-9F48-9981-D5AAC95CF743}" dt="2023-09-06T20:21:04.212" v="275"/>
          <ac:inkMkLst>
            <pc:docMk/>
            <pc:sldMk cId="2285472110" sldId="272"/>
            <ac:inkMk id="132" creationId="{DF6FDE94-47C0-091C-8300-0235951763A0}"/>
          </ac:inkMkLst>
        </pc:inkChg>
        <pc:inkChg chg="add">
          <ac:chgData name="Bhowmik, Sayan" userId="2b51cadb-156e-4c9a-99fc-6d2138739850" providerId="ADAL" clId="{F84FF9A7-A6D1-9F48-9981-D5AAC95CF743}" dt="2023-09-06T20:18:16.584" v="205"/>
          <ac:inkMkLst>
            <pc:docMk/>
            <pc:sldMk cId="2285472110" sldId="272"/>
            <ac:inkMk id="133" creationId="{38D2E000-5CD4-2137-88AE-A6C2C77B03F0}"/>
          </ac:inkMkLst>
        </pc:inkChg>
        <pc:inkChg chg="add del">
          <ac:chgData name="Bhowmik, Sayan" userId="2b51cadb-156e-4c9a-99fc-6d2138739850" providerId="ADAL" clId="{F84FF9A7-A6D1-9F48-9981-D5AAC95CF743}" dt="2023-09-06T20:18:19.421" v="208"/>
          <ac:inkMkLst>
            <pc:docMk/>
            <pc:sldMk cId="2285472110" sldId="272"/>
            <ac:inkMk id="134" creationId="{6C179B4D-D444-8F71-4C43-FEBF1095C282}"/>
          </ac:inkMkLst>
        </pc:inkChg>
        <pc:inkChg chg="add del">
          <ac:chgData name="Bhowmik, Sayan" userId="2b51cadb-156e-4c9a-99fc-6d2138739850" providerId="ADAL" clId="{F84FF9A7-A6D1-9F48-9981-D5AAC95CF743}" dt="2023-09-06T20:22:03.409" v="305"/>
          <ac:inkMkLst>
            <pc:docMk/>
            <pc:sldMk cId="2285472110" sldId="272"/>
            <ac:inkMk id="134" creationId="{7C7C48D2-4D99-DDC9-E204-0DAD1C468C45}"/>
          </ac:inkMkLst>
        </pc:inkChg>
        <pc:inkChg chg="add reco">
          <ac:chgData name="Bhowmik, Sayan" userId="2b51cadb-156e-4c9a-99fc-6d2138739850" providerId="ADAL" clId="{F84FF9A7-A6D1-9F48-9981-D5AAC95CF743}" dt="2023-09-06T20:22:03.409" v="305"/>
          <ac:inkMkLst>
            <pc:docMk/>
            <pc:sldMk cId="2285472110" sldId="272"/>
            <ac:inkMk id="135" creationId="{3FD5F0ED-E64A-C59D-007D-2BF000189626}"/>
          </ac:inkMkLst>
        </pc:inkChg>
        <pc:inkChg chg="add del">
          <ac:chgData name="Bhowmik, Sayan" userId="2b51cadb-156e-4c9a-99fc-6d2138739850" providerId="ADAL" clId="{F84FF9A7-A6D1-9F48-9981-D5AAC95CF743}" dt="2023-09-06T20:18:19.421" v="208"/>
          <ac:inkMkLst>
            <pc:docMk/>
            <pc:sldMk cId="2285472110" sldId="272"/>
            <ac:inkMk id="135" creationId="{959635AD-CD3E-8FD3-5CAF-EF79143ABD06}"/>
          </ac:inkMkLst>
        </pc:inkChg>
        <pc:inkChg chg="add reco">
          <ac:chgData name="Bhowmik, Sayan" userId="2b51cadb-156e-4c9a-99fc-6d2138739850" providerId="ADAL" clId="{F84FF9A7-A6D1-9F48-9981-D5AAC95CF743}" dt="2023-09-06T20:18:19.421" v="208"/>
          <ac:inkMkLst>
            <pc:docMk/>
            <pc:sldMk cId="2285472110" sldId="272"/>
            <ac:inkMk id="136" creationId="{155AB052-60C2-A635-0CA9-6FD39AB3AF82}"/>
          </ac:inkMkLst>
        </pc:inkChg>
        <pc:inkChg chg="add del">
          <ac:chgData name="Bhowmik, Sayan" userId="2b51cadb-156e-4c9a-99fc-6d2138739850" providerId="ADAL" clId="{F84FF9A7-A6D1-9F48-9981-D5AAC95CF743}" dt="2023-09-06T20:22:05.391" v="309"/>
          <ac:inkMkLst>
            <pc:docMk/>
            <pc:sldMk cId="2285472110" sldId="272"/>
            <ac:inkMk id="137" creationId="{D7733E96-4FF2-5CC4-4BB0-71DDBF186C7C}"/>
          </ac:inkMkLst>
        </pc:inkChg>
        <pc:inkChg chg="add del">
          <ac:chgData name="Bhowmik, Sayan" userId="2b51cadb-156e-4c9a-99fc-6d2138739850" providerId="ADAL" clId="{F84FF9A7-A6D1-9F48-9981-D5AAC95CF743}" dt="2023-09-06T20:22:05.391" v="309"/>
          <ac:inkMkLst>
            <pc:docMk/>
            <pc:sldMk cId="2285472110" sldId="272"/>
            <ac:inkMk id="138" creationId="{5303FE93-0081-A800-64AB-BDB6B46EC018}"/>
          </ac:inkMkLst>
        </pc:inkChg>
        <pc:inkChg chg="add del">
          <ac:chgData name="Bhowmik, Sayan" userId="2b51cadb-156e-4c9a-99fc-6d2138739850" providerId="ADAL" clId="{F84FF9A7-A6D1-9F48-9981-D5AAC95CF743}" dt="2023-09-06T20:22:05.391" v="309"/>
          <ac:inkMkLst>
            <pc:docMk/>
            <pc:sldMk cId="2285472110" sldId="272"/>
            <ac:inkMk id="139" creationId="{071BF28E-1ABA-E72F-0FB1-B8549C20D09B}"/>
          </ac:inkMkLst>
        </pc:inkChg>
        <pc:inkChg chg="add reco">
          <ac:chgData name="Bhowmik, Sayan" userId="2b51cadb-156e-4c9a-99fc-6d2138739850" providerId="ADAL" clId="{F84FF9A7-A6D1-9F48-9981-D5AAC95CF743}" dt="2023-09-06T20:22:05.391" v="309"/>
          <ac:inkMkLst>
            <pc:docMk/>
            <pc:sldMk cId="2285472110" sldId="272"/>
            <ac:inkMk id="140" creationId="{CFD37D18-998E-3254-47F6-FB0886473C3A}"/>
          </ac:inkMkLst>
        </pc:inkChg>
      </pc:sldChg>
      <pc:sldChg chg="addSp delSp modSp">
        <pc:chgData name="Bhowmik, Sayan" userId="2b51cadb-156e-4c9a-99fc-6d2138739850" providerId="ADAL" clId="{F84FF9A7-A6D1-9F48-9981-D5AAC95CF743}" dt="2023-09-06T20:25:30.745" v="386"/>
        <pc:sldMkLst>
          <pc:docMk/>
          <pc:sldMk cId="3578118627" sldId="273"/>
        </pc:sldMkLst>
        <pc:inkChg chg="add">
          <ac:chgData name="Bhowmik, Sayan" userId="2b51cadb-156e-4c9a-99fc-6d2138739850" providerId="ADAL" clId="{F84FF9A7-A6D1-9F48-9981-D5AAC95CF743}" dt="2023-09-06T20:24:08.597" v="327"/>
          <ac:inkMkLst>
            <pc:docMk/>
            <pc:sldMk cId="3578118627" sldId="273"/>
            <ac:inkMk id="15" creationId="{5F7CFE50-0C08-5591-5EA1-626722627369}"/>
          </ac:inkMkLst>
        </pc:inkChg>
        <pc:inkChg chg="add del">
          <ac:chgData name="Bhowmik, Sayan" userId="2b51cadb-156e-4c9a-99fc-6d2138739850" providerId="ADAL" clId="{F84FF9A7-A6D1-9F48-9981-D5AAC95CF743}" dt="2023-09-06T20:24:13.775" v="332"/>
          <ac:inkMkLst>
            <pc:docMk/>
            <pc:sldMk cId="3578118627" sldId="273"/>
            <ac:inkMk id="16" creationId="{FF242010-1EBD-261D-5AAE-0D3FEFB9856F}"/>
          </ac:inkMkLst>
        </pc:inkChg>
        <pc:inkChg chg="del">
          <ac:chgData name="Bhowmik, Sayan" userId="2b51cadb-156e-4c9a-99fc-6d2138739850" providerId="ADAL" clId="{F84FF9A7-A6D1-9F48-9981-D5AAC95CF743}" dt="2023-09-06T20:23:05.363" v="313"/>
          <ac:inkMkLst>
            <pc:docMk/>
            <pc:sldMk cId="3578118627" sldId="273"/>
            <ac:inkMk id="18" creationId="{BD0AEA52-464B-186B-5CC8-27B187C8634A}"/>
          </ac:inkMkLst>
        </pc:inkChg>
        <pc:inkChg chg="add del">
          <ac:chgData name="Bhowmik, Sayan" userId="2b51cadb-156e-4c9a-99fc-6d2138739850" providerId="ADAL" clId="{F84FF9A7-A6D1-9F48-9981-D5AAC95CF743}" dt="2023-09-06T20:24:13.775" v="332"/>
          <ac:inkMkLst>
            <pc:docMk/>
            <pc:sldMk cId="3578118627" sldId="273"/>
            <ac:inkMk id="19" creationId="{0155831F-0422-023A-1F2E-6F3E0F2715B1}"/>
          </ac:inkMkLst>
        </pc:inkChg>
        <pc:inkChg chg="add del">
          <ac:chgData name="Bhowmik, Sayan" userId="2b51cadb-156e-4c9a-99fc-6d2138739850" providerId="ADAL" clId="{F84FF9A7-A6D1-9F48-9981-D5AAC95CF743}" dt="2023-09-06T20:24:13.775" v="332"/>
          <ac:inkMkLst>
            <pc:docMk/>
            <pc:sldMk cId="3578118627" sldId="273"/>
            <ac:inkMk id="20" creationId="{2FFA8208-D1B4-7126-0215-94BA2AFB7A0A}"/>
          </ac:inkMkLst>
        </pc:inkChg>
        <pc:inkChg chg="add del">
          <ac:chgData name="Bhowmik, Sayan" userId="2b51cadb-156e-4c9a-99fc-6d2138739850" providerId="ADAL" clId="{F84FF9A7-A6D1-9F48-9981-D5AAC95CF743}" dt="2023-09-06T20:24:13.775" v="332"/>
          <ac:inkMkLst>
            <pc:docMk/>
            <pc:sldMk cId="3578118627" sldId="273"/>
            <ac:inkMk id="23" creationId="{122C269C-7437-56AC-1560-A0FE8F49915E}"/>
          </ac:inkMkLst>
        </pc:inkChg>
        <pc:inkChg chg="add reco">
          <ac:chgData name="Bhowmik, Sayan" userId="2b51cadb-156e-4c9a-99fc-6d2138739850" providerId="ADAL" clId="{F84FF9A7-A6D1-9F48-9981-D5AAC95CF743}" dt="2023-09-06T20:24:13.775" v="332"/>
          <ac:inkMkLst>
            <pc:docMk/>
            <pc:sldMk cId="3578118627" sldId="273"/>
            <ac:inkMk id="24" creationId="{C89C9848-CD65-A382-CD9F-82853D4BD7AA}"/>
          </ac:inkMkLst>
        </pc:inkChg>
        <pc:inkChg chg="add">
          <ac:chgData name="Bhowmik, Sayan" userId="2b51cadb-156e-4c9a-99fc-6d2138739850" providerId="ADAL" clId="{F84FF9A7-A6D1-9F48-9981-D5AAC95CF743}" dt="2023-09-06T20:24:21.564" v="333"/>
          <ac:inkMkLst>
            <pc:docMk/>
            <pc:sldMk cId="3578118627" sldId="273"/>
            <ac:inkMk id="25" creationId="{04812257-05A6-8CB6-4A4B-90E08B0DF742}"/>
          </ac:inkMkLst>
        </pc:inkChg>
        <pc:inkChg chg="del">
          <ac:chgData name="Bhowmik, Sayan" userId="2b51cadb-156e-4c9a-99fc-6d2138739850" providerId="ADAL" clId="{F84FF9A7-A6D1-9F48-9981-D5AAC95CF743}" dt="2023-09-06T20:23:05.373" v="321"/>
          <ac:inkMkLst>
            <pc:docMk/>
            <pc:sldMk cId="3578118627" sldId="273"/>
            <ac:inkMk id="26" creationId="{7DBE591A-BD0E-3C0B-1C3A-025043A1787B}"/>
          </ac:inkMkLst>
        </pc:inkChg>
        <pc:inkChg chg="add del">
          <ac:chgData name="Bhowmik, Sayan" userId="2b51cadb-156e-4c9a-99fc-6d2138739850" providerId="ADAL" clId="{F84FF9A7-A6D1-9F48-9981-D5AAC95CF743}" dt="2023-09-06T20:24:32.419" v="337"/>
          <ac:inkMkLst>
            <pc:docMk/>
            <pc:sldMk cId="3578118627" sldId="273"/>
            <ac:inkMk id="27" creationId="{BA969D5A-1A08-578B-F8D0-83FC32E9C22D}"/>
          </ac:inkMkLst>
        </pc:inkChg>
        <pc:inkChg chg="add del">
          <ac:chgData name="Bhowmik, Sayan" userId="2b51cadb-156e-4c9a-99fc-6d2138739850" providerId="ADAL" clId="{F84FF9A7-A6D1-9F48-9981-D5AAC95CF743}" dt="2023-09-06T20:24:32.419" v="337"/>
          <ac:inkMkLst>
            <pc:docMk/>
            <pc:sldMk cId="3578118627" sldId="273"/>
            <ac:inkMk id="28" creationId="{4D4124FE-B318-B68F-5724-74E54997A8DD}"/>
          </ac:inkMkLst>
        </pc:inkChg>
        <pc:inkChg chg="del">
          <ac:chgData name="Bhowmik, Sayan" userId="2b51cadb-156e-4c9a-99fc-6d2138739850" providerId="ADAL" clId="{F84FF9A7-A6D1-9F48-9981-D5AAC95CF743}" dt="2023-09-06T20:23:05.369" v="318"/>
          <ac:inkMkLst>
            <pc:docMk/>
            <pc:sldMk cId="3578118627" sldId="273"/>
            <ac:inkMk id="29" creationId="{4B15D807-BF25-2254-6F9F-88C9D7D433B9}"/>
          </ac:inkMkLst>
        </pc:inkChg>
        <pc:inkChg chg="del">
          <ac:chgData name="Bhowmik, Sayan" userId="2b51cadb-156e-4c9a-99fc-6d2138739850" providerId="ADAL" clId="{F84FF9A7-A6D1-9F48-9981-D5AAC95CF743}" dt="2023-09-06T20:23:05.376" v="324"/>
          <ac:inkMkLst>
            <pc:docMk/>
            <pc:sldMk cId="3578118627" sldId="273"/>
            <ac:inkMk id="30" creationId="{7C7299C6-A0F9-3381-EA5B-3027EAA3D19A}"/>
          </ac:inkMkLst>
        </pc:inkChg>
        <pc:inkChg chg="del">
          <ac:chgData name="Bhowmik, Sayan" userId="2b51cadb-156e-4c9a-99fc-6d2138739850" providerId="ADAL" clId="{F84FF9A7-A6D1-9F48-9981-D5AAC95CF743}" dt="2023-09-06T20:23:05.360" v="311"/>
          <ac:inkMkLst>
            <pc:docMk/>
            <pc:sldMk cId="3578118627" sldId="273"/>
            <ac:inkMk id="31" creationId="{5D704AE5-AD37-46C3-AEC5-6E89EB5D4522}"/>
          </ac:inkMkLst>
        </pc:inkChg>
        <pc:inkChg chg="add del">
          <ac:chgData name="Bhowmik, Sayan" userId="2b51cadb-156e-4c9a-99fc-6d2138739850" providerId="ADAL" clId="{F84FF9A7-A6D1-9F48-9981-D5AAC95CF743}" dt="2023-09-06T20:24:32.419" v="337"/>
          <ac:inkMkLst>
            <pc:docMk/>
            <pc:sldMk cId="3578118627" sldId="273"/>
            <ac:inkMk id="32" creationId="{D10E884E-2F8D-222A-6366-B922D5AEF4D1}"/>
          </ac:inkMkLst>
        </pc:inkChg>
        <pc:inkChg chg="add reco">
          <ac:chgData name="Bhowmik, Sayan" userId="2b51cadb-156e-4c9a-99fc-6d2138739850" providerId="ADAL" clId="{F84FF9A7-A6D1-9F48-9981-D5AAC95CF743}" dt="2023-09-06T20:24:32.419" v="337"/>
          <ac:inkMkLst>
            <pc:docMk/>
            <pc:sldMk cId="3578118627" sldId="273"/>
            <ac:inkMk id="33" creationId="{E26A4C75-9197-1ACD-7008-2975292B9220}"/>
          </ac:inkMkLst>
        </pc:inkChg>
        <pc:inkChg chg="del">
          <ac:chgData name="Bhowmik, Sayan" userId="2b51cadb-156e-4c9a-99fc-6d2138739850" providerId="ADAL" clId="{F84FF9A7-A6D1-9F48-9981-D5AAC95CF743}" dt="2023-09-06T20:23:05.362" v="312"/>
          <ac:inkMkLst>
            <pc:docMk/>
            <pc:sldMk cId="3578118627" sldId="273"/>
            <ac:inkMk id="34" creationId="{6FD68C95-ECED-B047-E33C-0F19624B1BC2}"/>
          </ac:inkMkLst>
        </pc:inkChg>
        <pc:inkChg chg="add del">
          <ac:chgData name="Bhowmik, Sayan" userId="2b51cadb-156e-4c9a-99fc-6d2138739850" providerId="ADAL" clId="{F84FF9A7-A6D1-9F48-9981-D5AAC95CF743}" dt="2023-09-06T20:24:38.279" v="340"/>
          <ac:inkMkLst>
            <pc:docMk/>
            <pc:sldMk cId="3578118627" sldId="273"/>
            <ac:inkMk id="35" creationId="{FA0C487C-4A1D-889C-00A5-C8CFFC1F2B85}"/>
          </ac:inkMkLst>
        </pc:inkChg>
        <pc:inkChg chg="add del">
          <ac:chgData name="Bhowmik, Sayan" userId="2b51cadb-156e-4c9a-99fc-6d2138739850" providerId="ADAL" clId="{F84FF9A7-A6D1-9F48-9981-D5AAC95CF743}" dt="2023-09-06T20:24:38.279" v="340"/>
          <ac:inkMkLst>
            <pc:docMk/>
            <pc:sldMk cId="3578118627" sldId="273"/>
            <ac:inkMk id="36" creationId="{F600DB15-B31D-066B-8ED0-BA96A793124B}"/>
          </ac:inkMkLst>
        </pc:inkChg>
        <pc:inkChg chg="del">
          <ac:chgData name="Bhowmik, Sayan" userId="2b51cadb-156e-4c9a-99fc-6d2138739850" providerId="ADAL" clId="{F84FF9A7-A6D1-9F48-9981-D5AAC95CF743}" dt="2023-09-06T20:23:05.364" v="314"/>
          <ac:inkMkLst>
            <pc:docMk/>
            <pc:sldMk cId="3578118627" sldId="273"/>
            <ac:inkMk id="37" creationId="{F60FA244-3280-AD47-DF3B-D87684CDD743}"/>
          </ac:inkMkLst>
        </pc:inkChg>
        <pc:inkChg chg="add reco">
          <ac:chgData name="Bhowmik, Sayan" userId="2b51cadb-156e-4c9a-99fc-6d2138739850" providerId="ADAL" clId="{F84FF9A7-A6D1-9F48-9981-D5AAC95CF743}" dt="2023-09-06T20:24:38.279" v="340"/>
          <ac:inkMkLst>
            <pc:docMk/>
            <pc:sldMk cId="3578118627" sldId="273"/>
            <ac:inkMk id="38" creationId="{444D70A8-A9E1-662C-2CA4-E0F87A8DE5E6}"/>
          </ac:inkMkLst>
        </pc:inkChg>
        <pc:inkChg chg="add">
          <ac:chgData name="Bhowmik, Sayan" userId="2b51cadb-156e-4c9a-99fc-6d2138739850" providerId="ADAL" clId="{F84FF9A7-A6D1-9F48-9981-D5AAC95CF743}" dt="2023-09-06T20:24:39.695" v="341"/>
          <ac:inkMkLst>
            <pc:docMk/>
            <pc:sldMk cId="3578118627" sldId="273"/>
            <ac:inkMk id="39" creationId="{DD3685E8-3F94-5FAB-813F-5D31EA2FACDA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40" creationId="{5FA86918-C747-E36A-C6F1-9E95CC773597}"/>
          </ac:inkMkLst>
        </pc:inkChg>
        <pc:inkChg chg="add">
          <ac:chgData name="Bhowmik, Sayan" userId="2b51cadb-156e-4c9a-99fc-6d2138739850" providerId="ADAL" clId="{F84FF9A7-A6D1-9F48-9981-D5AAC95CF743}" dt="2023-09-06T20:24:40.777" v="342"/>
          <ac:inkMkLst>
            <pc:docMk/>
            <pc:sldMk cId="3578118627" sldId="273"/>
            <ac:inkMk id="41" creationId="{E51FDA4E-3188-8BB8-CDB3-08790C48C556}"/>
          </ac:inkMkLst>
        </pc:inkChg>
        <pc:inkChg chg="del">
          <ac:chgData name="Bhowmik, Sayan" userId="2b51cadb-156e-4c9a-99fc-6d2138739850" providerId="ADAL" clId="{F84FF9A7-A6D1-9F48-9981-D5AAC95CF743}" dt="2023-09-06T20:23:05.375" v="322"/>
          <ac:inkMkLst>
            <pc:docMk/>
            <pc:sldMk cId="3578118627" sldId="273"/>
            <ac:inkMk id="42" creationId="{C155718E-3E2A-3E26-BAEB-7CCCDABDE277}"/>
          </ac:inkMkLst>
        </pc:inkChg>
        <pc:inkChg chg="add del">
          <ac:chgData name="Bhowmik, Sayan" userId="2b51cadb-156e-4c9a-99fc-6d2138739850" providerId="ADAL" clId="{F84FF9A7-A6D1-9F48-9981-D5AAC95CF743}" dt="2023-09-06T20:25:07.077" v="359"/>
          <ac:inkMkLst>
            <pc:docMk/>
            <pc:sldMk cId="3578118627" sldId="273"/>
            <ac:inkMk id="43" creationId="{9F8DEDA4-BF6C-AE07-4DA7-AA763305B92D}"/>
          </ac:inkMkLst>
        </pc:inkChg>
        <pc:inkChg chg="add del">
          <ac:chgData name="Bhowmik, Sayan" userId="2b51cadb-156e-4c9a-99fc-6d2138739850" providerId="ADAL" clId="{F84FF9A7-A6D1-9F48-9981-D5AAC95CF743}" dt="2023-09-06T20:25:07.077" v="359"/>
          <ac:inkMkLst>
            <pc:docMk/>
            <pc:sldMk cId="3578118627" sldId="273"/>
            <ac:inkMk id="44" creationId="{B2B826C8-6758-0563-0565-7F027A0D008E}"/>
          </ac:inkMkLst>
        </pc:inkChg>
        <pc:inkChg chg="add del">
          <ac:chgData name="Bhowmik, Sayan" userId="2b51cadb-156e-4c9a-99fc-6d2138739850" providerId="ADAL" clId="{F84FF9A7-A6D1-9F48-9981-D5AAC95CF743}" dt="2023-09-06T20:25:07.077" v="359"/>
          <ac:inkMkLst>
            <pc:docMk/>
            <pc:sldMk cId="3578118627" sldId="273"/>
            <ac:inkMk id="45" creationId="{A9DCFF00-CC64-F9C0-D3B4-5092876DAEFE}"/>
          </ac:inkMkLst>
        </pc:inkChg>
        <pc:inkChg chg="add del">
          <ac:chgData name="Bhowmik, Sayan" userId="2b51cadb-156e-4c9a-99fc-6d2138739850" providerId="ADAL" clId="{F84FF9A7-A6D1-9F48-9981-D5AAC95CF743}" dt="2023-09-06T20:25:07.077" v="359"/>
          <ac:inkMkLst>
            <pc:docMk/>
            <pc:sldMk cId="3578118627" sldId="273"/>
            <ac:inkMk id="46" creationId="{81F6D50D-106D-C085-7EC2-0185A2320F74}"/>
          </ac:inkMkLst>
        </pc:inkChg>
        <pc:inkChg chg="add del">
          <ac:chgData name="Bhowmik, Sayan" userId="2b51cadb-156e-4c9a-99fc-6d2138739850" providerId="ADAL" clId="{F84FF9A7-A6D1-9F48-9981-D5AAC95CF743}" dt="2023-09-06T20:25:07.077" v="359"/>
          <ac:inkMkLst>
            <pc:docMk/>
            <pc:sldMk cId="3578118627" sldId="273"/>
            <ac:inkMk id="47" creationId="{C5F42A56-DD75-CB16-7F7F-6050C78BF0EA}"/>
          </ac:inkMkLst>
        </pc:inkChg>
        <pc:inkChg chg="add del">
          <ac:chgData name="Bhowmik, Sayan" userId="2b51cadb-156e-4c9a-99fc-6d2138739850" providerId="ADAL" clId="{F84FF9A7-A6D1-9F48-9981-D5AAC95CF743}" dt="2023-09-06T20:25:07.077" v="359"/>
          <ac:inkMkLst>
            <pc:docMk/>
            <pc:sldMk cId="3578118627" sldId="273"/>
            <ac:inkMk id="48" creationId="{A0038DEF-12EC-CE68-F5FE-C44B3173B920}"/>
          </ac:inkMkLst>
        </pc:inkChg>
        <pc:inkChg chg="add del">
          <ac:chgData name="Bhowmik, Sayan" userId="2b51cadb-156e-4c9a-99fc-6d2138739850" providerId="ADAL" clId="{F84FF9A7-A6D1-9F48-9981-D5AAC95CF743}" dt="2023-09-06T20:25:07.077" v="359"/>
          <ac:inkMkLst>
            <pc:docMk/>
            <pc:sldMk cId="3578118627" sldId="273"/>
            <ac:inkMk id="49" creationId="{86E9F117-22AF-4DD2-9FF4-8E76801BEBFD}"/>
          </ac:inkMkLst>
        </pc:inkChg>
        <pc:inkChg chg="add del">
          <ac:chgData name="Bhowmik, Sayan" userId="2b51cadb-156e-4c9a-99fc-6d2138739850" providerId="ADAL" clId="{F84FF9A7-A6D1-9F48-9981-D5AAC95CF743}" dt="2023-09-06T20:25:07.077" v="359"/>
          <ac:inkMkLst>
            <pc:docMk/>
            <pc:sldMk cId="3578118627" sldId="273"/>
            <ac:inkMk id="50" creationId="{2721F7F2-9FA5-CE3A-0904-675215E5C8B5}"/>
          </ac:inkMkLst>
        </pc:inkChg>
        <pc:inkChg chg="add del">
          <ac:chgData name="Bhowmik, Sayan" userId="2b51cadb-156e-4c9a-99fc-6d2138739850" providerId="ADAL" clId="{F84FF9A7-A6D1-9F48-9981-D5AAC95CF743}" dt="2023-09-06T20:25:07.077" v="359"/>
          <ac:inkMkLst>
            <pc:docMk/>
            <pc:sldMk cId="3578118627" sldId="273"/>
            <ac:inkMk id="51" creationId="{35E1C0C3-18F3-4B61-67C1-4A84365751CC}"/>
          </ac:inkMkLst>
        </pc:inkChg>
        <pc:inkChg chg="add del">
          <ac:chgData name="Bhowmik, Sayan" userId="2b51cadb-156e-4c9a-99fc-6d2138739850" providerId="ADAL" clId="{F84FF9A7-A6D1-9F48-9981-D5AAC95CF743}" dt="2023-09-06T20:25:07.077" v="359"/>
          <ac:inkMkLst>
            <pc:docMk/>
            <pc:sldMk cId="3578118627" sldId="273"/>
            <ac:inkMk id="52" creationId="{14F740E3-183C-FF74-1C4F-D9A4FB27DBDA}"/>
          </ac:inkMkLst>
        </pc:inkChg>
        <pc:inkChg chg="add del">
          <ac:chgData name="Bhowmik, Sayan" userId="2b51cadb-156e-4c9a-99fc-6d2138739850" providerId="ADAL" clId="{F84FF9A7-A6D1-9F48-9981-D5AAC95CF743}" dt="2023-09-06T20:25:07.077" v="359"/>
          <ac:inkMkLst>
            <pc:docMk/>
            <pc:sldMk cId="3578118627" sldId="273"/>
            <ac:inkMk id="53" creationId="{36E76A57-265F-DC9D-6BA7-43F648B541F5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54" creationId="{1460E525-0037-AB36-535C-36A205F35D61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55" creationId="{966814F6-0F96-FFB8-043D-19E6D724F8ED}"/>
          </ac:inkMkLst>
        </pc:inkChg>
        <pc:inkChg chg="add del">
          <ac:chgData name="Bhowmik, Sayan" userId="2b51cadb-156e-4c9a-99fc-6d2138739850" providerId="ADAL" clId="{F84FF9A7-A6D1-9F48-9981-D5AAC95CF743}" dt="2023-09-06T20:25:07.077" v="359"/>
          <ac:inkMkLst>
            <pc:docMk/>
            <pc:sldMk cId="3578118627" sldId="273"/>
            <ac:inkMk id="56" creationId="{620AEEE5-3671-16FE-B9DA-33A912D6985F}"/>
          </ac:inkMkLst>
        </pc:inkChg>
        <pc:inkChg chg="add del">
          <ac:chgData name="Bhowmik, Sayan" userId="2b51cadb-156e-4c9a-99fc-6d2138739850" providerId="ADAL" clId="{F84FF9A7-A6D1-9F48-9981-D5AAC95CF743}" dt="2023-09-06T20:25:07.077" v="359"/>
          <ac:inkMkLst>
            <pc:docMk/>
            <pc:sldMk cId="3578118627" sldId="273"/>
            <ac:inkMk id="57" creationId="{64272686-9D3A-AD6A-E81A-8DA27D2338F4}"/>
          </ac:inkMkLst>
        </pc:inkChg>
        <pc:inkChg chg="add del">
          <ac:chgData name="Bhowmik, Sayan" userId="2b51cadb-156e-4c9a-99fc-6d2138739850" providerId="ADAL" clId="{F84FF9A7-A6D1-9F48-9981-D5AAC95CF743}" dt="2023-09-06T20:25:07.077" v="359"/>
          <ac:inkMkLst>
            <pc:docMk/>
            <pc:sldMk cId="3578118627" sldId="273"/>
            <ac:inkMk id="58" creationId="{D5538A1E-9980-5CA6-7EF9-36D898572D44}"/>
          </ac:inkMkLst>
        </pc:inkChg>
        <pc:inkChg chg="del">
          <ac:chgData name="Bhowmik, Sayan" userId="2b51cadb-156e-4c9a-99fc-6d2138739850" providerId="ADAL" clId="{F84FF9A7-A6D1-9F48-9981-D5AAC95CF743}" dt="2023-09-06T20:23:05.367" v="316"/>
          <ac:inkMkLst>
            <pc:docMk/>
            <pc:sldMk cId="3578118627" sldId="273"/>
            <ac:inkMk id="59" creationId="{7983529A-BD30-FFAA-8D66-AC013904ED49}"/>
          </ac:inkMkLst>
        </pc:inkChg>
        <pc:inkChg chg="add del">
          <ac:chgData name="Bhowmik, Sayan" userId="2b51cadb-156e-4c9a-99fc-6d2138739850" providerId="ADAL" clId="{F84FF9A7-A6D1-9F48-9981-D5AAC95CF743}" dt="2023-09-06T20:25:07.077" v="359"/>
          <ac:inkMkLst>
            <pc:docMk/>
            <pc:sldMk cId="3578118627" sldId="273"/>
            <ac:inkMk id="60" creationId="{BAD6489C-EC5D-7EB5-9033-16C7FDF455FC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61" creationId="{BDBDC560-18D8-C27B-06D4-D8410B042F3E}"/>
          </ac:inkMkLst>
        </pc:inkChg>
        <pc:inkChg chg="del">
          <ac:chgData name="Bhowmik, Sayan" userId="2b51cadb-156e-4c9a-99fc-6d2138739850" providerId="ADAL" clId="{F84FF9A7-A6D1-9F48-9981-D5AAC95CF743}" dt="2023-09-06T20:23:05.370" v="319"/>
          <ac:inkMkLst>
            <pc:docMk/>
            <pc:sldMk cId="3578118627" sldId="273"/>
            <ac:inkMk id="62" creationId="{8C53985F-5F92-EAC4-AB98-44CEB1FB1AD0}"/>
          </ac:inkMkLst>
        </pc:inkChg>
        <pc:inkChg chg="add del">
          <ac:chgData name="Bhowmik, Sayan" userId="2b51cadb-156e-4c9a-99fc-6d2138739850" providerId="ADAL" clId="{F84FF9A7-A6D1-9F48-9981-D5AAC95CF743}" dt="2023-09-06T20:25:07.077" v="359"/>
          <ac:inkMkLst>
            <pc:docMk/>
            <pc:sldMk cId="3578118627" sldId="273"/>
            <ac:inkMk id="63" creationId="{4DC33444-3EF9-7351-5ABF-54822EAF4C46}"/>
          </ac:inkMkLst>
        </pc:inkChg>
        <pc:inkChg chg="add mod reco modStrokes">
          <ac:chgData name="Bhowmik, Sayan" userId="2b51cadb-156e-4c9a-99fc-6d2138739850" providerId="ADAL" clId="{F84FF9A7-A6D1-9F48-9981-D5AAC95CF743}" dt="2023-09-06T20:25:10.658" v="364"/>
          <ac:inkMkLst>
            <pc:docMk/>
            <pc:sldMk cId="3578118627" sldId="273"/>
            <ac:inkMk id="64" creationId="{CCF7600C-C79B-A052-C70E-EBE628AF8C93}"/>
          </ac:inkMkLst>
        </pc:inkChg>
        <pc:inkChg chg="add del">
          <ac:chgData name="Bhowmik, Sayan" userId="2b51cadb-156e-4c9a-99fc-6d2138739850" providerId="ADAL" clId="{F84FF9A7-A6D1-9F48-9981-D5AAC95CF743}" dt="2023-09-06T20:25:09.206" v="363"/>
          <ac:inkMkLst>
            <pc:docMk/>
            <pc:sldMk cId="3578118627" sldId="273"/>
            <ac:inkMk id="65" creationId="{843F7829-60B0-5A0C-C5BC-F54A8920C191}"/>
          </ac:inkMkLst>
        </pc:inkChg>
        <pc:inkChg chg="del">
          <ac:chgData name="Bhowmik, Sayan" userId="2b51cadb-156e-4c9a-99fc-6d2138739850" providerId="ADAL" clId="{F84FF9A7-A6D1-9F48-9981-D5AAC95CF743}" dt="2023-09-06T20:23:05.372" v="320"/>
          <ac:inkMkLst>
            <pc:docMk/>
            <pc:sldMk cId="3578118627" sldId="273"/>
            <ac:inkMk id="66" creationId="{0BF3BDD7-1D6F-A69B-B08A-EF09AC0E8796}"/>
          </ac:inkMkLst>
        </pc:inkChg>
        <pc:inkChg chg="del">
          <ac:chgData name="Bhowmik, Sayan" userId="2b51cadb-156e-4c9a-99fc-6d2138739850" providerId="ADAL" clId="{F84FF9A7-A6D1-9F48-9981-D5AAC95CF743}" dt="2023-09-06T20:23:05.368" v="317"/>
          <ac:inkMkLst>
            <pc:docMk/>
            <pc:sldMk cId="3578118627" sldId="273"/>
            <ac:inkMk id="67" creationId="{6412B177-4FBB-4FE4-06AB-113AAAC063DA}"/>
          </ac:inkMkLst>
        </pc:inkChg>
        <pc:inkChg chg="add del">
          <ac:chgData name="Bhowmik, Sayan" userId="2b51cadb-156e-4c9a-99fc-6d2138739850" providerId="ADAL" clId="{F84FF9A7-A6D1-9F48-9981-D5AAC95CF743}" dt="2023-09-06T20:25:09.206" v="363"/>
          <ac:inkMkLst>
            <pc:docMk/>
            <pc:sldMk cId="3578118627" sldId="273"/>
            <ac:inkMk id="68" creationId="{169FD3B8-C72B-57D6-EDEC-A0DE4276FB8B}"/>
          </ac:inkMkLst>
        </pc:inkChg>
        <pc:inkChg chg="add del">
          <ac:chgData name="Bhowmik, Sayan" userId="2b51cadb-156e-4c9a-99fc-6d2138739850" providerId="ADAL" clId="{F84FF9A7-A6D1-9F48-9981-D5AAC95CF743}" dt="2023-09-06T20:25:09.206" v="363"/>
          <ac:inkMkLst>
            <pc:docMk/>
            <pc:sldMk cId="3578118627" sldId="273"/>
            <ac:inkMk id="69" creationId="{604E3D80-B98E-A451-E77B-23764CA9A2E0}"/>
          </ac:inkMkLst>
        </pc:inkChg>
        <pc:inkChg chg="add reco">
          <ac:chgData name="Bhowmik, Sayan" userId="2b51cadb-156e-4c9a-99fc-6d2138739850" providerId="ADAL" clId="{F84FF9A7-A6D1-9F48-9981-D5AAC95CF743}" dt="2023-09-06T20:25:09.206" v="363"/>
          <ac:inkMkLst>
            <pc:docMk/>
            <pc:sldMk cId="3578118627" sldId="273"/>
            <ac:inkMk id="70" creationId="{75A986B6-FED4-76A2-E4C0-8958832B0AF0}"/>
          </ac:inkMkLst>
        </pc:inkChg>
        <pc:inkChg chg="add">
          <ac:chgData name="Bhowmik, Sayan" userId="2b51cadb-156e-4c9a-99fc-6d2138739850" providerId="ADAL" clId="{F84FF9A7-A6D1-9F48-9981-D5AAC95CF743}" dt="2023-09-06T20:25:13.010" v="365"/>
          <ac:inkMkLst>
            <pc:docMk/>
            <pc:sldMk cId="3578118627" sldId="273"/>
            <ac:inkMk id="71" creationId="{2075FADB-D44E-3841-A495-EAF4E1163F2A}"/>
          </ac:inkMkLst>
        </pc:inkChg>
        <pc:inkChg chg="add del">
          <ac:chgData name="Bhowmik, Sayan" userId="2b51cadb-156e-4c9a-99fc-6d2138739850" providerId="ADAL" clId="{F84FF9A7-A6D1-9F48-9981-D5AAC95CF743}" dt="2023-09-06T20:25:14.956" v="368"/>
          <ac:inkMkLst>
            <pc:docMk/>
            <pc:sldMk cId="3578118627" sldId="273"/>
            <ac:inkMk id="72" creationId="{D3D87D97-9B9C-B719-E975-614FBF61FCE7}"/>
          </ac:inkMkLst>
        </pc:inkChg>
        <pc:inkChg chg="add del">
          <ac:chgData name="Bhowmik, Sayan" userId="2b51cadb-156e-4c9a-99fc-6d2138739850" providerId="ADAL" clId="{F84FF9A7-A6D1-9F48-9981-D5AAC95CF743}" dt="2023-09-06T20:25:14.956" v="368"/>
          <ac:inkMkLst>
            <pc:docMk/>
            <pc:sldMk cId="3578118627" sldId="273"/>
            <ac:inkMk id="73" creationId="{7CAA2C58-E9B5-9AB7-D5E9-478D99156A62}"/>
          </ac:inkMkLst>
        </pc:inkChg>
        <pc:inkChg chg="add reco">
          <ac:chgData name="Bhowmik, Sayan" userId="2b51cadb-156e-4c9a-99fc-6d2138739850" providerId="ADAL" clId="{F84FF9A7-A6D1-9F48-9981-D5AAC95CF743}" dt="2023-09-06T20:25:14.956" v="368"/>
          <ac:inkMkLst>
            <pc:docMk/>
            <pc:sldMk cId="3578118627" sldId="273"/>
            <ac:inkMk id="74" creationId="{8F0174EF-927D-FF54-7DEB-EAA3F054D06B}"/>
          </ac:inkMkLst>
        </pc:inkChg>
        <pc:inkChg chg="add del">
          <ac:chgData name="Bhowmik, Sayan" userId="2b51cadb-156e-4c9a-99fc-6d2138739850" providerId="ADAL" clId="{F84FF9A7-A6D1-9F48-9981-D5AAC95CF743}" dt="2023-09-06T20:25:26.827" v="379"/>
          <ac:inkMkLst>
            <pc:docMk/>
            <pc:sldMk cId="3578118627" sldId="273"/>
            <ac:inkMk id="75" creationId="{969F334F-C83C-7E16-277E-A4358383677F}"/>
          </ac:inkMkLst>
        </pc:inkChg>
        <pc:inkChg chg="add del">
          <ac:chgData name="Bhowmik, Sayan" userId="2b51cadb-156e-4c9a-99fc-6d2138739850" providerId="ADAL" clId="{F84FF9A7-A6D1-9F48-9981-D5AAC95CF743}" dt="2023-09-06T20:25:26.827" v="379"/>
          <ac:inkMkLst>
            <pc:docMk/>
            <pc:sldMk cId="3578118627" sldId="273"/>
            <ac:inkMk id="76" creationId="{96D5B243-37A2-B4A3-034F-560215F25FE2}"/>
          </ac:inkMkLst>
        </pc:inkChg>
        <pc:inkChg chg="add del">
          <ac:chgData name="Bhowmik, Sayan" userId="2b51cadb-156e-4c9a-99fc-6d2138739850" providerId="ADAL" clId="{F84FF9A7-A6D1-9F48-9981-D5AAC95CF743}" dt="2023-09-06T20:25:26.827" v="379"/>
          <ac:inkMkLst>
            <pc:docMk/>
            <pc:sldMk cId="3578118627" sldId="273"/>
            <ac:inkMk id="77" creationId="{E0279F0F-1892-8CBF-F48F-F26DF755360A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78" creationId="{1F580CAC-6227-F5EF-1667-063C883830C7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79" creationId="{6DD38FAD-1017-AFF4-2EEC-08CC01A6890B}"/>
          </ac:inkMkLst>
        </pc:inkChg>
        <pc:inkChg chg="del">
          <ac:chgData name="Bhowmik, Sayan" userId="2b51cadb-156e-4c9a-99fc-6d2138739850" providerId="ADAL" clId="{F84FF9A7-A6D1-9F48-9981-D5AAC95CF743}" dt="2023-09-06T20:23:05.366" v="315"/>
          <ac:inkMkLst>
            <pc:docMk/>
            <pc:sldMk cId="3578118627" sldId="273"/>
            <ac:inkMk id="80" creationId="{E39B54D8-4420-36E3-53AD-AC2FDCAAC42F}"/>
          </ac:inkMkLst>
        </pc:inkChg>
        <pc:inkChg chg="del">
          <ac:chgData name="Bhowmik, Sayan" userId="2b51cadb-156e-4c9a-99fc-6d2138739850" providerId="ADAL" clId="{F84FF9A7-A6D1-9F48-9981-D5AAC95CF743}" dt="2023-09-06T20:23:05.359" v="310"/>
          <ac:inkMkLst>
            <pc:docMk/>
            <pc:sldMk cId="3578118627" sldId="273"/>
            <ac:inkMk id="81" creationId="{D8110081-E9E5-AA78-70DB-DF933E657DC6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82" creationId="{E3EA774C-206D-A9F1-04EE-F606F14358A6}"/>
          </ac:inkMkLst>
        </pc:inkChg>
        <pc:inkChg chg="add del">
          <ac:chgData name="Bhowmik, Sayan" userId="2b51cadb-156e-4c9a-99fc-6d2138739850" providerId="ADAL" clId="{F84FF9A7-A6D1-9F48-9981-D5AAC95CF743}" dt="2023-09-06T20:25:26.827" v="379"/>
          <ac:inkMkLst>
            <pc:docMk/>
            <pc:sldMk cId="3578118627" sldId="273"/>
            <ac:inkMk id="83" creationId="{2A669FB3-AC08-EE5A-4724-69ACD34B7A34}"/>
          </ac:inkMkLst>
        </pc:inkChg>
        <pc:inkChg chg="add del">
          <ac:chgData name="Bhowmik, Sayan" userId="2b51cadb-156e-4c9a-99fc-6d2138739850" providerId="ADAL" clId="{F84FF9A7-A6D1-9F48-9981-D5AAC95CF743}" dt="2023-09-06T20:25:26.827" v="379"/>
          <ac:inkMkLst>
            <pc:docMk/>
            <pc:sldMk cId="3578118627" sldId="273"/>
            <ac:inkMk id="84" creationId="{97FC2575-EA82-5BD9-CFB0-EE2A98013F1C}"/>
          </ac:inkMkLst>
        </pc:inkChg>
        <pc:inkChg chg="add del">
          <ac:chgData name="Bhowmik, Sayan" userId="2b51cadb-156e-4c9a-99fc-6d2138739850" providerId="ADAL" clId="{F84FF9A7-A6D1-9F48-9981-D5AAC95CF743}" dt="2023-09-06T20:25:26.827" v="379"/>
          <ac:inkMkLst>
            <pc:docMk/>
            <pc:sldMk cId="3578118627" sldId="273"/>
            <ac:inkMk id="85" creationId="{BC388503-6AE8-933B-A820-02E0AD34395D}"/>
          </ac:inkMkLst>
        </pc:inkChg>
        <pc:inkChg chg="add del">
          <ac:chgData name="Bhowmik, Sayan" userId="2b51cadb-156e-4c9a-99fc-6d2138739850" providerId="ADAL" clId="{F84FF9A7-A6D1-9F48-9981-D5AAC95CF743}" dt="2023-09-06T20:25:26.827" v="379"/>
          <ac:inkMkLst>
            <pc:docMk/>
            <pc:sldMk cId="3578118627" sldId="273"/>
            <ac:inkMk id="86" creationId="{BFEFD70B-8A08-EDAF-F661-295ECD067D88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87" creationId="{F4951B7C-1722-81B2-3EEE-2AE21F1C445B}"/>
          </ac:inkMkLst>
        </pc:inkChg>
        <pc:inkChg chg="add del">
          <ac:chgData name="Bhowmik, Sayan" userId="2b51cadb-156e-4c9a-99fc-6d2138739850" providerId="ADAL" clId="{F84FF9A7-A6D1-9F48-9981-D5AAC95CF743}" dt="2023-09-06T20:25:26.827" v="379"/>
          <ac:inkMkLst>
            <pc:docMk/>
            <pc:sldMk cId="3578118627" sldId="273"/>
            <ac:inkMk id="88" creationId="{AB3A8BB1-1466-4AF2-4A8A-21D2AC5736FD}"/>
          </ac:inkMkLst>
        </pc:inkChg>
        <pc:inkChg chg="add del">
          <ac:chgData name="Bhowmik, Sayan" userId="2b51cadb-156e-4c9a-99fc-6d2138739850" providerId="ADAL" clId="{F84FF9A7-A6D1-9F48-9981-D5AAC95CF743}" dt="2023-09-06T20:25:26.827" v="379"/>
          <ac:inkMkLst>
            <pc:docMk/>
            <pc:sldMk cId="3578118627" sldId="273"/>
            <ac:inkMk id="89" creationId="{E2EAA58F-097A-F5E8-78DC-CA11714FB15E}"/>
          </ac:inkMkLst>
        </pc:inkChg>
        <pc:inkChg chg="add del">
          <ac:chgData name="Bhowmik, Sayan" userId="2b51cadb-156e-4c9a-99fc-6d2138739850" providerId="ADAL" clId="{F84FF9A7-A6D1-9F48-9981-D5AAC95CF743}" dt="2023-09-06T20:25:26.827" v="379"/>
          <ac:inkMkLst>
            <pc:docMk/>
            <pc:sldMk cId="3578118627" sldId="273"/>
            <ac:inkMk id="90" creationId="{71969F13-689E-7EA1-A23E-E8AFA5C97C2F}"/>
          </ac:inkMkLst>
        </pc:inkChg>
        <pc:inkChg chg="add reco">
          <ac:chgData name="Bhowmik, Sayan" userId="2b51cadb-156e-4c9a-99fc-6d2138739850" providerId="ADAL" clId="{F84FF9A7-A6D1-9F48-9981-D5AAC95CF743}" dt="2023-09-06T20:25:26.827" v="379"/>
          <ac:inkMkLst>
            <pc:docMk/>
            <pc:sldMk cId="3578118627" sldId="273"/>
            <ac:inkMk id="91" creationId="{CFA24D12-64CE-D35B-1A3C-0A317A20B1EB}"/>
          </ac:inkMkLst>
        </pc:inkChg>
        <pc:inkChg chg="add del">
          <ac:chgData name="Bhowmik, Sayan" userId="2b51cadb-156e-4c9a-99fc-6d2138739850" providerId="ADAL" clId="{F84FF9A7-A6D1-9F48-9981-D5AAC95CF743}" dt="2023-09-06T20:25:30.745" v="386"/>
          <ac:inkMkLst>
            <pc:docMk/>
            <pc:sldMk cId="3578118627" sldId="273"/>
            <ac:inkMk id="92" creationId="{9C9E8529-939C-3987-E34C-F6A6E0D90CAD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93" creationId="{AA7E9F0A-22D0-2798-1ECF-5D76B4EF7EAA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94" creationId="{415D15BC-2EB8-22E7-52C5-57CA50F9F4D1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95" creationId="{C33077CB-242F-DCAC-EE0C-F01F8E03F03B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96" creationId="{8ECB24C5-4F5C-3923-D484-9DD1A54E3D35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97" creationId="{ACBC9E24-B7B7-8110-B8AC-91FA2D5DB562}"/>
          </ac:inkMkLst>
        </pc:inkChg>
        <pc:inkChg chg="add del">
          <ac:chgData name="Bhowmik, Sayan" userId="2b51cadb-156e-4c9a-99fc-6d2138739850" providerId="ADAL" clId="{F84FF9A7-A6D1-9F48-9981-D5AAC95CF743}" dt="2023-09-06T20:25:30.745" v="386"/>
          <ac:inkMkLst>
            <pc:docMk/>
            <pc:sldMk cId="3578118627" sldId="273"/>
            <ac:inkMk id="98" creationId="{8514826B-7EA1-B296-05BA-E9837868886A}"/>
          </ac:inkMkLst>
        </pc:inkChg>
        <pc:inkChg chg="add del">
          <ac:chgData name="Bhowmik, Sayan" userId="2b51cadb-156e-4c9a-99fc-6d2138739850" providerId="ADAL" clId="{F84FF9A7-A6D1-9F48-9981-D5AAC95CF743}" dt="2023-09-06T20:25:30.745" v="386"/>
          <ac:inkMkLst>
            <pc:docMk/>
            <pc:sldMk cId="3578118627" sldId="273"/>
            <ac:inkMk id="99" creationId="{ED778326-FE82-218C-2A2F-98E6EA5614A5}"/>
          </ac:inkMkLst>
        </pc:inkChg>
        <pc:inkChg chg="add del">
          <ac:chgData name="Bhowmik, Sayan" userId="2b51cadb-156e-4c9a-99fc-6d2138739850" providerId="ADAL" clId="{F84FF9A7-A6D1-9F48-9981-D5AAC95CF743}" dt="2023-09-06T20:25:30.745" v="386"/>
          <ac:inkMkLst>
            <pc:docMk/>
            <pc:sldMk cId="3578118627" sldId="273"/>
            <ac:inkMk id="100" creationId="{D3D4BB4E-7E50-6096-9A32-04A89C0F3366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101" creationId="{C0E8E202-1FB9-8C2C-91CF-F0C1101D53F9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102" creationId="{8B655722-1903-C63A-14EE-4DC04AAF5B05}"/>
          </ac:inkMkLst>
        </pc:inkChg>
        <pc:inkChg chg="add del">
          <ac:chgData name="Bhowmik, Sayan" userId="2b51cadb-156e-4c9a-99fc-6d2138739850" providerId="ADAL" clId="{F84FF9A7-A6D1-9F48-9981-D5AAC95CF743}" dt="2023-09-06T20:25:30.745" v="386"/>
          <ac:inkMkLst>
            <pc:docMk/>
            <pc:sldMk cId="3578118627" sldId="273"/>
            <ac:inkMk id="103" creationId="{FB1E54FC-F1D0-4953-5198-544EDC587DB5}"/>
          </ac:inkMkLst>
        </pc:inkChg>
        <pc:inkChg chg="add del">
          <ac:chgData name="Bhowmik, Sayan" userId="2b51cadb-156e-4c9a-99fc-6d2138739850" providerId="ADAL" clId="{F84FF9A7-A6D1-9F48-9981-D5AAC95CF743}" dt="2023-09-06T20:25:30.745" v="386"/>
          <ac:inkMkLst>
            <pc:docMk/>
            <pc:sldMk cId="3578118627" sldId="273"/>
            <ac:inkMk id="104" creationId="{1A8E43A9-7050-8384-DC52-F5512FE46277}"/>
          </ac:inkMkLst>
        </pc:inkChg>
        <pc:inkChg chg="add reco">
          <ac:chgData name="Bhowmik, Sayan" userId="2b51cadb-156e-4c9a-99fc-6d2138739850" providerId="ADAL" clId="{F84FF9A7-A6D1-9F48-9981-D5AAC95CF743}" dt="2023-09-06T20:25:30.745" v="386"/>
          <ac:inkMkLst>
            <pc:docMk/>
            <pc:sldMk cId="3578118627" sldId="273"/>
            <ac:inkMk id="105" creationId="{9AC8AF98-DD22-4914-03FA-63DD1F6AFC79}"/>
          </ac:inkMkLst>
        </pc:inkChg>
        <pc:inkChg chg="add reco">
          <ac:chgData name="Bhowmik, Sayan" userId="2b51cadb-156e-4c9a-99fc-6d2138739850" providerId="ADAL" clId="{F84FF9A7-A6D1-9F48-9981-D5AAC95CF743}" dt="2023-09-06T20:25:30.745" v="386"/>
          <ac:inkMkLst>
            <pc:docMk/>
            <pc:sldMk cId="3578118627" sldId="273"/>
            <ac:inkMk id="106" creationId="{80E8732B-F46C-D529-F559-BA642BEECD62}"/>
          </ac:inkMkLst>
        </pc:inkChg>
        <pc:inkChg chg="del">
          <ac:chgData name="Bhowmik, Sayan" userId="2b51cadb-156e-4c9a-99fc-6d2138739850" providerId="ADAL" clId="{F84FF9A7-A6D1-9F48-9981-D5AAC95CF743}" dt="2023-09-06T20:23:05.375" v="323"/>
          <ac:inkMkLst>
            <pc:docMk/>
            <pc:sldMk cId="3578118627" sldId="273"/>
            <ac:inkMk id="107" creationId="{471774E6-90BD-DD76-E899-30936C6CC92E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109" creationId="{522BEE8C-B398-30E8-703C-D171E03C4017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110" creationId="{FBF27067-2676-4273-884E-A9007E466A6E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111" creationId="{F6D7E000-4AE2-2FD7-B1DE-BA1B98D505A4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115" creationId="{4379A068-FF07-421F-EB5E-D90475E3CB19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120" creationId="{EDE5D22B-CC55-F82A-5E78-2953C1F7E52E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123" creationId="{7C61C5DE-2A13-3C00-C5C0-F42DCF0CEFCE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126" creationId="{8AC04F05-0DA8-7973-0489-6A40EB861945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127" creationId="{752C10AB-1843-C6D7-376A-4CE1D8D84837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128" creationId="{D357770E-D5E0-9F6F-1ACF-CFF0E3A41FFB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129" creationId="{8E3B2B8B-29A9-DAD7-633A-AD41F9B8B308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133" creationId="{38D2E000-5CD4-2137-88AE-A6C2C77B03F0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135" creationId="{3FD5F0ED-E64A-C59D-007D-2BF000189626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136" creationId="{155AB052-60C2-A635-0CA9-6FD39AB3AF82}"/>
          </ac:inkMkLst>
        </pc:inkChg>
        <pc:inkChg chg="mod">
          <ac:chgData name="Bhowmik, Sayan" userId="2b51cadb-156e-4c9a-99fc-6d2138739850" providerId="ADAL" clId="{F84FF9A7-A6D1-9F48-9981-D5AAC95CF743}" dt="2023-09-06T20:23:54.401" v="326" actId="14100"/>
          <ac:inkMkLst>
            <pc:docMk/>
            <pc:sldMk cId="3578118627" sldId="273"/>
            <ac:inkMk id="140" creationId="{CFD37D18-998E-3254-47F6-FB0886473C3A}"/>
          </ac:inkMkLst>
        </pc:inkChg>
      </pc:sldChg>
      <pc:sldChg chg="addSp delSp modSp">
        <pc:chgData name="Bhowmik, Sayan" userId="2b51cadb-156e-4c9a-99fc-6d2138739850" providerId="ADAL" clId="{F84FF9A7-A6D1-9F48-9981-D5AAC95CF743}" dt="2023-09-06T20:30:40.302" v="469"/>
        <pc:sldMkLst>
          <pc:docMk/>
          <pc:sldMk cId="500877927" sldId="274"/>
        </pc:sldMkLst>
        <pc:inkChg chg="del">
          <ac:chgData name="Bhowmik, Sayan" userId="2b51cadb-156e-4c9a-99fc-6d2138739850" providerId="ADAL" clId="{F84FF9A7-A6D1-9F48-9981-D5AAC95CF743}" dt="2023-09-06T20:26:30.131" v="388"/>
          <ac:inkMkLst>
            <pc:docMk/>
            <pc:sldMk cId="500877927" sldId="274"/>
            <ac:inkMk id="15" creationId="{5F7CFE50-0C08-5591-5EA1-626722627369}"/>
          </ac:inkMkLst>
        </pc:inkChg>
        <pc:inkChg chg="add del">
          <ac:chgData name="Bhowmik, Sayan" userId="2b51cadb-156e-4c9a-99fc-6d2138739850" providerId="ADAL" clId="{F84FF9A7-A6D1-9F48-9981-D5AAC95CF743}" dt="2023-09-06T20:29:43.837" v="397"/>
          <ac:inkMkLst>
            <pc:docMk/>
            <pc:sldMk cId="500877927" sldId="274"/>
            <ac:inkMk id="16" creationId="{7793E336-D639-B64E-4C9C-D9F0E71DE674}"/>
          </ac:inkMkLst>
        </pc:inkChg>
        <pc:inkChg chg="add del">
          <ac:chgData name="Bhowmik, Sayan" userId="2b51cadb-156e-4c9a-99fc-6d2138739850" providerId="ADAL" clId="{F84FF9A7-A6D1-9F48-9981-D5AAC95CF743}" dt="2023-09-06T20:29:43.837" v="397"/>
          <ac:inkMkLst>
            <pc:docMk/>
            <pc:sldMk cId="500877927" sldId="274"/>
            <ac:inkMk id="18" creationId="{373E0C56-D96D-28CB-20E3-BD98737CD714}"/>
          </ac:inkMkLst>
        </pc:inkChg>
        <pc:inkChg chg="add del">
          <ac:chgData name="Bhowmik, Sayan" userId="2b51cadb-156e-4c9a-99fc-6d2138739850" providerId="ADAL" clId="{F84FF9A7-A6D1-9F48-9981-D5AAC95CF743}" dt="2023-09-06T20:29:43.837" v="397"/>
          <ac:inkMkLst>
            <pc:docMk/>
            <pc:sldMk cId="500877927" sldId="274"/>
            <ac:inkMk id="19" creationId="{399E54AA-027C-4C43-0E7A-E3B3E09AC332}"/>
          </ac:inkMkLst>
        </pc:inkChg>
        <pc:inkChg chg="add reco">
          <ac:chgData name="Bhowmik, Sayan" userId="2b51cadb-156e-4c9a-99fc-6d2138739850" providerId="ADAL" clId="{F84FF9A7-A6D1-9F48-9981-D5AAC95CF743}" dt="2023-09-06T20:29:43.837" v="397"/>
          <ac:inkMkLst>
            <pc:docMk/>
            <pc:sldMk cId="500877927" sldId="274"/>
            <ac:inkMk id="20" creationId="{8D3EB489-0854-3E0A-0438-E3AD53E46727}"/>
          </ac:inkMkLst>
        </pc:inkChg>
        <pc:inkChg chg="add">
          <ac:chgData name="Bhowmik, Sayan" userId="2b51cadb-156e-4c9a-99fc-6d2138739850" providerId="ADAL" clId="{F84FF9A7-A6D1-9F48-9981-D5AAC95CF743}" dt="2023-09-06T20:29:45.094" v="398"/>
          <ac:inkMkLst>
            <pc:docMk/>
            <pc:sldMk cId="500877927" sldId="274"/>
            <ac:inkMk id="23" creationId="{89C1A253-E85F-2F4A-FD01-9D319C40CFCB}"/>
          </ac:inkMkLst>
        </pc:inkChg>
        <pc:inkChg chg="del">
          <ac:chgData name="Bhowmik, Sayan" userId="2b51cadb-156e-4c9a-99fc-6d2138739850" providerId="ADAL" clId="{F84FF9A7-A6D1-9F48-9981-D5AAC95CF743}" dt="2023-09-06T20:26:30.134" v="389"/>
          <ac:inkMkLst>
            <pc:docMk/>
            <pc:sldMk cId="500877927" sldId="274"/>
            <ac:inkMk id="24" creationId="{C89C9848-CD65-A382-CD9F-82853D4BD7AA}"/>
          </ac:inkMkLst>
        </pc:inkChg>
        <pc:inkChg chg="del">
          <ac:chgData name="Bhowmik, Sayan" userId="2b51cadb-156e-4c9a-99fc-6d2138739850" providerId="ADAL" clId="{F84FF9A7-A6D1-9F48-9981-D5AAC95CF743}" dt="2023-09-06T20:26:35.656" v="390"/>
          <ac:inkMkLst>
            <pc:docMk/>
            <pc:sldMk cId="500877927" sldId="274"/>
            <ac:inkMk id="25" creationId="{04812257-05A6-8CB6-4A4B-90E08B0DF742}"/>
          </ac:inkMkLst>
        </pc:inkChg>
        <pc:inkChg chg="add del">
          <ac:chgData name="Bhowmik, Sayan" userId="2b51cadb-156e-4c9a-99fc-6d2138739850" providerId="ADAL" clId="{F84FF9A7-A6D1-9F48-9981-D5AAC95CF743}" dt="2023-09-06T20:29:51.072" v="400"/>
          <ac:inkMkLst>
            <pc:docMk/>
            <pc:sldMk cId="500877927" sldId="274"/>
            <ac:inkMk id="26" creationId="{87BCB60A-2A8E-2ED7-1AF5-0EF7421315A5}"/>
          </ac:inkMkLst>
        </pc:inkChg>
        <pc:inkChg chg="add del">
          <ac:chgData name="Bhowmik, Sayan" userId="2b51cadb-156e-4c9a-99fc-6d2138739850" providerId="ADAL" clId="{F84FF9A7-A6D1-9F48-9981-D5AAC95CF743}" dt="2023-09-06T20:29:56.650" v="407"/>
          <ac:inkMkLst>
            <pc:docMk/>
            <pc:sldMk cId="500877927" sldId="274"/>
            <ac:inkMk id="27" creationId="{0EF94471-3702-8D01-7ADC-E7DD7326AEA4}"/>
          </ac:inkMkLst>
        </pc:inkChg>
        <pc:inkChg chg="add del">
          <ac:chgData name="Bhowmik, Sayan" userId="2b51cadb-156e-4c9a-99fc-6d2138739850" providerId="ADAL" clId="{F84FF9A7-A6D1-9F48-9981-D5AAC95CF743}" dt="2023-09-06T20:29:56.650" v="407"/>
          <ac:inkMkLst>
            <pc:docMk/>
            <pc:sldMk cId="500877927" sldId="274"/>
            <ac:inkMk id="28" creationId="{DB9661B9-19D5-9B5E-EB44-46E8272F1226}"/>
          </ac:inkMkLst>
        </pc:inkChg>
        <pc:inkChg chg="add del">
          <ac:chgData name="Bhowmik, Sayan" userId="2b51cadb-156e-4c9a-99fc-6d2138739850" providerId="ADAL" clId="{F84FF9A7-A6D1-9F48-9981-D5AAC95CF743}" dt="2023-09-06T20:29:56.650" v="407"/>
          <ac:inkMkLst>
            <pc:docMk/>
            <pc:sldMk cId="500877927" sldId="274"/>
            <ac:inkMk id="29" creationId="{C74EC648-5868-4B11-997C-E17E0BFDEB86}"/>
          </ac:inkMkLst>
        </pc:inkChg>
        <pc:inkChg chg="add del">
          <ac:chgData name="Bhowmik, Sayan" userId="2b51cadb-156e-4c9a-99fc-6d2138739850" providerId="ADAL" clId="{F84FF9A7-A6D1-9F48-9981-D5AAC95CF743}" dt="2023-09-06T20:29:56.650" v="407"/>
          <ac:inkMkLst>
            <pc:docMk/>
            <pc:sldMk cId="500877927" sldId="274"/>
            <ac:inkMk id="30" creationId="{0CFEE9FF-BDCF-E187-0BCD-E293D0705D38}"/>
          </ac:inkMkLst>
        </pc:inkChg>
        <pc:inkChg chg="add del">
          <ac:chgData name="Bhowmik, Sayan" userId="2b51cadb-156e-4c9a-99fc-6d2138739850" providerId="ADAL" clId="{F84FF9A7-A6D1-9F48-9981-D5AAC95CF743}" dt="2023-09-06T20:29:56.650" v="407"/>
          <ac:inkMkLst>
            <pc:docMk/>
            <pc:sldMk cId="500877927" sldId="274"/>
            <ac:inkMk id="31" creationId="{95045DF4-FD53-DA5E-9B1D-762377E555D4}"/>
          </ac:inkMkLst>
        </pc:inkChg>
        <pc:inkChg chg="add del">
          <ac:chgData name="Bhowmik, Sayan" userId="2b51cadb-156e-4c9a-99fc-6d2138739850" providerId="ADAL" clId="{F84FF9A7-A6D1-9F48-9981-D5AAC95CF743}" dt="2023-09-06T20:29:56.650" v="407"/>
          <ac:inkMkLst>
            <pc:docMk/>
            <pc:sldMk cId="500877927" sldId="274"/>
            <ac:inkMk id="32" creationId="{010CED57-7E21-1504-F00F-BC9712B1C0F9}"/>
          </ac:inkMkLst>
        </pc:inkChg>
        <pc:inkChg chg="del">
          <ac:chgData name="Bhowmik, Sayan" userId="2b51cadb-156e-4c9a-99fc-6d2138739850" providerId="ADAL" clId="{F84FF9A7-A6D1-9F48-9981-D5AAC95CF743}" dt="2023-09-06T20:26:30.128" v="387"/>
          <ac:inkMkLst>
            <pc:docMk/>
            <pc:sldMk cId="500877927" sldId="274"/>
            <ac:inkMk id="33" creationId="{E26A4C75-9197-1ACD-7008-2975292B9220}"/>
          </ac:inkMkLst>
        </pc:inkChg>
        <pc:inkChg chg="add reco">
          <ac:chgData name="Bhowmik, Sayan" userId="2b51cadb-156e-4c9a-99fc-6d2138739850" providerId="ADAL" clId="{F84FF9A7-A6D1-9F48-9981-D5AAC95CF743}" dt="2023-09-06T20:29:56.650" v="407"/>
          <ac:inkMkLst>
            <pc:docMk/>
            <pc:sldMk cId="500877927" sldId="274"/>
            <ac:inkMk id="34" creationId="{D6D54187-4202-3EA1-B67D-4A4612838D1D}"/>
          </ac:inkMkLst>
        </pc:inkChg>
        <pc:inkChg chg="add del">
          <ac:chgData name="Bhowmik, Sayan" userId="2b51cadb-156e-4c9a-99fc-6d2138739850" providerId="ADAL" clId="{F84FF9A7-A6D1-9F48-9981-D5AAC95CF743}" dt="2023-09-06T20:29:59.252" v="411"/>
          <ac:inkMkLst>
            <pc:docMk/>
            <pc:sldMk cId="500877927" sldId="274"/>
            <ac:inkMk id="35" creationId="{14F3A5F2-05F8-159E-437B-212B06F70310}"/>
          </ac:inkMkLst>
        </pc:inkChg>
        <pc:inkChg chg="add del">
          <ac:chgData name="Bhowmik, Sayan" userId="2b51cadb-156e-4c9a-99fc-6d2138739850" providerId="ADAL" clId="{F84FF9A7-A6D1-9F48-9981-D5AAC95CF743}" dt="2023-09-06T20:29:59.252" v="411"/>
          <ac:inkMkLst>
            <pc:docMk/>
            <pc:sldMk cId="500877927" sldId="274"/>
            <ac:inkMk id="36" creationId="{BF441F3F-243B-568C-CC6A-7EE4D1685B22}"/>
          </ac:inkMkLst>
        </pc:inkChg>
        <pc:inkChg chg="add del">
          <ac:chgData name="Bhowmik, Sayan" userId="2b51cadb-156e-4c9a-99fc-6d2138739850" providerId="ADAL" clId="{F84FF9A7-A6D1-9F48-9981-D5AAC95CF743}" dt="2023-09-06T20:29:59.252" v="411"/>
          <ac:inkMkLst>
            <pc:docMk/>
            <pc:sldMk cId="500877927" sldId="274"/>
            <ac:inkMk id="37" creationId="{33B88EDF-448E-49E3-254F-323C0F716A46}"/>
          </ac:inkMkLst>
        </pc:inkChg>
        <pc:inkChg chg="add reco">
          <ac:chgData name="Bhowmik, Sayan" userId="2b51cadb-156e-4c9a-99fc-6d2138739850" providerId="ADAL" clId="{F84FF9A7-A6D1-9F48-9981-D5AAC95CF743}" dt="2023-09-06T20:29:59.252" v="411"/>
          <ac:inkMkLst>
            <pc:docMk/>
            <pc:sldMk cId="500877927" sldId="274"/>
            <ac:inkMk id="42" creationId="{88D852DF-8D98-45D9-1BE9-C95C06EA8FF7}"/>
          </ac:inkMkLst>
        </pc:inkChg>
        <pc:inkChg chg="add del">
          <ac:chgData name="Bhowmik, Sayan" userId="2b51cadb-156e-4c9a-99fc-6d2138739850" providerId="ADAL" clId="{F84FF9A7-A6D1-9F48-9981-D5AAC95CF743}" dt="2023-09-06T20:30:05.770" v="420"/>
          <ac:inkMkLst>
            <pc:docMk/>
            <pc:sldMk cId="500877927" sldId="274"/>
            <ac:inkMk id="43" creationId="{F6447D2E-5382-B048-0F0A-C1C37D53F64E}"/>
          </ac:inkMkLst>
        </pc:inkChg>
        <pc:inkChg chg="add del">
          <ac:chgData name="Bhowmik, Sayan" userId="2b51cadb-156e-4c9a-99fc-6d2138739850" providerId="ADAL" clId="{F84FF9A7-A6D1-9F48-9981-D5AAC95CF743}" dt="2023-09-06T20:30:05.770" v="420"/>
          <ac:inkMkLst>
            <pc:docMk/>
            <pc:sldMk cId="500877927" sldId="274"/>
            <ac:inkMk id="44" creationId="{6458E025-19DD-F25E-F0BD-FAEC124AC459}"/>
          </ac:inkMkLst>
        </pc:inkChg>
        <pc:inkChg chg="add del">
          <ac:chgData name="Bhowmik, Sayan" userId="2b51cadb-156e-4c9a-99fc-6d2138739850" providerId="ADAL" clId="{F84FF9A7-A6D1-9F48-9981-D5AAC95CF743}" dt="2023-09-06T20:30:05.770" v="420"/>
          <ac:inkMkLst>
            <pc:docMk/>
            <pc:sldMk cId="500877927" sldId="274"/>
            <ac:inkMk id="45" creationId="{88033B48-032B-0FC5-3BD8-A35F3D8DCB13}"/>
          </ac:inkMkLst>
        </pc:inkChg>
        <pc:inkChg chg="add del">
          <ac:chgData name="Bhowmik, Sayan" userId="2b51cadb-156e-4c9a-99fc-6d2138739850" providerId="ADAL" clId="{F84FF9A7-A6D1-9F48-9981-D5AAC95CF743}" dt="2023-09-06T20:30:05.770" v="420"/>
          <ac:inkMkLst>
            <pc:docMk/>
            <pc:sldMk cId="500877927" sldId="274"/>
            <ac:inkMk id="46" creationId="{8EFFBEBD-E302-FA39-3CDB-ACF494606D11}"/>
          </ac:inkMkLst>
        </pc:inkChg>
        <pc:inkChg chg="add">
          <ac:chgData name="Bhowmik, Sayan" userId="2b51cadb-156e-4c9a-99fc-6d2138739850" providerId="ADAL" clId="{F84FF9A7-A6D1-9F48-9981-D5AAC95CF743}" dt="2023-09-06T20:30:02.686" v="416"/>
          <ac:inkMkLst>
            <pc:docMk/>
            <pc:sldMk cId="500877927" sldId="274"/>
            <ac:inkMk id="47" creationId="{FD5E04B3-07A1-2D17-C886-294A3AFF7C73}"/>
          </ac:inkMkLst>
        </pc:inkChg>
        <pc:inkChg chg="add del">
          <ac:chgData name="Bhowmik, Sayan" userId="2b51cadb-156e-4c9a-99fc-6d2138739850" providerId="ADAL" clId="{F84FF9A7-A6D1-9F48-9981-D5AAC95CF743}" dt="2023-09-06T20:30:05.770" v="420"/>
          <ac:inkMkLst>
            <pc:docMk/>
            <pc:sldMk cId="500877927" sldId="274"/>
            <ac:inkMk id="48" creationId="{72EC99CB-29A5-7121-762C-9EA359471E50}"/>
          </ac:inkMkLst>
        </pc:inkChg>
        <pc:inkChg chg="add del">
          <ac:chgData name="Bhowmik, Sayan" userId="2b51cadb-156e-4c9a-99fc-6d2138739850" providerId="ADAL" clId="{F84FF9A7-A6D1-9F48-9981-D5AAC95CF743}" dt="2023-09-06T20:30:05.770" v="420"/>
          <ac:inkMkLst>
            <pc:docMk/>
            <pc:sldMk cId="500877927" sldId="274"/>
            <ac:inkMk id="49" creationId="{3ABCF8C7-823B-7F49-CC54-B1731DAADD8C}"/>
          </ac:inkMkLst>
        </pc:inkChg>
        <pc:inkChg chg="add">
          <ac:chgData name="Bhowmik, Sayan" userId="2b51cadb-156e-4c9a-99fc-6d2138739850" providerId="ADAL" clId="{F84FF9A7-A6D1-9F48-9981-D5AAC95CF743}" dt="2023-09-06T20:30:04.777" v="419"/>
          <ac:inkMkLst>
            <pc:docMk/>
            <pc:sldMk cId="500877927" sldId="274"/>
            <ac:inkMk id="50" creationId="{798D50C0-B6A7-386B-3790-C5539AAEBEF5}"/>
          </ac:inkMkLst>
        </pc:inkChg>
        <pc:inkChg chg="add reco">
          <ac:chgData name="Bhowmik, Sayan" userId="2b51cadb-156e-4c9a-99fc-6d2138739850" providerId="ADAL" clId="{F84FF9A7-A6D1-9F48-9981-D5AAC95CF743}" dt="2023-09-06T20:30:05.770" v="420"/>
          <ac:inkMkLst>
            <pc:docMk/>
            <pc:sldMk cId="500877927" sldId="274"/>
            <ac:inkMk id="51" creationId="{C1C50068-2478-28FE-4D19-3C257AC8FAA5}"/>
          </ac:inkMkLst>
        </pc:inkChg>
        <pc:inkChg chg="add reco">
          <ac:chgData name="Bhowmik, Sayan" userId="2b51cadb-156e-4c9a-99fc-6d2138739850" providerId="ADAL" clId="{F84FF9A7-A6D1-9F48-9981-D5AAC95CF743}" dt="2023-09-06T20:30:05.770" v="420"/>
          <ac:inkMkLst>
            <pc:docMk/>
            <pc:sldMk cId="500877927" sldId="274"/>
            <ac:inkMk id="52" creationId="{FB33F0B1-E102-CC3C-0607-245EA72A2745}"/>
          </ac:inkMkLst>
        </pc:inkChg>
        <pc:inkChg chg="add">
          <ac:chgData name="Bhowmik, Sayan" userId="2b51cadb-156e-4c9a-99fc-6d2138739850" providerId="ADAL" clId="{F84FF9A7-A6D1-9F48-9981-D5AAC95CF743}" dt="2023-09-06T20:30:07.191" v="421"/>
          <ac:inkMkLst>
            <pc:docMk/>
            <pc:sldMk cId="500877927" sldId="274"/>
            <ac:inkMk id="53" creationId="{B6466D06-6CC8-2117-E7AB-85617BFD0AE1}"/>
          </ac:inkMkLst>
        </pc:inkChg>
        <pc:inkChg chg="add">
          <ac:chgData name="Bhowmik, Sayan" userId="2b51cadb-156e-4c9a-99fc-6d2138739850" providerId="ADAL" clId="{F84FF9A7-A6D1-9F48-9981-D5AAC95CF743}" dt="2023-09-06T20:30:07.439" v="422"/>
          <ac:inkMkLst>
            <pc:docMk/>
            <pc:sldMk cId="500877927" sldId="274"/>
            <ac:inkMk id="56" creationId="{4AB5C789-3B04-889D-0410-4D99BD5735B3}"/>
          </ac:inkMkLst>
        </pc:inkChg>
        <pc:inkChg chg="add">
          <ac:chgData name="Bhowmik, Sayan" userId="2b51cadb-156e-4c9a-99fc-6d2138739850" providerId="ADAL" clId="{F84FF9A7-A6D1-9F48-9981-D5AAC95CF743}" dt="2023-09-06T20:30:07.939" v="423"/>
          <ac:inkMkLst>
            <pc:docMk/>
            <pc:sldMk cId="500877927" sldId="274"/>
            <ac:inkMk id="57" creationId="{CF16521A-0E44-2A53-4F10-E4444ECCE6BA}"/>
          </ac:inkMkLst>
        </pc:inkChg>
        <pc:inkChg chg="add">
          <ac:chgData name="Bhowmik, Sayan" userId="2b51cadb-156e-4c9a-99fc-6d2138739850" providerId="ADAL" clId="{F84FF9A7-A6D1-9F48-9981-D5AAC95CF743}" dt="2023-09-06T20:30:08.685" v="424"/>
          <ac:inkMkLst>
            <pc:docMk/>
            <pc:sldMk cId="500877927" sldId="274"/>
            <ac:inkMk id="58" creationId="{BD4C585B-5E1F-6830-4013-031F6754EE33}"/>
          </ac:inkMkLst>
        </pc:inkChg>
        <pc:inkChg chg="add">
          <ac:chgData name="Bhowmik, Sayan" userId="2b51cadb-156e-4c9a-99fc-6d2138739850" providerId="ADAL" clId="{F84FF9A7-A6D1-9F48-9981-D5AAC95CF743}" dt="2023-09-06T20:30:09.587" v="425"/>
          <ac:inkMkLst>
            <pc:docMk/>
            <pc:sldMk cId="500877927" sldId="274"/>
            <ac:inkMk id="59" creationId="{8160A34B-F813-53D7-1011-E16E1D43A2D2}"/>
          </ac:inkMkLst>
        </pc:inkChg>
        <pc:inkChg chg="add">
          <ac:chgData name="Bhowmik, Sayan" userId="2b51cadb-156e-4c9a-99fc-6d2138739850" providerId="ADAL" clId="{F84FF9A7-A6D1-9F48-9981-D5AAC95CF743}" dt="2023-09-06T20:30:10.055" v="426"/>
          <ac:inkMkLst>
            <pc:docMk/>
            <pc:sldMk cId="500877927" sldId="274"/>
            <ac:inkMk id="60" creationId="{C1432DD5-AA6D-8B19-C0B2-ED0D1311D7A6}"/>
          </ac:inkMkLst>
        </pc:inkChg>
        <pc:inkChg chg="add">
          <ac:chgData name="Bhowmik, Sayan" userId="2b51cadb-156e-4c9a-99fc-6d2138739850" providerId="ADAL" clId="{F84FF9A7-A6D1-9F48-9981-D5AAC95CF743}" dt="2023-09-06T20:30:10.271" v="427"/>
          <ac:inkMkLst>
            <pc:docMk/>
            <pc:sldMk cId="500877927" sldId="274"/>
            <ac:inkMk id="62" creationId="{700751FF-3340-7747-FC91-B29479F91E6F}"/>
          </ac:inkMkLst>
        </pc:inkChg>
        <pc:inkChg chg="add">
          <ac:chgData name="Bhowmik, Sayan" userId="2b51cadb-156e-4c9a-99fc-6d2138739850" providerId="ADAL" clId="{F84FF9A7-A6D1-9F48-9981-D5AAC95CF743}" dt="2023-09-06T20:30:10.520" v="428"/>
          <ac:inkMkLst>
            <pc:docMk/>
            <pc:sldMk cId="500877927" sldId="274"/>
            <ac:inkMk id="63" creationId="{1A3B69D5-363D-65B3-29CB-A43BDFA2AE6C}"/>
          </ac:inkMkLst>
        </pc:inkChg>
        <pc:inkChg chg="mod">
          <ac:chgData name="Bhowmik, Sayan" userId="2b51cadb-156e-4c9a-99fc-6d2138739850" providerId="ADAL" clId="{F84FF9A7-A6D1-9F48-9981-D5AAC95CF743}" dt="2023-09-06T20:26:44.756" v="393" actId="1076"/>
          <ac:inkMkLst>
            <pc:docMk/>
            <pc:sldMk cId="500877927" sldId="274"/>
            <ac:inkMk id="64" creationId="{CCF7600C-C79B-A052-C70E-EBE628AF8C93}"/>
          </ac:inkMkLst>
        </pc:inkChg>
        <pc:inkChg chg="add">
          <ac:chgData name="Bhowmik, Sayan" userId="2b51cadb-156e-4c9a-99fc-6d2138739850" providerId="ADAL" clId="{F84FF9A7-A6D1-9F48-9981-D5AAC95CF743}" dt="2023-09-06T20:30:11.087" v="429"/>
          <ac:inkMkLst>
            <pc:docMk/>
            <pc:sldMk cId="500877927" sldId="274"/>
            <ac:inkMk id="65" creationId="{F2DFB1DC-2164-D5D8-96E2-51D1EBC939E4}"/>
          </ac:inkMkLst>
        </pc:inkChg>
        <pc:inkChg chg="add">
          <ac:chgData name="Bhowmik, Sayan" userId="2b51cadb-156e-4c9a-99fc-6d2138739850" providerId="ADAL" clId="{F84FF9A7-A6D1-9F48-9981-D5AAC95CF743}" dt="2023-09-06T20:30:11.697" v="430"/>
          <ac:inkMkLst>
            <pc:docMk/>
            <pc:sldMk cId="500877927" sldId="274"/>
            <ac:inkMk id="66" creationId="{001F6708-26C5-FE79-29A8-8A5095D3CC92}"/>
          </ac:inkMkLst>
        </pc:inkChg>
        <pc:inkChg chg="add">
          <ac:chgData name="Bhowmik, Sayan" userId="2b51cadb-156e-4c9a-99fc-6d2138739850" providerId="ADAL" clId="{F84FF9A7-A6D1-9F48-9981-D5AAC95CF743}" dt="2023-09-06T20:30:12.052" v="431"/>
          <ac:inkMkLst>
            <pc:docMk/>
            <pc:sldMk cId="500877927" sldId="274"/>
            <ac:inkMk id="67" creationId="{EBD0DD93-7622-E772-927C-E3E90F6A4D44}"/>
          </ac:inkMkLst>
        </pc:inkChg>
        <pc:inkChg chg="add">
          <ac:chgData name="Bhowmik, Sayan" userId="2b51cadb-156e-4c9a-99fc-6d2138739850" providerId="ADAL" clId="{F84FF9A7-A6D1-9F48-9981-D5AAC95CF743}" dt="2023-09-06T20:30:12.768" v="432"/>
          <ac:inkMkLst>
            <pc:docMk/>
            <pc:sldMk cId="500877927" sldId="274"/>
            <ac:inkMk id="68" creationId="{3EFF820E-54F7-9331-70E4-00BAE23FCE2B}"/>
          </ac:inkMkLst>
        </pc:inkChg>
        <pc:inkChg chg="mod">
          <ac:chgData name="Bhowmik, Sayan" userId="2b51cadb-156e-4c9a-99fc-6d2138739850" providerId="ADAL" clId="{F84FF9A7-A6D1-9F48-9981-D5AAC95CF743}" dt="2023-09-06T20:26:44.756" v="393" actId="1076"/>
          <ac:inkMkLst>
            <pc:docMk/>
            <pc:sldMk cId="500877927" sldId="274"/>
            <ac:inkMk id="70" creationId="{75A986B6-FED4-76A2-E4C0-8958832B0AF0}"/>
          </ac:inkMkLst>
        </pc:inkChg>
        <pc:inkChg chg="mod">
          <ac:chgData name="Bhowmik, Sayan" userId="2b51cadb-156e-4c9a-99fc-6d2138739850" providerId="ADAL" clId="{F84FF9A7-A6D1-9F48-9981-D5AAC95CF743}" dt="2023-09-06T20:26:44.756" v="393" actId="1076"/>
          <ac:inkMkLst>
            <pc:docMk/>
            <pc:sldMk cId="500877927" sldId="274"/>
            <ac:inkMk id="71" creationId="{2075FADB-D44E-3841-A495-EAF4E1163F2A}"/>
          </ac:inkMkLst>
        </pc:inkChg>
        <pc:inkChg chg="add">
          <ac:chgData name="Bhowmik, Sayan" userId="2b51cadb-156e-4c9a-99fc-6d2138739850" providerId="ADAL" clId="{F84FF9A7-A6D1-9F48-9981-D5AAC95CF743}" dt="2023-09-06T20:30:21.756" v="433"/>
          <ac:inkMkLst>
            <pc:docMk/>
            <pc:sldMk cId="500877927" sldId="274"/>
            <ac:inkMk id="73" creationId="{11B1D53D-F7F8-226F-B43C-C0C4ECBED039}"/>
          </ac:inkMkLst>
        </pc:inkChg>
        <pc:inkChg chg="mod">
          <ac:chgData name="Bhowmik, Sayan" userId="2b51cadb-156e-4c9a-99fc-6d2138739850" providerId="ADAL" clId="{F84FF9A7-A6D1-9F48-9981-D5AAC95CF743}" dt="2023-09-06T20:26:44.756" v="393" actId="1076"/>
          <ac:inkMkLst>
            <pc:docMk/>
            <pc:sldMk cId="500877927" sldId="274"/>
            <ac:inkMk id="74" creationId="{8F0174EF-927D-FF54-7DEB-EAA3F054D06B}"/>
          </ac:inkMkLst>
        </pc:inkChg>
        <pc:inkChg chg="add">
          <ac:chgData name="Bhowmik, Sayan" userId="2b51cadb-156e-4c9a-99fc-6d2138739850" providerId="ADAL" clId="{F84FF9A7-A6D1-9F48-9981-D5AAC95CF743}" dt="2023-09-06T20:30:22.298" v="434"/>
          <ac:inkMkLst>
            <pc:docMk/>
            <pc:sldMk cId="500877927" sldId="274"/>
            <ac:inkMk id="75" creationId="{983B3E3E-CF2F-6223-BB44-904BB28101FF}"/>
          </ac:inkMkLst>
        </pc:inkChg>
        <pc:inkChg chg="add">
          <ac:chgData name="Bhowmik, Sayan" userId="2b51cadb-156e-4c9a-99fc-6d2138739850" providerId="ADAL" clId="{F84FF9A7-A6D1-9F48-9981-D5AAC95CF743}" dt="2023-09-06T20:30:22.702" v="435"/>
          <ac:inkMkLst>
            <pc:docMk/>
            <pc:sldMk cId="500877927" sldId="274"/>
            <ac:inkMk id="76" creationId="{B8E76C06-4947-1A3B-873B-ACF90578087E}"/>
          </ac:inkMkLst>
        </pc:inkChg>
        <pc:inkChg chg="add del">
          <ac:chgData name="Bhowmik, Sayan" userId="2b51cadb-156e-4c9a-99fc-6d2138739850" providerId="ADAL" clId="{F84FF9A7-A6D1-9F48-9981-D5AAC95CF743}" dt="2023-09-06T20:30:27.071" v="443"/>
          <ac:inkMkLst>
            <pc:docMk/>
            <pc:sldMk cId="500877927" sldId="274"/>
            <ac:inkMk id="77" creationId="{909EF8E7-6BFD-D06A-8B1D-4D6BF85BCCDF}"/>
          </ac:inkMkLst>
        </pc:inkChg>
        <pc:inkChg chg="add del">
          <ac:chgData name="Bhowmik, Sayan" userId="2b51cadb-156e-4c9a-99fc-6d2138739850" providerId="ADAL" clId="{F84FF9A7-A6D1-9F48-9981-D5AAC95CF743}" dt="2023-09-06T20:30:27.071" v="443"/>
          <ac:inkMkLst>
            <pc:docMk/>
            <pc:sldMk cId="500877927" sldId="274"/>
            <ac:inkMk id="80" creationId="{62C3E11F-A9AA-265A-C117-9F917DBE0CBA}"/>
          </ac:inkMkLst>
        </pc:inkChg>
        <pc:inkChg chg="add del">
          <ac:chgData name="Bhowmik, Sayan" userId="2b51cadb-156e-4c9a-99fc-6d2138739850" providerId="ADAL" clId="{F84FF9A7-A6D1-9F48-9981-D5AAC95CF743}" dt="2023-09-06T20:30:27.071" v="443"/>
          <ac:inkMkLst>
            <pc:docMk/>
            <pc:sldMk cId="500877927" sldId="274"/>
            <ac:inkMk id="81" creationId="{A8E309AE-01E5-6170-1A41-20B642005F93}"/>
          </ac:inkMkLst>
        </pc:inkChg>
        <pc:inkChg chg="add del">
          <ac:chgData name="Bhowmik, Sayan" userId="2b51cadb-156e-4c9a-99fc-6d2138739850" providerId="ADAL" clId="{F84FF9A7-A6D1-9F48-9981-D5AAC95CF743}" dt="2023-09-06T20:30:27.071" v="443"/>
          <ac:inkMkLst>
            <pc:docMk/>
            <pc:sldMk cId="500877927" sldId="274"/>
            <ac:inkMk id="83" creationId="{73DF836D-A436-C772-0638-B3989249FE7E}"/>
          </ac:inkMkLst>
        </pc:inkChg>
        <pc:inkChg chg="add del">
          <ac:chgData name="Bhowmik, Sayan" userId="2b51cadb-156e-4c9a-99fc-6d2138739850" providerId="ADAL" clId="{F84FF9A7-A6D1-9F48-9981-D5AAC95CF743}" dt="2023-09-06T20:30:27.071" v="443"/>
          <ac:inkMkLst>
            <pc:docMk/>
            <pc:sldMk cId="500877927" sldId="274"/>
            <ac:inkMk id="84" creationId="{7C645685-3962-9C63-5549-BC05AA94D615}"/>
          </ac:inkMkLst>
        </pc:inkChg>
        <pc:inkChg chg="add del">
          <ac:chgData name="Bhowmik, Sayan" userId="2b51cadb-156e-4c9a-99fc-6d2138739850" providerId="ADAL" clId="{F84FF9A7-A6D1-9F48-9981-D5AAC95CF743}" dt="2023-09-06T20:30:27.071" v="443"/>
          <ac:inkMkLst>
            <pc:docMk/>
            <pc:sldMk cId="500877927" sldId="274"/>
            <ac:inkMk id="85" creationId="{9AFBB5C5-798B-26AD-79CC-311DAF8A4D08}"/>
          </ac:inkMkLst>
        </pc:inkChg>
        <pc:inkChg chg="add del">
          <ac:chgData name="Bhowmik, Sayan" userId="2b51cadb-156e-4c9a-99fc-6d2138739850" providerId="ADAL" clId="{F84FF9A7-A6D1-9F48-9981-D5AAC95CF743}" dt="2023-09-06T20:30:27.071" v="443"/>
          <ac:inkMkLst>
            <pc:docMk/>
            <pc:sldMk cId="500877927" sldId="274"/>
            <ac:inkMk id="86" creationId="{393313BB-60A7-136F-F904-7373A9211D90}"/>
          </ac:inkMkLst>
        </pc:inkChg>
        <pc:inkChg chg="add reco">
          <ac:chgData name="Bhowmik, Sayan" userId="2b51cadb-156e-4c9a-99fc-6d2138739850" providerId="ADAL" clId="{F84FF9A7-A6D1-9F48-9981-D5AAC95CF743}" dt="2023-09-06T20:30:27.071" v="443"/>
          <ac:inkMkLst>
            <pc:docMk/>
            <pc:sldMk cId="500877927" sldId="274"/>
            <ac:inkMk id="88" creationId="{A3C13254-AC12-8FDE-B827-AE7C15117C49}"/>
          </ac:inkMkLst>
        </pc:inkChg>
        <pc:inkChg chg="add del">
          <ac:chgData name="Bhowmik, Sayan" userId="2b51cadb-156e-4c9a-99fc-6d2138739850" providerId="ADAL" clId="{F84FF9A7-A6D1-9F48-9981-D5AAC95CF743}" dt="2023-09-06T20:30:30.125" v="448"/>
          <ac:inkMkLst>
            <pc:docMk/>
            <pc:sldMk cId="500877927" sldId="274"/>
            <ac:inkMk id="89" creationId="{127F5C39-37EE-79C3-D5F0-003E87D7E7B9}"/>
          </ac:inkMkLst>
        </pc:inkChg>
        <pc:inkChg chg="add del">
          <ac:chgData name="Bhowmik, Sayan" userId="2b51cadb-156e-4c9a-99fc-6d2138739850" providerId="ADAL" clId="{F84FF9A7-A6D1-9F48-9981-D5AAC95CF743}" dt="2023-09-06T20:30:30.125" v="448"/>
          <ac:inkMkLst>
            <pc:docMk/>
            <pc:sldMk cId="500877927" sldId="274"/>
            <ac:inkMk id="90" creationId="{D6EBC9E7-EA7A-35AA-2099-7A2E237ADB35}"/>
          </ac:inkMkLst>
        </pc:inkChg>
        <pc:inkChg chg="mod">
          <ac:chgData name="Bhowmik, Sayan" userId="2b51cadb-156e-4c9a-99fc-6d2138739850" providerId="ADAL" clId="{F84FF9A7-A6D1-9F48-9981-D5AAC95CF743}" dt="2023-09-06T20:26:44.756" v="393" actId="1076"/>
          <ac:inkMkLst>
            <pc:docMk/>
            <pc:sldMk cId="500877927" sldId="274"/>
            <ac:inkMk id="91" creationId="{CFA24D12-64CE-D35B-1A3C-0A317A20B1EB}"/>
          </ac:inkMkLst>
        </pc:inkChg>
        <pc:inkChg chg="add del">
          <ac:chgData name="Bhowmik, Sayan" userId="2b51cadb-156e-4c9a-99fc-6d2138739850" providerId="ADAL" clId="{F84FF9A7-A6D1-9F48-9981-D5AAC95CF743}" dt="2023-09-06T20:30:30.125" v="448"/>
          <ac:inkMkLst>
            <pc:docMk/>
            <pc:sldMk cId="500877927" sldId="274"/>
            <ac:inkMk id="92" creationId="{BD501115-6E9D-1948-A5C8-AC13724BAF38}"/>
          </ac:inkMkLst>
        </pc:inkChg>
        <pc:inkChg chg="add del">
          <ac:chgData name="Bhowmik, Sayan" userId="2b51cadb-156e-4c9a-99fc-6d2138739850" providerId="ADAL" clId="{F84FF9A7-A6D1-9F48-9981-D5AAC95CF743}" dt="2023-09-06T20:30:30.125" v="448"/>
          <ac:inkMkLst>
            <pc:docMk/>
            <pc:sldMk cId="500877927" sldId="274"/>
            <ac:inkMk id="98" creationId="{3CAD8CFA-B1DD-C7EE-43ED-ABAC2EBEC7BB}"/>
          </ac:inkMkLst>
        </pc:inkChg>
        <pc:inkChg chg="add reco">
          <ac:chgData name="Bhowmik, Sayan" userId="2b51cadb-156e-4c9a-99fc-6d2138739850" providerId="ADAL" clId="{F84FF9A7-A6D1-9F48-9981-D5AAC95CF743}" dt="2023-09-06T20:30:30.125" v="448"/>
          <ac:inkMkLst>
            <pc:docMk/>
            <pc:sldMk cId="500877927" sldId="274"/>
            <ac:inkMk id="99" creationId="{B8DB676C-6C86-96BA-E417-9DFCC76A9103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00" creationId="{46BE0561-A46C-B508-B4D7-C4BD0D27F143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03" creationId="{FB001DEF-065F-E8B7-DE7E-C071E016FB58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04" creationId="{A83D525B-6472-1DE8-E842-B14EE0A63851}"/>
          </ac:inkMkLst>
        </pc:inkChg>
        <pc:inkChg chg="mod">
          <ac:chgData name="Bhowmik, Sayan" userId="2b51cadb-156e-4c9a-99fc-6d2138739850" providerId="ADAL" clId="{F84FF9A7-A6D1-9F48-9981-D5AAC95CF743}" dt="2023-09-06T20:26:44.756" v="393" actId="1076"/>
          <ac:inkMkLst>
            <pc:docMk/>
            <pc:sldMk cId="500877927" sldId="274"/>
            <ac:inkMk id="105" creationId="{9AC8AF98-DD22-4914-03FA-63DD1F6AFC79}"/>
          </ac:inkMkLst>
        </pc:inkChg>
        <pc:inkChg chg="mod">
          <ac:chgData name="Bhowmik, Sayan" userId="2b51cadb-156e-4c9a-99fc-6d2138739850" providerId="ADAL" clId="{F84FF9A7-A6D1-9F48-9981-D5AAC95CF743}" dt="2023-09-06T20:26:44.756" v="393" actId="1076"/>
          <ac:inkMkLst>
            <pc:docMk/>
            <pc:sldMk cId="500877927" sldId="274"/>
            <ac:inkMk id="106" creationId="{80E8732B-F46C-D529-F559-BA642BEECD62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07" creationId="{CEAFF21C-8719-5F5D-78F7-E8334A506342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08" creationId="{AC4C6C8D-0CDE-A5B4-0128-03BE75A21A30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12" creationId="{A13D97A8-98BA-E64A-5D37-A83FA5795E5A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13" creationId="{8F0BFEB7-02C9-8597-FE37-C33113195059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14" creationId="{5BBCBD00-F42A-1960-F3A5-3D9ABC12AB8B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16" creationId="{2831747E-0720-495D-9001-2A4FA79E21DE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17" creationId="{1CFEF9CD-6444-591E-ABDF-65CCEB5845AC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18" creationId="{DEED181C-7C8D-E1C5-36D5-FDADE0EB299A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19" creationId="{389CE794-30D3-1C13-85C8-58B48C125473}"/>
          </ac:inkMkLst>
        </pc:inkChg>
        <pc:inkChg chg="del">
          <ac:chgData name="Bhowmik, Sayan" userId="2b51cadb-156e-4c9a-99fc-6d2138739850" providerId="ADAL" clId="{F84FF9A7-A6D1-9F48-9981-D5AAC95CF743}" dt="2023-09-06T20:26:35.660" v="392"/>
          <ac:inkMkLst>
            <pc:docMk/>
            <pc:sldMk cId="500877927" sldId="274"/>
            <ac:inkMk id="120" creationId="{EDE5D22B-CC55-F82A-5E78-2953C1F7E52E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21" creationId="{5FCCACF4-1A23-8E49-15AC-CFC2F513AF23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22" creationId="{7F344CC1-D734-7934-3937-3CF5A7A68098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24" creationId="{EC7FADA2-F2D4-8D97-DB1A-CF0F33D69C66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25" creationId="{AA9C080A-3A1A-2490-2585-C70E0D467A09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30" creationId="{655B008F-9725-67A4-0C8F-524C794B3671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31" creationId="{6644FCC5-05B5-9F37-7665-0953D067A1AA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32" creationId="{840EC0A3-31E0-A0DE-F284-88CAD561A870}"/>
          </ac:inkMkLst>
        </pc:inkChg>
        <pc:inkChg chg="del">
          <ac:chgData name="Bhowmik, Sayan" userId="2b51cadb-156e-4c9a-99fc-6d2138739850" providerId="ADAL" clId="{F84FF9A7-A6D1-9F48-9981-D5AAC95CF743}" dt="2023-09-06T20:26:35.658" v="391"/>
          <ac:inkMkLst>
            <pc:docMk/>
            <pc:sldMk cId="500877927" sldId="274"/>
            <ac:inkMk id="133" creationId="{38D2E000-5CD4-2137-88AE-A6C2C77B03F0}"/>
          </ac:inkMkLst>
        </pc:inkChg>
        <pc:inkChg chg="add del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34" creationId="{E1A553E4-F856-ED62-7E3A-5F3CE56105D7}"/>
          </ac:inkMkLst>
        </pc:inkChg>
        <pc:inkChg chg="add reco">
          <ac:chgData name="Bhowmik, Sayan" userId="2b51cadb-156e-4c9a-99fc-6d2138739850" providerId="ADAL" clId="{F84FF9A7-A6D1-9F48-9981-D5AAC95CF743}" dt="2023-09-06T20:30:40.302" v="469"/>
          <ac:inkMkLst>
            <pc:docMk/>
            <pc:sldMk cId="500877927" sldId="274"/>
            <ac:inkMk id="137" creationId="{8CF19BDD-FD74-9880-B138-F3261EB782D6}"/>
          </ac:inkMkLst>
        </pc:inkChg>
      </pc:sldChg>
      <pc:sldChg chg="addSp delSp modSp">
        <pc:chgData name="Bhowmik, Sayan" userId="2b51cadb-156e-4c9a-99fc-6d2138739850" providerId="ADAL" clId="{F84FF9A7-A6D1-9F48-9981-D5AAC95CF743}" dt="2023-09-06T20:41:34.839" v="602"/>
        <pc:sldMkLst>
          <pc:docMk/>
          <pc:sldMk cId="1324301287" sldId="275"/>
        </pc:sldMkLst>
        <pc:inkChg chg="add del">
          <ac:chgData name="Bhowmik, Sayan" userId="2b51cadb-156e-4c9a-99fc-6d2138739850" providerId="ADAL" clId="{F84FF9A7-A6D1-9F48-9981-D5AAC95CF743}" dt="2023-09-06T20:34:10.465" v="486"/>
          <ac:inkMkLst>
            <pc:docMk/>
            <pc:sldMk cId="1324301287" sldId="275"/>
            <ac:inkMk id="15" creationId="{AF7F3932-6086-F0EB-9A26-4C4AA85E2CA1}"/>
          </ac:inkMkLst>
        </pc:inkChg>
        <pc:inkChg chg="add del">
          <ac:chgData name="Bhowmik, Sayan" userId="2b51cadb-156e-4c9a-99fc-6d2138739850" providerId="ADAL" clId="{F84FF9A7-A6D1-9F48-9981-D5AAC95CF743}" dt="2023-09-06T20:34:10.465" v="486"/>
          <ac:inkMkLst>
            <pc:docMk/>
            <pc:sldMk cId="1324301287" sldId="275"/>
            <ac:inkMk id="16" creationId="{F56FB1D2-EE41-FE66-F96C-5806F09C6D4A}"/>
          </ac:inkMkLst>
        </pc:inkChg>
        <pc:inkChg chg="add del">
          <ac:chgData name="Bhowmik, Sayan" userId="2b51cadb-156e-4c9a-99fc-6d2138739850" providerId="ADAL" clId="{F84FF9A7-A6D1-9F48-9981-D5AAC95CF743}" dt="2023-09-06T20:34:10.465" v="486"/>
          <ac:inkMkLst>
            <pc:docMk/>
            <pc:sldMk cId="1324301287" sldId="275"/>
            <ac:inkMk id="18" creationId="{99F520FE-E9B2-19C6-47A9-6786CE60BAB1}"/>
          </ac:inkMkLst>
        </pc:inkChg>
        <pc:inkChg chg="add del">
          <ac:chgData name="Bhowmik, Sayan" userId="2b51cadb-156e-4c9a-99fc-6d2138739850" providerId="ADAL" clId="{F84FF9A7-A6D1-9F48-9981-D5AAC95CF743}" dt="2023-09-06T20:34:10.465" v="486"/>
          <ac:inkMkLst>
            <pc:docMk/>
            <pc:sldMk cId="1324301287" sldId="275"/>
            <ac:inkMk id="19" creationId="{85FAACE6-F13F-8140-5C1F-6D76853E8E09}"/>
          </ac:inkMkLst>
        </pc:inkChg>
        <pc:inkChg chg="add del">
          <ac:chgData name="Bhowmik, Sayan" userId="2b51cadb-156e-4c9a-99fc-6d2138739850" providerId="ADAL" clId="{F84FF9A7-A6D1-9F48-9981-D5AAC95CF743}" dt="2023-09-06T20:34:10.465" v="486"/>
          <ac:inkMkLst>
            <pc:docMk/>
            <pc:sldMk cId="1324301287" sldId="275"/>
            <ac:inkMk id="24" creationId="{D3D46B35-6673-7FE2-86C1-FEB3C5CCF8B1}"/>
          </ac:inkMkLst>
        </pc:inkChg>
        <pc:inkChg chg="add del">
          <ac:chgData name="Bhowmik, Sayan" userId="2b51cadb-156e-4c9a-99fc-6d2138739850" providerId="ADAL" clId="{F84FF9A7-A6D1-9F48-9981-D5AAC95CF743}" dt="2023-09-06T20:34:10.465" v="486"/>
          <ac:inkMkLst>
            <pc:docMk/>
            <pc:sldMk cId="1324301287" sldId="275"/>
            <ac:inkMk id="25" creationId="{D0D672ED-A935-ABD9-2BDE-88DE18DA0446}"/>
          </ac:inkMkLst>
        </pc:inkChg>
        <pc:inkChg chg="add del">
          <ac:chgData name="Bhowmik, Sayan" userId="2b51cadb-156e-4c9a-99fc-6d2138739850" providerId="ADAL" clId="{F84FF9A7-A6D1-9F48-9981-D5AAC95CF743}" dt="2023-09-06T20:34:10.465" v="486"/>
          <ac:inkMkLst>
            <pc:docMk/>
            <pc:sldMk cId="1324301287" sldId="275"/>
            <ac:inkMk id="26" creationId="{59910306-1587-C7A3-6B78-4D2CEE4E00E6}"/>
          </ac:inkMkLst>
        </pc:inkChg>
        <pc:inkChg chg="add del">
          <ac:chgData name="Bhowmik, Sayan" userId="2b51cadb-156e-4c9a-99fc-6d2138739850" providerId="ADAL" clId="{F84FF9A7-A6D1-9F48-9981-D5AAC95CF743}" dt="2023-09-06T20:34:10.465" v="486"/>
          <ac:inkMkLst>
            <pc:docMk/>
            <pc:sldMk cId="1324301287" sldId="275"/>
            <ac:inkMk id="27" creationId="{2E3B6B8E-822F-9D80-37E1-4AE7DC6C9DAF}"/>
          </ac:inkMkLst>
        </pc:inkChg>
        <pc:inkChg chg="add del">
          <ac:chgData name="Bhowmik, Sayan" userId="2b51cadb-156e-4c9a-99fc-6d2138739850" providerId="ADAL" clId="{F84FF9A7-A6D1-9F48-9981-D5AAC95CF743}" dt="2023-09-06T20:34:10.465" v="486"/>
          <ac:inkMkLst>
            <pc:docMk/>
            <pc:sldMk cId="1324301287" sldId="275"/>
            <ac:inkMk id="28" creationId="{ECDC795D-360A-771E-9B70-A404288DB078}"/>
          </ac:inkMkLst>
        </pc:inkChg>
        <pc:inkChg chg="add del">
          <ac:chgData name="Bhowmik, Sayan" userId="2b51cadb-156e-4c9a-99fc-6d2138739850" providerId="ADAL" clId="{F84FF9A7-A6D1-9F48-9981-D5AAC95CF743}" dt="2023-09-06T20:34:10.465" v="486"/>
          <ac:inkMkLst>
            <pc:docMk/>
            <pc:sldMk cId="1324301287" sldId="275"/>
            <ac:inkMk id="29" creationId="{4F86B487-6A60-84CD-0A32-822B0677344A}"/>
          </ac:inkMkLst>
        </pc:inkChg>
        <pc:inkChg chg="add del">
          <ac:chgData name="Bhowmik, Sayan" userId="2b51cadb-156e-4c9a-99fc-6d2138739850" providerId="ADAL" clId="{F84FF9A7-A6D1-9F48-9981-D5AAC95CF743}" dt="2023-09-06T20:34:10.465" v="486"/>
          <ac:inkMkLst>
            <pc:docMk/>
            <pc:sldMk cId="1324301287" sldId="275"/>
            <ac:inkMk id="30" creationId="{F74C0454-3F69-1D04-D874-B1B7F190D7B9}"/>
          </ac:inkMkLst>
        </pc:inkChg>
        <pc:inkChg chg="add del">
          <ac:chgData name="Bhowmik, Sayan" userId="2b51cadb-156e-4c9a-99fc-6d2138739850" providerId="ADAL" clId="{F84FF9A7-A6D1-9F48-9981-D5AAC95CF743}" dt="2023-09-06T20:34:10.465" v="486"/>
          <ac:inkMkLst>
            <pc:docMk/>
            <pc:sldMk cId="1324301287" sldId="275"/>
            <ac:inkMk id="31" creationId="{8F991FE7-BC83-A4DC-505F-509346BF50EF}"/>
          </ac:inkMkLst>
        </pc:inkChg>
        <pc:inkChg chg="add del">
          <ac:chgData name="Bhowmik, Sayan" userId="2b51cadb-156e-4c9a-99fc-6d2138739850" providerId="ADAL" clId="{F84FF9A7-A6D1-9F48-9981-D5AAC95CF743}" dt="2023-09-06T20:34:10.465" v="486"/>
          <ac:inkMkLst>
            <pc:docMk/>
            <pc:sldMk cId="1324301287" sldId="275"/>
            <ac:inkMk id="32" creationId="{815BEB22-9DAA-53A1-E924-BDD7112831C6}"/>
          </ac:inkMkLst>
        </pc:inkChg>
        <pc:inkChg chg="add del">
          <ac:chgData name="Bhowmik, Sayan" userId="2b51cadb-156e-4c9a-99fc-6d2138739850" providerId="ADAL" clId="{F84FF9A7-A6D1-9F48-9981-D5AAC95CF743}" dt="2023-09-06T20:34:10.465" v="486"/>
          <ac:inkMkLst>
            <pc:docMk/>
            <pc:sldMk cId="1324301287" sldId="275"/>
            <ac:inkMk id="33" creationId="{3C914C68-63B9-B5E5-4678-1B4DF9B920F9}"/>
          </ac:inkMkLst>
        </pc:inkChg>
        <pc:inkChg chg="add reco">
          <ac:chgData name="Bhowmik, Sayan" userId="2b51cadb-156e-4c9a-99fc-6d2138739850" providerId="ADAL" clId="{F84FF9A7-A6D1-9F48-9981-D5AAC95CF743}" dt="2023-09-06T20:34:10.465" v="486"/>
          <ac:inkMkLst>
            <pc:docMk/>
            <pc:sldMk cId="1324301287" sldId="275"/>
            <ac:inkMk id="35" creationId="{71F67C67-7477-418E-E661-6EA3A3B25C15}"/>
          </ac:inkMkLst>
        </pc:inkChg>
        <pc:inkChg chg="add">
          <ac:chgData name="Bhowmik, Sayan" userId="2b51cadb-156e-4c9a-99fc-6d2138739850" providerId="ADAL" clId="{F84FF9A7-A6D1-9F48-9981-D5AAC95CF743}" dt="2023-09-06T20:34:36.156" v="487"/>
          <ac:inkMkLst>
            <pc:docMk/>
            <pc:sldMk cId="1324301287" sldId="275"/>
            <ac:inkMk id="36" creationId="{6D2A7FC4-AA91-3432-1470-E90E68E83D05}"/>
          </ac:inkMkLst>
        </pc:inkChg>
        <pc:inkChg chg="add del">
          <ac:chgData name="Bhowmik, Sayan" userId="2b51cadb-156e-4c9a-99fc-6d2138739850" providerId="ADAL" clId="{F84FF9A7-A6D1-9F48-9981-D5AAC95CF743}" dt="2023-09-06T20:34:41.922" v="499"/>
          <ac:inkMkLst>
            <pc:docMk/>
            <pc:sldMk cId="1324301287" sldId="275"/>
            <ac:inkMk id="37" creationId="{A17B458E-CC42-DAB3-495D-28029AAD9F55}"/>
          </ac:inkMkLst>
        </pc:inkChg>
        <pc:inkChg chg="add del">
          <ac:chgData name="Bhowmik, Sayan" userId="2b51cadb-156e-4c9a-99fc-6d2138739850" providerId="ADAL" clId="{F84FF9A7-A6D1-9F48-9981-D5AAC95CF743}" dt="2023-09-06T20:34:41.922" v="499"/>
          <ac:inkMkLst>
            <pc:docMk/>
            <pc:sldMk cId="1324301287" sldId="275"/>
            <ac:inkMk id="38" creationId="{03C227F1-3989-E7EA-F50E-809A50D9F0C7}"/>
          </ac:inkMkLst>
        </pc:inkChg>
        <pc:inkChg chg="add del">
          <ac:chgData name="Bhowmik, Sayan" userId="2b51cadb-156e-4c9a-99fc-6d2138739850" providerId="ADAL" clId="{F84FF9A7-A6D1-9F48-9981-D5AAC95CF743}" dt="2023-09-06T20:34:41.922" v="499"/>
          <ac:inkMkLst>
            <pc:docMk/>
            <pc:sldMk cId="1324301287" sldId="275"/>
            <ac:inkMk id="39" creationId="{80159810-D253-5A13-40BC-70166EB44FB2}"/>
          </ac:inkMkLst>
        </pc:inkChg>
        <pc:inkChg chg="add del">
          <ac:chgData name="Bhowmik, Sayan" userId="2b51cadb-156e-4c9a-99fc-6d2138739850" providerId="ADAL" clId="{F84FF9A7-A6D1-9F48-9981-D5AAC95CF743}" dt="2023-09-06T20:34:41.922" v="499"/>
          <ac:inkMkLst>
            <pc:docMk/>
            <pc:sldMk cId="1324301287" sldId="275"/>
            <ac:inkMk id="40" creationId="{8917CA1E-6BF5-AB70-418E-B11BED337C29}"/>
          </ac:inkMkLst>
        </pc:inkChg>
        <pc:inkChg chg="add del">
          <ac:chgData name="Bhowmik, Sayan" userId="2b51cadb-156e-4c9a-99fc-6d2138739850" providerId="ADAL" clId="{F84FF9A7-A6D1-9F48-9981-D5AAC95CF743}" dt="2023-09-06T20:34:41.922" v="499"/>
          <ac:inkMkLst>
            <pc:docMk/>
            <pc:sldMk cId="1324301287" sldId="275"/>
            <ac:inkMk id="41" creationId="{35B1999B-ACCA-ADDE-A13B-F76F96735BAD}"/>
          </ac:inkMkLst>
        </pc:inkChg>
        <pc:inkChg chg="add del">
          <ac:chgData name="Bhowmik, Sayan" userId="2b51cadb-156e-4c9a-99fc-6d2138739850" providerId="ADAL" clId="{F84FF9A7-A6D1-9F48-9981-D5AAC95CF743}" dt="2023-09-06T20:34:41.922" v="499"/>
          <ac:inkMkLst>
            <pc:docMk/>
            <pc:sldMk cId="1324301287" sldId="275"/>
            <ac:inkMk id="43" creationId="{360D6640-16C7-1267-9D51-41DB6E26F486}"/>
          </ac:inkMkLst>
        </pc:inkChg>
        <pc:inkChg chg="add del">
          <ac:chgData name="Bhowmik, Sayan" userId="2b51cadb-156e-4c9a-99fc-6d2138739850" providerId="ADAL" clId="{F84FF9A7-A6D1-9F48-9981-D5AAC95CF743}" dt="2023-09-06T20:34:41.922" v="499"/>
          <ac:inkMkLst>
            <pc:docMk/>
            <pc:sldMk cId="1324301287" sldId="275"/>
            <ac:inkMk id="44" creationId="{DCA84DD0-57D7-6999-D1F7-A7B5F1CC1544}"/>
          </ac:inkMkLst>
        </pc:inkChg>
        <pc:inkChg chg="add del">
          <ac:chgData name="Bhowmik, Sayan" userId="2b51cadb-156e-4c9a-99fc-6d2138739850" providerId="ADAL" clId="{F84FF9A7-A6D1-9F48-9981-D5AAC95CF743}" dt="2023-09-06T20:34:41.922" v="499"/>
          <ac:inkMkLst>
            <pc:docMk/>
            <pc:sldMk cId="1324301287" sldId="275"/>
            <ac:inkMk id="45" creationId="{1948C69D-238C-9E05-3AD1-A8636D7E16F2}"/>
          </ac:inkMkLst>
        </pc:inkChg>
        <pc:inkChg chg="add del">
          <ac:chgData name="Bhowmik, Sayan" userId="2b51cadb-156e-4c9a-99fc-6d2138739850" providerId="ADAL" clId="{F84FF9A7-A6D1-9F48-9981-D5AAC95CF743}" dt="2023-09-06T20:34:41.922" v="499"/>
          <ac:inkMkLst>
            <pc:docMk/>
            <pc:sldMk cId="1324301287" sldId="275"/>
            <ac:inkMk id="46" creationId="{D389216A-4565-94CC-D570-77EFF6A7F777}"/>
          </ac:inkMkLst>
        </pc:inkChg>
        <pc:inkChg chg="add del">
          <ac:chgData name="Bhowmik, Sayan" userId="2b51cadb-156e-4c9a-99fc-6d2138739850" providerId="ADAL" clId="{F84FF9A7-A6D1-9F48-9981-D5AAC95CF743}" dt="2023-09-06T20:34:41.922" v="499"/>
          <ac:inkMkLst>
            <pc:docMk/>
            <pc:sldMk cId="1324301287" sldId="275"/>
            <ac:inkMk id="48" creationId="{4F5A30B3-0DA9-9105-19B9-EDAE82426B53}"/>
          </ac:inkMkLst>
        </pc:inkChg>
        <pc:inkChg chg="add del">
          <ac:chgData name="Bhowmik, Sayan" userId="2b51cadb-156e-4c9a-99fc-6d2138739850" providerId="ADAL" clId="{F84FF9A7-A6D1-9F48-9981-D5AAC95CF743}" dt="2023-09-06T20:34:41.922" v="499"/>
          <ac:inkMkLst>
            <pc:docMk/>
            <pc:sldMk cId="1324301287" sldId="275"/>
            <ac:inkMk id="49" creationId="{472FE8A2-EA1C-B181-1939-FEC4D498711C}"/>
          </ac:inkMkLst>
        </pc:inkChg>
        <pc:inkChg chg="add reco">
          <ac:chgData name="Bhowmik, Sayan" userId="2b51cadb-156e-4c9a-99fc-6d2138739850" providerId="ADAL" clId="{F84FF9A7-A6D1-9F48-9981-D5AAC95CF743}" dt="2023-09-06T20:34:41.922" v="499"/>
          <ac:inkMkLst>
            <pc:docMk/>
            <pc:sldMk cId="1324301287" sldId="275"/>
            <ac:inkMk id="54" creationId="{97468F93-91CB-F329-EC03-A2536CE392D8}"/>
          </ac:inkMkLst>
        </pc:inkChg>
        <pc:inkChg chg="add reco">
          <ac:chgData name="Bhowmik, Sayan" userId="2b51cadb-156e-4c9a-99fc-6d2138739850" providerId="ADAL" clId="{F84FF9A7-A6D1-9F48-9981-D5AAC95CF743}" dt="2023-09-06T20:34:41.922" v="499"/>
          <ac:inkMkLst>
            <pc:docMk/>
            <pc:sldMk cId="1324301287" sldId="275"/>
            <ac:inkMk id="55" creationId="{4C883E0F-68D9-CFDD-4076-2338E2C9B7D6}"/>
          </ac:inkMkLst>
        </pc:inkChg>
        <pc:inkChg chg="add del">
          <ac:chgData name="Bhowmik, Sayan" userId="2b51cadb-156e-4c9a-99fc-6d2138739850" providerId="ADAL" clId="{F84FF9A7-A6D1-9F48-9981-D5AAC95CF743}" dt="2023-09-06T20:34:51.229" v="507"/>
          <ac:inkMkLst>
            <pc:docMk/>
            <pc:sldMk cId="1324301287" sldId="275"/>
            <ac:inkMk id="61" creationId="{A1075B77-4BE8-4611-5664-E2341FF12C95}"/>
          </ac:inkMkLst>
        </pc:inkChg>
        <pc:inkChg chg="add del">
          <ac:chgData name="Bhowmik, Sayan" userId="2b51cadb-156e-4c9a-99fc-6d2138739850" providerId="ADAL" clId="{F84FF9A7-A6D1-9F48-9981-D5AAC95CF743}" dt="2023-09-06T20:34:51.229" v="507"/>
          <ac:inkMkLst>
            <pc:docMk/>
            <pc:sldMk cId="1324301287" sldId="275"/>
            <ac:inkMk id="69" creationId="{43B18838-ECCC-F7C8-5940-EE44AE64EA09}"/>
          </ac:inkMkLst>
        </pc:inkChg>
        <pc:inkChg chg="add del">
          <ac:chgData name="Bhowmik, Sayan" userId="2b51cadb-156e-4c9a-99fc-6d2138739850" providerId="ADAL" clId="{F84FF9A7-A6D1-9F48-9981-D5AAC95CF743}" dt="2023-09-06T20:34:51.229" v="507"/>
          <ac:inkMkLst>
            <pc:docMk/>
            <pc:sldMk cId="1324301287" sldId="275"/>
            <ac:inkMk id="72" creationId="{06AC4335-BF4B-E3FE-EFE2-F2F5076EBAD3}"/>
          </ac:inkMkLst>
        </pc:inkChg>
        <pc:inkChg chg="add del">
          <ac:chgData name="Bhowmik, Sayan" userId="2b51cadb-156e-4c9a-99fc-6d2138739850" providerId="ADAL" clId="{F84FF9A7-A6D1-9F48-9981-D5AAC95CF743}" dt="2023-09-06T20:34:51.229" v="507"/>
          <ac:inkMkLst>
            <pc:docMk/>
            <pc:sldMk cId="1324301287" sldId="275"/>
            <ac:inkMk id="77" creationId="{2392D2FC-7D16-A662-0CA7-B277E609F662}"/>
          </ac:inkMkLst>
        </pc:inkChg>
        <pc:inkChg chg="add del">
          <ac:chgData name="Bhowmik, Sayan" userId="2b51cadb-156e-4c9a-99fc-6d2138739850" providerId="ADAL" clId="{F84FF9A7-A6D1-9F48-9981-D5AAC95CF743}" dt="2023-09-06T20:34:51.229" v="507"/>
          <ac:inkMkLst>
            <pc:docMk/>
            <pc:sldMk cId="1324301287" sldId="275"/>
            <ac:inkMk id="78" creationId="{F9DF018B-2D7E-45DD-C34C-9F078313109B}"/>
          </ac:inkMkLst>
        </pc:inkChg>
        <pc:inkChg chg="add del">
          <ac:chgData name="Bhowmik, Sayan" userId="2b51cadb-156e-4c9a-99fc-6d2138739850" providerId="ADAL" clId="{F84FF9A7-A6D1-9F48-9981-D5AAC95CF743}" dt="2023-09-06T20:34:51.229" v="507"/>
          <ac:inkMkLst>
            <pc:docMk/>
            <pc:sldMk cId="1324301287" sldId="275"/>
            <ac:inkMk id="79" creationId="{35A4DEB0-B77F-E393-C79D-9539A770F725}"/>
          </ac:inkMkLst>
        </pc:inkChg>
        <pc:inkChg chg="add del">
          <ac:chgData name="Bhowmik, Sayan" userId="2b51cadb-156e-4c9a-99fc-6d2138739850" providerId="ADAL" clId="{F84FF9A7-A6D1-9F48-9981-D5AAC95CF743}" dt="2023-09-06T20:34:51.229" v="507"/>
          <ac:inkMkLst>
            <pc:docMk/>
            <pc:sldMk cId="1324301287" sldId="275"/>
            <ac:inkMk id="80" creationId="{901AD549-DB1A-4C4E-3435-108535CBE844}"/>
          </ac:inkMkLst>
        </pc:inkChg>
        <pc:inkChg chg="add reco">
          <ac:chgData name="Bhowmik, Sayan" userId="2b51cadb-156e-4c9a-99fc-6d2138739850" providerId="ADAL" clId="{F84FF9A7-A6D1-9F48-9981-D5AAC95CF743}" dt="2023-09-06T20:34:51.229" v="507"/>
          <ac:inkMkLst>
            <pc:docMk/>
            <pc:sldMk cId="1324301287" sldId="275"/>
            <ac:inkMk id="81" creationId="{EA899094-15CE-8035-31E2-7BC92B4B5759}"/>
          </ac:inkMkLst>
        </pc:inkChg>
        <pc:inkChg chg="add del">
          <ac:chgData name="Bhowmik, Sayan" userId="2b51cadb-156e-4c9a-99fc-6d2138739850" providerId="ADAL" clId="{F84FF9A7-A6D1-9F48-9981-D5AAC95CF743}" dt="2023-09-06T20:37:32.321" v="510"/>
          <ac:inkMkLst>
            <pc:docMk/>
            <pc:sldMk cId="1324301287" sldId="275"/>
            <ac:inkMk id="82" creationId="{299A5B3E-8CE7-B991-BE53-D8F886659808}"/>
          </ac:inkMkLst>
        </pc:inkChg>
        <pc:inkChg chg="add del">
          <ac:chgData name="Bhowmik, Sayan" userId="2b51cadb-156e-4c9a-99fc-6d2138739850" providerId="ADAL" clId="{F84FF9A7-A6D1-9F48-9981-D5AAC95CF743}" dt="2023-09-06T20:37:32.321" v="510"/>
          <ac:inkMkLst>
            <pc:docMk/>
            <pc:sldMk cId="1324301287" sldId="275"/>
            <ac:inkMk id="83" creationId="{1DAF6379-0BD5-769F-985A-D78E0CF2A743}"/>
          </ac:inkMkLst>
        </pc:inkChg>
        <pc:inkChg chg="add reco">
          <ac:chgData name="Bhowmik, Sayan" userId="2b51cadb-156e-4c9a-99fc-6d2138739850" providerId="ADAL" clId="{F84FF9A7-A6D1-9F48-9981-D5AAC95CF743}" dt="2023-09-06T20:37:32.321" v="510"/>
          <ac:inkMkLst>
            <pc:docMk/>
            <pc:sldMk cId="1324301287" sldId="275"/>
            <ac:inkMk id="84" creationId="{336C0445-E488-0A95-5913-DBF1AC30917A}"/>
          </ac:inkMkLst>
        </pc:inkChg>
        <pc:inkChg chg="add del">
          <ac:chgData name="Bhowmik, Sayan" userId="2b51cadb-156e-4c9a-99fc-6d2138739850" providerId="ADAL" clId="{F84FF9A7-A6D1-9F48-9981-D5AAC95CF743}" dt="2023-09-06T20:38:04.083" v="520"/>
          <ac:inkMkLst>
            <pc:docMk/>
            <pc:sldMk cId="1324301287" sldId="275"/>
            <ac:inkMk id="85" creationId="{30C826AB-D53A-0B29-D64A-9731F6A611C9}"/>
          </ac:inkMkLst>
        </pc:inkChg>
        <pc:inkChg chg="add del">
          <ac:chgData name="Bhowmik, Sayan" userId="2b51cadb-156e-4c9a-99fc-6d2138739850" providerId="ADAL" clId="{F84FF9A7-A6D1-9F48-9981-D5AAC95CF743}" dt="2023-09-06T20:38:04.083" v="520"/>
          <ac:inkMkLst>
            <pc:docMk/>
            <pc:sldMk cId="1324301287" sldId="275"/>
            <ac:inkMk id="86" creationId="{DE8AB446-BB13-A7A8-B974-0A0B8E9774A2}"/>
          </ac:inkMkLst>
        </pc:inkChg>
        <pc:inkChg chg="add del">
          <ac:chgData name="Bhowmik, Sayan" userId="2b51cadb-156e-4c9a-99fc-6d2138739850" providerId="ADAL" clId="{F84FF9A7-A6D1-9F48-9981-D5AAC95CF743}" dt="2023-09-06T20:38:04.083" v="520"/>
          <ac:inkMkLst>
            <pc:docMk/>
            <pc:sldMk cId="1324301287" sldId="275"/>
            <ac:inkMk id="87" creationId="{A7B37D03-51FC-E536-E1FF-ED2E2AFA030D}"/>
          </ac:inkMkLst>
        </pc:inkChg>
        <pc:inkChg chg="add del">
          <ac:chgData name="Bhowmik, Sayan" userId="2b51cadb-156e-4c9a-99fc-6d2138739850" providerId="ADAL" clId="{F84FF9A7-A6D1-9F48-9981-D5AAC95CF743}" dt="2023-09-06T20:38:04.083" v="520"/>
          <ac:inkMkLst>
            <pc:docMk/>
            <pc:sldMk cId="1324301287" sldId="275"/>
            <ac:inkMk id="89" creationId="{AA37D63D-222C-4D07-7A5F-AFC8824BD349}"/>
          </ac:inkMkLst>
        </pc:inkChg>
        <pc:inkChg chg="add del">
          <ac:chgData name="Bhowmik, Sayan" userId="2b51cadb-156e-4c9a-99fc-6d2138739850" providerId="ADAL" clId="{F84FF9A7-A6D1-9F48-9981-D5AAC95CF743}" dt="2023-09-06T20:38:04.083" v="520"/>
          <ac:inkMkLst>
            <pc:docMk/>
            <pc:sldMk cId="1324301287" sldId="275"/>
            <ac:inkMk id="90" creationId="{B3C866F9-6586-5CA4-EA75-C1D09A4957F6}"/>
          </ac:inkMkLst>
        </pc:inkChg>
        <pc:inkChg chg="add del">
          <ac:chgData name="Bhowmik, Sayan" userId="2b51cadb-156e-4c9a-99fc-6d2138739850" providerId="ADAL" clId="{F84FF9A7-A6D1-9F48-9981-D5AAC95CF743}" dt="2023-09-06T20:38:04.083" v="520"/>
          <ac:inkMkLst>
            <pc:docMk/>
            <pc:sldMk cId="1324301287" sldId="275"/>
            <ac:inkMk id="92" creationId="{6DC71A0A-924A-E1BD-5EAA-8B842C42A1FF}"/>
          </ac:inkMkLst>
        </pc:inkChg>
        <pc:inkChg chg="add del">
          <ac:chgData name="Bhowmik, Sayan" userId="2b51cadb-156e-4c9a-99fc-6d2138739850" providerId="ADAL" clId="{F84FF9A7-A6D1-9F48-9981-D5AAC95CF743}" dt="2023-09-06T20:38:04.083" v="520"/>
          <ac:inkMkLst>
            <pc:docMk/>
            <pc:sldMk cId="1324301287" sldId="275"/>
            <ac:inkMk id="93" creationId="{53C15840-34FA-81D1-88A4-E18221072104}"/>
          </ac:inkMkLst>
        </pc:inkChg>
        <pc:inkChg chg="add del">
          <ac:chgData name="Bhowmik, Sayan" userId="2b51cadb-156e-4c9a-99fc-6d2138739850" providerId="ADAL" clId="{F84FF9A7-A6D1-9F48-9981-D5AAC95CF743}" dt="2023-09-06T20:38:04.083" v="520"/>
          <ac:inkMkLst>
            <pc:docMk/>
            <pc:sldMk cId="1324301287" sldId="275"/>
            <ac:inkMk id="94" creationId="{C798925C-608B-4B8F-0E3B-9FF6DAF6AADF}"/>
          </ac:inkMkLst>
        </pc:inkChg>
        <pc:inkChg chg="add del">
          <ac:chgData name="Bhowmik, Sayan" userId="2b51cadb-156e-4c9a-99fc-6d2138739850" providerId="ADAL" clId="{F84FF9A7-A6D1-9F48-9981-D5AAC95CF743}" dt="2023-09-06T20:38:04.083" v="520"/>
          <ac:inkMkLst>
            <pc:docMk/>
            <pc:sldMk cId="1324301287" sldId="275"/>
            <ac:inkMk id="95" creationId="{2F7CD3AE-2493-FD85-D125-8CFD89E82D9D}"/>
          </ac:inkMkLst>
        </pc:inkChg>
        <pc:inkChg chg="add reco">
          <ac:chgData name="Bhowmik, Sayan" userId="2b51cadb-156e-4c9a-99fc-6d2138739850" providerId="ADAL" clId="{F84FF9A7-A6D1-9F48-9981-D5AAC95CF743}" dt="2023-09-06T20:38:04.083" v="520"/>
          <ac:inkMkLst>
            <pc:docMk/>
            <pc:sldMk cId="1324301287" sldId="275"/>
            <ac:inkMk id="96" creationId="{489A6373-C41C-2E77-1AD4-5290FE11C191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97" creationId="{B7879FF2-8FB1-5BA0-4F01-D56E0880ADBE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98" creationId="{EF20B842-4888-90ED-D08A-34AAA894B13C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00" creationId="{41250204-3724-2D72-CB68-6E2D274947DA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01" creationId="{38B2B340-802C-30A0-867C-F62E5A2578AA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02" creationId="{8F55BE1A-F8B6-AB26-6FE9-175D6006F749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03" creationId="{B233D0DD-1A51-DA0E-9223-113F20B95728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04" creationId="{D782E1C2-B46E-E528-677D-79F71B82DCE4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07" creationId="{049BF789-D11A-5786-F00D-8A4ECDEBBD8D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08" creationId="{D0A81D65-D7C6-E4DD-811D-22920C634B84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09" creationId="{99F83E27-0237-0C62-314A-F1567903B3B8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10" creationId="{67967AFE-BDB1-A404-D763-79F5EFFDB7B0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11" creationId="{25C91EB7-7CEB-C237-8969-BCA7A138FFD7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12" creationId="{4D53618D-2D49-C0FD-798C-010D118EAF7C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13" creationId="{24E6596B-4634-695F-8F9A-211BA4213A08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14" creationId="{CED73CCE-30AB-0601-E68D-35E17A38626D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15" creationId="{85133790-0547-1027-02C3-3312C238A375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16" creationId="{5744AB01-C320-CA2E-A159-BB204319B78C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17" creationId="{6BBDD19B-C47C-C17C-AED1-CB64669EA9E8}"/>
          </ac:inkMkLst>
        </pc:inkChg>
        <pc:inkChg chg="add del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18" creationId="{FB853E25-FCFC-5047-74F4-14B925F5DD45}"/>
          </ac:inkMkLst>
        </pc:inkChg>
        <pc:inkChg chg="add reco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19" creationId="{C1CEE7D4-F857-33A9-8A5A-158901B4ED6B}"/>
          </ac:inkMkLst>
        </pc:inkChg>
        <pc:inkChg chg="add reco">
          <ac:chgData name="Bhowmik, Sayan" userId="2b51cadb-156e-4c9a-99fc-6d2138739850" providerId="ADAL" clId="{F84FF9A7-A6D1-9F48-9981-D5AAC95CF743}" dt="2023-09-06T20:38:16.809" v="540"/>
          <ac:inkMkLst>
            <pc:docMk/>
            <pc:sldMk cId="1324301287" sldId="275"/>
            <ac:inkMk id="120" creationId="{CDCAD4C3-B9A6-EAA0-6163-BADFC0B1DA9F}"/>
          </ac:inkMkLst>
        </pc:inkChg>
        <pc:inkChg chg="add del">
          <ac:chgData name="Bhowmik, Sayan" userId="2b51cadb-156e-4c9a-99fc-6d2138739850" providerId="ADAL" clId="{F84FF9A7-A6D1-9F48-9981-D5AAC95CF743}" dt="2023-09-06T20:40:31.212" v="550"/>
          <ac:inkMkLst>
            <pc:docMk/>
            <pc:sldMk cId="1324301287" sldId="275"/>
            <ac:inkMk id="121" creationId="{8DAF72AC-C2CD-B100-179F-40BF9C883CE4}"/>
          </ac:inkMkLst>
        </pc:inkChg>
        <pc:inkChg chg="add del">
          <ac:chgData name="Bhowmik, Sayan" userId="2b51cadb-156e-4c9a-99fc-6d2138739850" providerId="ADAL" clId="{F84FF9A7-A6D1-9F48-9981-D5AAC95CF743}" dt="2023-09-06T20:40:30.849" v="549"/>
          <ac:inkMkLst>
            <pc:docMk/>
            <pc:sldMk cId="1324301287" sldId="275"/>
            <ac:inkMk id="122" creationId="{6066CD76-73A4-B3AD-4087-A65874D72BA6}"/>
          </ac:inkMkLst>
        </pc:inkChg>
        <pc:inkChg chg="add del reco">
          <ac:chgData name="Bhowmik, Sayan" userId="2b51cadb-156e-4c9a-99fc-6d2138739850" providerId="ADAL" clId="{F84FF9A7-A6D1-9F48-9981-D5AAC95CF743}" dt="2023-09-06T20:40:30.849" v="549"/>
          <ac:inkMkLst>
            <pc:docMk/>
            <pc:sldMk cId="1324301287" sldId="275"/>
            <ac:inkMk id="123" creationId="{7C01BFE4-8B12-77C8-8203-F4E311E4B3AF}"/>
          </ac:inkMkLst>
        </pc:inkChg>
        <pc:inkChg chg="add del">
          <ac:chgData name="Bhowmik, Sayan" userId="2b51cadb-156e-4c9a-99fc-6d2138739850" providerId="ADAL" clId="{F84FF9A7-A6D1-9F48-9981-D5AAC95CF743}" dt="2023-09-06T20:40:29.511" v="548"/>
          <ac:inkMkLst>
            <pc:docMk/>
            <pc:sldMk cId="1324301287" sldId="275"/>
            <ac:inkMk id="124" creationId="{1B6795DD-6DE6-458C-ADCE-DA9AE1E5C662}"/>
          </ac:inkMkLst>
        </pc:inkChg>
        <pc:inkChg chg="add del">
          <ac:chgData name="Bhowmik, Sayan" userId="2b51cadb-156e-4c9a-99fc-6d2138739850" providerId="ADAL" clId="{F84FF9A7-A6D1-9F48-9981-D5AAC95CF743}" dt="2023-09-06T20:40:29.195" v="547"/>
          <ac:inkMkLst>
            <pc:docMk/>
            <pc:sldMk cId="1324301287" sldId="275"/>
            <ac:inkMk id="125" creationId="{BAE91A2D-8CBE-E9E0-BE83-5936B9D1DD85}"/>
          </ac:inkMkLst>
        </pc:inkChg>
        <pc:inkChg chg="add del reco">
          <ac:chgData name="Bhowmik, Sayan" userId="2b51cadb-156e-4c9a-99fc-6d2138739850" providerId="ADAL" clId="{F84FF9A7-A6D1-9F48-9981-D5AAC95CF743}" dt="2023-09-06T20:40:29.195" v="547"/>
          <ac:inkMkLst>
            <pc:docMk/>
            <pc:sldMk cId="1324301287" sldId="275"/>
            <ac:inkMk id="126" creationId="{E80188EF-1ED3-6215-F1F5-C2A92670DA1A}"/>
          </ac:inkMkLst>
        </pc:inkChg>
        <pc:inkChg chg="add del">
          <ac:chgData name="Bhowmik, Sayan" userId="2b51cadb-156e-4c9a-99fc-6d2138739850" providerId="ADAL" clId="{F84FF9A7-A6D1-9F48-9981-D5AAC95CF743}" dt="2023-09-06T20:41:04.921" v="563"/>
          <ac:inkMkLst>
            <pc:docMk/>
            <pc:sldMk cId="1324301287" sldId="275"/>
            <ac:inkMk id="127" creationId="{4B66519D-4765-8C7E-DD92-1476E63D3227}"/>
          </ac:inkMkLst>
        </pc:inkChg>
        <pc:inkChg chg="add del">
          <ac:chgData name="Bhowmik, Sayan" userId="2b51cadb-156e-4c9a-99fc-6d2138739850" providerId="ADAL" clId="{F84FF9A7-A6D1-9F48-9981-D5AAC95CF743}" dt="2023-09-06T20:41:04.455" v="562"/>
          <ac:inkMkLst>
            <pc:docMk/>
            <pc:sldMk cId="1324301287" sldId="275"/>
            <ac:inkMk id="128" creationId="{B2BA5568-6DCA-3BF5-7E14-47E8AD24D201}"/>
          </ac:inkMkLst>
        </pc:inkChg>
        <pc:inkChg chg="add del">
          <ac:chgData name="Bhowmik, Sayan" userId="2b51cadb-156e-4c9a-99fc-6d2138739850" providerId="ADAL" clId="{F84FF9A7-A6D1-9F48-9981-D5AAC95CF743}" dt="2023-09-06T20:41:04.188" v="561"/>
          <ac:inkMkLst>
            <pc:docMk/>
            <pc:sldMk cId="1324301287" sldId="275"/>
            <ac:inkMk id="129" creationId="{ECA0E771-2268-BE4A-ECFF-F39FE5BE70AB}"/>
          </ac:inkMkLst>
        </pc:inkChg>
        <pc:inkChg chg="add del">
          <ac:chgData name="Bhowmik, Sayan" userId="2b51cadb-156e-4c9a-99fc-6d2138739850" providerId="ADAL" clId="{F84FF9A7-A6D1-9F48-9981-D5AAC95CF743}" dt="2023-09-06T20:41:02.586" v="560"/>
          <ac:inkMkLst>
            <pc:docMk/>
            <pc:sldMk cId="1324301287" sldId="275"/>
            <ac:inkMk id="130" creationId="{91D8EFFE-B566-8897-4B96-370ED050AD8F}"/>
          </ac:inkMkLst>
        </pc:inkChg>
        <pc:inkChg chg="add del">
          <ac:chgData name="Bhowmik, Sayan" userId="2b51cadb-156e-4c9a-99fc-6d2138739850" providerId="ADAL" clId="{F84FF9A7-A6D1-9F48-9981-D5AAC95CF743}" dt="2023-09-06T20:41:02.421" v="559"/>
          <ac:inkMkLst>
            <pc:docMk/>
            <pc:sldMk cId="1324301287" sldId="275"/>
            <ac:inkMk id="131" creationId="{0B38CDF4-A78A-8F89-3711-0EA0FF00023F}"/>
          </ac:inkMkLst>
        </pc:inkChg>
        <pc:inkChg chg="add del">
          <ac:chgData name="Bhowmik, Sayan" userId="2b51cadb-156e-4c9a-99fc-6d2138739850" providerId="ADAL" clId="{F84FF9A7-A6D1-9F48-9981-D5AAC95CF743}" dt="2023-09-06T20:41:02.192" v="558"/>
          <ac:inkMkLst>
            <pc:docMk/>
            <pc:sldMk cId="1324301287" sldId="275"/>
            <ac:inkMk id="132" creationId="{764BD664-ADDD-B1BD-C593-031C696717CE}"/>
          </ac:inkMkLst>
        </pc:inkChg>
        <pc:inkChg chg="add del reco">
          <ac:chgData name="Bhowmik, Sayan" userId="2b51cadb-156e-4c9a-99fc-6d2138739850" providerId="ADAL" clId="{F84FF9A7-A6D1-9F48-9981-D5AAC95CF743}" dt="2023-09-06T20:41:02.192" v="558"/>
          <ac:inkMkLst>
            <pc:docMk/>
            <pc:sldMk cId="1324301287" sldId="275"/>
            <ac:inkMk id="133" creationId="{8B572CC6-AE9A-0C01-E7B8-D0745A745498}"/>
          </ac:inkMkLst>
        </pc:inkChg>
        <pc:inkChg chg="add del">
          <ac:chgData name="Bhowmik, Sayan" userId="2b51cadb-156e-4c9a-99fc-6d2138739850" providerId="ADAL" clId="{F84FF9A7-A6D1-9F48-9981-D5AAC95CF743}" dt="2023-09-06T20:41:14.816" v="573"/>
          <ac:inkMkLst>
            <pc:docMk/>
            <pc:sldMk cId="1324301287" sldId="275"/>
            <ac:inkMk id="134" creationId="{F303FB43-AFAD-72F8-FAC5-59CC3CDF5AF0}"/>
          </ac:inkMkLst>
        </pc:inkChg>
        <pc:inkChg chg="add del">
          <ac:chgData name="Bhowmik, Sayan" userId="2b51cadb-156e-4c9a-99fc-6d2138739850" providerId="ADAL" clId="{F84FF9A7-A6D1-9F48-9981-D5AAC95CF743}" dt="2023-09-06T20:41:14.816" v="573"/>
          <ac:inkMkLst>
            <pc:docMk/>
            <pc:sldMk cId="1324301287" sldId="275"/>
            <ac:inkMk id="135" creationId="{8352FEA7-530A-5402-2FA8-E289FC65D323}"/>
          </ac:inkMkLst>
        </pc:inkChg>
        <pc:inkChg chg="add del">
          <ac:chgData name="Bhowmik, Sayan" userId="2b51cadb-156e-4c9a-99fc-6d2138739850" providerId="ADAL" clId="{F84FF9A7-A6D1-9F48-9981-D5AAC95CF743}" dt="2023-09-06T20:41:14.816" v="573"/>
          <ac:inkMkLst>
            <pc:docMk/>
            <pc:sldMk cId="1324301287" sldId="275"/>
            <ac:inkMk id="136" creationId="{4E11BF64-F082-544A-4A75-0F58823D7692}"/>
          </ac:inkMkLst>
        </pc:inkChg>
        <pc:inkChg chg="mod modStrokes">
          <ac:chgData name="Bhowmik, Sayan" userId="2b51cadb-156e-4c9a-99fc-6d2138739850" providerId="ADAL" clId="{F84FF9A7-A6D1-9F48-9981-D5AAC95CF743}" dt="2023-09-06T20:34:01.557" v="471"/>
          <ac:inkMkLst>
            <pc:docMk/>
            <pc:sldMk cId="1324301287" sldId="275"/>
            <ac:inkMk id="137" creationId="{8CF19BDD-FD74-9880-B138-F3261EB782D6}"/>
          </ac:inkMkLst>
        </pc:inkChg>
        <pc:inkChg chg="add del">
          <ac:chgData name="Bhowmik, Sayan" userId="2b51cadb-156e-4c9a-99fc-6d2138739850" providerId="ADAL" clId="{F84FF9A7-A6D1-9F48-9981-D5AAC95CF743}" dt="2023-09-06T20:41:14.816" v="573"/>
          <ac:inkMkLst>
            <pc:docMk/>
            <pc:sldMk cId="1324301287" sldId="275"/>
            <ac:inkMk id="138" creationId="{6C079164-6894-0626-4174-7D6033870EE0}"/>
          </ac:inkMkLst>
        </pc:inkChg>
        <pc:inkChg chg="add del">
          <ac:chgData name="Bhowmik, Sayan" userId="2b51cadb-156e-4c9a-99fc-6d2138739850" providerId="ADAL" clId="{F84FF9A7-A6D1-9F48-9981-D5AAC95CF743}" dt="2023-09-06T20:41:14.816" v="573"/>
          <ac:inkMkLst>
            <pc:docMk/>
            <pc:sldMk cId="1324301287" sldId="275"/>
            <ac:inkMk id="139" creationId="{C4D567CC-8B82-617A-6A70-342B76D3EAE7}"/>
          </ac:inkMkLst>
        </pc:inkChg>
        <pc:inkChg chg="add del">
          <ac:chgData name="Bhowmik, Sayan" userId="2b51cadb-156e-4c9a-99fc-6d2138739850" providerId="ADAL" clId="{F84FF9A7-A6D1-9F48-9981-D5AAC95CF743}" dt="2023-09-06T20:41:14.816" v="573"/>
          <ac:inkMkLst>
            <pc:docMk/>
            <pc:sldMk cId="1324301287" sldId="275"/>
            <ac:inkMk id="140" creationId="{921BC094-73E9-146B-D8E3-F41E894FBDE5}"/>
          </ac:inkMkLst>
        </pc:inkChg>
        <pc:inkChg chg="add del">
          <ac:chgData name="Bhowmik, Sayan" userId="2b51cadb-156e-4c9a-99fc-6d2138739850" providerId="ADAL" clId="{F84FF9A7-A6D1-9F48-9981-D5AAC95CF743}" dt="2023-09-06T20:41:14.816" v="573"/>
          <ac:inkMkLst>
            <pc:docMk/>
            <pc:sldMk cId="1324301287" sldId="275"/>
            <ac:inkMk id="141" creationId="{6089DCF0-A75E-9EC0-6BA0-ABCD19FDF46C}"/>
          </ac:inkMkLst>
        </pc:inkChg>
        <pc:inkChg chg="add del">
          <ac:chgData name="Bhowmik, Sayan" userId="2b51cadb-156e-4c9a-99fc-6d2138739850" providerId="ADAL" clId="{F84FF9A7-A6D1-9F48-9981-D5AAC95CF743}" dt="2023-09-06T20:41:14.816" v="573"/>
          <ac:inkMkLst>
            <pc:docMk/>
            <pc:sldMk cId="1324301287" sldId="275"/>
            <ac:inkMk id="142" creationId="{D3AFC99C-87AA-FC7E-DEC7-10C61DB534D7}"/>
          </ac:inkMkLst>
        </pc:inkChg>
        <pc:inkChg chg="add del">
          <ac:chgData name="Bhowmik, Sayan" userId="2b51cadb-156e-4c9a-99fc-6d2138739850" providerId="ADAL" clId="{F84FF9A7-A6D1-9F48-9981-D5AAC95CF743}" dt="2023-09-06T20:41:14.816" v="573"/>
          <ac:inkMkLst>
            <pc:docMk/>
            <pc:sldMk cId="1324301287" sldId="275"/>
            <ac:inkMk id="143" creationId="{0B5ACFA5-5FCF-C949-D6EB-2F4A0C3C63CA}"/>
          </ac:inkMkLst>
        </pc:inkChg>
        <pc:inkChg chg="add reco">
          <ac:chgData name="Bhowmik, Sayan" userId="2b51cadb-156e-4c9a-99fc-6d2138739850" providerId="ADAL" clId="{F84FF9A7-A6D1-9F48-9981-D5AAC95CF743}" dt="2023-09-06T20:41:14.816" v="573"/>
          <ac:inkMkLst>
            <pc:docMk/>
            <pc:sldMk cId="1324301287" sldId="275"/>
            <ac:inkMk id="144" creationId="{1F7CBC9B-5CB1-1B29-F51C-7734D1D8E045}"/>
          </ac:inkMkLst>
        </pc:inkChg>
        <pc:inkChg chg="add del">
          <ac:chgData name="Bhowmik, Sayan" userId="2b51cadb-156e-4c9a-99fc-6d2138739850" providerId="ADAL" clId="{F84FF9A7-A6D1-9F48-9981-D5AAC95CF743}" dt="2023-09-06T20:41:19.321" v="579"/>
          <ac:inkMkLst>
            <pc:docMk/>
            <pc:sldMk cId="1324301287" sldId="275"/>
            <ac:inkMk id="145" creationId="{D2C27FA5-CFAD-7A3A-B2B8-EAC30950D843}"/>
          </ac:inkMkLst>
        </pc:inkChg>
        <pc:inkChg chg="add del">
          <ac:chgData name="Bhowmik, Sayan" userId="2b51cadb-156e-4c9a-99fc-6d2138739850" providerId="ADAL" clId="{F84FF9A7-A6D1-9F48-9981-D5AAC95CF743}" dt="2023-09-06T20:41:19.321" v="579"/>
          <ac:inkMkLst>
            <pc:docMk/>
            <pc:sldMk cId="1324301287" sldId="275"/>
            <ac:inkMk id="146" creationId="{AAE585D1-C4F3-E310-4A08-ECE4805DFD74}"/>
          </ac:inkMkLst>
        </pc:inkChg>
        <pc:inkChg chg="add del">
          <ac:chgData name="Bhowmik, Sayan" userId="2b51cadb-156e-4c9a-99fc-6d2138739850" providerId="ADAL" clId="{F84FF9A7-A6D1-9F48-9981-D5AAC95CF743}" dt="2023-09-06T20:41:19.321" v="579"/>
          <ac:inkMkLst>
            <pc:docMk/>
            <pc:sldMk cId="1324301287" sldId="275"/>
            <ac:inkMk id="147" creationId="{8295E5E9-C7B0-9191-081E-7F03037BA389}"/>
          </ac:inkMkLst>
        </pc:inkChg>
        <pc:inkChg chg="add del">
          <ac:chgData name="Bhowmik, Sayan" userId="2b51cadb-156e-4c9a-99fc-6d2138739850" providerId="ADAL" clId="{F84FF9A7-A6D1-9F48-9981-D5AAC95CF743}" dt="2023-09-06T20:41:19.321" v="579"/>
          <ac:inkMkLst>
            <pc:docMk/>
            <pc:sldMk cId="1324301287" sldId="275"/>
            <ac:inkMk id="148" creationId="{B24F1552-F893-935F-3CA7-893A68C7BF57}"/>
          </ac:inkMkLst>
        </pc:inkChg>
        <pc:inkChg chg="add del">
          <ac:chgData name="Bhowmik, Sayan" userId="2b51cadb-156e-4c9a-99fc-6d2138739850" providerId="ADAL" clId="{F84FF9A7-A6D1-9F48-9981-D5AAC95CF743}" dt="2023-09-06T20:41:19.321" v="579"/>
          <ac:inkMkLst>
            <pc:docMk/>
            <pc:sldMk cId="1324301287" sldId="275"/>
            <ac:inkMk id="149" creationId="{8BB7CFB8-47CA-23BF-99EF-0D554FBBA5BE}"/>
          </ac:inkMkLst>
        </pc:inkChg>
        <pc:inkChg chg="add reco">
          <ac:chgData name="Bhowmik, Sayan" userId="2b51cadb-156e-4c9a-99fc-6d2138739850" providerId="ADAL" clId="{F84FF9A7-A6D1-9F48-9981-D5AAC95CF743}" dt="2023-09-06T20:41:19.321" v="579"/>
          <ac:inkMkLst>
            <pc:docMk/>
            <pc:sldMk cId="1324301287" sldId="275"/>
            <ac:inkMk id="150" creationId="{B406D35A-2F62-32D7-A934-8F7A62CBFC3A}"/>
          </ac:inkMkLst>
        </pc:inkChg>
        <pc:inkChg chg="add">
          <ac:chgData name="Bhowmik, Sayan" userId="2b51cadb-156e-4c9a-99fc-6d2138739850" providerId="ADAL" clId="{F84FF9A7-A6D1-9F48-9981-D5AAC95CF743}" dt="2023-09-06T20:41:23.322" v="580"/>
          <ac:inkMkLst>
            <pc:docMk/>
            <pc:sldMk cId="1324301287" sldId="275"/>
            <ac:inkMk id="151" creationId="{A0C93655-6897-5F9A-0D3E-FBBF5175561E}"/>
          </ac:inkMkLst>
        </pc:inkChg>
        <pc:inkChg chg="add del">
          <ac:chgData name="Bhowmik, Sayan" userId="2b51cadb-156e-4c9a-99fc-6d2138739850" providerId="ADAL" clId="{F84FF9A7-A6D1-9F48-9981-D5AAC95CF743}" dt="2023-09-06T20:41:28.558" v="589"/>
          <ac:inkMkLst>
            <pc:docMk/>
            <pc:sldMk cId="1324301287" sldId="275"/>
            <ac:inkMk id="152" creationId="{7095403A-F206-B456-C6B2-13C858300AA0}"/>
          </ac:inkMkLst>
        </pc:inkChg>
        <pc:inkChg chg="add del">
          <ac:chgData name="Bhowmik, Sayan" userId="2b51cadb-156e-4c9a-99fc-6d2138739850" providerId="ADAL" clId="{F84FF9A7-A6D1-9F48-9981-D5AAC95CF743}" dt="2023-09-06T20:41:28.558" v="589"/>
          <ac:inkMkLst>
            <pc:docMk/>
            <pc:sldMk cId="1324301287" sldId="275"/>
            <ac:inkMk id="153" creationId="{29AA6E1D-27B6-C3AA-313A-5157722077FF}"/>
          </ac:inkMkLst>
        </pc:inkChg>
        <pc:inkChg chg="add del">
          <ac:chgData name="Bhowmik, Sayan" userId="2b51cadb-156e-4c9a-99fc-6d2138739850" providerId="ADAL" clId="{F84FF9A7-A6D1-9F48-9981-D5AAC95CF743}" dt="2023-09-06T20:41:28.558" v="589"/>
          <ac:inkMkLst>
            <pc:docMk/>
            <pc:sldMk cId="1324301287" sldId="275"/>
            <ac:inkMk id="154" creationId="{DB747E4C-6DDB-9B9A-4F9C-D93AED590BDF}"/>
          </ac:inkMkLst>
        </pc:inkChg>
        <pc:inkChg chg="add del">
          <ac:chgData name="Bhowmik, Sayan" userId="2b51cadb-156e-4c9a-99fc-6d2138739850" providerId="ADAL" clId="{F84FF9A7-A6D1-9F48-9981-D5AAC95CF743}" dt="2023-09-06T20:41:28.558" v="589"/>
          <ac:inkMkLst>
            <pc:docMk/>
            <pc:sldMk cId="1324301287" sldId="275"/>
            <ac:inkMk id="155" creationId="{90A0F8BF-68B7-7116-0E36-FBE3BEE5F4AF}"/>
          </ac:inkMkLst>
        </pc:inkChg>
        <pc:inkChg chg="add del">
          <ac:chgData name="Bhowmik, Sayan" userId="2b51cadb-156e-4c9a-99fc-6d2138739850" providerId="ADAL" clId="{F84FF9A7-A6D1-9F48-9981-D5AAC95CF743}" dt="2023-09-06T20:41:28.558" v="589"/>
          <ac:inkMkLst>
            <pc:docMk/>
            <pc:sldMk cId="1324301287" sldId="275"/>
            <ac:inkMk id="156" creationId="{554EB432-B808-67EE-6E03-3E4FD7798527}"/>
          </ac:inkMkLst>
        </pc:inkChg>
        <pc:inkChg chg="add del">
          <ac:chgData name="Bhowmik, Sayan" userId="2b51cadb-156e-4c9a-99fc-6d2138739850" providerId="ADAL" clId="{F84FF9A7-A6D1-9F48-9981-D5AAC95CF743}" dt="2023-09-06T20:41:28.558" v="589"/>
          <ac:inkMkLst>
            <pc:docMk/>
            <pc:sldMk cId="1324301287" sldId="275"/>
            <ac:inkMk id="157" creationId="{7E2AC9D2-2BA1-D0CA-5D15-F155232EECB0}"/>
          </ac:inkMkLst>
        </pc:inkChg>
        <pc:inkChg chg="add del">
          <ac:chgData name="Bhowmik, Sayan" userId="2b51cadb-156e-4c9a-99fc-6d2138739850" providerId="ADAL" clId="{F84FF9A7-A6D1-9F48-9981-D5AAC95CF743}" dt="2023-09-06T20:41:28.558" v="589"/>
          <ac:inkMkLst>
            <pc:docMk/>
            <pc:sldMk cId="1324301287" sldId="275"/>
            <ac:inkMk id="158" creationId="{C58164EC-32C3-9187-71EF-D50F8AEFC956}"/>
          </ac:inkMkLst>
        </pc:inkChg>
        <pc:inkChg chg="add del">
          <ac:chgData name="Bhowmik, Sayan" userId="2b51cadb-156e-4c9a-99fc-6d2138739850" providerId="ADAL" clId="{F84FF9A7-A6D1-9F48-9981-D5AAC95CF743}" dt="2023-09-06T20:41:28.558" v="589"/>
          <ac:inkMkLst>
            <pc:docMk/>
            <pc:sldMk cId="1324301287" sldId="275"/>
            <ac:inkMk id="159" creationId="{A0765641-FC6C-F61C-A600-BAAA4D81D53D}"/>
          </ac:inkMkLst>
        </pc:inkChg>
        <pc:inkChg chg="add reco">
          <ac:chgData name="Bhowmik, Sayan" userId="2b51cadb-156e-4c9a-99fc-6d2138739850" providerId="ADAL" clId="{F84FF9A7-A6D1-9F48-9981-D5AAC95CF743}" dt="2023-09-06T20:41:28.558" v="589"/>
          <ac:inkMkLst>
            <pc:docMk/>
            <pc:sldMk cId="1324301287" sldId="275"/>
            <ac:inkMk id="160" creationId="{25872653-5657-CD1E-DF56-C2E71201B61B}"/>
          </ac:inkMkLst>
        </pc:inkChg>
        <pc:inkChg chg="add del">
          <ac:chgData name="Bhowmik, Sayan" userId="2b51cadb-156e-4c9a-99fc-6d2138739850" providerId="ADAL" clId="{F84FF9A7-A6D1-9F48-9981-D5AAC95CF743}" dt="2023-09-06T20:41:33.095" v="601"/>
          <ac:inkMkLst>
            <pc:docMk/>
            <pc:sldMk cId="1324301287" sldId="275"/>
            <ac:inkMk id="161" creationId="{D5886170-0AB1-B05F-CAFD-A37F0A80B0F5}"/>
          </ac:inkMkLst>
        </pc:inkChg>
        <pc:inkChg chg="add del">
          <ac:chgData name="Bhowmik, Sayan" userId="2b51cadb-156e-4c9a-99fc-6d2138739850" providerId="ADAL" clId="{F84FF9A7-A6D1-9F48-9981-D5AAC95CF743}" dt="2023-09-06T20:41:33.095" v="601"/>
          <ac:inkMkLst>
            <pc:docMk/>
            <pc:sldMk cId="1324301287" sldId="275"/>
            <ac:inkMk id="162" creationId="{97EE2126-F0A5-06E1-E407-9EC8286F2DB9}"/>
          </ac:inkMkLst>
        </pc:inkChg>
        <pc:inkChg chg="add del">
          <ac:chgData name="Bhowmik, Sayan" userId="2b51cadb-156e-4c9a-99fc-6d2138739850" providerId="ADAL" clId="{F84FF9A7-A6D1-9F48-9981-D5AAC95CF743}" dt="2023-09-06T20:41:33.095" v="601"/>
          <ac:inkMkLst>
            <pc:docMk/>
            <pc:sldMk cId="1324301287" sldId="275"/>
            <ac:inkMk id="163" creationId="{53CFC8E7-CE38-A5E5-946B-F0BF222F2788}"/>
          </ac:inkMkLst>
        </pc:inkChg>
        <pc:inkChg chg="add del">
          <ac:chgData name="Bhowmik, Sayan" userId="2b51cadb-156e-4c9a-99fc-6d2138739850" providerId="ADAL" clId="{F84FF9A7-A6D1-9F48-9981-D5AAC95CF743}" dt="2023-09-06T20:41:33.095" v="601"/>
          <ac:inkMkLst>
            <pc:docMk/>
            <pc:sldMk cId="1324301287" sldId="275"/>
            <ac:inkMk id="164" creationId="{D0C00183-5FE4-E44B-3FD1-F2EBB95AFDD1}"/>
          </ac:inkMkLst>
        </pc:inkChg>
        <pc:inkChg chg="add del">
          <ac:chgData name="Bhowmik, Sayan" userId="2b51cadb-156e-4c9a-99fc-6d2138739850" providerId="ADAL" clId="{F84FF9A7-A6D1-9F48-9981-D5AAC95CF743}" dt="2023-09-06T20:41:33.095" v="601"/>
          <ac:inkMkLst>
            <pc:docMk/>
            <pc:sldMk cId="1324301287" sldId="275"/>
            <ac:inkMk id="165" creationId="{A45AEEEB-D743-4572-42FC-3ACA6060CA31}"/>
          </ac:inkMkLst>
        </pc:inkChg>
        <pc:inkChg chg="add del">
          <ac:chgData name="Bhowmik, Sayan" userId="2b51cadb-156e-4c9a-99fc-6d2138739850" providerId="ADAL" clId="{F84FF9A7-A6D1-9F48-9981-D5AAC95CF743}" dt="2023-09-06T20:41:33.095" v="601"/>
          <ac:inkMkLst>
            <pc:docMk/>
            <pc:sldMk cId="1324301287" sldId="275"/>
            <ac:inkMk id="166" creationId="{00A37D7B-184B-A435-7C9C-FA25E6F936EE}"/>
          </ac:inkMkLst>
        </pc:inkChg>
        <pc:inkChg chg="add del">
          <ac:chgData name="Bhowmik, Sayan" userId="2b51cadb-156e-4c9a-99fc-6d2138739850" providerId="ADAL" clId="{F84FF9A7-A6D1-9F48-9981-D5AAC95CF743}" dt="2023-09-06T20:41:33.095" v="601"/>
          <ac:inkMkLst>
            <pc:docMk/>
            <pc:sldMk cId="1324301287" sldId="275"/>
            <ac:inkMk id="167" creationId="{39591AA7-64E9-A0E5-CC17-A5387553F23F}"/>
          </ac:inkMkLst>
        </pc:inkChg>
        <pc:inkChg chg="add del">
          <ac:chgData name="Bhowmik, Sayan" userId="2b51cadb-156e-4c9a-99fc-6d2138739850" providerId="ADAL" clId="{F84FF9A7-A6D1-9F48-9981-D5AAC95CF743}" dt="2023-09-06T20:41:33.095" v="601"/>
          <ac:inkMkLst>
            <pc:docMk/>
            <pc:sldMk cId="1324301287" sldId="275"/>
            <ac:inkMk id="168" creationId="{B3C6A339-1691-1FC9-F2A1-586C5720232F}"/>
          </ac:inkMkLst>
        </pc:inkChg>
        <pc:inkChg chg="add del">
          <ac:chgData name="Bhowmik, Sayan" userId="2b51cadb-156e-4c9a-99fc-6d2138739850" providerId="ADAL" clId="{F84FF9A7-A6D1-9F48-9981-D5AAC95CF743}" dt="2023-09-06T20:41:33.095" v="601"/>
          <ac:inkMkLst>
            <pc:docMk/>
            <pc:sldMk cId="1324301287" sldId="275"/>
            <ac:inkMk id="169" creationId="{6EFF8830-B03D-F33A-F350-7EF8107D8F80}"/>
          </ac:inkMkLst>
        </pc:inkChg>
        <pc:inkChg chg="add del">
          <ac:chgData name="Bhowmik, Sayan" userId="2b51cadb-156e-4c9a-99fc-6d2138739850" providerId="ADAL" clId="{F84FF9A7-A6D1-9F48-9981-D5AAC95CF743}" dt="2023-09-06T20:41:33.095" v="601"/>
          <ac:inkMkLst>
            <pc:docMk/>
            <pc:sldMk cId="1324301287" sldId="275"/>
            <ac:inkMk id="170" creationId="{5C3CBF5D-EDF0-3DB7-8199-5443C544A071}"/>
          </ac:inkMkLst>
        </pc:inkChg>
        <pc:inkChg chg="add del">
          <ac:chgData name="Bhowmik, Sayan" userId="2b51cadb-156e-4c9a-99fc-6d2138739850" providerId="ADAL" clId="{F84FF9A7-A6D1-9F48-9981-D5AAC95CF743}" dt="2023-09-06T20:41:33.095" v="601"/>
          <ac:inkMkLst>
            <pc:docMk/>
            <pc:sldMk cId="1324301287" sldId="275"/>
            <ac:inkMk id="171" creationId="{52BC237C-5AE5-DDF7-5A19-E345EB7352F2}"/>
          </ac:inkMkLst>
        </pc:inkChg>
        <pc:inkChg chg="add reco">
          <ac:chgData name="Bhowmik, Sayan" userId="2b51cadb-156e-4c9a-99fc-6d2138739850" providerId="ADAL" clId="{F84FF9A7-A6D1-9F48-9981-D5AAC95CF743}" dt="2023-09-06T20:41:33.095" v="601"/>
          <ac:inkMkLst>
            <pc:docMk/>
            <pc:sldMk cId="1324301287" sldId="275"/>
            <ac:inkMk id="172" creationId="{C4552F09-1216-E3A8-6AA5-CF8C15622DB5}"/>
          </ac:inkMkLst>
        </pc:inkChg>
        <pc:inkChg chg="add">
          <ac:chgData name="Bhowmik, Sayan" userId="2b51cadb-156e-4c9a-99fc-6d2138739850" providerId="ADAL" clId="{F84FF9A7-A6D1-9F48-9981-D5AAC95CF743}" dt="2023-09-06T20:41:34.839" v="602"/>
          <ac:inkMkLst>
            <pc:docMk/>
            <pc:sldMk cId="1324301287" sldId="275"/>
            <ac:inkMk id="173" creationId="{4F23535A-CFC0-993D-1DB1-801E0DCFC584}"/>
          </ac:inkMkLst>
        </pc:inkChg>
      </pc:sldChg>
      <pc:sldChg chg="addSp delSp">
        <pc:chgData name="Bhowmik, Sayan" userId="2b51cadb-156e-4c9a-99fc-6d2138739850" providerId="ADAL" clId="{F84FF9A7-A6D1-9F48-9981-D5AAC95CF743}" dt="2023-09-06T20:55:39.166" v="729"/>
        <pc:sldMkLst>
          <pc:docMk/>
          <pc:sldMk cId="700105385" sldId="276"/>
        </pc:sldMkLst>
        <pc:spChg chg="del">
          <ac:chgData name="Bhowmik, Sayan" userId="2b51cadb-156e-4c9a-99fc-6d2138739850" providerId="ADAL" clId="{F84FF9A7-A6D1-9F48-9981-D5AAC95CF743}" dt="2023-09-06T20:46:42.020" v="603" actId="478"/>
          <ac:spMkLst>
            <pc:docMk/>
            <pc:sldMk cId="700105385" sldId="276"/>
            <ac:spMk id="17" creationId="{1263353C-DF18-6879-7E63-A6CF3A5BD04D}"/>
          </ac:spMkLst>
        </pc:spChg>
        <pc:inkChg chg="add del">
          <ac:chgData name="Bhowmik, Sayan" userId="2b51cadb-156e-4c9a-99fc-6d2138739850" providerId="ADAL" clId="{F84FF9A7-A6D1-9F48-9981-D5AAC95CF743}" dt="2023-09-06T20:52:46.730" v="611"/>
          <ac:inkMkLst>
            <pc:docMk/>
            <pc:sldMk cId="700105385" sldId="276"/>
            <ac:inkMk id="2" creationId="{773B0348-4D57-CBAB-9371-F8E8111CDA50}"/>
          </ac:inkMkLst>
        </pc:inkChg>
        <pc:inkChg chg="add del">
          <ac:chgData name="Bhowmik, Sayan" userId="2b51cadb-156e-4c9a-99fc-6d2138739850" providerId="ADAL" clId="{F84FF9A7-A6D1-9F48-9981-D5AAC95CF743}" dt="2023-09-06T20:52:46.730" v="611"/>
          <ac:inkMkLst>
            <pc:docMk/>
            <pc:sldMk cId="700105385" sldId="276"/>
            <ac:inkMk id="3" creationId="{B43D140F-1A4E-C6DF-D364-7560930B98C9}"/>
          </ac:inkMkLst>
        </pc:inkChg>
        <pc:inkChg chg="add del">
          <ac:chgData name="Bhowmik, Sayan" userId="2b51cadb-156e-4c9a-99fc-6d2138739850" providerId="ADAL" clId="{F84FF9A7-A6D1-9F48-9981-D5AAC95CF743}" dt="2023-09-06T20:52:46.730" v="611"/>
          <ac:inkMkLst>
            <pc:docMk/>
            <pc:sldMk cId="700105385" sldId="276"/>
            <ac:inkMk id="6" creationId="{DB899920-0EB8-3173-39DC-C7F567DABCC7}"/>
          </ac:inkMkLst>
        </pc:inkChg>
        <pc:inkChg chg="add del">
          <ac:chgData name="Bhowmik, Sayan" userId="2b51cadb-156e-4c9a-99fc-6d2138739850" providerId="ADAL" clId="{F84FF9A7-A6D1-9F48-9981-D5AAC95CF743}" dt="2023-09-06T20:52:46.730" v="611"/>
          <ac:inkMkLst>
            <pc:docMk/>
            <pc:sldMk cId="700105385" sldId="276"/>
            <ac:inkMk id="7" creationId="{3EC8FD28-C2F2-FF90-4734-9A72764B549E}"/>
          </ac:inkMkLst>
        </pc:inkChg>
        <pc:inkChg chg="add del">
          <ac:chgData name="Bhowmik, Sayan" userId="2b51cadb-156e-4c9a-99fc-6d2138739850" providerId="ADAL" clId="{F84FF9A7-A6D1-9F48-9981-D5AAC95CF743}" dt="2023-09-06T20:52:46.730" v="611"/>
          <ac:inkMkLst>
            <pc:docMk/>
            <pc:sldMk cId="700105385" sldId="276"/>
            <ac:inkMk id="8" creationId="{8EDC71CE-1854-3692-CC98-15EB0D0D7BBB}"/>
          </ac:inkMkLst>
        </pc:inkChg>
        <pc:inkChg chg="add del">
          <ac:chgData name="Bhowmik, Sayan" userId="2b51cadb-156e-4c9a-99fc-6d2138739850" providerId="ADAL" clId="{F84FF9A7-A6D1-9F48-9981-D5AAC95CF743}" dt="2023-09-06T20:52:46.730" v="611"/>
          <ac:inkMkLst>
            <pc:docMk/>
            <pc:sldMk cId="700105385" sldId="276"/>
            <ac:inkMk id="9" creationId="{02F71130-2A66-3D8D-2522-98AE95313D3B}"/>
          </ac:inkMkLst>
        </pc:inkChg>
        <pc:inkChg chg="add del">
          <ac:chgData name="Bhowmik, Sayan" userId="2b51cadb-156e-4c9a-99fc-6d2138739850" providerId="ADAL" clId="{F84FF9A7-A6D1-9F48-9981-D5AAC95CF743}" dt="2023-09-06T20:52:46.730" v="611"/>
          <ac:inkMkLst>
            <pc:docMk/>
            <pc:sldMk cId="700105385" sldId="276"/>
            <ac:inkMk id="10" creationId="{A0197B10-8303-E9EE-4B77-4D6CD54EF3E3}"/>
          </ac:inkMkLst>
        </pc:inkChg>
        <pc:inkChg chg="add reco">
          <ac:chgData name="Bhowmik, Sayan" userId="2b51cadb-156e-4c9a-99fc-6d2138739850" providerId="ADAL" clId="{F84FF9A7-A6D1-9F48-9981-D5AAC95CF743}" dt="2023-09-06T20:52:46.730" v="611"/>
          <ac:inkMkLst>
            <pc:docMk/>
            <pc:sldMk cId="700105385" sldId="276"/>
            <ac:inkMk id="11" creationId="{51CC5D32-B42B-AC0A-E9C9-8378FE08936E}"/>
          </ac:inkMkLst>
        </pc:inkChg>
        <pc:inkChg chg="add reco">
          <ac:chgData name="Bhowmik, Sayan" userId="2b51cadb-156e-4c9a-99fc-6d2138739850" providerId="ADAL" clId="{F84FF9A7-A6D1-9F48-9981-D5AAC95CF743}" dt="2023-09-06T20:52:46.730" v="611"/>
          <ac:inkMkLst>
            <pc:docMk/>
            <pc:sldMk cId="700105385" sldId="276"/>
            <ac:inkMk id="12" creationId="{4C441D30-3DCF-22F0-258C-819C408E027B}"/>
          </ac:inkMkLst>
        </pc:inkChg>
        <pc:inkChg chg="add del">
          <ac:chgData name="Bhowmik, Sayan" userId="2b51cadb-156e-4c9a-99fc-6d2138739850" providerId="ADAL" clId="{F84FF9A7-A6D1-9F48-9981-D5AAC95CF743}" dt="2023-09-06T20:52:54.622" v="623"/>
          <ac:inkMkLst>
            <pc:docMk/>
            <pc:sldMk cId="700105385" sldId="276"/>
            <ac:inkMk id="13" creationId="{278F095A-A8E2-4006-79FC-C8728B35A10A}"/>
          </ac:inkMkLst>
        </pc:inkChg>
        <pc:inkChg chg="add del">
          <ac:chgData name="Bhowmik, Sayan" userId="2b51cadb-156e-4c9a-99fc-6d2138739850" providerId="ADAL" clId="{F84FF9A7-A6D1-9F48-9981-D5AAC95CF743}" dt="2023-09-06T20:52:54.622" v="623"/>
          <ac:inkMkLst>
            <pc:docMk/>
            <pc:sldMk cId="700105385" sldId="276"/>
            <ac:inkMk id="14" creationId="{5A66C7DE-0B20-1A12-C09C-3ACCE0E615E3}"/>
          </ac:inkMkLst>
        </pc:inkChg>
        <pc:inkChg chg="add del">
          <ac:chgData name="Bhowmik, Sayan" userId="2b51cadb-156e-4c9a-99fc-6d2138739850" providerId="ADAL" clId="{F84FF9A7-A6D1-9F48-9981-D5AAC95CF743}" dt="2023-09-06T20:52:54.622" v="623"/>
          <ac:inkMkLst>
            <pc:docMk/>
            <pc:sldMk cId="700105385" sldId="276"/>
            <ac:inkMk id="15" creationId="{4E8561DE-1D86-81DA-CACA-19B3ED010B49}"/>
          </ac:inkMkLst>
        </pc:inkChg>
        <pc:inkChg chg="add del">
          <ac:chgData name="Bhowmik, Sayan" userId="2b51cadb-156e-4c9a-99fc-6d2138739850" providerId="ADAL" clId="{F84FF9A7-A6D1-9F48-9981-D5AAC95CF743}" dt="2023-09-06T20:52:54.622" v="623"/>
          <ac:inkMkLst>
            <pc:docMk/>
            <pc:sldMk cId="700105385" sldId="276"/>
            <ac:inkMk id="16" creationId="{E0CAC91F-FC17-9106-A307-BF60EDC77122}"/>
          </ac:inkMkLst>
        </pc:inkChg>
        <pc:inkChg chg="add del">
          <ac:chgData name="Bhowmik, Sayan" userId="2b51cadb-156e-4c9a-99fc-6d2138739850" providerId="ADAL" clId="{F84FF9A7-A6D1-9F48-9981-D5AAC95CF743}" dt="2023-09-06T20:52:54.622" v="623"/>
          <ac:inkMkLst>
            <pc:docMk/>
            <pc:sldMk cId="700105385" sldId="276"/>
            <ac:inkMk id="18" creationId="{5FC1F8D4-9F3D-4713-421A-43A653AF4438}"/>
          </ac:inkMkLst>
        </pc:inkChg>
        <pc:inkChg chg="add del">
          <ac:chgData name="Bhowmik, Sayan" userId="2b51cadb-156e-4c9a-99fc-6d2138739850" providerId="ADAL" clId="{F84FF9A7-A6D1-9F48-9981-D5AAC95CF743}" dt="2023-09-06T20:52:54.622" v="623"/>
          <ac:inkMkLst>
            <pc:docMk/>
            <pc:sldMk cId="700105385" sldId="276"/>
            <ac:inkMk id="19" creationId="{135CDEFD-583D-3892-BC75-AFB3271FC5E1}"/>
          </ac:inkMkLst>
        </pc:inkChg>
        <pc:inkChg chg="add del">
          <ac:chgData name="Bhowmik, Sayan" userId="2b51cadb-156e-4c9a-99fc-6d2138739850" providerId="ADAL" clId="{F84FF9A7-A6D1-9F48-9981-D5AAC95CF743}" dt="2023-09-06T20:52:54.622" v="623"/>
          <ac:inkMkLst>
            <pc:docMk/>
            <pc:sldMk cId="700105385" sldId="276"/>
            <ac:inkMk id="20" creationId="{BC8EE065-5DE9-7721-22BA-C95853F7B9CC}"/>
          </ac:inkMkLst>
        </pc:inkChg>
        <pc:inkChg chg="add del">
          <ac:chgData name="Bhowmik, Sayan" userId="2b51cadb-156e-4c9a-99fc-6d2138739850" providerId="ADAL" clId="{F84FF9A7-A6D1-9F48-9981-D5AAC95CF743}" dt="2023-09-06T20:52:54.622" v="623"/>
          <ac:inkMkLst>
            <pc:docMk/>
            <pc:sldMk cId="700105385" sldId="276"/>
            <ac:inkMk id="21" creationId="{065C2947-6534-DC65-6D3D-29E1DF8EFA60}"/>
          </ac:inkMkLst>
        </pc:inkChg>
        <pc:inkChg chg="add del">
          <ac:chgData name="Bhowmik, Sayan" userId="2b51cadb-156e-4c9a-99fc-6d2138739850" providerId="ADAL" clId="{F84FF9A7-A6D1-9F48-9981-D5AAC95CF743}" dt="2023-09-06T20:52:54.622" v="623"/>
          <ac:inkMkLst>
            <pc:docMk/>
            <pc:sldMk cId="700105385" sldId="276"/>
            <ac:inkMk id="22" creationId="{91E40056-156A-3D47-0812-E799452112DA}"/>
          </ac:inkMkLst>
        </pc:inkChg>
        <pc:inkChg chg="add del">
          <ac:chgData name="Bhowmik, Sayan" userId="2b51cadb-156e-4c9a-99fc-6d2138739850" providerId="ADAL" clId="{F84FF9A7-A6D1-9F48-9981-D5AAC95CF743}" dt="2023-09-06T20:52:54.622" v="623"/>
          <ac:inkMkLst>
            <pc:docMk/>
            <pc:sldMk cId="700105385" sldId="276"/>
            <ac:inkMk id="23" creationId="{A827CDDA-F037-4DDF-8A2B-BBE5B79C2F95}"/>
          </ac:inkMkLst>
        </pc:inkChg>
        <pc:inkChg chg="add del">
          <ac:chgData name="Bhowmik, Sayan" userId="2b51cadb-156e-4c9a-99fc-6d2138739850" providerId="ADAL" clId="{F84FF9A7-A6D1-9F48-9981-D5AAC95CF743}" dt="2023-09-06T20:52:54.622" v="623"/>
          <ac:inkMkLst>
            <pc:docMk/>
            <pc:sldMk cId="700105385" sldId="276"/>
            <ac:inkMk id="24" creationId="{51788E43-8882-35D3-3BFC-1B0CCDC7693A}"/>
          </ac:inkMkLst>
        </pc:inkChg>
        <pc:inkChg chg="add reco">
          <ac:chgData name="Bhowmik, Sayan" userId="2b51cadb-156e-4c9a-99fc-6d2138739850" providerId="ADAL" clId="{F84FF9A7-A6D1-9F48-9981-D5AAC95CF743}" dt="2023-09-06T20:52:54.622" v="623"/>
          <ac:inkMkLst>
            <pc:docMk/>
            <pc:sldMk cId="700105385" sldId="276"/>
            <ac:inkMk id="25" creationId="{C7AD0B73-76A5-5751-BE3D-D2B7DAC320E5}"/>
          </ac:inkMkLst>
        </pc:inkChg>
        <pc:inkChg chg="add reco">
          <ac:chgData name="Bhowmik, Sayan" userId="2b51cadb-156e-4c9a-99fc-6d2138739850" providerId="ADAL" clId="{F84FF9A7-A6D1-9F48-9981-D5AAC95CF743}" dt="2023-09-06T20:52:54.622" v="623"/>
          <ac:inkMkLst>
            <pc:docMk/>
            <pc:sldMk cId="700105385" sldId="276"/>
            <ac:inkMk id="26" creationId="{87B79F5B-91BC-9644-F031-4DC36333FCA1}"/>
          </ac:inkMkLst>
        </pc:inkChg>
        <pc:inkChg chg="add">
          <ac:chgData name="Bhowmik, Sayan" userId="2b51cadb-156e-4c9a-99fc-6d2138739850" providerId="ADAL" clId="{F84FF9A7-A6D1-9F48-9981-D5AAC95CF743}" dt="2023-09-06T20:52:56.674" v="624"/>
          <ac:inkMkLst>
            <pc:docMk/>
            <pc:sldMk cId="700105385" sldId="276"/>
            <ac:inkMk id="27" creationId="{7D208406-2F47-EE89-C91A-BDC295389751}"/>
          </ac:inkMkLst>
        </pc:inkChg>
        <pc:inkChg chg="add">
          <ac:chgData name="Bhowmik, Sayan" userId="2b51cadb-156e-4c9a-99fc-6d2138739850" providerId="ADAL" clId="{F84FF9A7-A6D1-9F48-9981-D5AAC95CF743}" dt="2023-09-06T20:52:57.041" v="625"/>
          <ac:inkMkLst>
            <pc:docMk/>
            <pc:sldMk cId="700105385" sldId="276"/>
            <ac:inkMk id="28" creationId="{DB244E21-9A1E-46C6-BCDF-C2C8BC5936B8}"/>
          </ac:inkMkLst>
        </pc:inkChg>
        <pc:inkChg chg="add del">
          <ac:chgData name="Bhowmik, Sayan" userId="2b51cadb-156e-4c9a-99fc-6d2138739850" providerId="ADAL" clId="{F84FF9A7-A6D1-9F48-9981-D5AAC95CF743}" dt="2023-09-06T20:53:06.167" v="632"/>
          <ac:inkMkLst>
            <pc:docMk/>
            <pc:sldMk cId="700105385" sldId="276"/>
            <ac:inkMk id="29" creationId="{FA29EA25-A0AE-517B-82C3-6DE619F545DA}"/>
          </ac:inkMkLst>
        </pc:inkChg>
        <pc:inkChg chg="add del">
          <ac:chgData name="Bhowmik, Sayan" userId="2b51cadb-156e-4c9a-99fc-6d2138739850" providerId="ADAL" clId="{F84FF9A7-A6D1-9F48-9981-D5AAC95CF743}" dt="2023-09-06T20:53:06.167" v="632"/>
          <ac:inkMkLst>
            <pc:docMk/>
            <pc:sldMk cId="700105385" sldId="276"/>
            <ac:inkMk id="30" creationId="{7DEC00F1-CACA-009C-9814-A016372444F5}"/>
          </ac:inkMkLst>
        </pc:inkChg>
        <pc:inkChg chg="add del">
          <ac:chgData name="Bhowmik, Sayan" userId="2b51cadb-156e-4c9a-99fc-6d2138739850" providerId="ADAL" clId="{F84FF9A7-A6D1-9F48-9981-D5AAC95CF743}" dt="2023-09-06T20:53:06.167" v="632"/>
          <ac:inkMkLst>
            <pc:docMk/>
            <pc:sldMk cId="700105385" sldId="276"/>
            <ac:inkMk id="31" creationId="{C5F1671B-C3B6-E321-67B6-A874BF99A333}"/>
          </ac:inkMkLst>
        </pc:inkChg>
        <pc:inkChg chg="add del">
          <ac:chgData name="Bhowmik, Sayan" userId="2b51cadb-156e-4c9a-99fc-6d2138739850" providerId="ADAL" clId="{F84FF9A7-A6D1-9F48-9981-D5AAC95CF743}" dt="2023-09-06T20:53:06.167" v="632"/>
          <ac:inkMkLst>
            <pc:docMk/>
            <pc:sldMk cId="700105385" sldId="276"/>
            <ac:inkMk id="32" creationId="{8548EB33-6D6F-8855-B5C7-28643FE33886}"/>
          </ac:inkMkLst>
        </pc:inkChg>
        <pc:inkChg chg="add del">
          <ac:chgData name="Bhowmik, Sayan" userId="2b51cadb-156e-4c9a-99fc-6d2138739850" providerId="ADAL" clId="{F84FF9A7-A6D1-9F48-9981-D5AAC95CF743}" dt="2023-09-06T20:53:06.167" v="632"/>
          <ac:inkMkLst>
            <pc:docMk/>
            <pc:sldMk cId="700105385" sldId="276"/>
            <ac:inkMk id="33" creationId="{5034AE20-4C2B-9B7A-B813-E46D0E9DE2C1}"/>
          </ac:inkMkLst>
        </pc:inkChg>
        <pc:inkChg chg="add del">
          <ac:chgData name="Bhowmik, Sayan" userId="2b51cadb-156e-4c9a-99fc-6d2138739850" providerId="ADAL" clId="{F84FF9A7-A6D1-9F48-9981-D5AAC95CF743}" dt="2023-09-06T20:53:06.167" v="632"/>
          <ac:inkMkLst>
            <pc:docMk/>
            <pc:sldMk cId="700105385" sldId="276"/>
            <ac:inkMk id="34" creationId="{A121F5AC-7F9B-E9FA-BBAA-2E9117B2E995}"/>
          </ac:inkMkLst>
        </pc:inkChg>
        <pc:inkChg chg="add reco">
          <ac:chgData name="Bhowmik, Sayan" userId="2b51cadb-156e-4c9a-99fc-6d2138739850" providerId="ADAL" clId="{F84FF9A7-A6D1-9F48-9981-D5AAC95CF743}" dt="2023-09-06T20:53:06.167" v="632"/>
          <ac:inkMkLst>
            <pc:docMk/>
            <pc:sldMk cId="700105385" sldId="276"/>
            <ac:inkMk id="35" creationId="{22BA177B-232F-8D84-F921-05AFF49C53A6}"/>
          </ac:inkMkLst>
        </pc:inkChg>
        <pc:inkChg chg="add reco">
          <ac:chgData name="Bhowmik, Sayan" userId="2b51cadb-156e-4c9a-99fc-6d2138739850" providerId="ADAL" clId="{F84FF9A7-A6D1-9F48-9981-D5AAC95CF743}" dt="2023-09-06T20:53:06.167" v="632"/>
          <ac:inkMkLst>
            <pc:docMk/>
            <pc:sldMk cId="700105385" sldId="276"/>
            <ac:inkMk id="36" creationId="{9DC04AA2-D2CF-CCB5-3633-0224E63D1B2A}"/>
          </ac:inkMkLst>
        </pc:inkChg>
        <pc:inkChg chg="add del">
          <ac:chgData name="Bhowmik, Sayan" userId="2b51cadb-156e-4c9a-99fc-6d2138739850" providerId="ADAL" clId="{F84FF9A7-A6D1-9F48-9981-D5AAC95CF743}" dt="2023-09-06T20:54:13.201" v="636"/>
          <ac:inkMkLst>
            <pc:docMk/>
            <pc:sldMk cId="700105385" sldId="276"/>
            <ac:inkMk id="37" creationId="{CABDAB4B-D04F-A5BD-0B8A-5653D09FB789}"/>
          </ac:inkMkLst>
        </pc:inkChg>
        <pc:inkChg chg="add del">
          <ac:chgData name="Bhowmik, Sayan" userId="2b51cadb-156e-4c9a-99fc-6d2138739850" providerId="ADAL" clId="{F84FF9A7-A6D1-9F48-9981-D5AAC95CF743}" dt="2023-09-06T20:54:13.201" v="636"/>
          <ac:inkMkLst>
            <pc:docMk/>
            <pc:sldMk cId="700105385" sldId="276"/>
            <ac:inkMk id="38" creationId="{0D967B99-4692-A4FE-6D85-57B7134C5466}"/>
          </ac:inkMkLst>
        </pc:inkChg>
        <pc:inkChg chg="add del">
          <ac:chgData name="Bhowmik, Sayan" userId="2b51cadb-156e-4c9a-99fc-6d2138739850" providerId="ADAL" clId="{F84FF9A7-A6D1-9F48-9981-D5AAC95CF743}" dt="2023-09-06T20:54:13.201" v="636"/>
          <ac:inkMkLst>
            <pc:docMk/>
            <pc:sldMk cId="700105385" sldId="276"/>
            <ac:inkMk id="39" creationId="{9159CC85-CBA5-8E2D-38F0-3BB48572EEA4}"/>
          </ac:inkMkLst>
        </pc:inkChg>
        <pc:inkChg chg="add reco">
          <ac:chgData name="Bhowmik, Sayan" userId="2b51cadb-156e-4c9a-99fc-6d2138739850" providerId="ADAL" clId="{F84FF9A7-A6D1-9F48-9981-D5AAC95CF743}" dt="2023-09-06T20:54:13.201" v="636"/>
          <ac:inkMkLst>
            <pc:docMk/>
            <pc:sldMk cId="700105385" sldId="276"/>
            <ac:inkMk id="40" creationId="{6B3EF9D5-3037-7A01-9901-400494A0FC36}"/>
          </ac:inkMkLst>
        </pc:inkChg>
        <pc:inkChg chg="add">
          <ac:chgData name="Bhowmik, Sayan" userId="2b51cadb-156e-4c9a-99fc-6d2138739850" providerId="ADAL" clId="{F84FF9A7-A6D1-9F48-9981-D5AAC95CF743}" dt="2023-09-06T20:54:14.653" v="637"/>
          <ac:inkMkLst>
            <pc:docMk/>
            <pc:sldMk cId="700105385" sldId="276"/>
            <ac:inkMk id="41" creationId="{76213574-CED2-009F-5857-21F20DD37335}"/>
          </ac:inkMkLst>
        </pc:inkChg>
        <pc:inkChg chg="add">
          <ac:chgData name="Bhowmik, Sayan" userId="2b51cadb-156e-4c9a-99fc-6d2138739850" providerId="ADAL" clId="{F84FF9A7-A6D1-9F48-9981-D5AAC95CF743}" dt="2023-09-06T20:54:15.069" v="638"/>
          <ac:inkMkLst>
            <pc:docMk/>
            <pc:sldMk cId="700105385" sldId="276"/>
            <ac:inkMk id="42" creationId="{A8945E10-47FF-3063-2D9B-3897F8209F84}"/>
          </ac:inkMkLst>
        </pc:inkChg>
        <pc:inkChg chg="add del">
          <ac:chgData name="Bhowmik, Sayan" userId="2b51cadb-156e-4c9a-99fc-6d2138739850" providerId="ADAL" clId="{F84FF9A7-A6D1-9F48-9981-D5AAC95CF743}" dt="2023-09-06T20:54:24.036" v="651"/>
          <ac:inkMkLst>
            <pc:docMk/>
            <pc:sldMk cId="700105385" sldId="276"/>
            <ac:inkMk id="43" creationId="{7272CD22-5D1D-8C34-C33E-60FAE20131A1}"/>
          </ac:inkMkLst>
        </pc:inkChg>
        <pc:inkChg chg="add del">
          <ac:chgData name="Bhowmik, Sayan" userId="2b51cadb-156e-4c9a-99fc-6d2138739850" providerId="ADAL" clId="{F84FF9A7-A6D1-9F48-9981-D5AAC95CF743}" dt="2023-09-06T20:54:24.036" v="651"/>
          <ac:inkMkLst>
            <pc:docMk/>
            <pc:sldMk cId="700105385" sldId="276"/>
            <ac:inkMk id="44" creationId="{40260D6F-8254-74A4-58E9-7EFAC2B67B1C}"/>
          </ac:inkMkLst>
        </pc:inkChg>
        <pc:inkChg chg="add del">
          <ac:chgData name="Bhowmik, Sayan" userId="2b51cadb-156e-4c9a-99fc-6d2138739850" providerId="ADAL" clId="{F84FF9A7-A6D1-9F48-9981-D5AAC95CF743}" dt="2023-09-06T20:54:24.036" v="651"/>
          <ac:inkMkLst>
            <pc:docMk/>
            <pc:sldMk cId="700105385" sldId="276"/>
            <ac:inkMk id="45" creationId="{01663425-F3F5-44D2-80CA-4C74356A7B00}"/>
          </ac:inkMkLst>
        </pc:inkChg>
        <pc:inkChg chg="add del">
          <ac:chgData name="Bhowmik, Sayan" userId="2b51cadb-156e-4c9a-99fc-6d2138739850" providerId="ADAL" clId="{F84FF9A7-A6D1-9F48-9981-D5AAC95CF743}" dt="2023-09-06T20:54:24.036" v="651"/>
          <ac:inkMkLst>
            <pc:docMk/>
            <pc:sldMk cId="700105385" sldId="276"/>
            <ac:inkMk id="46" creationId="{E5DD1705-382D-2423-EBCA-07446E92FA23}"/>
          </ac:inkMkLst>
        </pc:inkChg>
        <pc:inkChg chg="add del">
          <ac:chgData name="Bhowmik, Sayan" userId="2b51cadb-156e-4c9a-99fc-6d2138739850" providerId="ADAL" clId="{F84FF9A7-A6D1-9F48-9981-D5AAC95CF743}" dt="2023-09-06T20:54:24.036" v="651"/>
          <ac:inkMkLst>
            <pc:docMk/>
            <pc:sldMk cId="700105385" sldId="276"/>
            <ac:inkMk id="47" creationId="{FC76634E-A6EF-C445-B908-92F83914538E}"/>
          </ac:inkMkLst>
        </pc:inkChg>
        <pc:inkChg chg="add del">
          <ac:chgData name="Bhowmik, Sayan" userId="2b51cadb-156e-4c9a-99fc-6d2138739850" providerId="ADAL" clId="{F84FF9A7-A6D1-9F48-9981-D5AAC95CF743}" dt="2023-09-06T20:54:24.036" v="651"/>
          <ac:inkMkLst>
            <pc:docMk/>
            <pc:sldMk cId="700105385" sldId="276"/>
            <ac:inkMk id="48" creationId="{3029AC12-FBB6-068C-0B2E-3C0A02F335FC}"/>
          </ac:inkMkLst>
        </pc:inkChg>
        <pc:inkChg chg="add del">
          <ac:chgData name="Bhowmik, Sayan" userId="2b51cadb-156e-4c9a-99fc-6d2138739850" providerId="ADAL" clId="{F84FF9A7-A6D1-9F48-9981-D5AAC95CF743}" dt="2023-09-06T20:54:24.036" v="651"/>
          <ac:inkMkLst>
            <pc:docMk/>
            <pc:sldMk cId="700105385" sldId="276"/>
            <ac:inkMk id="49" creationId="{C121C2A2-E25D-DE38-DD64-2E1DDADD5C5B}"/>
          </ac:inkMkLst>
        </pc:inkChg>
        <pc:inkChg chg="add del">
          <ac:chgData name="Bhowmik, Sayan" userId="2b51cadb-156e-4c9a-99fc-6d2138739850" providerId="ADAL" clId="{F84FF9A7-A6D1-9F48-9981-D5AAC95CF743}" dt="2023-09-06T20:54:24.036" v="651"/>
          <ac:inkMkLst>
            <pc:docMk/>
            <pc:sldMk cId="700105385" sldId="276"/>
            <ac:inkMk id="50" creationId="{8208B481-2B57-5863-4338-A242E9782E3E}"/>
          </ac:inkMkLst>
        </pc:inkChg>
        <pc:inkChg chg="add del">
          <ac:chgData name="Bhowmik, Sayan" userId="2b51cadb-156e-4c9a-99fc-6d2138739850" providerId="ADAL" clId="{F84FF9A7-A6D1-9F48-9981-D5AAC95CF743}" dt="2023-09-06T20:54:24.036" v="651"/>
          <ac:inkMkLst>
            <pc:docMk/>
            <pc:sldMk cId="700105385" sldId="276"/>
            <ac:inkMk id="51" creationId="{D709BCBE-B5B3-920D-C651-30C40A2251FA}"/>
          </ac:inkMkLst>
        </pc:inkChg>
        <pc:inkChg chg="add del">
          <ac:chgData name="Bhowmik, Sayan" userId="2b51cadb-156e-4c9a-99fc-6d2138739850" providerId="ADAL" clId="{F84FF9A7-A6D1-9F48-9981-D5AAC95CF743}" dt="2023-09-06T20:54:24.036" v="651"/>
          <ac:inkMkLst>
            <pc:docMk/>
            <pc:sldMk cId="700105385" sldId="276"/>
            <ac:inkMk id="52" creationId="{6583D312-3098-C7EA-9551-726FE61E69F8}"/>
          </ac:inkMkLst>
        </pc:inkChg>
        <pc:inkChg chg="add del">
          <ac:chgData name="Bhowmik, Sayan" userId="2b51cadb-156e-4c9a-99fc-6d2138739850" providerId="ADAL" clId="{F84FF9A7-A6D1-9F48-9981-D5AAC95CF743}" dt="2023-09-06T20:54:24.036" v="651"/>
          <ac:inkMkLst>
            <pc:docMk/>
            <pc:sldMk cId="700105385" sldId="276"/>
            <ac:inkMk id="53" creationId="{A609203C-DA24-A936-78C1-E97245937E9B}"/>
          </ac:inkMkLst>
        </pc:inkChg>
        <pc:inkChg chg="add del">
          <ac:chgData name="Bhowmik, Sayan" userId="2b51cadb-156e-4c9a-99fc-6d2138739850" providerId="ADAL" clId="{F84FF9A7-A6D1-9F48-9981-D5AAC95CF743}" dt="2023-09-06T20:54:24.036" v="651"/>
          <ac:inkMkLst>
            <pc:docMk/>
            <pc:sldMk cId="700105385" sldId="276"/>
            <ac:inkMk id="54" creationId="{F13EBFF0-7356-81D7-45DD-EFC0BDE59FD2}"/>
          </ac:inkMkLst>
        </pc:inkChg>
        <pc:inkChg chg="add reco">
          <ac:chgData name="Bhowmik, Sayan" userId="2b51cadb-156e-4c9a-99fc-6d2138739850" providerId="ADAL" clId="{F84FF9A7-A6D1-9F48-9981-D5AAC95CF743}" dt="2023-09-06T20:54:24.036" v="651"/>
          <ac:inkMkLst>
            <pc:docMk/>
            <pc:sldMk cId="700105385" sldId="276"/>
            <ac:inkMk id="55" creationId="{1FC2A5DA-30D0-E816-4AF4-2272933DF1A9}"/>
          </ac:inkMkLst>
        </pc:inkChg>
        <pc:inkChg chg="add del">
          <ac:chgData name="Bhowmik, Sayan" userId="2b51cadb-156e-4c9a-99fc-6d2138739850" providerId="ADAL" clId="{F84FF9A7-A6D1-9F48-9981-D5AAC95CF743}" dt="2023-09-06T20:54:32.837" v="656"/>
          <ac:inkMkLst>
            <pc:docMk/>
            <pc:sldMk cId="700105385" sldId="276"/>
            <ac:inkMk id="56" creationId="{0980BF05-92D7-2861-CB69-A26C47FFDAB9}"/>
          </ac:inkMkLst>
        </pc:inkChg>
        <pc:inkChg chg="add del">
          <ac:chgData name="Bhowmik, Sayan" userId="2b51cadb-156e-4c9a-99fc-6d2138739850" providerId="ADAL" clId="{F84FF9A7-A6D1-9F48-9981-D5AAC95CF743}" dt="2023-09-06T20:54:32.837" v="656"/>
          <ac:inkMkLst>
            <pc:docMk/>
            <pc:sldMk cId="700105385" sldId="276"/>
            <ac:inkMk id="57" creationId="{034ED7D3-EBD2-E3B5-0966-CE2DEF3CF23D}"/>
          </ac:inkMkLst>
        </pc:inkChg>
        <pc:inkChg chg="add del">
          <ac:chgData name="Bhowmik, Sayan" userId="2b51cadb-156e-4c9a-99fc-6d2138739850" providerId="ADAL" clId="{F84FF9A7-A6D1-9F48-9981-D5AAC95CF743}" dt="2023-09-06T20:54:32.837" v="656"/>
          <ac:inkMkLst>
            <pc:docMk/>
            <pc:sldMk cId="700105385" sldId="276"/>
            <ac:inkMk id="58" creationId="{B95592FD-2058-27EE-536B-D2CE97A02905}"/>
          </ac:inkMkLst>
        </pc:inkChg>
        <pc:inkChg chg="add del">
          <ac:chgData name="Bhowmik, Sayan" userId="2b51cadb-156e-4c9a-99fc-6d2138739850" providerId="ADAL" clId="{F84FF9A7-A6D1-9F48-9981-D5AAC95CF743}" dt="2023-09-06T20:54:32.837" v="656"/>
          <ac:inkMkLst>
            <pc:docMk/>
            <pc:sldMk cId="700105385" sldId="276"/>
            <ac:inkMk id="59" creationId="{91979131-CA0B-E313-52A6-5FF15CED9496}"/>
          </ac:inkMkLst>
        </pc:inkChg>
        <pc:inkChg chg="add reco">
          <ac:chgData name="Bhowmik, Sayan" userId="2b51cadb-156e-4c9a-99fc-6d2138739850" providerId="ADAL" clId="{F84FF9A7-A6D1-9F48-9981-D5AAC95CF743}" dt="2023-09-06T20:54:32.837" v="656"/>
          <ac:inkMkLst>
            <pc:docMk/>
            <pc:sldMk cId="700105385" sldId="276"/>
            <ac:inkMk id="60" creationId="{BC025D28-9B80-305F-7420-633A30DE9F4D}"/>
          </ac:inkMkLst>
        </pc:inkChg>
        <pc:inkChg chg="add del">
          <ac:chgData name="Bhowmik, Sayan" userId="2b51cadb-156e-4c9a-99fc-6d2138739850" providerId="ADAL" clId="{F84FF9A7-A6D1-9F48-9981-D5AAC95CF743}" dt="2023-09-06T20:54:36.565" v="663"/>
          <ac:inkMkLst>
            <pc:docMk/>
            <pc:sldMk cId="700105385" sldId="276"/>
            <ac:inkMk id="61" creationId="{66AFEE66-8F17-FB02-7244-61521EA35C04}"/>
          </ac:inkMkLst>
        </pc:inkChg>
        <pc:inkChg chg="add del">
          <ac:chgData name="Bhowmik, Sayan" userId="2b51cadb-156e-4c9a-99fc-6d2138739850" providerId="ADAL" clId="{F84FF9A7-A6D1-9F48-9981-D5AAC95CF743}" dt="2023-09-06T20:54:36.565" v="663"/>
          <ac:inkMkLst>
            <pc:docMk/>
            <pc:sldMk cId="700105385" sldId="276"/>
            <ac:inkMk id="62" creationId="{0E0E67BA-1B33-8304-DDCF-FEC823813058}"/>
          </ac:inkMkLst>
        </pc:inkChg>
        <pc:inkChg chg="add del">
          <ac:chgData name="Bhowmik, Sayan" userId="2b51cadb-156e-4c9a-99fc-6d2138739850" providerId="ADAL" clId="{F84FF9A7-A6D1-9F48-9981-D5AAC95CF743}" dt="2023-09-06T20:54:36.565" v="663"/>
          <ac:inkMkLst>
            <pc:docMk/>
            <pc:sldMk cId="700105385" sldId="276"/>
            <ac:inkMk id="63" creationId="{50DBD740-DE15-2567-7894-129D6281B815}"/>
          </ac:inkMkLst>
        </pc:inkChg>
        <pc:inkChg chg="add del">
          <ac:chgData name="Bhowmik, Sayan" userId="2b51cadb-156e-4c9a-99fc-6d2138739850" providerId="ADAL" clId="{F84FF9A7-A6D1-9F48-9981-D5AAC95CF743}" dt="2023-09-06T20:54:36.565" v="663"/>
          <ac:inkMkLst>
            <pc:docMk/>
            <pc:sldMk cId="700105385" sldId="276"/>
            <ac:inkMk id="64" creationId="{644DC778-ADF4-DCB4-5058-DB67FDE7403F}"/>
          </ac:inkMkLst>
        </pc:inkChg>
        <pc:inkChg chg="add del">
          <ac:chgData name="Bhowmik, Sayan" userId="2b51cadb-156e-4c9a-99fc-6d2138739850" providerId="ADAL" clId="{F84FF9A7-A6D1-9F48-9981-D5AAC95CF743}" dt="2023-09-06T20:54:36.565" v="663"/>
          <ac:inkMkLst>
            <pc:docMk/>
            <pc:sldMk cId="700105385" sldId="276"/>
            <ac:inkMk id="65" creationId="{BADA95DB-01AA-A59B-A8A1-866E4D27FB70}"/>
          </ac:inkMkLst>
        </pc:inkChg>
        <pc:inkChg chg="add del">
          <ac:chgData name="Bhowmik, Sayan" userId="2b51cadb-156e-4c9a-99fc-6d2138739850" providerId="ADAL" clId="{F84FF9A7-A6D1-9F48-9981-D5AAC95CF743}" dt="2023-09-06T20:54:36.565" v="663"/>
          <ac:inkMkLst>
            <pc:docMk/>
            <pc:sldMk cId="700105385" sldId="276"/>
            <ac:inkMk id="66" creationId="{B297268A-A944-988C-1097-FE137BCEC9AB}"/>
          </ac:inkMkLst>
        </pc:inkChg>
        <pc:inkChg chg="add reco">
          <ac:chgData name="Bhowmik, Sayan" userId="2b51cadb-156e-4c9a-99fc-6d2138739850" providerId="ADAL" clId="{F84FF9A7-A6D1-9F48-9981-D5AAC95CF743}" dt="2023-09-06T20:54:36.565" v="663"/>
          <ac:inkMkLst>
            <pc:docMk/>
            <pc:sldMk cId="700105385" sldId="276"/>
            <ac:inkMk id="67" creationId="{1E11E467-B93D-7257-A4BB-6036E6741C04}"/>
          </ac:inkMkLst>
        </pc:inkChg>
        <pc:inkChg chg="add reco">
          <ac:chgData name="Bhowmik, Sayan" userId="2b51cadb-156e-4c9a-99fc-6d2138739850" providerId="ADAL" clId="{F84FF9A7-A6D1-9F48-9981-D5AAC95CF743}" dt="2023-09-06T20:54:36.565" v="663"/>
          <ac:inkMkLst>
            <pc:docMk/>
            <pc:sldMk cId="700105385" sldId="276"/>
            <ac:inkMk id="68" creationId="{58BD8357-A91C-374D-A05B-B37117C32440}"/>
          </ac:inkMkLst>
        </pc:inkChg>
        <pc:inkChg chg="add del">
          <ac:chgData name="Bhowmik, Sayan" userId="2b51cadb-156e-4c9a-99fc-6d2138739850" providerId="ADAL" clId="{F84FF9A7-A6D1-9F48-9981-D5AAC95CF743}" dt="2023-09-06T20:54:41.553" v="669"/>
          <ac:inkMkLst>
            <pc:docMk/>
            <pc:sldMk cId="700105385" sldId="276"/>
            <ac:inkMk id="69" creationId="{03676FCF-993E-62CC-9481-F24A3F1B2AF8}"/>
          </ac:inkMkLst>
        </pc:inkChg>
        <pc:inkChg chg="add del">
          <ac:chgData name="Bhowmik, Sayan" userId="2b51cadb-156e-4c9a-99fc-6d2138739850" providerId="ADAL" clId="{F84FF9A7-A6D1-9F48-9981-D5AAC95CF743}" dt="2023-09-06T20:54:41.553" v="669"/>
          <ac:inkMkLst>
            <pc:docMk/>
            <pc:sldMk cId="700105385" sldId="276"/>
            <ac:inkMk id="70" creationId="{1AEB049C-E41C-B19B-1D02-6A5229FFB78F}"/>
          </ac:inkMkLst>
        </pc:inkChg>
        <pc:inkChg chg="add del">
          <ac:chgData name="Bhowmik, Sayan" userId="2b51cadb-156e-4c9a-99fc-6d2138739850" providerId="ADAL" clId="{F84FF9A7-A6D1-9F48-9981-D5AAC95CF743}" dt="2023-09-06T20:54:41.553" v="669"/>
          <ac:inkMkLst>
            <pc:docMk/>
            <pc:sldMk cId="700105385" sldId="276"/>
            <ac:inkMk id="71" creationId="{22F3496F-0495-2DCC-DC2C-D985602E2EEA}"/>
          </ac:inkMkLst>
        </pc:inkChg>
        <pc:inkChg chg="add del">
          <ac:chgData name="Bhowmik, Sayan" userId="2b51cadb-156e-4c9a-99fc-6d2138739850" providerId="ADAL" clId="{F84FF9A7-A6D1-9F48-9981-D5AAC95CF743}" dt="2023-09-06T20:54:41.553" v="669"/>
          <ac:inkMkLst>
            <pc:docMk/>
            <pc:sldMk cId="700105385" sldId="276"/>
            <ac:inkMk id="72" creationId="{1A671DA9-F498-6BF8-8C02-7713F77FAB51}"/>
          </ac:inkMkLst>
        </pc:inkChg>
        <pc:inkChg chg="add del">
          <ac:chgData name="Bhowmik, Sayan" userId="2b51cadb-156e-4c9a-99fc-6d2138739850" providerId="ADAL" clId="{F84FF9A7-A6D1-9F48-9981-D5AAC95CF743}" dt="2023-09-06T20:54:41.553" v="669"/>
          <ac:inkMkLst>
            <pc:docMk/>
            <pc:sldMk cId="700105385" sldId="276"/>
            <ac:inkMk id="73" creationId="{58C87D6E-FBF3-8381-4B2E-84CCDD10C54F}"/>
          </ac:inkMkLst>
        </pc:inkChg>
        <pc:inkChg chg="add reco">
          <ac:chgData name="Bhowmik, Sayan" userId="2b51cadb-156e-4c9a-99fc-6d2138739850" providerId="ADAL" clId="{F84FF9A7-A6D1-9F48-9981-D5AAC95CF743}" dt="2023-09-06T20:54:41.553" v="669"/>
          <ac:inkMkLst>
            <pc:docMk/>
            <pc:sldMk cId="700105385" sldId="276"/>
            <ac:inkMk id="74" creationId="{F7D2FEA6-BC64-53DB-BF62-5A20D7A80F4C}"/>
          </ac:inkMkLst>
        </pc:inkChg>
        <pc:inkChg chg="add del">
          <ac:chgData name="Bhowmik, Sayan" userId="2b51cadb-156e-4c9a-99fc-6d2138739850" providerId="ADAL" clId="{F84FF9A7-A6D1-9F48-9981-D5AAC95CF743}" dt="2023-09-06T20:54:46.579" v="672"/>
          <ac:inkMkLst>
            <pc:docMk/>
            <pc:sldMk cId="700105385" sldId="276"/>
            <ac:inkMk id="75" creationId="{8A675029-902B-056B-17E1-24C3C575E447}"/>
          </ac:inkMkLst>
        </pc:inkChg>
        <pc:inkChg chg="add del">
          <ac:chgData name="Bhowmik, Sayan" userId="2b51cadb-156e-4c9a-99fc-6d2138739850" providerId="ADAL" clId="{F84FF9A7-A6D1-9F48-9981-D5AAC95CF743}" dt="2023-09-06T20:54:46.579" v="672"/>
          <ac:inkMkLst>
            <pc:docMk/>
            <pc:sldMk cId="700105385" sldId="276"/>
            <ac:inkMk id="76" creationId="{5742F999-4066-84EF-8A6D-011D904BFEDB}"/>
          </ac:inkMkLst>
        </pc:inkChg>
        <pc:inkChg chg="add del reco">
          <ac:chgData name="Bhowmik, Sayan" userId="2b51cadb-156e-4c9a-99fc-6d2138739850" providerId="ADAL" clId="{F84FF9A7-A6D1-9F48-9981-D5AAC95CF743}" dt="2023-09-06T20:55:06.733" v="688"/>
          <ac:inkMkLst>
            <pc:docMk/>
            <pc:sldMk cId="700105385" sldId="276"/>
            <ac:inkMk id="77" creationId="{1ECF95C7-F671-BA57-3BC7-6E89039CD836}"/>
          </ac:inkMkLst>
        </pc:inkChg>
        <pc:inkChg chg="add del">
          <ac:chgData name="Bhowmik, Sayan" userId="2b51cadb-156e-4c9a-99fc-6d2138739850" providerId="ADAL" clId="{F84FF9A7-A6D1-9F48-9981-D5AAC95CF743}" dt="2023-09-06T20:54:51.701" v="680"/>
          <ac:inkMkLst>
            <pc:docMk/>
            <pc:sldMk cId="700105385" sldId="276"/>
            <ac:inkMk id="78" creationId="{2778D820-AC52-B590-3910-F79818CBBFDF}"/>
          </ac:inkMkLst>
        </pc:inkChg>
        <pc:inkChg chg="add del">
          <ac:chgData name="Bhowmik, Sayan" userId="2b51cadb-156e-4c9a-99fc-6d2138739850" providerId="ADAL" clId="{F84FF9A7-A6D1-9F48-9981-D5AAC95CF743}" dt="2023-09-06T20:54:51.701" v="680"/>
          <ac:inkMkLst>
            <pc:docMk/>
            <pc:sldMk cId="700105385" sldId="276"/>
            <ac:inkMk id="79" creationId="{C3BD3EDA-064C-2665-B29A-F9AB2DEB0CD8}"/>
          </ac:inkMkLst>
        </pc:inkChg>
        <pc:inkChg chg="add del">
          <ac:chgData name="Bhowmik, Sayan" userId="2b51cadb-156e-4c9a-99fc-6d2138739850" providerId="ADAL" clId="{F84FF9A7-A6D1-9F48-9981-D5AAC95CF743}" dt="2023-09-06T20:54:51.701" v="680"/>
          <ac:inkMkLst>
            <pc:docMk/>
            <pc:sldMk cId="700105385" sldId="276"/>
            <ac:inkMk id="80" creationId="{920A6997-E023-44CE-5236-A8E7CB9EC34D}"/>
          </ac:inkMkLst>
        </pc:inkChg>
        <pc:inkChg chg="add del">
          <ac:chgData name="Bhowmik, Sayan" userId="2b51cadb-156e-4c9a-99fc-6d2138739850" providerId="ADAL" clId="{F84FF9A7-A6D1-9F48-9981-D5AAC95CF743}" dt="2023-09-06T20:54:51.701" v="680"/>
          <ac:inkMkLst>
            <pc:docMk/>
            <pc:sldMk cId="700105385" sldId="276"/>
            <ac:inkMk id="81" creationId="{43EAEFDF-1934-E51A-3795-5579F105394B}"/>
          </ac:inkMkLst>
        </pc:inkChg>
        <pc:inkChg chg="add del">
          <ac:chgData name="Bhowmik, Sayan" userId="2b51cadb-156e-4c9a-99fc-6d2138739850" providerId="ADAL" clId="{F84FF9A7-A6D1-9F48-9981-D5AAC95CF743}" dt="2023-09-06T20:54:51.701" v="680"/>
          <ac:inkMkLst>
            <pc:docMk/>
            <pc:sldMk cId="700105385" sldId="276"/>
            <ac:inkMk id="82" creationId="{3F12E44E-E4D1-349C-B0E4-FA3196D0F15D}"/>
          </ac:inkMkLst>
        </pc:inkChg>
        <pc:inkChg chg="add del">
          <ac:chgData name="Bhowmik, Sayan" userId="2b51cadb-156e-4c9a-99fc-6d2138739850" providerId="ADAL" clId="{F84FF9A7-A6D1-9F48-9981-D5AAC95CF743}" dt="2023-09-06T20:54:51.701" v="680"/>
          <ac:inkMkLst>
            <pc:docMk/>
            <pc:sldMk cId="700105385" sldId="276"/>
            <ac:inkMk id="83" creationId="{5BADD270-5C96-1508-A387-516C45E55057}"/>
          </ac:inkMkLst>
        </pc:inkChg>
        <pc:inkChg chg="add del">
          <ac:chgData name="Bhowmik, Sayan" userId="2b51cadb-156e-4c9a-99fc-6d2138739850" providerId="ADAL" clId="{F84FF9A7-A6D1-9F48-9981-D5AAC95CF743}" dt="2023-09-06T20:54:51.701" v="680"/>
          <ac:inkMkLst>
            <pc:docMk/>
            <pc:sldMk cId="700105385" sldId="276"/>
            <ac:inkMk id="84" creationId="{0A93466B-A403-CDE7-374F-D435B3A1F57F}"/>
          </ac:inkMkLst>
        </pc:inkChg>
        <pc:inkChg chg="add reco">
          <ac:chgData name="Bhowmik, Sayan" userId="2b51cadb-156e-4c9a-99fc-6d2138739850" providerId="ADAL" clId="{F84FF9A7-A6D1-9F48-9981-D5AAC95CF743}" dt="2023-09-06T20:54:51.701" v="680"/>
          <ac:inkMkLst>
            <pc:docMk/>
            <pc:sldMk cId="700105385" sldId="276"/>
            <ac:inkMk id="85" creationId="{EA33DF4E-3C7B-E6E4-C9B8-1069C835ABE6}"/>
          </ac:inkMkLst>
        </pc:inkChg>
        <pc:inkChg chg="add del">
          <ac:chgData name="Bhowmik, Sayan" userId="2b51cadb-156e-4c9a-99fc-6d2138739850" providerId="ADAL" clId="{F84FF9A7-A6D1-9F48-9981-D5AAC95CF743}" dt="2023-09-06T20:54:56.099" v="685"/>
          <ac:inkMkLst>
            <pc:docMk/>
            <pc:sldMk cId="700105385" sldId="276"/>
            <ac:inkMk id="86" creationId="{8BEA0AE8-885F-C048-1E22-50F35F41A648}"/>
          </ac:inkMkLst>
        </pc:inkChg>
        <pc:inkChg chg="add del">
          <ac:chgData name="Bhowmik, Sayan" userId="2b51cadb-156e-4c9a-99fc-6d2138739850" providerId="ADAL" clId="{F84FF9A7-A6D1-9F48-9981-D5AAC95CF743}" dt="2023-09-06T20:54:56.099" v="685"/>
          <ac:inkMkLst>
            <pc:docMk/>
            <pc:sldMk cId="700105385" sldId="276"/>
            <ac:inkMk id="87" creationId="{546EB727-977E-751D-9274-92FD907DCADE}"/>
          </ac:inkMkLst>
        </pc:inkChg>
        <pc:inkChg chg="add">
          <ac:chgData name="Bhowmik, Sayan" userId="2b51cadb-156e-4c9a-99fc-6d2138739850" providerId="ADAL" clId="{F84FF9A7-A6D1-9F48-9981-D5AAC95CF743}" dt="2023-09-06T20:54:55.165" v="683"/>
          <ac:inkMkLst>
            <pc:docMk/>
            <pc:sldMk cId="700105385" sldId="276"/>
            <ac:inkMk id="88" creationId="{66992B6A-1E9A-4A90-041A-16806BA3A01B}"/>
          </ac:inkMkLst>
        </pc:inkChg>
        <pc:inkChg chg="add">
          <ac:chgData name="Bhowmik, Sayan" userId="2b51cadb-156e-4c9a-99fc-6d2138739850" providerId="ADAL" clId="{F84FF9A7-A6D1-9F48-9981-D5AAC95CF743}" dt="2023-09-06T20:54:55.348" v="684"/>
          <ac:inkMkLst>
            <pc:docMk/>
            <pc:sldMk cId="700105385" sldId="276"/>
            <ac:inkMk id="89" creationId="{75C5913A-25B4-E122-88FD-440B00FFE55A}"/>
          </ac:inkMkLst>
        </pc:inkChg>
        <pc:inkChg chg="add reco">
          <ac:chgData name="Bhowmik, Sayan" userId="2b51cadb-156e-4c9a-99fc-6d2138739850" providerId="ADAL" clId="{F84FF9A7-A6D1-9F48-9981-D5AAC95CF743}" dt="2023-09-06T20:54:56.099" v="685"/>
          <ac:inkMkLst>
            <pc:docMk/>
            <pc:sldMk cId="700105385" sldId="276"/>
            <ac:inkMk id="90" creationId="{88D17183-F1C2-B95B-9EF6-B1AA7DC70EBD}"/>
          </ac:inkMkLst>
        </pc:inkChg>
        <pc:inkChg chg="add del">
          <ac:chgData name="Bhowmik, Sayan" userId="2b51cadb-156e-4c9a-99fc-6d2138739850" providerId="ADAL" clId="{F84FF9A7-A6D1-9F48-9981-D5AAC95CF743}" dt="2023-09-06T20:55:04.930" v="687"/>
          <ac:inkMkLst>
            <pc:docMk/>
            <pc:sldMk cId="700105385" sldId="276"/>
            <ac:inkMk id="91" creationId="{274B60E3-7EA3-09EC-C4FC-10A5098CA045}"/>
          </ac:inkMkLst>
        </pc:inkChg>
        <pc:inkChg chg="add del">
          <ac:chgData name="Bhowmik, Sayan" userId="2b51cadb-156e-4c9a-99fc-6d2138739850" providerId="ADAL" clId="{F84FF9A7-A6D1-9F48-9981-D5AAC95CF743}" dt="2023-09-06T20:55:11.046" v="692"/>
          <ac:inkMkLst>
            <pc:docMk/>
            <pc:sldMk cId="700105385" sldId="276"/>
            <ac:inkMk id="92" creationId="{FF61B6F2-AA01-EDF6-8D6B-E4847C387E64}"/>
          </ac:inkMkLst>
        </pc:inkChg>
        <pc:inkChg chg="add del">
          <ac:chgData name="Bhowmik, Sayan" userId="2b51cadb-156e-4c9a-99fc-6d2138739850" providerId="ADAL" clId="{F84FF9A7-A6D1-9F48-9981-D5AAC95CF743}" dt="2023-09-06T20:55:11.046" v="692"/>
          <ac:inkMkLst>
            <pc:docMk/>
            <pc:sldMk cId="700105385" sldId="276"/>
            <ac:inkMk id="93" creationId="{7D07EF56-4E5C-E6DC-397D-51272FCD48F8}"/>
          </ac:inkMkLst>
        </pc:inkChg>
        <pc:inkChg chg="add del">
          <ac:chgData name="Bhowmik, Sayan" userId="2b51cadb-156e-4c9a-99fc-6d2138739850" providerId="ADAL" clId="{F84FF9A7-A6D1-9F48-9981-D5AAC95CF743}" dt="2023-09-06T20:55:11.046" v="692"/>
          <ac:inkMkLst>
            <pc:docMk/>
            <pc:sldMk cId="700105385" sldId="276"/>
            <ac:inkMk id="94" creationId="{C75B5BE1-74A5-B5A7-F72B-D06D7F21CD8C}"/>
          </ac:inkMkLst>
        </pc:inkChg>
        <pc:inkChg chg="add reco">
          <ac:chgData name="Bhowmik, Sayan" userId="2b51cadb-156e-4c9a-99fc-6d2138739850" providerId="ADAL" clId="{F84FF9A7-A6D1-9F48-9981-D5AAC95CF743}" dt="2023-09-06T20:55:11.046" v="692"/>
          <ac:inkMkLst>
            <pc:docMk/>
            <pc:sldMk cId="700105385" sldId="276"/>
            <ac:inkMk id="95" creationId="{8F7A7FF3-6C6D-5775-7E74-8F556188C30B}"/>
          </ac:inkMkLst>
        </pc:inkChg>
        <pc:inkChg chg="add del">
          <ac:chgData name="Bhowmik, Sayan" userId="2b51cadb-156e-4c9a-99fc-6d2138739850" providerId="ADAL" clId="{F84FF9A7-A6D1-9F48-9981-D5AAC95CF743}" dt="2023-09-06T20:55:20.124" v="707"/>
          <ac:inkMkLst>
            <pc:docMk/>
            <pc:sldMk cId="700105385" sldId="276"/>
            <ac:inkMk id="96" creationId="{376FD83D-C484-B8B6-8D99-679092DDA9A3}"/>
          </ac:inkMkLst>
        </pc:inkChg>
        <pc:inkChg chg="add del">
          <ac:chgData name="Bhowmik, Sayan" userId="2b51cadb-156e-4c9a-99fc-6d2138739850" providerId="ADAL" clId="{F84FF9A7-A6D1-9F48-9981-D5AAC95CF743}" dt="2023-09-06T20:55:20.124" v="707"/>
          <ac:inkMkLst>
            <pc:docMk/>
            <pc:sldMk cId="700105385" sldId="276"/>
            <ac:inkMk id="97" creationId="{24718A46-EBAB-7CB2-8B22-7ACF7F81883F}"/>
          </ac:inkMkLst>
        </pc:inkChg>
        <pc:inkChg chg="add del">
          <ac:chgData name="Bhowmik, Sayan" userId="2b51cadb-156e-4c9a-99fc-6d2138739850" providerId="ADAL" clId="{F84FF9A7-A6D1-9F48-9981-D5AAC95CF743}" dt="2023-09-06T20:55:20.124" v="707"/>
          <ac:inkMkLst>
            <pc:docMk/>
            <pc:sldMk cId="700105385" sldId="276"/>
            <ac:inkMk id="98" creationId="{7DCAB6B1-D527-F479-C9B7-65D2FD3B8AC7}"/>
          </ac:inkMkLst>
        </pc:inkChg>
        <pc:inkChg chg="add del">
          <ac:chgData name="Bhowmik, Sayan" userId="2b51cadb-156e-4c9a-99fc-6d2138739850" providerId="ADAL" clId="{F84FF9A7-A6D1-9F48-9981-D5AAC95CF743}" dt="2023-09-06T20:55:20.124" v="707"/>
          <ac:inkMkLst>
            <pc:docMk/>
            <pc:sldMk cId="700105385" sldId="276"/>
            <ac:inkMk id="99" creationId="{A7BBEA0A-A484-EA59-C4BE-D3A35649D575}"/>
          </ac:inkMkLst>
        </pc:inkChg>
        <pc:inkChg chg="add del">
          <ac:chgData name="Bhowmik, Sayan" userId="2b51cadb-156e-4c9a-99fc-6d2138739850" providerId="ADAL" clId="{F84FF9A7-A6D1-9F48-9981-D5AAC95CF743}" dt="2023-09-06T20:55:20.124" v="707"/>
          <ac:inkMkLst>
            <pc:docMk/>
            <pc:sldMk cId="700105385" sldId="276"/>
            <ac:inkMk id="100" creationId="{127CD23F-842F-CBBF-FF9C-E2D7FC9E3132}"/>
          </ac:inkMkLst>
        </pc:inkChg>
        <pc:inkChg chg="add del">
          <ac:chgData name="Bhowmik, Sayan" userId="2b51cadb-156e-4c9a-99fc-6d2138739850" providerId="ADAL" clId="{F84FF9A7-A6D1-9F48-9981-D5AAC95CF743}" dt="2023-09-06T20:55:20.124" v="707"/>
          <ac:inkMkLst>
            <pc:docMk/>
            <pc:sldMk cId="700105385" sldId="276"/>
            <ac:inkMk id="101" creationId="{536AB74B-4CA4-7CD2-C8C6-24FE9F898B35}"/>
          </ac:inkMkLst>
        </pc:inkChg>
        <pc:inkChg chg="add del">
          <ac:chgData name="Bhowmik, Sayan" userId="2b51cadb-156e-4c9a-99fc-6d2138739850" providerId="ADAL" clId="{F84FF9A7-A6D1-9F48-9981-D5AAC95CF743}" dt="2023-09-06T20:55:20.124" v="707"/>
          <ac:inkMkLst>
            <pc:docMk/>
            <pc:sldMk cId="700105385" sldId="276"/>
            <ac:inkMk id="102" creationId="{4AC981F1-199A-5EFA-C12E-967CB66441F1}"/>
          </ac:inkMkLst>
        </pc:inkChg>
        <pc:inkChg chg="add del">
          <ac:chgData name="Bhowmik, Sayan" userId="2b51cadb-156e-4c9a-99fc-6d2138739850" providerId="ADAL" clId="{F84FF9A7-A6D1-9F48-9981-D5AAC95CF743}" dt="2023-09-06T20:55:20.124" v="707"/>
          <ac:inkMkLst>
            <pc:docMk/>
            <pc:sldMk cId="700105385" sldId="276"/>
            <ac:inkMk id="103" creationId="{4D22D678-C479-A929-501D-D3187D22DA56}"/>
          </ac:inkMkLst>
        </pc:inkChg>
        <pc:inkChg chg="add del">
          <ac:chgData name="Bhowmik, Sayan" userId="2b51cadb-156e-4c9a-99fc-6d2138739850" providerId="ADAL" clId="{F84FF9A7-A6D1-9F48-9981-D5AAC95CF743}" dt="2023-09-06T20:55:20.124" v="707"/>
          <ac:inkMkLst>
            <pc:docMk/>
            <pc:sldMk cId="700105385" sldId="276"/>
            <ac:inkMk id="104" creationId="{11B92C9D-9796-8DE6-718D-8A4A839EBB16}"/>
          </ac:inkMkLst>
        </pc:inkChg>
        <pc:inkChg chg="add del">
          <ac:chgData name="Bhowmik, Sayan" userId="2b51cadb-156e-4c9a-99fc-6d2138739850" providerId="ADAL" clId="{F84FF9A7-A6D1-9F48-9981-D5AAC95CF743}" dt="2023-09-06T20:55:20.124" v="707"/>
          <ac:inkMkLst>
            <pc:docMk/>
            <pc:sldMk cId="700105385" sldId="276"/>
            <ac:inkMk id="105" creationId="{F8D8AE9C-18C6-6B36-30AD-CCB5A29A1C35}"/>
          </ac:inkMkLst>
        </pc:inkChg>
        <pc:inkChg chg="add del">
          <ac:chgData name="Bhowmik, Sayan" userId="2b51cadb-156e-4c9a-99fc-6d2138739850" providerId="ADAL" clId="{F84FF9A7-A6D1-9F48-9981-D5AAC95CF743}" dt="2023-09-06T20:55:20.124" v="707"/>
          <ac:inkMkLst>
            <pc:docMk/>
            <pc:sldMk cId="700105385" sldId="276"/>
            <ac:inkMk id="106" creationId="{C378CC71-C231-6313-8657-18EBD039464F}"/>
          </ac:inkMkLst>
        </pc:inkChg>
        <pc:inkChg chg="add del">
          <ac:chgData name="Bhowmik, Sayan" userId="2b51cadb-156e-4c9a-99fc-6d2138739850" providerId="ADAL" clId="{F84FF9A7-A6D1-9F48-9981-D5AAC95CF743}" dt="2023-09-06T20:55:20.124" v="707"/>
          <ac:inkMkLst>
            <pc:docMk/>
            <pc:sldMk cId="700105385" sldId="276"/>
            <ac:inkMk id="107" creationId="{559E7DF7-5B55-BC86-7F23-028CE3C26681}"/>
          </ac:inkMkLst>
        </pc:inkChg>
        <pc:inkChg chg="add del">
          <ac:chgData name="Bhowmik, Sayan" userId="2b51cadb-156e-4c9a-99fc-6d2138739850" providerId="ADAL" clId="{F84FF9A7-A6D1-9F48-9981-D5AAC95CF743}" dt="2023-09-06T20:55:20.124" v="707"/>
          <ac:inkMkLst>
            <pc:docMk/>
            <pc:sldMk cId="700105385" sldId="276"/>
            <ac:inkMk id="108" creationId="{78973AE2-5D0D-DEE0-263E-08140619F712}"/>
          </ac:inkMkLst>
        </pc:inkChg>
        <pc:inkChg chg="add del">
          <ac:chgData name="Bhowmik, Sayan" userId="2b51cadb-156e-4c9a-99fc-6d2138739850" providerId="ADAL" clId="{F84FF9A7-A6D1-9F48-9981-D5AAC95CF743}" dt="2023-09-06T20:55:20.124" v="707"/>
          <ac:inkMkLst>
            <pc:docMk/>
            <pc:sldMk cId="700105385" sldId="276"/>
            <ac:inkMk id="109" creationId="{CF13BAF8-284B-FAC3-03E7-CD8F42B0CD8E}"/>
          </ac:inkMkLst>
        </pc:inkChg>
        <pc:inkChg chg="add reco">
          <ac:chgData name="Bhowmik, Sayan" userId="2b51cadb-156e-4c9a-99fc-6d2138739850" providerId="ADAL" clId="{F84FF9A7-A6D1-9F48-9981-D5AAC95CF743}" dt="2023-09-06T20:55:20.124" v="707"/>
          <ac:inkMkLst>
            <pc:docMk/>
            <pc:sldMk cId="700105385" sldId="276"/>
            <ac:inkMk id="110" creationId="{7BA52F78-C907-FF82-D8C4-FE0A3FF33643}"/>
          </ac:inkMkLst>
        </pc:inkChg>
        <pc:inkChg chg="add reco">
          <ac:chgData name="Bhowmik, Sayan" userId="2b51cadb-156e-4c9a-99fc-6d2138739850" providerId="ADAL" clId="{F84FF9A7-A6D1-9F48-9981-D5AAC95CF743}" dt="2023-09-06T20:55:20.124" v="707"/>
          <ac:inkMkLst>
            <pc:docMk/>
            <pc:sldMk cId="700105385" sldId="276"/>
            <ac:inkMk id="111" creationId="{79B181DB-B340-A506-EE18-B5AABA6C6B5D}"/>
          </ac:inkMkLst>
        </pc:inkChg>
        <pc:inkChg chg="add del">
          <ac:chgData name="Bhowmik, Sayan" userId="2b51cadb-156e-4c9a-99fc-6d2138739850" providerId="ADAL" clId="{F84FF9A7-A6D1-9F48-9981-D5AAC95CF743}" dt="2023-09-06T20:55:24.269" v="714"/>
          <ac:inkMkLst>
            <pc:docMk/>
            <pc:sldMk cId="700105385" sldId="276"/>
            <ac:inkMk id="112" creationId="{EF1DA5B6-F8ED-5CB5-83FE-4205993A42C9}"/>
          </ac:inkMkLst>
        </pc:inkChg>
        <pc:inkChg chg="add del">
          <ac:chgData name="Bhowmik, Sayan" userId="2b51cadb-156e-4c9a-99fc-6d2138739850" providerId="ADAL" clId="{F84FF9A7-A6D1-9F48-9981-D5AAC95CF743}" dt="2023-09-06T20:55:24.269" v="714"/>
          <ac:inkMkLst>
            <pc:docMk/>
            <pc:sldMk cId="700105385" sldId="276"/>
            <ac:inkMk id="113" creationId="{C6DFE4EB-04A9-CB33-3796-4E01B318A1CE}"/>
          </ac:inkMkLst>
        </pc:inkChg>
        <pc:inkChg chg="add del">
          <ac:chgData name="Bhowmik, Sayan" userId="2b51cadb-156e-4c9a-99fc-6d2138739850" providerId="ADAL" clId="{F84FF9A7-A6D1-9F48-9981-D5AAC95CF743}" dt="2023-09-06T20:55:24.269" v="714"/>
          <ac:inkMkLst>
            <pc:docMk/>
            <pc:sldMk cId="700105385" sldId="276"/>
            <ac:inkMk id="114" creationId="{56627F97-CE00-4268-6028-FE2F500C283D}"/>
          </ac:inkMkLst>
        </pc:inkChg>
        <pc:inkChg chg="add del">
          <ac:chgData name="Bhowmik, Sayan" userId="2b51cadb-156e-4c9a-99fc-6d2138739850" providerId="ADAL" clId="{F84FF9A7-A6D1-9F48-9981-D5AAC95CF743}" dt="2023-09-06T20:55:24.269" v="714"/>
          <ac:inkMkLst>
            <pc:docMk/>
            <pc:sldMk cId="700105385" sldId="276"/>
            <ac:inkMk id="115" creationId="{DF7BF4E4-7567-4328-FF44-1DA3002417CC}"/>
          </ac:inkMkLst>
        </pc:inkChg>
        <pc:inkChg chg="add del">
          <ac:chgData name="Bhowmik, Sayan" userId="2b51cadb-156e-4c9a-99fc-6d2138739850" providerId="ADAL" clId="{F84FF9A7-A6D1-9F48-9981-D5AAC95CF743}" dt="2023-09-06T20:55:24.269" v="714"/>
          <ac:inkMkLst>
            <pc:docMk/>
            <pc:sldMk cId="700105385" sldId="276"/>
            <ac:inkMk id="116" creationId="{9E3DC18B-9B33-0DDF-50DF-53C32B41700B}"/>
          </ac:inkMkLst>
        </pc:inkChg>
        <pc:inkChg chg="add del">
          <ac:chgData name="Bhowmik, Sayan" userId="2b51cadb-156e-4c9a-99fc-6d2138739850" providerId="ADAL" clId="{F84FF9A7-A6D1-9F48-9981-D5AAC95CF743}" dt="2023-09-06T20:55:24.269" v="714"/>
          <ac:inkMkLst>
            <pc:docMk/>
            <pc:sldMk cId="700105385" sldId="276"/>
            <ac:inkMk id="117" creationId="{435F7DCA-8D98-F925-27A2-4D0BF98838F5}"/>
          </ac:inkMkLst>
        </pc:inkChg>
        <pc:inkChg chg="add reco">
          <ac:chgData name="Bhowmik, Sayan" userId="2b51cadb-156e-4c9a-99fc-6d2138739850" providerId="ADAL" clId="{F84FF9A7-A6D1-9F48-9981-D5AAC95CF743}" dt="2023-09-06T20:55:24.269" v="714"/>
          <ac:inkMkLst>
            <pc:docMk/>
            <pc:sldMk cId="700105385" sldId="276"/>
            <ac:inkMk id="118" creationId="{7A79DB73-0C87-2EE0-AE2D-C18DCD4BE99A}"/>
          </ac:inkMkLst>
        </pc:inkChg>
        <pc:inkChg chg="add reco">
          <ac:chgData name="Bhowmik, Sayan" userId="2b51cadb-156e-4c9a-99fc-6d2138739850" providerId="ADAL" clId="{F84FF9A7-A6D1-9F48-9981-D5AAC95CF743}" dt="2023-09-06T20:55:24.269" v="714"/>
          <ac:inkMkLst>
            <pc:docMk/>
            <pc:sldMk cId="700105385" sldId="276"/>
            <ac:inkMk id="119" creationId="{42FCA08F-B31B-8D87-66A9-54CB468F6605}"/>
          </ac:inkMkLst>
        </pc:inkChg>
        <pc:inkChg chg="add del">
          <ac:chgData name="Bhowmik, Sayan" userId="2b51cadb-156e-4c9a-99fc-6d2138739850" providerId="ADAL" clId="{F84FF9A7-A6D1-9F48-9981-D5AAC95CF743}" dt="2023-09-06T20:55:34.148" v="721"/>
          <ac:inkMkLst>
            <pc:docMk/>
            <pc:sldMk cId="700105385" sldId="276"/>
            <ac:inkMk id="120" creationId="{CE5BD291-C455-8651-8D16-81EBF10AD2FA}"/>
          </ac:inkMkLst>
        </pc:inkChg>
        <pc:inkChg chg="add del">
          <ac:chgData name="Bhowmik, Sayan" userId="2b51cadb-156e-4c9a-99fc-6d2138739850" providerId="ADAL" clId="{F84FF9A7-A6D1-9F48-9981-D5AAC95CF743}" dt="2023-09-06T20:55:34.148" v="721"/>
          <ac:inkMkLst>
            <pc:docMk/>
            <pc:sldMk cId="700105385" sldId="276"/>
            <ac:inkMk id="121" creationId="{1DC23CD6-F4E8-6EB3-D783-50C3D89B58F6}"/>
          </ac:inkMkLst>
        </pc:inkChg>
        <pc:inkChg chg="add del">
          <ac:chgData name="Bhowmik, Sayan" userId="2b51cadb-156e-4c9a-99fc-6d2138739850" providerId="ADAL" clId="{F84FF9A7-A6D1-9F48-9981-D5AAC95CF743}" dt="2023-09-06T20:55:34.148" v="721"/>
          <ac:inkMkLst>
            <pc:docMk/>
            <pc:sldMk cId="700105385" sldId="276"/>
            <ac:inkMk id="122" creationId="{41DBF4EC-EAEC-6359-6B87-5F619E91D536}"/>
          </ac:inkMkLst>
        </pc:inkChg>
        <pc:inkChg chg="add del">
          <ac:chgData name="Bhowmik, Sayan" userId="2b51cadb-156e-4c9a-99fc-6d2138739850" providerId="ADAL" clId="{F84FF9A7-A6D1-9F48-9981-D5AAC95CF743}" dt="2023-09-06T20:55:34.148" v="721"/>
          <ac:inkMkLst>
            <pc:docMk/>
            <pc:sldMk cId="700105385" sldId="276"/>
            <ac:inkMk id="123" creationId="{B3FB9DB3-8D10-0CFC-C4AB-8750E5039F39}"/>
          </ac:inkMkLst>
        </pc:inkChg>
        <pc:inkChg chg="add del">
          <ac:chgData name="Bhowmik, Sayan" userId="2b51cadb-156e-4c9a-99fc-6d2138739850" providerId="ADAL" clId="{F84FF9A7-A6D1-9F48-9981-D5AAC95CF743}" dt="2023-09-06T20:55:34.148" v="721"/>
          <ac:inkMkLst>
            <pc:docMk/>
            <pc:sldMk cId="700105385" sldId="276"/>
            <ac:inkMk id="124" creationId="{683D8AB0-B364-C757-A09E-C42A2788E673}"/>
          </ac:inkMkLst>
        </pc:inkChg>
        <pc:inkChg chg="add del">
          <ac:chgData name="Bhowmik, Sayan" userId="2b51cadb-156e-4c9a-99fc-6d2138739850" providerId="ADAL" clId="{F84FF9A7-A6D1-9F48-9981-D5AAC95CF743}" dt="2023-09-06T20:55:34.148" v="721"/>
          <ac:inkMkLst>
            <pc:docMk/>
            <pc:sldMk cId="700105385" sldId="276"/>
            <ac:inkMk id="125" creationId="{9E351F35-DB40-2E70-41A3-1BD225F1B620}"/>
          </ac:inkMkLst>
        </pc:inkChg>
        <pc:inkChg chg="add reco">
          <ac:chgData name="Bhowmik, Sayan" userId="2b51cadb-156e-4c9a-99fc-6d2138739850" providerId="ADAL" clId="{F84FF9A7-A6D1-9F48-9981-D5AAC95CF743}" dt="2023-09-06T20:55:34.148" v="721"/>
          <ac:inkMkLst>
            <pc:docMk/>
            <pc:sldMk cId="700105385" sldId="276"/>
            <ac:inkMk id="126" creationId="{89F0475E-FA04-BE0B-64EA-7A9AE9B1AB5F}"/>
          </ac:inkMkLst>
        </pc:inkChg>
        <pc:inkChg chg="add reco">
          <ac:chgData name="Bhowmik, Sayan" userId="2b51cadb-156e-4c9a-99fc-6d2138739850" providerId="ADAL" clId="{F84FF9A7-A6D1-9F48-9981-D5AAC95CF743}" dt="2023-09-06T20:55:34.148" v="721"/>
          <ac:inkMkLst>
            <pc:docMk/>
            <pc:sldMk cId="700105385" sldId="276"/>
            <ac:inkMk id="127" creationId="{8A7B704B-BBE7-C970-13BC-59D3D60DEB0C}"/>
          </ac:inkMkLst>
        </pc:inkChg>
        <pc:inkChg chg="add del">
          <ac:chgData name="Bhowmik, Sayan" userId="2b51cadb-156e-4c9a-99fc-6d2138739850" providerId="ADAL" clId="{F84FF9A7-A6D1-9F48-9981-D5AAC95CF743}" dt="2023-09-06T20:55:39.166" v="729"/>
          <ac:inkMkLst>
            <pc:docMk/>
            <pc:sldMk cId="700105385" sldId="276"/>
            <ac:inkMk id="128" creationId="{171ACFEB-E949-32D7-3A70-ABD275E1C4CF}"/>
          </ac:inkMkLst>
        </pc:inkChg>
        <pc:inkChg chg="add del">
          <ac:chgData name="Bhowmik, Sayan" userId="2b51cadb-156e-4c9a-99fc-6d2138739850" providerId="ADAL" clId="{F84FF9A7-A6D1-9F48-9981-D5AAC95CF743}" dt="2023-09-06T20:55:39.166" v="729"/>
          <ac:inkMkLst>
            <pc:docMk/>
            <pc:sldMk cId="700105385" sldId="276"/>
            <ac:inkMk id="129" creationId="{01A67443-476B-4BC9-CCF2-5CD6D4A4954D}"/>
          </ac:inkMkLst>
        </pc:inkChg>
        <pc:inkChg chg="add del">
          <ac:chgData name="Bhowmik, Sayan" userId="2b51cadb-156e-4c9a-99fc-6d2138739850" providerId="ADAL" clId="{F84FF9A7-A6D1-9F48-9981-D5AAC95CF743}" dt="2023-09-06T20:55:39.166" v="729"/>
          <ac:inkMkLst>
            <pc:docMk/>
            <pc:sldMk cId="700105385" sldId="276"/>
            <ac:inkMk id="130" creationId="{05D13949-3DFA-1C22-6CD5-70B7A8EACC94}"/>
          </ac:inkMkLst>
        </pc:inkChg>
        <pc:inkChg chg="add del">
          <ac:chgData name="Bhowmik, Sayan" userId="2b51cadb-156e-4c9a-99fc-6d2138739850" providerId="ADAL" clId="{F84FF9A7-A6D1-9F48-9981-D5AAC95CF743}" dt="2023-09-06T20:55:39.166" v="729"/>
          <ac:inkMkLst>
            <pc:docMk/>
            <pc:sldMk cId="700105385" sldId="276"/>
            <ac:inkMk id="131" creationId="{4C53A9C3-9E0C-709D-CF23-2415EA96CABF}"/>
          </ac:inkMkLst>
        </pc:inkChg>
        <pc:inkChg chg="add del">
          <ac:chgData name="Bhowmik, Sayan" userId="2b51cadb-156e-4c9a-99fc-6d2138739850" providerId="ADAL" clId="{F84FF9A7-A6D1-9F48-9981-D5AAC95CF743}" dt="2023-09-06T20:55:39.166" v="729"/>
          <ac:inkMkLst>
            <pc:docMk/>
            <pc:sldMk cId="700105385" sldId="276"/>
            <ac:inkMk id="132" creationId="{E88FA3EB-D920-4EB4-FA3E-C7AFFB739256}"/>
          </ac:inkMkLst>
        </pc:inkChg>
        <pc:inkChg chg="add del">
          <ac:chgData name="Bhowmik, Sayan" userId="2b51cadb-156e-4c9a-99fc-6d2138739850" providerId="ADAL" clId="{F84FF9A7-A6D1-9F48-9981-D5AAC95CF743}" dt="2023-09-06T20:55:39.166" v="729"/>
          <ac:inkMkLst>
            <pc:docMk/>
            <pc:sldMk cId="700105385" sldId="276"/>
            <ac:inkMk id="133" creationId="{8E269417-2D2E-0B5A-0849-8938953DCD54}"/>
          </ac:inkMkLst>
        </pc:inkChg>
        <pc:inkChg chg="add del">
          <ac:chgData name="Bhowmik, Sayan" userId="2b51cadb-156e-4c9a-99fc-6d2138739850" providerId="ADAL" clId="{F84FF9A7-A6D1-9F48-9981-D5AAC95CF743}" dt="2023-09-06T20:55:39.166" v="729"/>
          <ac:inkMkLst>
            <pc:docMk/>
            <pc:sldMk cId="700105385" sldId="276"/>
            <ac:inkMk id="134" creationId="{CC07316E-969C-361F-118E-31CABB8B17B0}"/>
          </ac:inkMkLst>
        </pc:inkChg>
        <pc:inkChg chg="add reco">
          <ac:chgData name="Bhowmik, Sayan" userId="2b51cadb-156e-4c9a-99fc-6d2138739850" providerId="ADAL" clId="{F84FF9A7-A6D1-9F48-9981-D5AAC95CF743}" dt="2023-09-06T20:55:39.166" v="729"/>
          <ac:inkMkLst>
            <pc:docMk/>
            <pc:sldMk cId="700105385" sldId="276"/>
            <ac:inkMk id="135" creationId="{C19CF277-C2A3-3133-4483-5ACBE5535059}"/>
          </ac:inkMkLst>
        </pc:inkChg>
      </pc:sldChg>
      <pc:sldChg chg="addSp delSp">
        <pc:chgData name="Bhowmik, Sayan" userId="2b51cadb-156e-4c9a-99fc-6d2138739850" providerId="ADAL" clId="{F84FF9A7-A6D1-9F48-9981-D5AAC95CF743}" dt="2023-09-06T21:06:15.352" v="892"/>
        <pc:sldMkLst>
          <pc:docMk/>
          <pc:sldMk cId="1879257216" sldId="277"/>
        </pc:sldMkLst>
        <pc:inkChg chg="add del">
          <ac:chgData name="Bhowmik, Sayan" userId="2b51cadb-156e-4c9a-99fc-6d2138739850" providerId="ADAL" clId="{F84FF9A7-A6D1-9F48-9981-D5AAC95CF743}" dt="2023-09-06T20:59:04.699" v="733"/>
          <ac:inkMkLst>
            <pc:docMk/>
            <pc:sldMk cId="1879257216" sldId="277"/>
            <ac:inkMk id="2" creationId="{CEA41828-A89F-BEBB-6D17-99908708F49C}"/>
          </ac:inkMkLst>
        </pc:inkChg>
        <pc:inkChg chg="add del">
          <ac:chgData name="Bhowmik, Sayan" userId="2b51cadb-156e-4c9a-99fc-6d2138739850" providerId="ADAL" clId="{F84FF9A7-A6D1-9F48-9981-D5AAC95CF743}" dt="2023-09-06T20:59:04.699" v="733"/>
          <ac:inkMkLst>
            <pc:docMk/>
            <pc:sldMk cId="1879257216" sldId="277"/>
            <ac:inkMk id="3" creationId="{FA187D34-EB69-AE97-75FC-FA287FD1D63A}"/>
          </ac:inkMkLst>
        </pc:inkChg>
        <pc:inkChg chg="add del">
          <ac:chgData name="Bhowmik, Sayan" userId="2b51cadb-156e-4c9a-99fc-6d2138739850" providerId="ADAL" clId="{F84FF9A7-A6D1-9F48-9981-D5AAC95CF743}" dt="2023-09-06T20:59:04.699" v="733"/>
          <ac:inkMkLst>
            <pc:docMk/>
            <pc:sldMk cId="1879257216" sldId="277"/>
            <ac:inkMk id="6" creationId="{4C80C48E-844F-E83B-A194-4CFEBA7FA65E}"/>
          </ac:inkMkLst>
        </pc:inkChg>
        <pc:inkChg chg="add del reco">
          <ac:chgData name="Bhowmik, Sayan" userId="2b51cadb-156e-4c9a-99fc-6d2138739850" providerId="ADAL" clId="{F84FF9A7-A6D1-9F48-9981-D5AAC95CF743}" dt="2023-09-06T21:01:45.338" v="800"/>
          <ac:inkMkLst>
            <pc:docMk/>
            <pc:sldMk cId="1879257216" sldId="277"/>
            <ac:inkMk id="7" creationId="{CA7B24E6-5A78-6112-71C0-41A1F164E78B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8" creationId="{BF3BD9AE-F5FA-4053-18D0-102C3D8301C1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9" creationId="{3C78BC05-F1E8-6C2E-670E-8E1498F7757C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10" creationId="{1779EE77-D5D0-002D-02FF-A0C214B69472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13" creationId="{E2887F0C-7930-D2B3-83D9-D82AEFA5F946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14" creationId="{0DA47F6A-ED37-CA42-22E7-05DD0D5C8D62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15" creationId="{AD1F7998-65A9-8592-6086-03CBBCA3B41D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16" creationId="{FCD04856-068B-6540-3261-25FEC751D862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17" creationId="{9E5EA4A7-A632-FC16-7601-813EBAF1FBAB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18" creationId="{172F2DC5-A355-B493-08D7-7F599A6BB557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19" creationId="{CDECC466-6400-CB27-13EA-A01D07040498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20" creationId="{1E2B8088-C230-F933-5524-28521BD87F84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21" creationId="{4AF12FE4-7F89-D50C-3175-16CEF964ADF8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22" creationId="{1378251B-DB9D-4282-17EE-F690E2D3E05C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23" creationId="{1181BE45-F4FC-C1A2-5A2B-E8ED82003C75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24" creationId="{F75439EB-5E19-C4C8-99B2-664A085BE4A3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29" creationId="{BD36767A-5FA3-260B-4DEF-032DADBDD81C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30" creationId="{320BEF5F-321A-2A58-5E51-E5FAE0D40FDB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31" creationId="{0B197995-CC96-EFF2-67E5-10F81642192A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32" creationId="{170ACD56-AF2B-0DC9-431B-278B934DAAB4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33" creationId="{C5E66CEB-919C-607F-0C47-EB5FEB6CC2B2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34" creationId="{5B30EA1F-A930-77AA-478F-EC531BC54B63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37" creationId="{26FAE507-9E0C-4215-8068-4980CD72DED6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38" creationId="{13E79731-DDEA-91C1-183B-5F80F4519E25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39" creationId="{580995E9-37E2-2F7E-22F2-1C2AC6CCEDDE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43" creationId="{8D29F244-F3DD-6723-FCC2-F10F29ADA3B9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44" creationId="{CD8FDA28-2EA1-EB84-F30C-11D946749D42}"/>
          </ac:inkMkLst>
        </pc:inkChg>
        <pc:inkChg chg="add del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45" creationId="{2D7C4687-9B70-D9A1-AEE5-AD54D97F10A2}"/>
          </ac:inkMkLst>
        </pc:inkChg>
        <pc:inkChg chg="add reco">
          <ac:chgData name="Bhowmik, Sayan" userId="2b51cadb-156e-4c9a-99fc-6d2138739850" providerId="ADAL" clId="{F84FF9A7-A6D1-9F48-9981-D5AAC95CF743}" dt="2023-09-06T20:59:18.285" v="761"/>
          <ac:inkMkLst>
            <pc:docMk/>
            <pc:sldMk cId="1879257216" sldId="277"/>
            <ac:inkMk id="46" creationId="{AD48ADF4-E2A7-015A-83AF-0821E91E019F}"/>
          </ac:inkMkLst>
        </pc:inkChg>
        <pc:inkChg chg="add del">
          <ac:chgData name="Bhowmik, Sayan" userId="2b51cadb-156e-4c9a-99fc-6d2138739850" providerId="ADAL" clId="{F84FF9A7-A6D1-9F48-9981-D5AAC95CF743}" dt="2023-09-06T20:59:23.127" v="767"/>
          <ac:inkMkLst>
            <pc:docMk/>
            <pc:sldMk cId="1879257216" sldId="277"/>
            <ac:inkMk id="47" creationId="{D176DAC3-515F-491D-CE29-870D94736D65}"/>
          </ac:inkMkLst>
        </pc:inkChg>
        <pc:inkChg chg="add del">
          <ac:chgData name="Bhowmik, Sayan" userId="2b51cadb-156e-4c9a-99fc-6d2138739850" providerId="ADAL" clId="{F84FF9A7-A6D1-9F48-9981-D5AAC95CF743}" dt="2023-09-06T20:59:23.127" v="767"/>
          <ac:inkMkLst>
            <pc:docMk/>
            <pc:sldMk cId="1879257216" sldId="277"/>
            <ac:inkMk id="48" creationId="{401A1108-1103-89E0-3A3A-C49F6A322590}"/>
          </ac:inkMkLst>
        </pc:inkChg>
        <pc:inkChg chg="add del">
          <ac:chgData name="Bhowmik, Sayan" userId="2b51cadb-156e-4c9a-99fc-6d2138739850" providerId="ADAL" clId="{F84FF9A7-A6D1-9F48-9981-D5AAC95CF743}" dt="2023-09-06T20:59:23.127" v="767"/>
          <ac:inkMkLst>
            <pc:docMk/>
            <pc:sldMk cId="1879257216" sldId="277"/>
            <ac:inkMk id="49" creationId="{2E0F2865-3D9A-749C-5C65-A4172F3182CB}"/>
          </ac:inkMkLst>
        </pc:inkChg>
        <pc:inkChg chg="add del">
          <ac:chgData name="Bhowmik, Sayan" userId="2b51cadb-156e-4c9a-99fc-6d2138739850" providerId="ADAL" clId="{F84FF9A7-A6D1-9F48-9981-D5AAC95CF743}" dt="2023-09-06T20:59:23.127" v="767"/>
          <ac:inkMkLst>
            <pc:docMk/>
            <pc:sldMk cId="1879257216" sldId="277"/>
            <ac:inkMk id="50" creationId="{2A381AA5-AF39-1F76-C924-E3643FE6B27D}"/>
          </ac:inkMkLst>
        </pc:inkChg>
        <pc:inkChg chg="add del">
          <ac:chgData name="Bhowmik, Sayan" userId="2b51cadb-156e-4c9a-99fc-6d2138739850" providerId="ADAL" clId="{F84FF9A7-A6D1-9F48-9981-D5AAC95CF743}" dt="2023-09-06T20:59:23.127" v="767"/>
          <ac:inkMkLst>
            <pc:docMk/>
            <pc:sldMk cId="1879257216" sldId="277"/>
            <ac:inkMk id="51" creationId="{20214A4F-DB0D-767C-D529-E2D867E0813E}"/>
          </ac:inkMkLst>
        </pc:inkChg>
        <pc:inkChg chg="add reco">
          <ac:chgData name="Bhowmik, Sayan" userId="2b51cadb-156e-4c9a-99fc-6d2138739850" providerId="ADAL" clId="{F84FF9A7-A6D1-9F48-9981-D5AAC95CF743}" dt="2023-09-06T20:59:23.127" v="767"/>
          <ac:inkMkLst>
            <pc:docMk/>
            <pc:sldMk cId="1879257216" sldId="277"/>
            <ac:inkMk id="52" creationId="{0E848833-5E5F-87A3-F772-587A43B4E205}"/>
          </ac:inkMkLst>
        </pc:inkChg>
        <pc:inkChg chg="add del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53" creationId="{EF8D7FDE-3371-4E98-9614-D2BD2D9798B7}"/>
          </ac:inkMkLst>
        </pc:inkChg>
        <pc:inkChg chg="add del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54" creationId="{D51A99DC-C738-9E16-5FE6-BDF0872E6871}"/>
          </ac:inkMkLst>
        </pc:inkChg>
        <pc:inkChg chg="add del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56" creationId="{C165CDAB-0546-15E8-D96D-65E00F8F57B5}"/>
          </ac:inkMkLst>
        </pc:inkChg>
        <pc:inkChg chg="add del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57" creationId="{990E75E4-D6D6-F945-6466-8089BD0BAA46}"/>
          </ac:inkMkLst>
        </pc:inkChg>
        <pc:inkChg chg="add del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58" creationId="{3CC16E7D-B1FE-5730-F6EF-EB248C24CD1A}"/>
          </ac:inkMkLst>
        </pc:inkChg>
        <pc:inkChg chg="add del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59" creationId="{8AD825E8-C087-ED77-6DD7-7486A86E2B5F}"/>
          </ac:inkMkLst>
        </pc:inkChg>
        <pc:inkChg chg="add del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61" creationId="{FF117584-F536-4D10-AE79-633201BC9224}"/>
          </ac:inkMkLst>
        </pc:inkChg>
        <pc:inkChg chg="add del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62" creationId="{734EFC6D-369B-56CD-006F-354E4C87D180}"/>
          </ac:inkMkLst>
        </pc:inkChg>
        <pc:inkChg chg="add del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63" creationId="{67F75CEE-68A0-10B7-D1A8-021FA314C59C}"/>
          </ac:inkMkLst>
        </pc:inkChg>
        <pc:inkChg chg="add del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64" creationId="{7EC8AB4B-6EEA-269C-1D01-7BDAA5AA7B8B}"/>
          </ac:inkMkLst>
        </pc:inkChg>
        <pc:inkChg chg="add del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65" creationId="{309232AE-FE8B-A16A-3FAA-0C50DC3F803E}"/>
          </ac:inkMkLst>
        </pc:inkChg>
        <pc:inkChg chg="add del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66" creationId="{3CF60234-6580-C421-6CFE-BC54EBF30010}"/>
          </ac:inkMkLst>
        </pc:inkChg>
        <pc:inkChg chg="add del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69" creationId="{55732C34-C01B-A79F-D4F8-BB34D3B5B14A}"/>
          </ac:inkMkLst>
        </pc:inkChg>
        <pc:inkChg chg="add del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70" creationId="{AEEFF637-E39C-000A-6764-367AC614A833}"/>
          </ac:inkMkLst>
        </pc:inkChg>
        <pc:inkChg chg="add del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71" creationId="{A4253209-2ADB-E4AC-2883-C66D39AEED5A}"/>
          </ac:inkMkLst>
        </pc:inkChg>
        <pc:inkChg chg="add del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72" creationId="{9D7941BF-1A6D-D6F4-9540-4AACA30FEA05}"/>
          </ac:inkMkLst>
        </pc:inkChg>
        <pc:inkChg chg="add del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73" creationId="{45F48871-9F66-48A2-E230-E8F94930A505}"/>
          </ac:inkMkLst>
        </pc:inkChg>
        <pc:inkChg chg="add reco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75" creationId="{4AA60506-A98F-0842-BC17-3A9175DFF8DE}"/>
          </ac:inkMkLst>
        </pc:inkChg>
        <pc:inkChg chg="add reco">
          <ac:chgData name="Bhowmik, Sayan" userId="2b51cadb-156e-4c9a-99fc-6d2138739850" providerId="ADAL" clId="{F84FF9A7-A6D1-9F48-9981-D5AAC95CF743}" dt="2023-09-06T20:59:30.184" v="785"/>
          <ac:inkMkLst>
            <pc:docMk/>
            <pc:sldMk cId="1879257216" sldId="277"/>
            <ac:inkMk id="76" creationId="{52D38CD3-D3A9-9261-D678-AAB3F898AD89}"/>
          </ac:inkMkLst>
        </pc:inkChg>
        <pc:inkChg chg="add del">
          <ac:chgData name="Bhowmik, Sayan" userId="2b51cadb-156e-4c9a-99fc-6d2138739850" providerId="ADAL" clId="{F84FF9A7-A6D1-9F48-9981-D5AAC95CF743}" dt="2023-09-06T20:59:35.975" v="799"/>
          <ac:inkMkLst>
            <pc:docMk/>
            <pc:sldMk cId="1879257216" sldId="277"/>
            <ac:inkMk id="77" creationId="{9130B5CB-AA27-71ED-6930-A08B4AB97E48}"/>
          </ac:inkMkLst>
        </pc:inkChg>
        <pc:inkChg chg="add del">
          <ac:chgData name="Bhowmik, Sayan" userId="2b51cadb-156e-4c9a-99fc-6d2138739850" providerId="ADAL" clId="{F84FF9A7-A6D1-9F48-9981-D5AAC95CF743}" dt="2023-09-06T20:59:35.975" v="799"/>
          <ac:inkMkLst>
            <pc:docMk/>
            <pc:sldMk cId="1879257216" sldId="277"/>
            <ac:inkMk id="78" creationId="{8A7A5648-DE4D-58F1-BE36-E4D8EF84C43F}"/>
          </ac:inkMkLst>
        </pc:inkChg>
        <pc:inkChg chg="add del">
          <ac:chgData name="Bhowmik, Sayan" userId="2b51cadb-156e-4c9a-99fc-6d2138739850" providerId="ADAL" clId="{F84FF9A7-A6D1-9F48-9981-D5AAC95CF743}" dt="2023-09-06T20:59:35.975" v="799"/>
          <ac:inkMkLst>
            <pc:docMk/>
            <pc:sldMk cId="1879257216" sldId="277"/>
            <ac:inkMk id="79" creationId="{B4D4B18D-3447-D319-EF0B-4DC6C2F45A35}"/>
          </ac:inkMkLst>
        </pc:inkChg>
        <pc:inkChg chg="add del">
          <ac:chgData name="Bhowmik, Sayan" userId="2b51cadb-156e-4c9a-99fc-6d2138739850" providerId="ADAL" clId="{F84FF9A7-A6D1-9F48-9981-D5AAC95CF743}" dt="2023-09-06T20:59:35.975" v="799"/>
          <ac:inkMkLst>
            <pc:docMk/>
            <pc:sldMk cId="1879257216" sldId="277"/>
            <ac:inkMk id="80" creationId="{4E0D4B54-719D-5F1E-AE91-A7EA038A35ED}"/>
          </ac:inkMkLst>
        </pc:inkChg>
        <pc:inkChg chg="add del">
          <ac:chgData name="Bhowmik, Sayan" userId="2b51cadb-156e-4c9a-99fc-6d2138739850" providerId="ADAL" clId="{F84FF9A7-A6D1-9F48-9981-D5AAC95CF743}" dt="2023-09-06T20:59:35.975" v="799"/>
          <ac:inkMkLst>
            <pc:docMk/>
            <pc:sldMk cId="1879257216" sldId="277"/>
            <ac:inkMk id="81" creationId="{8926BEB1-6E92-E4EA-B98D-940EFBA2D093}"/>
          </ac:inkMkLst>
        </pc:inkChg>
        <pc:inkChg chg="add del">
          <ac:chgData name="Bhowmik, Sayan" userId="2b51cadb-156e-4c9a-99fc-6d2138739850" providerId="ADAL" clId="{F84FF9A7-A6D1-9F48-9981-D5AAC95CF743}" dt="2023-09-06T20:59:35.975" v="799"/>
          <ac:inkMkLst>
            <pc:docMk/>
            <pc:sldMk cId="1879257216" sldId="277"/>
            <ac:inkMk id="82" creationId="{D6D1A8B1-2B08-1C0F-5515-0DFE4B5EF234}"/>
          </ac:inkMkLst>
        </pc:inkChg>
        <pc:inkChg chg="add del">
          <ac:chgData name="Bhowmik, Sayan" userId="2b51cadb-156e-4c9a-99fc-6d2138739850" providerId="ADAL" clId="{F84FF9A7-A6D1-9F48-9981-D5AAC95CF743}" dt="2023-09-06T20:59:35.975" v="799"/>
          <ac:inkMkLst>
            <pc:docMk/>
            <pc:sldMk cId="1879257216" sldId="277"/>
            <ac:inkMk id="83" creationId="{A48A090B-3A21-58A0-C90A-B8895FBEE37C}"/>
          </ac:inkMkLst>
        </pc:inkChg>
        <pc:inkChg chg="add del">
          <ac:chgData name="Bhowmik, Sayan" userId="2b51cadb-156e-4c9a-99fc-6d2138739850" providerId="ADAL" clId="{F84FF9A7-A6D1-9F48-9981-D5AAC95CF743}" dt="2023-09-06T20:59:35.975" v="799"/>
          <ac:inkMkLst>
            <pc:docMk/>
            <pc:sldMk cId="1879257216" sldId="277"/>
            <ac:inkMk id="84" creationId="{B8C197CB-2120-0C91-4D71-E34DE8D6DDCD}"/>
          </ac:inkMkLst>
        </pc:inkChg>
        <pc:inkChg chg="add del">
          <ac:chgData name="Bhowmik, Sayan" userId="2b51cadb-156e-4c9a-99fc-6d2138739850" providerId="ADAL" clId="{F84FF9A7-A6D1-9F48-9981-D5AAC95CF743}" dt="2023-09-06T20:59:35.975" v="799"/>
          <ac:inkMkLst>
            <pc:docMk/>
            <pc:sldMk cId="1879257216" sldId="277"/>
            <ac:inkMk id="86" creationId="{1FA3B355-B055-5D09-ADB7-3E30B02A118C}"/>
          </ac:inkMkLst>
        </pc:inkChg>
        <pc:inkChg chg="add del">
          <ac:chgData name="Bhowmik, Sayan" userId="2b51cadb-156e-4c9a-99fc-6d2138739850" providerId="ADAL" clId="{F84FF9A7-A6D1-9F48-9981-D5AAC95CF743}" dt="2023-09-06T20:59:35.975" v="799"/>
          <ac:inkMkLst>
            <pc:docMk/>
            <pc:sldMk cId="1879257216" sldId="277"/>
            <ac:inkMk id="87" creationId="{A672C58E-56D9-F07F-A283-20A3EE76C717}"/>
          </ac:inkMkLst>
        </pc:inkChg>
        <pc:inkChg chg="add del">
          <ac:chgData name="Bhowmik, Sayan" userId="2b51cadb-156e-4c9a-99fc-6d2138739850" providerId="ADAL" clId="{F84FF9A7-A6D1-9F48-9981-D5AAC95CF743}" dt="2023-09-06T20:59:35.975" v="799"/>
          <ac:inkMkLst>
            <pc:docMk/>
            <pc:sldMk cId="1879257216" sldId="277"/>
            <ac:inkMk id="91" creationId="{7C69528A-89C3-02C0-F49D-113DB8C42C43}"/>
          </ac:inkMkLst>
        </pc:inkChg>
        <pc:inkChg chg="add del">
          <ac:chgData name="Bhowmik, Sayan" userId="2b51cadb-156e-4c9a-99fc-6d2138739850" providerId="ADAL" clId="{F84FF9A7-A6D1-9F48-9981-D5AAC95CF743}" dt="2023-09-06T20:59:35.975" v="799"/>
          <ac:inkMkLst>
            <pc:docMk/>
            <pc:sldMk cId="1879257216" sldId="277"/>
            <ac:inkMk id="92" creationId="{978B5131-08D8-359C-7C4C-642FF839939F}"/>
          </ac:inkMkLst>
        </pc:inkChg>
        <pc:inkChg chg="add del">
          <ac:chgData name="Bhowmik, Sayan" userId="2b51cadb-156e-4c9a-99fc-6d2138739850" providerId="ADAL" clId="{F84FF9A7-A6D1-9F48-9981-D5AAC95CF743}" dt="2023-09-06T20:59:35.975" v="799"/>
          <ac:inkMkLst>
            <pc:docMk/>
            <pc:sldMk cId="1879257216" sldId="277"/>
            <ac:inkMk id="93" creationId="{0C8C96B1-CB53-0F6B-730A-E4AC33736B19}"/>
          </ac:inkMkLst>
        </pc:inkChg>
        <pc:inkChg chg="add reco">
          <ac:chgData name="Bhowmik, Sayan" userId="2b51cadb-156e-4c9a-99fc-6d2138739850" providerId="ADAL" clId="{F84FF9A7-A6D1-9F48-9981-D5AAC95CF743}" dt="2023-09-06T20:59:35.975" v="799"/>
          <ac:inkMkLst>
            <pc:docMk/>
            <pc:sldMk cId="1879257216" sldId="277"/>
            <ac:inkMk id="94" creationId="{00AD8E39-AA7E-821A-2342-964AECDC2495}"/>
          </ac:inkMkLst>
        </pc:inkChg>
        <pc:inkChg chg="add del">
          <ac:chgData name="Bhowmik, Sayan" userId="2b51cadb-156e-4c9a-99fc-6d2138739850" providerId="ADAL" clId="{F84FF9A7-A6D1-9F48-9981-D5AAC95CF743}" dt="2023-09-06T21:01:49.418" v="804"/>
          <ac:inkMkLst>
            <pc:docMk/>
            <pc:sldMk cId="1879257216" sldId="277"/>
            <ac:inkMk id="96" creationId="{DE53CF98-B0E5-025A-DE95-68436DAEED24}"/>
          </ac:inkMkLst>
        </pc:inkChg>
        <pc:inkChg chg="add del">
          <ac:chgData name="Bhowmik, Sayan" userId="2b51cadb-156e-4c9a-99fc-6d2138739850" providerId="ADAL" clId="{F84FF9A7-A6D1-9F48-9981-D5AAC95CF743}" dt="2023-09-06T21:01:49.418" v="804"/>
          <ac:inkMkLst>
            <pc:docMk/>
            <pc:sldMk cId="1879257216" sldId="277"/>
            <ac:inkMk id="98" creationId="{E3B395E1-5DFD-2339-4294-0563FD5698BF}"/>
          </ac:inkMkLst>
        </pc:inkChg>
        <pc:inkChg chg="add del">
          <ac:chgData name="Bhowmik, Sayan" userId="2b51cadb-156e-4c9a-99fc-6d2138739850" providerId="ADAL" clId="{F84FF9A7-A6D1-9F48-9981-D5AAC95CF743}" dt="2023-09-06T21:01:49.418" v="804"/>
          <ac:inkMkLst>
            <pc:docMk/>
            <pc:sldMk cId="1879257216" sldId="277"/>
            <ac:inkMk id="100" creationId="{C2794FF9-878F-63DF-CD78-ADFB9B85844E}"/>
          </ac:inkMkLst>
        </pc:inkChg>
        <pc:inkChg chg="add reco">
          <ac:chgData name="Bhowmik, Sayan" userId="2b51cadb-156e-4c9a-99fc-6d2138739850" providerId="ADAL" clId="{F84FF9A7-A6D1-9F48-9981-D5AAC95CF743}" dt="2023-09-06T21:01:49.418" v="804"/>
          <ac:inkMkLst>
            <pc:docMk/>
            <pc:sldMk cId="1879257216" sldId="277"/>
            <ac:inkMk id="102" creationId="{1953E16A-715A-E16C-FD73-6D3899A3DDA7}"/>
          </ac:inkMkLst>
        </pc:inkChg>
        <pc:inkChg chg="add del">
          <ac:chgData name="Bhowmik, Sayan" userId="2b51cadb-156e-4c9a-99fc-6d2138739850" providerId="ADAL" clId="{F84FF9A7-A6D1-9F48-9981-D5AAC95CF743}" dt="2023-09-06T21:04:23.738" v="807"/>
          <ac:inkMkLst>
            <pc:docMk/>
            <pc:sldMk cId="1879257216" sldId="277"/>
            <ac:inkMk id="104" creationId="{1629A2E2-C15A-81AB-82D8-D9AF8F8FC4FA}"/>
          </ac:inkMkLst>
        </pc:inkChg>
        <pc:inkChg chg="add del">
          <ac:chgData name="Bhowmik, Sayan" userId="2b51cadb-156e-4c9a-99fc-6d2138739850" providerId="ADAL" clId="{F84FF9A7-A6D1-9F48-9981-D5AAC95CF743}" dt="2023-09-06T21:04:23.738" v="807"/>
          <ac:inkMkLst>
            <pc:docMk/>
            <pc:sldMk cId="1879257216" sldId="277"/>
            <ac:inkMk id="106" creationId="{5189489C-3027-A1EE-A985-12E3C4C6EEA3}"/>
          </ac:inkMkLst>
        </pc:inkChg>
        <pc:inkChg chg="add reco">
          <ac:chgData name="Bhowmik, Sayan" userId="2b51cadb-156e-4c9a-99fc-6d2138739850" providerId="ADAL" clId="{F84FF9A7-A6D1-9F48-9981-D5AAC95CF743}" dt="2023-09-06T21:04:23.738" v="807"/>
          <ac:inkMkLst>
            <pc:docMk/>
            <pc:sldMk cId="1879257216" sldId="277"/>
            <ac:inkMk id="108" creationId="{05D34FA8-D76A-8A10-C3EB-9AB5DBE0DD53}"/>
          </ac:inkMkLst>
        </pc:inkChg>
        <pc:inkChg chg="add del">
          <ac:chgData name="Bhowmik, Sayan" userId="2b51cadb-156e-4c9a-99fc-6d2138739850" providerId="ADAL" clId="{F84FF9A7-A6D1-9F48-9981-D5AAC95CF743}" dt="2023-09-06T21:04:26.061" v="810"/>
          <ac:inkMkLst>
            <pc:docMk/>
            <pc:sldMk cId="1879257216" sldId="277"/>
            <ac:inkMk id="112" creationId="{E832E483-D095-21C3-6F8F-45D5B365BDED}"/>
          </ac:inkMkLst>
        </pc:inkChg>
        <pc:inkChg chg="add del">
          <ac:chgData name="Bhowmik, Sayan" userId="2b51cadb-156e-4c9a-99fc-6d2138739850" providerId="ADAL" clId="{F84FF9A7-A6D1-9F48-9981-D5AAC95CF743}" dt="2023-09-06T21:04:26.061" v="810"/>
          <ac:inkMkLst>
            <pc:docMk/>
            <pc:sldMk cId="1879257216" sldId="277"/>
            <ac:inkMk id="114" creationId="{ABF5CA8A-F747-6756-887F-CE0061EE625A}"/>
          </ac:inkMkLst>
        </pc:inkChg>
        <pc:inkChg chg="add reco">
          <ac:chgData name="Bhowmik, Sayan" userId="2b51cadb-156e-4c9a-99fc-6d2138739850" providerId="ADAL" clId="{F84FF9A7-A6D1-9F48-9981-D5AAC95CF743}" dt="2023-09-06T21:04:26.061" v="810"/>
          <ac:inkMkLst>
            <pc:docMk/>
            <pc:sldMk cId="1879257216" sldId="277"/>
            <ac:inkMk id="116" creationId="{0935FC52-AA34-C086-C929-D5FF703BAA7F}"/>
          </ac:inkMkLst>
        </pc:inkChg>
        <pc:inkChg chg="add del">
          <ac:chgData name="Bhowmik, Sayan" userId="2b51cadb-156e-4c9a-99fc-6d2138739850" providerId="ADAL" clId="{F84FF9A7-A6D1-9F48-9981-D5AAC95CF743}" dt="2023-09-06T21:04:32.898" v="824"/>
          <ac:inkMkLst>
            <pc:docMk/>
            <pc:sldMk cId="1879257216" sldId="277"/>
            <ac:inkMk id="120" creationId="{781E38F1-3020-6314-7BDB-EB361623760A}"/>
          </ac:inkMkLst>
        </pc:inkChg>
        <pc:inkChg chg="add del">
          <ac:chgData name="Bhowmik, Sayan" userId="2b51cadb-156e-4c9a-99fc-6d2138739850" providerId="ADAL" clId="{F84FF9A7-A6D1-9F48-9981-D5AAC95CF743}" dt="2023-09-06T21:04:32.898" v="824"/>
          <ac:inkMkLst>
            <pc:docMk/>
            <pc:sldMk cId="1879257216" sldId="277"/>
            <ac:inkMk id="122" creationId="{BC28C164-55D1-41F1-723B-5E1845480A73}"/>
          </ac:inkMkLst>
        </pc:inkChg>
        <pc:inkChg chg="add del">
          <ac:chgData name="Bhowmik, Sayan" userId="2b51cadb-156e-4c9a-99fc-6d2138739850" providerId="ADAL" clId="{F84FF9A7-A6D1-9F48-9981-D5AAC95CF743}" dt="2023-09-06T21:04:32.898" v="824"/>
          <ac:inkMkLst>
            <pc:docMk/>
            <pc:sldMk cId="1879257216" sldId="277"/>
            <ac:inkMk id="124" creationId="{C4135F35-6AF3-7E68-69CA-0DDB49D3437D}"/>
          </ac:inkMkLst>
        </pc:inkChg>
        <pc:inkChg chg="add del">
          <ac:chgData name="Bhowmik, Sayan" userId="2b51cadb-156e-4c9a-99fc-6d2138739850" providerId="ADAL" clId="{F84FF9A7-A6D1-9F48-9981-D5AAC95CF743}" dt="2023-09-06T21:04:32.898" v="824"/>
          <ac:inkMkLst>
            <pc:docMk/>
            <pc:sldMk cId="1879257216" sldId="277"/>
            <ac:inkMk id="128" creationId="{B5671206-064F-FC82-AB1A-498696E18F01}"/>
          </ac:inkMkLst>
        </pc:inkChg>
        <pc:inkChg chg="add del">
          <ac:chgData name="Bhowmik, Sayan" userId="2b51cadb-156e-4c9a-99fc-6d2138739850" providerId="ADAL" clId="{F84FF9A7-A6D1-9F48-9981-D5AAC95CF743}" dt="2023-09-06T21:04:32.898" v="824"/>
          <ac:inkMkLst>
            <pc:docMk/>
            <pc:sldMk cId="1879257216" sldId="277"/>
            <ac:inkMk id="129" creationId="{174A32BC-3A41-F280-D4F5-48A98F236827}"/>
          </ac:inkMkLst>
        </pc:inkChg>
        <pc:inkChg chg="add del">
          <ac:chgData name="Bhowmik, Sayan" userId="2b51cadb-156e-4c9a-99fc-6d2138739850" providerId="ADAL" clId="{F84FF9A7-A6D1-9F48-9981-D5AAC95CF743}" dt="2023-09-06T21:04:32.898" v="824"/>
          <ac:inkMkLst>
            <pc:docMk/>
            <pc:sldMk cId="1879257216" sldId="277"/>
            <ac:inkMk id="130" creationId="{22F68638-C080-1208-7040-63EE11AD388B}"/>
          </ac:inkMkLst>
        </pc:inkChg>
        <pc:inkChg chg="add del">
          <ac:chgData name="Bhowmik, Sayan" userId="2b51cadb-156e-4c9a-99fc-6d2138739850" providerId="ADAL" clId="{F84FF9A7-A6D1-9F48-9981-D5AAC95CF743}" dt="2023-09-06T21:04:32.898" v="824"/>
          <ac:inkMkLst>
            <pc:docMk/>
            <pc:sldMk cId="1879257216" sldId="277"/>
            <ac:inkMk id="131" creationId="{CC2B2483-3234-819C-F990-AE6BC4F7C4FE}"/>
          </ac:inkMkLst>
        </pc:inkChg>
        <pc:inkChg chg="add del">
          <ac:chgData name="Bhowmik, Sayan" userId="2b51cadb-156e-4c9a-99fc-6d2138739850" providerId="ADAL" clId="{F84FF9A7-A6D1-9F48-9981-D5AAC95CF743}" dt="2023-09-06T21:04:32.898" v="824"/>
          <ac:inkMkLst>
            <pc:docMk/>
            <pc:sldMk cId="1879257216" sldId="277"/>
            <ac:inkMk id="132" creationId="{7E278444-E36E-21E8-F44E-BFA66289C36F}"/>
          </ac:inkMkLst>
        </pc:inkChg>
        <pc:inkChg chg="add del">
          <ac:chgData name="Bhowmik, Sayan" userId="2b51cadb-156e-4c9a-99fc-6d2138739850" providerId="ADAL" clId="{F84FF9A7-A6D1-9F48-9981-D5AAC95CF743}" dt="2023-09-06T21:04:32.898" v="824"/>
          <ac:inkMkLst>
            <pc:docMk/>
            <pc:sldMk cId="1879257216" sldId="277"/>
            <ac:inkMk id="133" creationId="{3FE8C53E-AB17-F7D6-7F92-851F47137D23}"/>
          </ac:inkMkLst>
        </pc:inkChg>
        <pc:inkChg chg="add del">
          <ac:chgData name="Bhowmik, Sayan" userId="2b51cadb-156e-4c9a-99fc-6d2138739850" providerId="ADAL" clId="{F84FF9A7-A6D1-9F48-9981-D5AAC95CF743}" dt="2023-09-06T21:04:32.898" v="824"/>
          <ac:inkMkLst>
            <pc:docMk/>
            <pc:sldMk cId="1879257216" sldId="277"/>
            <ac:inkMk id="134" creationId="{3B022D1C-59B2-B532-7FB4-30AC6EE3D035}"/>
          </ac:inkMkLst>
        </pc:inkChg>
        <pc:inkChg chg="add del">
          <ac:chgData name="Bhowmik, Sayan" userId="2b51cadb-156e-4c9a-99fc-6d2138739850" providerId="ADAL" clId="{F84FF9A7-A6D1-9F48-9981-D5AAC95CF743}" dt="2023-09-06T21:04:32.898" v="824"/>
          <ac:inkMkLst>
            <pc:docMk/>
            <pc:sldMk cId="1879257216" sldId="277"/>
            <ac:inkMk id="136" creationId="{0890DF1F-D343-74A4-2B0E-DCF11E410E54}"/>
          </ac:inkMkLst>
        </pc:inkChg>
        <pc:inkChg chg="add del">
          <ac:chgData name="Bhowmik, Sayan" userId="2b51cadb-156e-4c9a-99fc-6d2138739850" providerId="ADAL" clId="{F84FF9A7-A6D1-9F48-9981-D5AAC95CF743}" dt="2023-09-06T21:04:32.898" v="824"/>
          <ac:inkMkLst>
            <pc:docMk/>
            <pc:sldMk cId="1879257216" sldId="277"/>
            <ac:inkMk id="137" creationId="{6F4C99A2-BBC6-9AC9-1E54-44611F845DA5}"/>
          </ac:inkMkLst>
        </pc:inkChg>
        <pc:inkChg chg="add del">
          <ac:chgData name="Bhowmik, Sayan" userId="2b51cadb-156e-4c9a-99fc-6d2138739850" providerId="ADAL" clId="{F84FF9A7-A6D1-9F48-9981-D5AAC95CF743}" dt="2023-09-06T21:04:32.898" v="824"/>
          <ac:inkMkLst>
            <pc:docMk/>
            <pc:sldMk cId="1879257216" sldId="277"/>
            <ac:inkMk id="138" creationId="{98710CCD-A711-2703-F0C1-52DBBA9E388B}"/>
          </ac:inkMkLst>
        </pc:inkChg>
        <pc:inkChg chg="add reco">
          <ac:chgData name="Bhowmik, Sayan" userId="2b51cadb-156e-4c9a-99fc-6d2138739850" providerId="ADAL" clId="{F84FF9A7-A6D1-9F48-9981-D5AAC95CF743}" dt="2023-09-06T21:04:32.898" v="824"/>
          <ac:inkMkLst>
            <pc:docMk/>
            <pc:sldMk cId="1879257216" sldId="277"/>
            <ac:inkMk id="139" creationId="{B2C09501-CC93-31DA-58B9-6F3104495C98}"/>
          </ac:inkMkLst>
        </pc:inkChg>
        <pc:inkChg chg="add del">
          <ac:chgData name="Bhowmik, Sayan" userId="2b51cadb-156e-4c9a-99fc-6d2138739850" providerId="ADAL" clId="{F84FF9A7-A6D1-9F48-9981-D5AAC95CF743}" dt="2023-09-06T21:04:40.739" v="831"/>
          <ac:inkMkLst>
            <pc:docMk/>
            <pc:sldMk cId="1879257216" sldId="277"/>
            <ac:inkMk id="140" creationId="{84D87E1E-8B46-A1CB-9B4C-6B0D23BBB2E0}"/>
          </ac:inkMkLst>
        </pc:inkChg>
        <pc:inkChg chg="add del">
          <ac:chgData name="Bhowmik, Sayan" userId="2b51cadb-156e-4c9a-99fc-6d2138739850" providerId="ADAL" clId="{F84FF9A7-A6D1-9F48-9981-D5AAC95CF743}" dt="2023-09-06T21:04:40.739" v="831"/>
          <ac:inkMkLst>
            <pc:docMk/>
            <pc:sldMk cId="1879257216" sldId="277"/>
            <ac:inkMk id="141" creationId="{DEE6C6AB-24BB-668E-3AC4-965E7C967A39}"/>
          </ac:inkMkLst>
        </pc:inkChg>
        <pc:inkChg chg="add del">
          <ac:chgData name="Bhowmik, Sayan" userId="2b51cadb-156e-4c9a-99fc-6d2138739850" providerId="ADAL" clId="{F84FF9A7-A6D1-9F48-9981-D5AAC95CF743}" dt="2023-09-06T21:04:40.739" v="831"/>
          <ac:inkMkLst>
            <pc:docMk/>
            <pc:sldMk cId="1879257216" sldId="277"/>
            <ac:inkMk id="142" creationId="{E678C09F-7E1D-BEF8-BDF4-A756991FE0F1}"/>
          </ac:inkMkLst>
        </pc:inkChg>
        <pc:inkChg chg="add del">
          <ac:chgData name="Bhowmik, Sayan" userId="2b51cadb-156e-4c9a-99fc-6d2138739850" providerId="ADAL" clId="{F84FF9A7-A6D1-9F48-9981-D5AAC95CF743}" dt="2023-09-06T21:04:40.739" v="831"/>
          <ac:inkMkLst>
            <pc:docMk/>
            <pc:sldMk cId="1879257216" sldId="277"/>
            <ac:inkMk id="143" creationId="{A83A7237-B27E-4B2A-D1BA-A456A4E5BC56}"/>
          </ac:inkMkLst>
        </pc:inkChg>
        <pc:inkChg chg="add del">
          <ac:chgData name="Bhowmik, Sayan" userId="2b51cadb-156e-4c9a-99fc-6d2138739850" providerId="ADAL" clId="{F84FF9A7-A6D1-9F48-9981-D5AAC95CF743}" dt="2023-09-06T21:04:40.739" v="831"/>
          <ac:inkMkLst>
            <pc:docMk/>
            <pc:sldMk cId="1879257216" sldId="277"/>
            <ac:inkMk id="144" creationId="{DA71D72C-F0B9-10F1-A818-30953C45F753}"/>
          </ac:inkMkLst>
        </pc:inkChg>
        <pc:inkChg chg="add del">
          <ac:chgData name="Bhowmik, Sayan" userId="2b51cadb-156e-4c9a-99fc-6d2138739850" providerId="ADAL" clId="{F84FF9A7-A6D1-9F48-9981-D5AAC95CF743}" dt="2023-09-06T21:04:40.739" v="831"/>
          <ac:inkMkLst>
            <pc:docMk/>
            <pc:sldMk cId="1879257216" sldId="277"/>
            <ac:inkMk id="145" creationId="{240BCEA1-7BFD-FCDC-10D3-1BDA2DBB2736}"/>
          </ac:inkMkLst>
        </pc:inkChg>
        <pc:inkChg chg="add reco">
          <ac:chgData name="Bhowmik, Sayan" userId="2b51cadb-156e-4c9a-99fc-6d2138739850" providerId="ADAL" clId="{F84FF9A7-A6D1-9F48-9981-D5AAC95CF743}" dt="2023-09-06T21:04:40.739" v="831"/>
          <ac:inkMkLst>
            <pc:docMk/>
            <pc:sldMk cId="1879257216" sldId="277"/>
            <ac:inkMk id="146" creationId="{FF2EE605-BB81-9729-001B-CA5B916ACB6F}"/>
          </ac:inkMkLst>
        </pc:inkChg>
        <pc:inkChg chg="add del">
          <ac:chgData name="Bhowmik, Sayan" userId="2b51cadb-156e-4c9a-99fc-6d2138739850" providerId="ADAL" clId="{F84FF9A7-A6D1-9F48-9981-D5AAC95CF743}" dt="2023-09-06T21:04:47.001" v="843"/>
          <ac:inkMkLst>
            <pc:docMk/>
            <pc:sldMk cId="1879257216" sldId="277"/>
            <ac:inkMk id="147" creationId="{C603D47E-F631-4E90-73AF-190BE9CAE089}"/>
          </ac:inkMkLst>
        </pc:inkChg>
        <pc:inkChg chg="add del">
          <ac:chgData name="Bhowmik, Sayan" userId="2b51cadb-156e-4c9a-99fc-6d2138739850" providerId="ADAL" clId="{F84FF9A7-A6D1-9F48-9981-D5AAC95CF743}" dt="2023-09-06T21:04:47.001" v="843"/>
          <ac:inkMkLst>
            <pc:docMk/>
            <pc:sldMk cId="1879257216" sldId="277"/>
            <ac:inkMk id="148" creationId="{C724B60D-6349-FBF7-A085-A859F5163D55}"/>
          </ac:inkMkLst>
        </pc:inkChg>
        <pc:inkChg chg="add del">
          <ac:chgData name="Bhowmik, Sayan" userId="2b51cadb-156e-4c9a-99fc-6d2138739850" providerId="ADAL" clId="{F84FF9A7-A6D1-9F48-9981-D5AAC95CF743}" dt="2023-09-06T21:04:47.001" v="843"/>
          <ac:inkMkLst>
            <pc:docMk/>
            <pc:sldMk cId="1879257216" sldId="277"/>
            <ac:inkMk id="149" creationId="{4F1A1469-0804-40D7-8595-C76C9C1551EE}"/>
          </ac:inkMkLst>
        </pc:inkChg>
        <pc:inkChg chg="add del">
          <ac:chgData name="Bhowmik, Sayan" userId="2b51cadb-156e-4c9a-99fc-6d2138739850" providerId="ADAL" clId="{F84FF9A7-A6D1-9F48-9981-D5AAC95CF743}" dt="2023-09-06T21:04:47.001" v="843"/>
          <ac:inkMkLst>
            <pc:docMk/>
            <pc:sldMk cId="1879257216" sldId="277"/>
            <ac:inkMk id="150" creationId="{B5881747-398E-293E-2A6B-C9E50DC7DDFA}"/>
          </ac:inkMkLst>
        </pc:inkChg>
        <pc:inkChg chg="add del">
          <ac:chgData name="Bhowmik, Sayan" userId="2b51cadb-156e-4c9a-99fc-6d2138739850" providerId="ADAL" clId="{F84FF9A7-A6D1-9F48-9981-D5AAC95CF743}" dt="2023-09-06T21:04:47.001" v="843"/>
          <ac:inkMkLst>
            <pc:docMk/>
            <pc:sldMk cId="1879257216" sldId="277"/>
            <ac:inkMk id="151" creationId="{EAECBE41-78B3-D8B5-82B8-9A5764914338}"/>
          </ac:inkMkLst>
        </pc:inkChg>
        <pc:inkChg chg="add del">
          <ac:chgData name="Bhowmik, Sayan" userId="2b51cadb-156e-4c9a-99fc-6d2138739850" providerId="ADAL" clId="{F84FF9A7-A6D1-9F48-9981-D5AAC95CF743}" dt="2023-09-06T21:04:47.001" v="843"/>
          <ac:inkMkLst>
            <pc:docMk/>
            <pc:sldMk cId="1879257216" sldId="277"/>
            <ac:inkMk id="152" creationId="{6E0BB205-93DF-1B56-D91E-7850680C08F0}"/>
          </ac:inkMkLst>
        </pc:inkChg>
        <pc:inkChg chg="add del">
          <ac:chgData name="Bhowmik, Sayan" userId="2b51cadb-156e-4c9a-99fc-6d2138739850" providerId="ADAL" clId="{F84FF9A7-A6D1-9F48-9981-D5AAC95CF743}" dt="2023-09-06T21:04:47.001" v="843"/>
          <ac:inkMkLst>
            <pc:docMk/>
            <pc:sldMk cId="1879257216" sldId="277"/>
            <ac:inkMk id="153" creationId="{82236DC1-904E-120A-5AC9-63911BE8253A}"/>
          </ac:inkMkLst>
        </pc:inkChg>
        <pc:inkChg chg="add del">
          <ac:chgData name="Bhowmik, Sayan" userId="2b51cadb-156e-4c9a-99fc-6d2138739850" providerId="ADAL" clId="{F84FF9A7-A6D1-9F48-9981-D5AAC95CF743}" dt="2023-09-06T21:04:47.001" v="843"/>
          <ac:inkMkLst>
            <pc:docMk/>
            <pc:sldMk cId="1879257216" sldId="277"/>
            <ac:inkMk id="154" creationId="{B566A0B2-E0CB-684D-98C1-6320D8E05096}"/>
          </ac:inkMkLst>
        </pc:inkChg>
        <pc:inkChg chg="add del">
          <ac:chgData name="Bhowmik, Sayan" userId="2b51cadb-156e-4c9a-99fc-6d2138739850" providerId="ADAL" clId="{F84FF9A7-A6D1-9F48-9981-D5AAC95CF743}" dt="2023-09-06T21:04:47.001" v="843"/>
          <ac:inkMkLst>
            <pc:docMk/>
            <pc:sldMk cId="1879257216" sldId="277"/>
            <ac:inkMk id="155" creationId="{0233451E-6F2D-B5A2-0A17-CC216B884BB4}"/>
          </ac:inkMkLst>
        </pc:inkChg>
        <pc:inkChg chg="add del">
          <ac:chgData name="Bhowmik, Sayan" userId="2b51cadb-156e-4c9a-99fc-6d2138739850" providerId="ADAL" clId="{F84FF9A7-A6D1-9F48-9981-D5AAC95CF743}" dt="2023-09-06T21:04:47.001" v="843"/>
          <ac:inkMkLst>
            <pc:docMk/>
            <pc:sldMk cId="1879257216" sldId="277"/>
            <ac:inkMk id="156" creationId="{E0CB708D-1B8A-908C-87DF-021668DF9FC4}"/>
          </ac:inkMkLst>
        </pc:inkChg>
        <pc:inkChg chg="add del">
          <ac:chgData name="Bhowmik, Sayan" userId="2b51cadb-156e-4c9a-99fc-6d2138739850" providerId="ADAL" clId="{F84FF9A7-A6D1-9F48-9981-D5AAC95CF743}" dt="2023-09-06T21:04:47.001" v="843"/>
          <ac:inkMkLst>
            <pc:docMk/>
            <pc:sldMk cId="1879257216" sldId="277"/>
            <ac:inkMk id="157" creationId="{1BA9AB82-F6C8-9131-C88E-CF2DFFDB94BB}"/>
          </ac:inkMkLst>
        </pc:inkChg>
        <pc:inkChg chg="add reco">
          <ac:chgData name="Bhowmik, Sayan" userId="2b51cadb-156e-4c9a-99fc-6d2138739850" providerId="ADAL" clId="{F84FF9A7-A6D1-9F48-9981-D5AAC95CF743}" dt="2023-09-06T21:04:47.001" v="843"/>
          <ac:inkMkLst>
            <pc:docMk/>
            <pc:sldMk cId="1879257216" sldId="277"/>
            <ac:inkMk id="158" creationId="{F740CB7D-6604-BADA-AA2F-0161486E2167}"/>
          </ac:inkMkLst>
        </pc:inkChg>
        <pc:inkChg chg="add">
          <ac:chgData name="Bhowmik, Sayan" userId="2b51cadb-156e-4c9a-99fc-6d2138739850" providerId="ADAL" clId="{F84FF9A7-A6D1-9F48-9981-D5AAC95CF743}" dt="2023-09-06T21:04:47.472" v="844"/>
          <ac:inkMkLst>
            <pc:docMk/>
            <pc:sldMk cId="1879257216" sldId="277"/>
            <ac:inkMk id="159" creationId="{D4C682E9-F4FC-0BB8-DA5D-891F4AC017C4}"/>
          </ac:inkMkLst>
        </pc:inkChg>
        <pc:inkChg chg="add del">
          <ac:chgData name="Bhowmik, Sayan" userId="2b51cadb-156e-4c9a-99fc-6d2138739850" providerId="ADAL" clId="{F84FF9A7-A6D1-9F48-9981-D5AAC95CF743}" dt="2023-09-06T21:05:50.807" v="851"/>
          <ac:inkMkLst>
            <pc:docMk/>
            <pc:sldMk cId="1879257216" sldId="277"/>
            <ac:inkMk id="160" creationId="{FFA71803-6658-DEA7-6CF4-016561B3EBB5}"/>
          </ac:inkMkLst>
        </pc:inkChg>
        <pc:inkChg chg="add del">
          <ac:chgData name="Bhowmik, Sayan" userId="2b51cadb-156e-4c9a-99fc-6d2138739850" providerId="ADAL" clId="{F84FF9A7-A6D1-9F48-9981-D5AAC95CF743}" dt="2023-09-06T21:05:50.807" v="851"/>
          <ac:inkMkLst>
            <pc:docMk/>
            <pc:sldMk cId="1879257216" sldId="277"/>
            <ac:inkMk id="161" creationId="{57509120-5187-044A-DA47-818C0B86D0B1}"/>
          </ac:inkMkLst>
        </pc:inkChg>
        <pc:inkChg chg="add del">
          <ac:chgData name="Bhowmik, Sayan" userId="2b51cadb-156e-4c9a-99fc-6d2138739850" providerId="ADAL" clId="{F84FF9A7-A6D1-9F48-9981-D5AAC95CF743}" dt="2023-09-06T21:05:50.807" v="851"/>
          <ac:inkMkLst>
            <pc:docMk/>
            <pc:sldMk cId="1879257216" sldId="277"/>
            <ac:inkMk id="162" creationId="{D3F9B66E-4BA7-98E7-E7CD-8E9FF4A29A64}"/>
          </ac:inkMkLst>
        </pc:inkChg>
        <pc:inkChg chg="add del">
          <ac:chgData name="Bhowmik, Sayan" userId="2b51cadb-156e-4c9a-99fc-6d2138739850" providerId="ADAL" clId="{F84FF9A7-A6D1-9F48-9981-D5AAC95CF743}" dt="2023-09-06T21:05:50.807" v="851"/>
          <ac:inkMkLst>
            <pc:docMk/>
            <pc:sldMk cId="1879257216" sldId="277"/>
            <ac:inkMk id="163" creationId="{09FF5492-1950-3C1F-C439-A63B51A1C6A7}"/>
          </ac:inkMkLst>
        </pc:inkChg>
        <pc:inkChg chg="add del">
          <ac:chgData name="Bhowmik, Sayan" userId="2b51cadb-156e-4c9a-99fc-6d2138739850" providerId="ADAL" clId="{F84FF9A7-A6D1-9F48-9981-D5AAC95CF743}" dt="2023-09-06T21:05:50.807" v="851"/>
          <ac:inkMkLst>
            <pc:docMk/>
            <pc:sldMk cId="1879257216" sldId="277"/>
            <ac:inkMk id="164" creationId="{93E5330F-10CD-A869-A2CA-1689FE32F12D}"/>
          </ac:inkMkLst>
        </pc:inkChg>
        <pc:inkChg chg="add del">
          <ac:chgData name="Bhowmik, Sayan" userId="2b51cadb-156e-4c9a-99fc-6d2138739850" providerId="ADAL" clId="{F84FF9A7-A6D1-9F48-9981-D5AAC95CF743}" dt="2023-09-06T21:05:50.807" v="851"/>
          <ac:inkMkLst>
            <pc:docMk/>
            <pc:sldMk cId="1879257216" sldId="277"/>
            <ac:inkMk id="165" creationId="{998E4A39-72FD-CBD7-3DDE-621D41881D29}"/>
          </ac:inkMkLst>
        </pc:inkChg>
        <pc:inkChg chg="add reco">
          <ac:chgData name="Bhowmik, Sayan" userId="2b51cadb-156e-4c9a-99fc-6d2138739850" providerId="ADAL" clId="{F84FF9A7-A6D1-9F48-9981-D5AAC95CF743}" dt="2023-09-06T21:05:50.807" v="851"/>
          <ac:inkMkLst>
            <pc:docMk/>
            <pc:sldMk cId="1879257216" sldId="277"/>
            <ac:inkMk id="166" creationId="{3BCB7DF7-F60A-9C58-99EE-AFD7C0A4D8C8}"/>
          </ac:inkMkLst>
        </pc:inkChg>
        <pc:inkChg chg="add del">
          <ac:chgData name="Bhowmik, Sayan" userId="2b51cadb-156e-4c9a-99fc-6d2138739850" providerId="ADAL" clId="{F84FF9A7-A6D1-9F48-9981-D5AAC95CF743}" dt="2023-09-06T21:05:55.736" v="862"/>
          <ac:inkMkLst>
            <pc:docMk/>
            <pc:sldMk cId="1879257216" sldId="277"/>
            <ac:inkMk id="167" creationId="{658B767C-EEFF-44CC-F296-1405BB0C9555}"/>
          </ac:inkMkLst>
        </pc:inkChg>
        <pc:inkChg chg="add del">
          <ac:chgData name="Bhowmik, Sayan" userId="2b51cadb-156e-4c9a-99fc-6d2138739850" providerId="ADAL" clId="{F84FF9A7-A6D1-9F48-9981-D5AAC95CF743}" dt="2023-09-06T21:05:55.736" v="862"/>
          <ac:inkMkLst>
            <pc:docMk/>
            <pc:sldMk cId="1879257216" sldId="277"/>
            <ac:inkMk id="168" creationId="{8BEFEF83-5B88-C3B6-6C50-AB6FC1BC5238}"/>
          </ac:inkMkLst>
        </pc:inkChg>
        <pc:inkChg chg="add del">
          <ac:chgData name="Bhowmik, Sayan" userId="2b51cadb-156e-4c9a-99fc-6d2138739850" providerId="ADAL" clId="{F84FF9A7-A6D1-9F48-9981-D5AAC95CF743}" dt="2023-09-06T21:05:55.736" v="862"/>
          <ac:inkMkLst>
            <pc:docMk/>
            <pc:sldMk cId="1879257216" sldId="277"/>
            <ac:inkMk id="169" creationId="{8512CE58-327A-AC24-D387-BF44B2F1947D}"/>
          </ac:inkMkLst>
        </pc:inkChg>
        <pc:inkChg chg="add del">
          <ac:chgData name="Bhowmik, Sayan" userId="2b51cadb-156e-4c9a-99fc-6d2138739850" providerId="ADAL" clId="{F84FF9A7-A6D1-9F48-9981-D5AAC95CF743}" dt="2023-09-06T21:05:55.736" v="862"/>
          <ac:inkMkLst>
            <pc:docMk/>
            <pc:sldMk cId="1879257216" sldId="277"/>
            <ac:inkMk id="170" creationId="{5B54B997-449A-BA01-910B-54916E38C688}"/>
          </ac:inkMkLst>
        </pc:inkChg>
        <pc:inkChg chg="add del">
          <ac:chgData name="Bhowmik, Sayan" userId="2b51cadb-156e-4c9a-99fc-6d2138739850" providerId="ADAL" clId="{F84FF9A7-A6D1-9F48-9981-D5AAC95CF743}" dt="2023-09-06T21:05:55.736" v="862"/>
          <ac:inkMkLst>
            <pc:docMk/>
            <pc:sldMk cId="1879257216" sldId="277"/>
            <ac:inkMk id="171" creationId="{A7334427-BEB4-D9B1-9B24-25E9CF344093}"/>
          </ac:inkMkLst>
        </pc:inkChg>
        <pc:inkChg chg="add del">
          <ac:chgData name="Bhowmik, Sayan" userId="2b51cadb-156e-4c9a-99fc-6d2138739850" providerId="ADAL" clId="{F84FF9A7-A6D1-9F48-9981-D5AAC95CF743}" dt="2023-09-06T21:05:55.736" v="862"/>
          <ac:inkMkLst>
            <pc:docMk/>
            <pc:sldMk cId="1879257216" sldId="277"/>
            <ac:inkMk id="172" creationId="{65F384E1-0847-EC9B-EA4A-E436744823F6}"/>
          </ac:inkMkLst>
        </pc:inkChg>
        <pc:inkChg chg="add del">
          <ac:chgData name="Bhowmik, Sayan" userId="2b51cadb-156e-4c9a-99fc-6d2138739850" providerId="ADAL" clId="{F84FF9A7-A6D1-9F48-9981-D5AAC95CF743}" dt="2023-09-06T21:05:55.736" v="862"/>
          <ac:inkMkLst>
            <pc:docMk/>
            <pc:sldMk cId="1879257216" sldId="277"/>
            <ac:inkMk id="173" creationId="{C608C10A-1C5A-06FB-A137-0AA1F26B7A02}"/>
          </ac:inkMkLst>
        </pc:inkChg>
        <pc:inkChg chg="add del">
          <ac:chgData name="Bhowmik, Sayan" userId="2b51cadb-156e-4c9a-99fc-6d2138739850" providerId="ADAL" clId="{F84FF9A7-A6D1-9F48-9981-D5AAC95CF743}" dt="2023-09-06T21:05:55.736" v="862"/>
          <ac:inkMkLst>
            <pc:docMk/>
            <pc:sldMk cId="1879257216" sldId="277"/>
            <ac:inkMk id="174" creationId="{598EFAA4-9EAD-5334-32AF-04F7A13319D3}"/>
          </ac:inkMkLst>
        </pc:inkChg>
        <pc:inkChg chg="add del">
          <ac:chgData name="Bhowmik, Sayan" userId="2b51cadb-156e-4c9a-99fc-6d2138739850" providerId="ADAL" clId="{F84FF9A7-A6D1-9F48-9981-D5AAC95CF743}" dt="2023-09-06T21:05:55.736" v="862"/>
          <ac:inkMkLst>
            <pc:docMk/>
            <pc:sldMk cId="1879257216" sldId="277"/>
            <ac:inkMk id="175" creationId="{6B703CC4-8DAB-9B51-E999-09F6744CCA3E}"/>
          </ac:inkMkLst>
        </pc:inkChg>
        <pc:inkChg chg="add del">
          <ac:chgData name="Bhowmik, Sayan" userId="2b51cadb-156e-4c9a-99fc-6d2138739850" providerId="ADAL" clId="{F84FF9A7-A6D1-9F48-9981-D5AAC95CF743}" dt="2023-09-06T21:05:55.736" v="862"/>
          <ac:inkMkLst>
            <pc:docMk/>
            <pc:sldMk cId="1879257216" sldId="277"/>
            <ac:inkMk id="176" creationId="{7590C94E-3D85-57F6-9EC1-8C6AC0172050}"/>
          </ac:inkMkLst>
        </pc:inkChg>
        <pc:inkChg chg="add reco">
          <ac:chgData name="Bhowmik, Sayan" userId="2b51cadb-156e-4c9a-99fc-6d2138739850" providerId="ADAL" clId="{F84FF9A7-A6D1-9F48-9981-D5AAC95CF743}" dt="2023-09-06T21:05:55.736" v="862"/>
          <ac:inkMkLst>
            <pc:docMk/>
            <pc:sldMk cId="1879257216" sldId="277"/>
            <ac:inkMk id="177" creationId="{E5DF860B-EE9F-863E-5E90-72ACBA83CAE5}"/>
          </ac:inkMkLst>
        </pc:inkChg>
        <pc:inkChg chg="add del">
          <ac:chgData name="Bhowmik, Sayan" userId="2b51cadb-156e-4c9a-99fc-6d2138739850" providerId="ADAL" clId="{F84FF9A7-A6D1-9F48-9981-D5AAC95CF743}" dt="2023-09-06T21:05:57.031" v="865"/>
          <ac:inkMkLst>
            <pc:docMk/>
            <pc:sldMk cId="1879257216" sldId="277"/>
            <ac:inkMk id="178" creationId="{A3387B93-CF4E-A192-429D-8D8875E5CFB0}"/>
          </ac:inkMkLst>
        </pc:inkChg>
        <pc:inkChg chg="add del">
          <ac:chgData name="Bhowmik, Sayan" userId="2b51cadb-156e-4c9a-99fc-6d2138739850" providerId="ADAL" clId="{F84FF9A7-A6D1-9F48-9981-D5AAC95CF743}" dt="2023-09-06T21:05:57.031" v="865"/>
          <ac:inkMkLst>
            <pc:docMk/>
            <pc:sldMk cId="1879257216" sldId="277"/>
            <ac:inkMk id="179" creationId="{CC8E5AE5-3F24-9979-FDB4-6CBA7A88F5C1}"/>
          </ac:inkMkLst>
        </pc:inkChg>
        <pc:inkChg chg="add reco">
          <ac:chgData name="Bhowmik, Sayan" userId="2b51cadb-156e-4c9a-99fc-6d2138739850" providerId="ADAL" clId="{F84FF9A7-A6D1-9F48-9981-D5AAC95CF743}" dt="2023-09-06T21:05:57.031" v="865"/>
          <ac:inkMkLst>
            <pc:docMk/>
            <pc:sldMk cId="1879257216" sldId="277"/>
            <ac:inkMk id="180" creationId="{965D6DCC-945A-7C63-A5C4-C305F8CDE30E}"/>
          </ac:inkMkLst>
        </pc:inkChg>
        <pc:inkChg chg="add del">
          <ac:chgData name="Bhowmik, Sayan" userId="2b51cadb-156e-4c9a-99fc-6d2138739850" providerId="ADAL" clId="{F84FF9A7-A6D1-9F48-9981-D5AAC95CF743}" dt="2023-09-06T21:06:03.783" v="872"/>
          <ac:inkMkLst>
            <pc:docMk/>
            <pc:sldMk cId="1879257216" sldId="277"/>
            <ac:inkMk id="181" creationId="{CE9D7F3F-A2F4-D05E-E178-66DD51903AF2}"/>
          </ac:inkMkLst>
        </pc:inkChg>
        <pc:inkChg chg="add del">
          <ac:chgData name="Bhowmik, Sayan" userId="2b51cadb-156e-4c9a-99fc-6d2138739850" providerId="ADAL" clId="{F84FF9A7-A6D1-9F48-9981-D5AAC95CF743}" dt="2023-09-06T21:06:00.648" v="871"/>
          <ac:inkMkLst>
            <pc:docMk/>
            <pc:sldMk cId="1879257216" sldId="277"/>
            <ac:inkMk id="182" creationId="{8006AC87-BAF4-D68A-99A7-AAF8761BCF50}"/>
          </ac:inkMkLst>
        </pc:inkChg>
        <pc:inkChg chg="add del">
          <ac:chgData name="Bhowmik, Sayan" userId="2b51cadb-156e-4c9a-99fc-6d2138739850" providerId="ADAL" clId="{F84FF9A7-A6D1-9F48-9981-D5AAC95CF743}" dt="2023-09-06T21:05:59.833" v="870"/>
          <ac:inkMkLst>
            <pc:docMk/>
            <pc:sldMk cId="1879257216" sldId="277"/>
            <ac:inkMk id="183" creationId="{83D4FAA9-BC61-C5D3-BC68-046B8134002A}"/>
          </ac:inkMkLst>
        </pc:inkChg>
        <pc:inkChg chg="add del reco">
          <ac:chgData name="Bhowmik, Sayan" userId="2b51cadb-156e-4c9a-99fc-6d2138739850" providerId="ADAL" clId="{F84FF9A7-A6D1-9F48-9981-D5AAC95CF743}" dt="2023-09-06T21:05:59.833" v="870"/>
          <ac:inkMkLst>
            <pc:docMk/>
            <pc:sldMk cId="1879257216" sldId="277"/>
            <ac:inkMk id="184" creationId="{0D02557C-CEDF-9916-C56F-FE172305C253}"/>
          </ac:inkMkLst>
        </pc:inkChg>
        <pc:inkChg chg="add del">
          <ac:chgData name="Bhowmik, Sayan" userId="2b51cadb-156e-4c9a-99fc-6d2138739850" providerId="ADAL" clId="{F84FF9A7-A6D1-9F48-9981-D5AAC95CF743}" dt="2023-09-06T21:06:08.265" v="879"/>
          <ac:inkMkLst>
            <pc:docMk/>
            <pc:sldMk cId="1879257216" sldId="277"/>
            <ac:inkMk id="185" creationId="{81A9E640-9B9A-D5CE-76BD-856B70BF28FF}"/>
          </ac:inkMkLst>
        </pc:inkChg>
        <pc:inkChg chg="add del">
          <ac:chgData name="Bhowmik, Sayan" userId="2b51cadb-156e-4c9a-99fc-6d2138739850" providerId="ADAL" clId="{F84FF9A7-A6D1-9F48-9981-D5AAC95CF743}" dt="2023-09-06T21:06:08.265" v="879"/>
          <ac:inkMkLst>
            <pc:docMk/>
            <pc:sldMk cId="1879257216" sldId="277"/>
            <ac:inkMk id="186" creationId="{F7B61C48-A587-53CB-EE5C-A36AF125B629}"/>
          </ac:inkMkLst>
        </pc:inkChg>
        <pc:inkChg chg="add del">
          <ac:chgData name="Bhowmik, Sayan" userId="2b51cadb-156e-4c9a-99fc-6d2138739850" providerId="ADAL" clId="{F84FF9A7-A6D1-9F48-9981-D5AAC95CF743}" dt="2023-09-06T21:06:08.265" v="879"/>
          <ac:inkMkLst>
            <pc:docMk/>
            <pc:sldMk cId="1879257216" sldId="277"/>
            <ac:inkMk id="187" creationId="{2F914E1B-700A-C9A0-0A42-FF32B62E8897}"/>
          </ac:inkMkLst>
        </pc:inkChg>
        <pc:inkChg chg="add del">
          <ac:chgData name="Bhowmik, Sayan" userId="2b51cadb-156e-4c9a-99fc-6d2138739850" providerId="ADAL" clId="{F84FF9A7-A6D1-9F48-9981-D5AAC95CF743}" dt="2023-09-06T21:06:08.265" v="879"/>
          <ac:inkMkLst>
            <pc:docMk/>
            <pc:sldMk cId="1879257216" sldId="277"/>
            <ac:inkMk id="188" creationId="{1AE11E51-F048-72C0-DE63-EC5AAB436047}"/>
          </ac:inkMkLst>
        </pc:inkChg>
        <pc:inkChg chg="add del">
          <ac:chgData name="Bhowmik, Sayan" userId="2b51cadb-156e-4c9a-99fc-6d2138739850" providerId="ADAL" clId="{F84FF9A7-A6D1-9F48-9981-D5AAC95CF743}" dt="2023-09-06T21:06:08.265" v="879"/>
          <ac:inkMkLst>
            <pc:docMk/>
            <pc:sldMk cId="1879257216" sldId="277"/>
            <ac:inkMk id="189" creationId="{6A535B39-CCCF-5D84-0AD8-672E85504707}"/>
          </ac:inkMkLst>
        </pc:inkChg>
        <pc:inkChg chg="add del">
          <ac:chgData name="Bhowmik, Sayan" userId="2b51cadb-156e-4c9a-99fc-6d2138739850" providerId="ADAL" clId="{F84FF9A7-A6D1-9F48-9981-D5AAC95CF743}" dt="2023-09-06T21:06:08.265" v="879"/>
          <ac:inkMkLst>
            <pc:docMk/>
            <pc:sldMk cId="1879257216" sldId="277"/>
            <ac:inkMk id="190" creationId="{A79A9958-9A62-4152-724B-3E004CEFE14A}"/>
          </ac:inkMkLst>
        </pc:inkChg>
        <pc:inkChg chg="add reco">
          <ac:chgData name="Bhowmik, Sayan" userId="2b51cadb-156e-4c9a-99fc-6d2138739850" providerId="ADAL" clId="{F84FF9A7-A6D1-9F48-9981-D5AAC95CF743}" dt="2023-09-06T21:06:08.265" v="879"/>
          <ac:inkMkLst>
            <pc:docMk/>
            <pc:sldMk cId="1879257216" sldId="277"/>
            <ac:inkMk id="191" creationId="{623C7DD9-969D-EC08-7B34-C9F2293D2E8A}"/>
          </ac:inkMkLst>
        </pc:inkChg>
        <pc:inkChg chg="add del">
          <ac:chgData name="Bhowmik, Sayan" userId="2b51cadb-156e-4c9a-99fc-6d2138739850" providerId="ADAL" clId="{F84FF9A7-A6D1-9F48-9981-D5AAC95CF743}" dt="2023-09-06T21:06:15.352" v="892"/>
          <ac:inkMkLst>
            <pc:docMk/>
            <pc:sldMk cId="1879257216" sldId="277"/>
            <ac:inkMk id="192" creationId="{8099FA84-09F4-A8B9-B0A1-22775E2AB271}"/>
          </ac:inkMkLst>
        </pc:inkChg>
        <pc:inkChg chg="add del">
          <ac:chgData name="Bhowmik, Sayan" userId="2b51cadb-156e-4c9a-99fc-6d2138739850" providerId="ADAL" clId="{F84FF9A7-A6D1-9F48-9981-D5AAC95CF743}" dt="2023-09-06T21:06:15.352" v="892"/>
          <ac:inkMkLst>
            <pc:docMk/>
            <pc:sldMk cId="1879257216" sldId="277"/>
            <ac:inkMk id="193" creationId="{6ACBA7DE-F4E0-7E74-8FEF-68B385E12836}"/>
          </ac:inkMkLst>
        </pc:inkChg>
        <pc:inkChg chg="add del">
          <ac:chgData name="Bhowmik, Sayan" userId="2b51cadb-156e-4c9a-99fc-6d2138739850" providerId="ADAL" clId="{F84FF9A7-A6D1-9F48-9981-D5AAC95CF743}" dt="2023-09-06T21:06:15.352" v="892"/>
          <ac:inkMkLst>
            <pc:docMk/>
            <pc:sldMk cId="1879257216" sldId="277"/>
            <ac:inkMk id="194" creationId="{043F60C4-FEB8-C829-1E23-58AE7521F534}"/>
          </ac:inkMkLst>
        </pc:inkChg>
        <pc:inkChg chg="add del">
          <ac:chgData name="Bhowmik, Sayan" userId="2b51cadb-156e-4c9a-99fc-6d2138739850" providerId="ADAL" clId="{F84FF9A7-A6D1-9F48-9981-D5AAC95CF743}" dt="2023-09-06T21:06:15.352" v="892"/>
          <ac:inkMkLst>
            <pc:docMk/>
            <pc:sldMk cId="1879257216" sldId="277"/>
            <ac:inkMk id="195" creationId="{8D066FE4-7579-5D96-0350-DC8E6283A7F5}"/>
          </ac:inkMkLst>
        </pc:inkChg>
        <pc:inkChg chg="add del">
          <ac:chgData name="Bhowmik, Sayan" userId="2b51cadb-156e-4c9a-99fc-6d2138739850" providerId="ADAL" clId="{F84FF9A7-A6D1-9F48-9981-D5AAC95CF743}" dt="2023-09-06T21:06:15.352" v="892"/>
          <ac:inkMkLst>
            <pc:docMk/>
            <pc:sldMk cId="1879257216" sldId="277"/>
            <ac:inkMk id="196" creationId="{66B273B6-AE2F-40F5-4958-E1B8CD450CD7}"/>
          </ac:inkMkLst>
        </pc:inkChg>
        <pc:inkChg chg="add del">
          <ac:chgData name="Bhowmik, Sayan" userId="2b51cadb-156e-4c9a-99fc-6d2138739850" providerId="ADAL" clId="{F84FF9A7-A6D1-9F48-9981-D5AAC95CF743}" dt="2023-09-06T21:06:15.352" v="892"/>
          <ac:inkMkLst>
            <pc:docMk/>
            <pc:sldMk cId="1879257216" sldId="277"/>
            <ac:inkMk id="197" creationId="{730715F4-7E02-47B4-4052-C14E3EEE762F}"/>
          </ac:inkMkLst>
        </pc:inkChg>
        <pc:inkChg chg="add del">
          <ac:chgData name="Bhowmik, Sayan" userId="2b51cadb-156e-4c9a-99fc-6d2138739850" providerId="ADAL" clId="{F84FF9A7-A6D1-9F48-9981-D5AAC95CF743}" dt="2023-09-06T21:06:15.352" v="892"/>
          <ac:inkMkLst>
            <pc:docMk/>
            <pc:sldMk cId="1879257216" sldId="277"/>
            <ac:inkMk id="198" creationId="{702AD3ED-7DD5-58E3-1D99-991ED3D4DA1C}"/>
          </ac:inkMkLst>
        </pc:inkChg>
        <pc:inkChg chg="add del">
          <ac:chgData name="Bhowmik, Sayan" userId="2b51cadb-156e-4c9a-99fc-6d2138739850" providerId="ADAL" clId="{F84FF9A7-A6D1-9F48-9981-D5AAC95CF743}" dt="2023-09-06T21:06:15.352" v="892"/>
          <ac:inkMkLst>
            <pc:docMk/>
            <pc:sldMk cId="1879257216" sldId="277"/>
            <ac:inkMk id="199" creationId="{44F1194A-1B71-4C6D-E7A3-80EA4DD3474A}"/>
          </ac:inkMkLst>
        </pc:inkChg>
        <pc:inkChg chg="add del">
          <ac:chgData name="Bhowmik, Sayan" userId="2b51cadb-156e-4c9a-99fc-6d2138739850" providerId="ADAL" clId="{F84FF9A7-A6D1-9F48-9981-D5AAC95CF743}" dt="2023-09-06T21:06:15.352" v="892"/>
          <ac:inkMkLst>
            <pc:docMk/>
            <pc:sldMk cId="1879257216" sldId="277"/>
            <ac:inkMk id="200" creationId="{08F163DF-ADBE-8573-2B28-C6B6AFD5379F}"/>
          </ac:inkMkLst>
        </pc:inkChg>
        <pc:inkChg chg="add del">
          <ac:chgData name="Bhowmik, Sayan" userId="2b51cadb-156e-4c9a-99fc-6d2138739850" providerId="ADAL" clId="{F84FF9A7-A6D1-9F48-9981-D5AAC95CF743}" dt="2023-09-06T21:06:15.352" v="892"/>
          <ac:inkMkLst>
            <pc:docMk/>
            <pc:sldMk cId="1879257216" sldId="277"/>
            <ac:inkMk id="201" creationId="{4FF702E6-ECD1-2BF0-B13C-5FA8C44DA611}"/>
          </ac:inkMkLst>
        </pc:inkChg>
        <pc:inkChg chg="add del">
          <ac:chgData name="Bhowmik, Sayan" userId="2b51cadb-156e-4c9a-99fc-6d2138739850" providerId="ADAL" clId="{F84FF9A7-A6D1-9F48-9981-D5AAC95CF743}" dt="2023-09-06T21:06:15.352" v="892"/>
          <ac:inkMkLst>
            <pc:docMk/>
            <pc:sldMk cId="1879257216" sldId="277"/>
            <ac:inkMk id="202" creationId="{13FA4641-A38D-E4D8-E9E7-60283A66EF37}"/>
          </ac:inkMkLst>
        </pc:inkChg>
        <pc:inkChg chg="add del">
          <ac:chgData name="Bhowmik, Sayan" userId="2b51cadb-156e-4c9a-99fc-6d2138739850" providerId="ADAL" clId="{F84FF9A7-A6D1-9F48-9981-D5AAC95CF743}" dt="2023-09-06T21:06:15.352" v="892"/>
          <ac:inkMkLst>
            <pc:docMk/>
            <pc:sldMk cId="1879257216" sldId="277"/>
            <ac:inkMk id="203" creationId="{88BEDF11-3D64-3BB5-6A5D-771C0C2A73B4}"/>
          </ac:inkMkLst>
        </pc:inkChg>
        <pc:inkChg chg="add reco">
          <ac:chgData name="Bhowmik, Sayan" userId="2b51cadb-156e-4c9a-99fc-6d2138739850" providerId="ADAL" clId="{F84FF9A7-A6D1-9F48-9981-D5AAC95CF743}" dt="2023-09-06T21:06:15.352" v="892"/>
          <ac:inkMkLst>
            <pc:docMk/>
            <pc:sldMk cId="1879257216" sldId="277"/>
            <ac:inkMk id="204" creationId="{5883151C-6BAA-4E0A-D4DC-0EF3FEB7B25B}"/>
          </ac:inkMkLst>
        </pc:inkChg>
      </pc:sldChg>
      <pc:sldChg chg="addSp delSp modSp">
        <pc:chgData name="Bhowmik, Sayan" userId="2b51cadb-156e-4c9a-99fc-6d2138739850" providerId="ADAL" clId="{F84FF9A7-A6D1-9F48-9981-D5AAC95CF743}" dt="2023-09-06T21:34:55.290" v="1144"/>
        <pc:sldMkLst>
          <pc:docMk/>
          <pc:sldMk cId="3597247938" sldId="278"/>
        </pc:sldMkLst>
        <pc:inkChg chg="add del">
          <ac:chgData name="Bhowmik, Sayan" userId="2b51cadb-156e-4c9a-99fc-6d2138739850" providerId="ADAL" clId="{F84FF9A7-A6D1-9F48-9981-D5AAC95CF743}" dt="2023-09-06T21:09:32.070" v="903"/>
          <ac:inkMkLst>
            <pc:docMk/>
            <pc:sldMk cId="3597247938" sldId="278"/>
            <ac:inkMk id="2" creationId="{0E2B7489-5CD8-791E-1E95-4BA9F71F0374}"/>
          </ac:inkMkLst>
        </pc:inkChg>
        <pc:inkChg chg="add del">
          <ac:chgData name="Bhowmik, Sayan" userId="2b51cadb-156e-4c9a-99fc-6d2138739850" providerId="ADAL" clId="{F84FF9A7-A6D1-9F48-9981-D5AAC95CF743}" dt="2023-09-06T21:34:55.290" v="1144"/>
          <ac:inkMkLst>
            <pc:docMk/>
            <pc:sldMk cId="3597247938" sldId="278"/>
            <ac:inkMk id="2" creationId="{DA732F89-5B64-9E2D-FC24-B146947C7DCB}"/>
          </ac:inkMkLst>
        </pc:inkChg>
        <pc:inkChg chg="add del">
          <ac:chgData name="Bhowmik, Sayan" userId="2b51cadb-156e-4c9a-99fc-6d2138739850" providerId="ADAL" clId="{F84FF9A7-A6D1-9F48-9981-D5AAC95CF743}" dt="2023-09-06T21:34:55.290" v="1144"/>
          <ac:inkMkLst>
            <pc:docMk/>
            <pc:sldMk cId="3597247938" sldId="278"/>
            <ac:inkMk id="6" creationId="{02632AC6-44A1-AC9B-2F47-C0AC6869D8F3}"/>
          </ac:inkMkLst>
        </pc:inkChg>
        <pc:inkChg chg="add del">
          <ac:chgData name="Bhowmik, Sayan" userId="2b51cadb-156e-4c9a-99fc-6d2138739850" providerId="ADAL" clId="{F84FF9A7-A6D1-9F48-9981-D5AAC95CF743}" dt="2023-09-06T21:10:21.530" v="907"/>
          <ac:inkMkLst>
            <pc:docMk/>
            <pc:sldMk cId="3597247938" sldId="278"/>
            <ac:inkMk id="6" creationId="{04217FA5-EE15-A551-3520-F6E09962ACFD}"/>
          </ac:inkMkLst>
        </pc:inkChg>
        <pc:inkChg chg="add del">
          <ac:chgData name="Bhowmik, Sayan" userId="2b51cadb-156e-4c9a-99fc-6d2138739850" providerId="ADAL" clId="{F84FF9A7-A6D1-9F48-9981-D5AAC95CF743}" dt="2023-09-06T21:10:21.530" v="907"/>
          <ac:inkMkLst>
            <pc:docMk/>
            <pc:sldMk cId="3597247938" sldId="278"/>
            <ac:inkMk id="7" creationId="{6DD95D26-AF68-E9D0-471A-72E2CE8DFF87}"/>
          </ac:inkMkLst>
        </pc:inkChg>
        <pc:inkChg chg="add reco">
          <ac:chgData name="Bhowmik, Sayan" userId="2b51cadb-156e-4c9a-99fc-6d2138739850" providerId="ADAL" clId="{F84FF9A7-A6D1-9F48-9981-D5AAC95CF743}" dt="2023-09-06T21:34:55.290" v="1144"/>
          <ac:inkMkLst>
            <pc:docMk/>
            <pc:sldMk cId="3597247938" sldId="278"/>
            <ac:inkMk id="7" creationId="{865E0DC9-773B-6322-5931-6A3715F1A363}"/>
          </ac:inkMkLst>
        </pc:inkChg>
        <pc:inkChg chg="add del">
          <ac:chgData name="Bhowmik, Sayan" userId="2b51cadb-156e-4c9a-99fc-6d2138739850" providerId="ADAL" clId="{F84FF9A7-A6D1-9F48-9981-D5AAC95CF743}" dt="2023-09-06T21:10:21.530" v="907"/>
          <ac:inkMkLst>
            <pc:docMk/>
            <pc:sldMk cId="3597247938" sldId="278"/>
            <ac:inkMk id="8" creationId="{73D5EB20-DC43-69BF-7ABD-AA6359BC30A9}"/>
          </ac:inkMkLst>
        </pc:inkChg>
        <pc:inkChg chg="add reco">
          <ac:chgData name="Bhowmik, Sayan" userId="2b51cadb-156e-4c9a-99fc-6d2138739850" providerId="ADAL" clId="{F84FF9A7-A6D1-9F48-9981-D5AAC95CF743}" dt="2023-09-06T21:10:21.530" v="907"/>
          <ac:inkMkLst>
            <pc:docMk/>
            <pc:sldMk cId="3597247938" sldId="278"/>
            <ac:inkMk id="9" creationId="{F4121F13-7239-2D44-59AA-0FFAAE012019}"/>
          </ac:inkMkLst>
        </pc:inkChg>
        <pc:inkChg chg="add">
          <ac:chgData name="Bhowmik, Sayan" userId="2b51cadb-156e-4c9a-99fc-6d2138739850" providerId="ADAL" clId="{F84FF9A7-A6D1-9F48-9981-D5AAC95CF743}" dt="2023-09-06T21:10:22.296" v="908"/>
          <ac:inkMkLst>
            <pc:docMk/>
            <pc:sldMk cId="3597247938" sldId="278"/>
            <ac:inkMk id="10" creationId="{8A793790-259F-0C1D-EAFA-9A1338E6F1E0}"/>
          </ac:inkMkLst>
        </pc:inkChg>
        <pc:inkChg chg="add">
          <ac:chgData name="Bhowmik, Sayan" userId="2b51cadb-156e-4c9a-99fc-6d2138739850" providerId="ADAL" clId="{F84FF9A7-A6D1-9F48-9981-D5AAC95CF743}" dt="2023-09-06T21:10:23.869" v="909"/>
          <ac:inkMkLst>
            <pc:docMk/>
            <pc:sldMk cId="3597247938" sldId="278"/>
            <ac:inkMk id="13" creationId="{9244A8C1-A5BE-EE54-D57D-C941BFFA60DB}"/>
          </ac:inkMkLst>
        </pc:inkChg>
        <pc:inkChg chg="add del">
          <ac:chgData name="Bhowmik, Sayan" userId="2b51cadb-156e-4c9a-99fc-6d2138739850" providerId="ADAL" clId="{F84FF9A7-A6D1-9F48-9981-D5AAC95CF743}" dt="2023-09-06T21:10:41.755" v="922"/>
          <ac:inkMkLst>
            <pc:docMk/>
            <pc:sldMk cId="3597247938" sldId="278"/>
            <ac:inkMk id="14" creationId="{30036590-CAA0-B1A3-2C26-C643341F71C3}"/>
          </ac:inkMkLst>
        </pc:inkChg>
        <pc:inkChg chg="add del">
          <ac:chgData name="Bhowmik, Sayan" userId="2b51cadb-156e-4c9a-99fc-6d2138739850" providerId="ADAL" clId="{F84FF9A7-A6D1-9F48-9981-D5AAC95CF743}" dt="2023-09-06T21:10:41.755" v="922"/>
          <ac:inkMkLst>
            <pc:docMk/>
            <pc:sldMk cId="3597247938" sldId="278"/>
            <ac:inkMk id="15" creationId="{0D965160-DFB6-CB5B-3532-F97196E7E767}"/>
          </ac:inkMkLst>
        </pc:inkChg>
        <pc:inkChg chg="add del">
          <ac:chgData name="Bhowmik, Sayan" userId="2b51cadb-156e-4c9a-99fc-6d2138739850" providerId="ADAL" clId="{F84FF9A7-A6D1-9F48-9981-D5AAC95CF743}" dt="2023-09-06T21:10:41.755" v="922"/>
          <ac:inkMkLst>
            <pc:docMk/>
            <pc:sldMk cId="3597247938" sldId="278"/>
            <ac:inkMk id="16" creationId="{EB61D343-2F05-9FB3-8DC8-8F96297F7AF0}"/>
          </ac:inkMkLst>
        </pc:inkChg>
        <pc:inkChg chg="add del">
          <ac:chgData name="Bhowmik, Sayan" userId="2b51cadb-156e-4c9a-99fc-6d2138739850" providerId="ADAL" clId="{F84FF9A7-A6D1-9F48-9981-D5AAC95CF743}" dt="2023-09-06T21:10:41.755" v="922"/>
          <ac:inkMkLst>
            <pc:docMk/>
            <pc:sldMk cId="3597247938" sldId="278"/>
            <ac:inkMk id="17" creationId="{A0937457-B609-9DCC-6036-398A3A972BE5}"/>
          </ac:inkMkLst>
        </pc:inkChg>
        <pc:inkChg chg="add del">
          <ac:chgData name="Bhowmik, Sayan" userId="2b51cadb-156e-4c9a-99fc-6d2138739850" providerId="ADAL" clId="{F84FF9A7-A6D1-9F48-9981-D5AAC95CF743}" dt="2023-09-06T21:10:41.755" v="922"/>
          <ac:inkMkLst>
            <pc:docMk/>
            <pc:sldMk cId="3597247938" sldId="278"/>
            <ac:inkMk id="18" creationId="{1339096D-F972-E19C-D315-BC243F570525}"/>
          </ac:inkMkLst>
        </pc:inkChg>
        <pc:inkChg chg="add del">
          <ac:chgData name="Bhowmik, Sayan" userId="2b51cadb-156e-4c9a-99fc-6d2138739850" providerId="ADAL" clId="{F84FF9A7-A6D1-9F48-9981-D5AAC95CF743}" dt="2023-09-06T21:10:41.755" v="922"/>
          <ac:inkMkLst>
            <pc:docMk/>
            <pc:sldMk cId="3597247938" sldId="278"/>
            <ac:inkMk id="19" creationId="{32FA60CB-B106-1EB5-1479-FF46FEDC3648}"/>
          </ac:inkMkLst>
        </pc:inkChg>
        <pc:inkChg chg="add reco">
          <ac:chgData name="Bhowmik, Sayan" userId="2b51cadb-156e-4c9a-99fc-6d2138739850" providerId="ADAL" clId="{F84FF9A7-A6D1-9F48-9981-D5AAC95CF743}" dt="2023-09-06T21:10:41.755" v="922"/>
          <ac:inkMkLst>
            <pc:docMk/>
            <pc:sldMk cId="3597247938" sldId="278"/>
            <ac:inkMk id="20" creationId="{8945D1EA-D349-3A2F-C908-E4A82C7D6142}"/>
          </ac:inkMkLst>
        </pc:inkChg>
        <pc:inkChg chg="add reco">
          <ac:chgData name="Bhowmik, Sayan" userId="2b51cadb-156e-4c9a-99fc-6d2138739850" providerId="ADAL" clId="{F84FF9A7-A6D1-9F48-9981-D5AAC95CF743}" dt="2023-09-06T21:10:41.755" v="922"/>
          <ac:inkMkLst>
            <pc:docMk/>
            <pc:sldMk cId="3597247938" sldId="278"/>
            <ac:inkMk id="21" creationId="{62B60DE6-FB17-815C-949F-92F6672A9D02}"/>
          </ac:inkMkLst>
        </pc:inkChg>
        <pc:inkChg chg="add del">
          <ac:chgData name="Bhowmik, Sayan" userId="2b51cadb-156e-4c9a-99fc-6d2138739850" providerId="ADAL" clId="{F84FF9A7-A6D1-9F48-9981-D5AAC95CF743}" dt="2023-09-06T21:10:50.421" v="933"/>
          <ac:inkMkLst>
            <pc:docMk/>
            <pc:sldMk cId="3597247938" sldId="278"/>
            <ac:inkMk id="22" creationId="{C56F3E58-A132-65F8-04E9-12594E708496}"/>
          </ac:inkMkLst>
        </pc:inkChg>
        <pc:inkChg chg="add del">
          <ac:chgData name="Bhowmik, Sayan" userId="2b51cadb-156e-4c9a-99fc-6d2138739850" providerId="ADAL" clId="{F84FF9A7-A6D1-9F48-9981-D5AAC95CF743}" dt="2023-09-06T21:10:50.421" v="933"/>
          <ac:inkMkLst>
            <pc:docMk/>
            <pc:sldMk cId="3597247938" sldId="278"/>
            <ac:inkMk id="23" creationId="{9D6464E2-EF87-71B0-A44F-D13F86336F65}"/>
          </ac:inkMkLst>
        </pc:inkChg>
        <pc:inkChg chg="add del">
          <ac:chgData name="Bhowmik, Sayan" userId="2b51cadb-156e-4c9a-99fc-6d2138739850" providerId="ADAL" clId="{F84FF9A7-A6D1-9F48-9981-D5AAC95CF743}" dt="2023-09-06T21:10:50.421" v="933"/>
          <ac:inkMkLst>
            <pc:docMk/>
            <pc:sldMk cId="3597247938" sldId="278"/>
            <ac:inkMk id="24" creationId="{58F7748E-1C0D-6593-EF8F-EB4F1EC00161}"/>
          </ac:inkMkLst>
        </pc:inkChg>
        <pc:inkChg chg="del">
          <ac:chgData name="Bhowmik, Sayan" userId="2b51cadb-156e-4c9a-99fc-6d2138739850" providerId="ADAL" clId="{F84FF9A7-A6D1-9F48-9981-D5AAC95CF743}" dt="2023-09-06T21:10:33.607" v="910"/>
          <ac:inkMkLst>
            <pc:docMk/>
            <pc:sldMk cId="3597247938" sldId="278"/>
            <ac:inkMk id="25" creationId="{C7AD0B73-76A5-5751-BE3D-D2B7DAC320E5}"/>
          </ac:inkMkLst>
        </pc:inkChg>
        <pc:inkChg chg="del">
          <ac:chgData name="Bhowmik, Sayan" userId="2b51cadb-156e-4c9a-99fc-6d2138739850" providerId="ADAL" clId="{F84FF9A7-A6D1-9F48-9981-D5AAC95CF743}" dt="2023-09-06T21:10:33.611" v="911"/>
          <ac:inkMkLst>
            <pc:docMk/>
            <pc:sldMk cId="3597247938" sldId="278"/>
            <ac:inkMk id="26" creationId="{87B79F5B-91BC-9644-F031-4DC36333FCA1}"/>
          </ac:inkMkLst>
        </pc:inkChg>
        <pc:inkChg chg="del">
          <ac:chgData name="Bhowmik, Sayan" userId="2b51cadb-156e-4c9a-99fc-6d2138739850" providerId="ADAL" clId="{F84FF9A7-A6D1-9F48-9981-D5AAC95CF743}" dt="2023-09-06T21:10:33.616" v="913"/>
          <ac:inkMkLst>
            <pc:docMk/>
            <pc:sldMk cId="3597247938" sldId="278"/>
            <ac:inkMk id="27" creationId="{7D208406-2F47-EE89-C91A-BDC295389751}"/>
          </ac:inkMkLst>
        </pc:inkChg>
        <pc:inkChg chg="del">
          <ac:chgData name="Bhowmik, Sayan" userId="2b51cadb-156e-4c9a-99fc-6d2138739850" providerId="ADAL" clId="{F84FF9A7-A6D1-9F48-9981-D5AAC95CF743}" dt="2023-09-06T21:10:33.618" v="914"/>
          <ac:inkMkLst>
            <pc:docMk/>
            <pc:sldMk cId="3597247938" sldId="278"/>
            <ac:inkMk id="28" creationId="{DB244E21-9A1E-46C6-BCDF-C2C8BC5936B8}"/>
          </ac:inkMkLst>
        </pc:inkChg>
        <pc:inkChg chg="add del">
          <ac:chgData name="Bhowmik, Sayan" userId="2b51cadb-156e-4c9a-99fc-6d2138739850" providerId="ADAL" clId="{F84FF9A7-A6D1-9F48-9981-D5AAC95CF743}" dt="2023-09-06T21:10:50.421" v="933"/>
          <ac:inkMkLst>
            <pc:docMk/>
            <pc:sldMk cId="3597247938" sldId="278"/>
            <ac:inkMk id="29" creationId="{E03DCF6E-6916-8CDC-9279-428D9C069EFD}"/>
          </ac:inkMkLst>
        </pc:inkChg>
        <pc:inkChg chg="add del">
          <ac:chgData name="Bhowmik, Sayan" userId="2b51cadb-156e-4c9a-99fc-6d2138739850" providerId="ADAL" clId="{F84FF9A7-A6D1-9F48-9981-D5AAC95CF743}" dt="2023-09-06T21:10:50.421" v="933"/>
          <ac:inkMkLst>
            <pc:docMk/>
            <pc:sldMk cId="3597247938" sldId="278"/>
            <ac:inkMk id="30" creationId="{A76406B0-0D9C-BDFD-BB12-E1028B5FE57C}"/>
          </ac:inkMkLst>
        </pc:inkChg>
        <pc:inkChg chg="add del">
          <ac:chgData name="Bhowmik, Sayan" userId="2b51cadb-156e-4c9a-99fc-6d2138739850" providerId="ADAL" clId="{F84FF9A7-A6D1-9F48-9981-D5AAC95CF743}" dt="2023-09-06T21:10:50.421" v="933"/>
          <ac:inkMkLst>
            <pc:docMk/>
            <pc:sldMk cId="3597247938" sldId="278"/>
            <ac:inkMk id="31" creationId="{47337F6C-D8F3-4534-595D-59DC893FB21E}"/>
          </ac:inkMkLst>
        </pc:inkChg>
        <pc:inkChg chg="add del">
          <ac:chgData name="Bhowmik, Sayan" userId="2b51cadb-156e-4c9a-99fc-6d2138739850" providerId="ADAL" clId="{F84FF9A7-A6D1-9F48-9981-D5AAC95CF743}" dt="2023-09-06T21:10:50.421" v="933"/>
          <ac:inkMkLst>
            <pc:docMk/>
            <pc:sldMk cId="3597247938" sldId="278"/>
            <ac:inkMk id="32" creationId="{1B6D91A2-20FB-4368-9243-B4473316F6E8}"/>
          </ac:inkMkLst>
        </pc:inkChg>
        <pc:inkChg chg="add del">
          <ac:chgData name="Bhowmik, Sayan" userId="2b51cadb-156e-4c9a-99fc-6d2138739850" providerId="ADAL" clId="{F84FF9A7-A6D1-9F48-9981-D5AAC95CF743}" dt="2023-09-06T21:10:50.421" v="933"/>
          <ac:inkMkLst>
            <pc:docMk/>
            <pc:sldMk cId="3597247938" sldId="278"/>
            <ac:inkMk id="33" creationId="{77253D5D-8B60-3468-CA08-E53B431A7460}"/>
          </ac:inkMkLst>
        </pc:inkChg>
        <pc:inkChg chg="add del">
          <ac:chgData name="Bhowmik, Sayan" userId="2b51cadb-156e-4c9a-99fc-6d2138739850" providerId="ADAL" clId="{F84FF9A7-A6D1-9F48-9981-D5AAC95CF743}" dt="2023-09-06T21:10:50.421" v="933"/>
          <ac:inkMkLst>
            <pc:docMk/>
            <pc:sldMk cId="3597247938" sldId="278"/>
            <ac:inkMk id="34" creationId="{C51A7169-C433-344E-3733-292B89D44C3E}"/>
          </ac:inkMkLst>
        </pc:inkChg>
        <pc:inkChg chg="del">
          <ac:chgData name="Bhowmik, Sayan" userId="2b51cadb-156e-4c9a-99fc-6d2138739850" providerId="ADAL" clId="{F84FF9A7-A6D1-9F48-9981-D5AAC95CF743}" dt="2023-09-06T21:10:33.613" v="912"/>
          <ac:inkMkLst>
            <pc:docMk/>
            <pc:sldMk cId="3597247938" sldId="278"/>
            <ac:inkMk id="35" creationId="{22BA177B-232F-8D84-F921-05AFF49C53A6}"/>
          </ac:inkMkLst>
        </pc:inkChg>
        <pc:inkChg chg="del">
          <ac:chgData name="Bhowmik, Sayan" userId="2b51cadb-156e-4c9a-99fc-6d2138739850" providerId="ADAL" clId="{F84FF9A7-A6D1-9F48-9981-D5AAC95CF743}" dt="2023-09-06T21:10:33.621" v="915"/>
          <ac:inkMkLst>
            <pc:docMk/>
            <pc:sldMk cId="3597247938" sldId="278"/>
            <ac:inkMk id="36" creationId="{9DC04AA2-D2CF-CCB5-3633-0224E63D1B2A}"/>
          </ac:inkMkLst>
        </pc:inkChg>
        <pc:inkChg chg="add del">
          <ac:chgData name="Bhowmik, Sayan" userId="2b51cadb-156e-4c9a-99fc-6d2138739850" providerId="ADAL" clId="{F84FF9A7-A6D1-9F48-9981-D5AAC95CF743}" dt="2023-09-06T21:10:50.421" v="933"/>
          <ac:inkMkLst>
            <pc:docMk/>
            <pc:sldMk cId="3597247938" sldId="278"/>
            <ac:inkMk id="37" creationId="{CE936115-8A5B-5F73-EE54-0C0A4A34263C}"/>
          </ac:inkMkLst>
        </pc:inkChg>
        <pc:inkChg chg="add del reco">
          <ac:chgData name="Bhowmik, Sayan" userId="2b51cadb-156e-4c9a-99fc-6d2138739850" providerId="ADAL" clId="{F84FF9A7-A6D1-9F48-9981-D5AAC95CF743}" dt="2023-09-06T21:11:12.094" v="955"/>
          <ac:inkMkLst>
            <pc:docMk/>
            <pc:sldMk cId="3597247938" sldId="278"/>
            <ac:inkMk id="38" creationId="{53EC3C37-6F18-F868-2CE5-445250E37E0E}"/>
          </ac:inkMkLst>
        </pc:inkChg>
        <pc:inkChg chg="add del">
          <ac:chgData name="Bhowmik, Sayan" userId="2b51cadb-156e-4c9a-99fc-6d2138739850" providerId="ADAL" clId="{F84FF9A7-A6D1-9F48-9981-D5AAC95CF743}" dt="2023-09-06T21:11:12.101" v="958"/>
          <ac:inkMkLst>
            <pc:docMk/>
            <pc:sldMk cId="3597247938" sldId="278"/>
            <ac:inkMk id="39" creationId="{8A6A704D-2525-B15E-3BAB-C6218B4CAC27}"/>
          </ac:inkMkLst>
        </pc:inkChg>
        <pc:inkChg chg="add del">
          <ac:chgData name="Bhowmik, Sayan" userId="2b51cadb-156e-4c9a-99fc-6d2138739850" providerId="ADAL" clId="{F84FF9A7-A6D1-9F48-9981-D5AAC95CF743}" dt="2023-09-06T21:11:12.107" v="961"/>
          <ac:inkMkLst>
            <pc:docMk/>
            <pc:sldMk cId="3597247938" sldId="278"/>
            <ac:inkMk id="40" creationId="{4EFEE183-6584-DDA9-0BCA-A56DAE8A1337}"/>
          </ac:inkMkLst>
        </pc:inkChg>
        <pc:inkChg chg="add del">
          <ac:chgData name="Bhowmik, Sayan" userId="2b51cadb-156e-4c9a-99fc-6d2138739850" providerId="ADAL" clId="{F84FF9A7-A6D1-9F48-9981-D5AAC95CF743}" dt="2023-09-06T21:11:12.111" v="963"/>
          <ac:inkMkLst>
            <pc:docMk/>
            <pc:sldMk cId="3597247938" sldId="278"/>
            <ac:inkMk id="41" creationId="{1E4ADFED-8B0C-871D-9DC3-ED8E0FBEFAE2}"/>
          </ac:inkMkLst>
        </pc:inkChg>
        <pc:inkChg chg="add del">
          <ac:chgData name="Bhowmik, Sayan" userId="2b51cadb-156e-4c9a-99fc-6d2138739850" providerId="ADAL" clId="{F84FF9A7-A6D1-9F48-9981-D5AAC95CF743}" dt="2023-09-06T21:11:12.097" v="956"/>
          <ac:inkMkLst>
            <pc:docMk/>
            <pc:sldMk cId="3597247938" sldId="278"/>
            <ac:inkMk id="42" creationId="{C36D4329-212F-CBEF-B561-6268958A9D11}"/>
          </ac:inkMkLst>
        </pc:inkChg>
        <pc:inkChg chg="add del">
          <ac:chgData name="Bhowmik, Sayan" userId="2b51cadb-156e-4c9a-99fc-6d2138739850" providerId="ADAL" clId="{F84FF9A7-A6D1-9F48-9981-D5AAC95CF743}" dt="2023-09-06T21:11:12.116" v="967"/>
          <ac:inkMkLst>
            <pc:docMk/>
            <pc:sldMk cId="3597247938" sldId="278"/>
            <ac:inkMk id="43" creationId="{BBE9919A-1F12-516E-B41B-3FCBF235B597}"/>
          </ac:inkMkLst>
        </pc:inkChg>
        <pc:inkChg chg="add del">
          <ac:chgData name="Bhowmik, Sayan" userId="2b51cadb-156e-4c9a-99fc-6d2138739850" providerId="ADAL" clId="{F84FF9A7-A6D1-9F48-9981-D5AAC95CF743}" dt="2023-09-06T21:11:12.115" v="966"/>
          <ac:inkMkLst>
            <pc:docMk/>
            <pc:sldMk cId="3597247938" sldId="278"/>
            <ac:inkMk id="44" creationId="{94165B14-9A7B-9CE6-B774-CDD2E5219AC2}"/>
          </ac:inkMkLst>
        </pc:inkChg>
        <pc:inkChg chg="add del">
          <ac:chgData name="Bhowmik, Sayan" userId="2b51cadb-156e-4c9a-99fc-6d2138739850" providerId="ADAL" clId="{F84FF9A7-A6D1-9F48-9981-D5AAC95CF743}" dt="2023-09-06T21:11:12.099" v="957"/>
          <ac:inkMkLst>
            <pc:docMk/>
            <pc:sldMk cId="3597247938" sldId="278"/>
            <ac:inkMk id="45" creationId="{3C2446F9-70C6-1EC5-B878-8D9F3E8A2776}"/>
          </ac:inkMkLst>
        </pc:inkChg>
        <pc:inkChg chg="add del">
          <ac:chgData name="Bhowmik, Sayan" userId="2b51cadb-156e-4c9a-99fc-6d2138739850" providerId="ADAL" clId="{F84FF9A7-A6D1-9F48-9981-D5AAC95CF743}" dt="2023-09-06T21:11:12.109" v="962"/>
          <ac:inkMkLst>
            <pc:docMk/>
            <pc:sldMk cId="3597247938" sldId="278"/>
            <ac:inkMk id="46" creationId="{5D7F2D12-02FB-79E6-6FFE-999980A53102}"/>
          </ac:inkMkLst>
        </pc:inkChg>
        <pc:inkChg chg="add del">
          <ac:chgData name="Bhowmik, Sayan" userId="2b51cadb-156e-4c9a-99fc-6d2138739850" providerId="ADAL" clId="{F84FF9A7-A6D1-9F48-9981-D5AAC95CF743}" dt="2023-09-06T21:11:12.119" v="969"/>
          <ac:inkMkLst>
            <pc:docMk/>
            <pc:sldMk cId="3597247938" sldId="278"/>
            <ac:inkMk id="47" creationId="{6C2015E1-36A4-01D4-8304-00DC65B80BA0}"/>
          </ac:inkMkLst>
        </pc:inkChg>
        <pc:inkChg chg="add del">
          <ac:chgData name="Bhowmik, Sayan" userId="2b51cadb-156e-4c9a-99fc-6d2138739850" providerId="ADAL" clId="{F84FF9A7-A6D1-9F48-9981-D5AAC95CF743}" dt="2023-09-06T21:11:12.103" v="959"/>
          <ac:inkMkLst>
            <pc:docMk/>
            <pc:sldMk cId="3597247938" sldId="278"/>
            <ac:inkMk id="48" creationId="{621E3A72-6CEC-9D11-B852-C6906980107D}"/>
          </ac:inkMkLst>
        </pc:inkChg>
        <pc:inkChg chg="add del">
          <ac:chgData name="Bhowmik, Sayan" userId="2b51cadb-156e-4c9a-99fc-6d2138739850" providerId="ADAL" clId="{F84FF9A7-A6D1-9F48-9981-D5AAC95CF743}" dt="2023-09-06T21:11:12.113" v="965"/>
          <ac:inkMkLst>
            <pc:docMk/>
            <pc:sldMk cId="3597247938" sldId="278"/>
            <ac:inkMk id="49" creationId="{B4E408C5-B1C3-4299-0A71-71C51D31E27D}"/>
          </ac:inkMkLst>
        </pc:inkChg>
        <pc:inkChg chg="add del">
          <ac:chgData name="Bhowmik, Sayan" userId="2b51cadb-156e-4c9a-99fc-6d2138739850" providerId="ADAL" clId="{F84FF9A7-A6D1-9F48-9981-D5AAC95CF743}" dt="2023-09-06T21:11:12.090" v="954"/>
          <ac:inkMkLst>
            <pc:docMk/>
            <pc:sldMk cId="3597247938" sldId="278"/>
            <ac:inkMk id="50" creationId="{F2B0F20E-DC3F-1EF9-D4E6-9E83C2E4415F}"/>
          </ac:inkMkLst>
        </pc:inkChg>
        <pc:inkChg chg="add del">
          <ac:chgData name="Bhowmik, Sayan" userId="2b51cadb-156e-4c9a-99fc-6d2138739850" providerId="ADAL" clId="{F84FF9A7-A6D1-9F48-9981-D5AAC95CF743}" dt="2023-09-06T21:11:12.104" v="960"/>
          <ac:inkMkLst>
            <pc:docMk/>
            <pc:sldMk cId="3597247938" sldId="278"/>
            <ac:inkMk id="51" creationId="{40E9D2A9-3FE5-DD26-7662-4BD690545E21}"/>
          </ac:inkMkLst>
        </pc:inkChg>
        <pc:inkChg chg="add del">
          <ac:chgData name="Bhowmik, Sayan" userId="2b51cadb-156e-4c9a-99fc-6d2138739850" providerId="ADAL" clId="{F84FF9A7-A6D1-9F48-9981-D5AAC95CF743}" dt="2023-09-06T21:11:12.118" v="968"/>
          <ac:inkMkLst>
            <pc:docMk/>
            <pc:sldMk cId="3597247938" sldId="278"/>
            <ac:inkMk id="52" creationId="{B0A36623-FDAC-900B-6CC8-FF5AB194BCB0}"/>
          </ac:inkMkLst>
        </pc:inkChg>
        <pc:inkChg chg="add del">
          <ac:chgData name="Bhowmik, Sayan" userId="2b51cadb-156e-4c9a-99fc-6d2138739850" providerId="ADAL" clId="{F84FF9A7-A6D1-9F48-9981-D5AAC95CF743}" dt="2023-09-06T21:11:12.112" v="964"/>
          <ac:inkMkLst>
            <pc:docMk/>
            <pc:sldMk cId="3597247938" sldId="278"/>
            <ac:inkMk id="53" creationId="{364A84CD-370F-B869-0D2B-E7C5F332473B}"/>
          </ac:inkMkLst>
        </pc:inkChg>
        <pc:inkChg chg="add del">
          <ac:chgData name="Bhowmik, Sayan" userId="2b51cadb-156e-4c9a-99fc-6d2138739850" providerId="ADAL" clId="{F84FF9A7-A6D1-9F48-9981-D5AAC95CF743}" dt="2023-09-06T21:11:06.726" v="953"/>
          <ac:inkMkLst>
            <pc:docMk/>
            <pc:sldMk cId="3597247938" sldId="278"/>
            <ac:inkMk id="54" creationId="{EAEAEE07-5EA5-6AF7-C759-66FB7182E0CF}"/>
          </ac:inkMkLst>
        </pc:inkChg>
        <pc:inkChg chg="add del">
          <ac:chgData name="Bhowmik, Sayan" userId="2b51cadb-156e-4c9a-99fc-6d2138739850" providerId="ADAL" clId="{F84FF9A7-A6D1-9F48-9981-D5AAC95CF743}" dt="2023-09-06T21:11:06.003" v="952"/>
          <ac:inkMkLst>
            <pc:docMk/>
            <pc:sldMk cId="3597247938" sldId="278"/>
            <ac:inkMk id="55" creationId="{520DDBBE-66E1-9C6C-0D87-D4D3BE372E77}"/>
          </ac:inkMkLst>
        </pc:inkChg>
        <pc:inkChg chg="add del reco">
          <ac:chgData name="Bhowmik, Sayan" userId="2b51cadb-156e-4c9a-99fc-6d2138739850" providerId="ADAL" clId="{F84FF9A7-A6D1-9F48-9981-D5AAC95CF743}" dt="2023-09-06T21:11:06.003" v="952"/>
          <ac:inkMkLst>
            <pc:docMk/>
            <pc:sldMk cId="3597247938" sldId="278"/>
            <ac:inkMk id="56" creationId="{15180C0E-5C55-796A-2187-C96F98AAEAAC}"/>
          </ac:inkMkLst>
        </pc:inkChg>
        <pc:inkChg chg="add del">
          <ac:chgData name="Bhowmik, Sayan" userId="2b51cadb-156e-4c9a-99fc-6d2138739850" providerId="ADAL" clId="{F84FF9A7-A6D1-9F48-9981-D5AAC95CF743}" dt="2023-09-06T21:11:20.251" v="982"/>
          <ac:inkMkLst>
            <pc:docMk/>
            <pc:sldMk cId="3597247938" sldId="278"/>
            <ac:inkMk id="57" creationId="{9E8B371D-1877-A2EF-FACD-2C6DED74B94E}"/>
          </ac:inkMkLst>
        </pc:inkChg>
        <pc:inkChg chg="add del">
          <ac:chgData name="Bhowmik, Sayan" userId="2b51cadb-156e-4c9a-99fc-6d2138739850" providerId="ADAL" clId="{F84FF9A7-A6D1-9F48-9981-D5AAC95CF743}" dt="2023-09-06T21:11:20.251" v="982"/>
          <ac:inkMkLst>
            <pc:docMk/>
            <pc:sldMk cId="3597247938" sldId="278"/>
            <ac:inkMk id="58" creationId="{A60765D0-CE1C-F634-B4B1-E9955F6DAAFD}"/>
          </ac:inkMkLst>
        </pc:inkChg>
        <pc:inkChg chg="add del">
          <ac:chgData name="Bhowmik, Sayan" userId="2b51cadb-156e-4c9a-99fc-6d2138739850" providerId="ADAL" clId="{F84FF9A7-A6D1-9F48-9981-D5AAC95CF743}" dt="2023-09-06T21:11:20.251" v="982"/>
          <ac:inkMkLst>
            <pc:docMk/>
            <pc:sldMk cId="3597247938" sldId="278"/>
            <ac:inkMk id="59" creationId="{A8CF9BBC-C4B9-EFB4-4867-FF68D11062CA}"/>
          </ac:inkMkLst>
        </pc:inkChg>
        <pc:inkChg chg="add del">
          <ac:chgData name="Bhowmik, Sayan" userId="2b51cadb-156e-4c9a-99fc-6d2138739850" providerId="ADAL" clId="{F84FF9A7-A6D1-9F48-9981-D5AAC95CF743}" dt="2023-09-06T21:11:20.251" v="982"/>
          <ac:inkMkLst>
            <pc:docMk/>
            <pc:sldMk cId="3597247938" sldId="278"/>
            <ac:inkMk id="60" creationId="{7DF9A8A4-ADB4-6BA0-B233-80F4A2E5CA40}"/>
          </ac:inkMkLst>
        </pc:inkChg>
        <pc:inkChg chg="add del">
          <ac:chgData name="Bhowmik, Sayan" userId="2b51cadb-156e-4c9a-99fc-6d2138739850" providerId="ADAL" clId="{F84FF9A7-A6D1-9F48-9981-D5AAC95CF743}" dt="2023-09-06T21:11:20.251" v="982"/>
          <ac:inkMkLst>
            <pc:docMk/>
            <pc:sldMk cId="3597247938" sldId="278"/>
            <ac:inkMk id="61" creationId="{8986B6D4-3558-D6D6-D25A-27B6CB728528}"/>
          </ac:inkMkLst>
        </pc:inkChg>
        <pc:inkChg chg="add del">
          <ac:chgData name="Bhowmik, Sayan" userId="2b51cadb-156e-4c9a-99fc-6d2138739850" providerId="ADAL" clId="{F84FF9A7-A6D1-9F48-9981-D5AAC95CF743}" dt="2023-09-06T21:11:20.251" v="982"/>
          <ac:inkMkLst>
            <pc:docMk/>
            <pc:sldMk cId="3597247938" sldId="278"/>
            <ac:inkMk id="62" creationId="{A89B48A6-5BF3-4FBB-4F13-C0C3C3CE6732}"/>
          </ac:inkMkLst>
        </pc:inkChg>
        <pc:inkChg chg="add del">
          <ac:chgData name="Bhowmik, Sayan" userId="2b51cadb-156e-4c9a-99fc-6d2138739850" providerId="ADAL" clId="{F84FF9A7-A6D1-9F48-9981-D5AAC95CF743}" dt="2023-09-06T21:11:20.251" v="982"/>
          <ac:inkMkLst>
            <pc:docMk/>
            <pc:sldMk cId="3597247938" sldId="278"/>
            <ac:inkMk id="63" creationId="{B267A11B-0F27-5480-CB7C-20424198A8D0}"/>
          </ac:inkMkLst>
        </pc:inkChg>
        <pc:inkChg chg="add del">
          <ac:chgData name="Bhowmik, Sayan" userId="2b51cadb-156e-4c9a-99fc-6d2138739850" providerId="ADAL" clId="{F84FF9A7-A6D1-9F48-9981-D5AAC95CF743}" dt="2023-09-06T21:11:20.251" v="982"/>
          <ac:inkMkLst>
            <pc:docMk/>
            <pc:sldMk cId="3597247938" sldId="278"/>
            <ac:inkMk id="64" creationId="{46088B41-E591-E873-7E33-1300A5B933DE}"/>
          </ac:inkMkLst>
        </pc:inkChg>
        <pc:inkChg chg="add del">
          <ac:chgData name="Bhowmik, Sayan" userId="2b51cadb-156e-4c9a-99fc-6d2138739850" providerId="ADAL" clId="{F84FF9A7-A6D1-9F48-9981-D5AAC95CF743}" dt="2023-09-06T21:11:20.251" v="982"/>
          <ac:inkMkLst>
            <pc:docMk/>
            <pc:sldMk cId="3597247938" sldId="278"/>
            <ac:inkMk id="65" creationId="{5EF9D547-E730-A1B5-FA94-14A9939DD507}"/>
          </ac:inkMkLst>
        </pc:inkChg>
        <pc:inkChg chg="add del">
          <ac:chgData name="Bhowmik, Sayan" userId="2b51cadb-156e-4c9a-99fc-6d2138739850" providerId="ADAL" clId="{F84FF9A7-A6D1-9F48-9981-D5AAC95CF743}" dt="2023-09-06T21:11:20.251" v="982"/>
          <ac:inkMkLst>
            <pc:docMk/>
            <pc:sldMk cId="3597247938" sldId="278"/>
            <ac:inkMk id="66" creationId="{327790DD-64ED-733D-9A6A-98BA60FF8E31}"/>
          </ac:inkMkLst>
        </pc:inkChg>
        <pc:inkChg chg="add del">
          <ac:chgData name="Bhowmik, Sayan" userId="2b51cadb-156e-4c9a-99fc-6d2138739850" providerId="ADAL" clId="{F84FF9A7-A6D1-9F48-9981-D5AAC95CF743}" dt="2023-09-06T21:11:20.251" v="982"/>
          <ac:inkMkLst>
            <pc:docMk/>
            <pc:sldMk cId="3597247938" sldId="278"/>
            <ac:inkMk id="67" creationId="{C35A9D5D-5F8A-2101-F87C-DC774DB8A7AE}"/>
          </ac:inkMkLst>
        </pc:inkChg>
        <pc:inkChg chg="add del">
          <ac:chgData name="Bhowmik, Sayan" userId="2b51cadb-156e-4c9a-99fc-6d2138739850" providerId="ADAL" clId="{F84FF9A7-A6D1-9F48-9981-D5AAC95CF743}" dt="2023-09-06T21:11:20.251" v="982"/>
          <ac:inkMkLst>
            <pc:docMk/>
            <pc:sldMk cId="3597247938" sldId="278"/>
            <ac:inkMk id="68" creationId="{BCD12893-3585-DC50-B960-5BC628B44583}"/>
          </ac:inkMkLst>
        </pc:inkChg>
        <pc:inkChg chg="add mod reco modStrokes">
          <ac:chgData name="Bhowmik, Sayan" userId="2b51cadb-156e-4c9a-99fc-6d2138739850" providerId="ADAL" clId="{F84FF9A7-A6D1-9F48-9981-D5AAC95CF743}" dt="2023-09-06T21:11:25.502" v="985"/>
          <ac:inkMkLst>
            <pc:docMk/>
            <pc:sldMk cId="3597247938" sldId="278"/>
            <ac:inkMk id="69" creationId="{2CC23B25-1CCA-A066-AA8C-F21C18ED3772}"/>
          </ac:inkMkLst>
        </pc:inkChg>
        <pc:inkChg chg="add del">
          <ac:chgData name="Bhowmik, Sayan" userId="2b51cadb-156e-4c9a-99fc-6d2138739850" providerId="ADAL" clId="{F84FF9A7-A6D1-9F48-9981-D5AAC95CF743}" dt="2023-09-06T21:11:25.506" v="987"/>
          <ac:inkMkLst>
            <pc:docMk/>
            <pc:sldMk cId="3597247938" sldId="278"/>
            <ac:inkMk id="70" creationId="{3CFDA829-C683-3965-EE47-291127F5454E}"/>
          </ac:inkMkLst>
        </pc:inkChg>
        <pc:inkChg chg="add del">
          <ac:chgData name="Bhowmik, Sayan" userId="2b51cadb-156e-4c9a-99fc-6d2138739850" providerId="ADAL" clId="{F84FF9A7-A6D1-9F48-9981-D5AAC95CF743}" dt="2023-09-06T21:11:25.504" v="986"/>
          <ac:inkMkLst>
            <pc:docMk/>
            <pc:sldMk cId="3597247938" sldId="278"/>
            <ac:inkMk id="71" creationId="{18D55760-1A2D-EBC5-3C4A-C161E7734C30}"/>
          </ac:inkMkLst>
        </pc:inkChg>
        <pc:inkChg chg="add del">
          <ac:chgData name="Bhowmik, Sayan" userId="2b51cadb-156e-4c9a-99fc-6d2138739850" providerId="ADAL" clId="{F84FF9A7-A6D1-9F48-9981-D5AAC95CF743}" dt="2023-09-06T21:11:30.959" v="996"/>
          <ac:inkMkLst>
            <pc:docMk/>
            <pc:sldMk cId="3597247938" sldId="278"/>
            <ac:inkMk id="72" creationId="{ECC824F7-839F-882E-D249-D4D45EB16245}"/>
          </ac:inkMkLst>
        </pc:inkChg>
        <pc:inkChg chg="add del">
          <ac:chgData name="Bhowmik, Sayan" userId="2b51cadb-156e-4c9a-99fc-6d2138739850" providerId="ADAL" clId="{F84FF9A7-A6D1-9F48-9981-D5AAC95CF743}" dt="2023-09-06T21:11:30.959" v="996"/>
          <ac:inkMkLst>
            <pc:docMk/>
            <pc:sldMk cId="3597247938" sldId="278"/>
            <ac:inkMk id="73" creationId="{81BC8411-7545-42F5-AD3D-D114C0D6617D}"/>
          </ac:inkMkLst>
        </pc:inkChg>
        <pc:inkChg chg="add del">
          <ac:chgData name="Bhowmik, Sayan" userId="2b51cadb-156e-4c9a-99fc-6d2138739850" providerId="ADAL" clId="{F84FF9A7-A6D1-9F48-9981-D5AAC95CF743}" dt="2023-09-06T21:11:30.959" v="996"/>
          <ac:inkMkLst>
            <pc:docMk/>
            <pc:sldMk cId="3597247938" sldId="278"/>
            <ac:inkMk id="74" creationId="{CB015882-944E-BBB7-D71F-18ED6FA3F06A}"/>
          </ac:inkMkLst>
        </pc:inkChg>
        <pc:inkChg chg="add del">
          <ac:chgData name="Bhowmik, Sayan" userId="2b51cadb-156e-4c9a-99fc-6d2138739850" providerId="ADAL" clId="{F84FF9A7-A6D1-9F48-9981-D5AAC95CF743}" dt="2023-09-06T21:11:30.959" v="996"/>
          <ac:inkMkLst>
            <pc:docMk/>
            <pc:sldMk cId="3597247938" sldId="278"/>
            <ac:inkMk id="75" creationId="{F9604EF3-5971-605F-D881-C7EA03E2AB77}"/>
          </ac:inkMkLst>
        </pc:inkChg>
        <pc:inkChg chg="add del">
          <ac:chgData name="Bhowmik, Sayan" userId="2b51cadb-156e-4c9a-99fc-6d2138739850" providerId="ADAL" clId="{F84FF9A7-A6D1-9F48-9981-D5AAC95CF743}" dt="2023-09-06T21:11:30.959" v="996"/>
          <ac:inkMkLst>
            <pc:docMk/>
            <pc:sldMk cId="3597247938" sldId="278"/>
            <ac:inkMk id="76" creationId="{33688C70-F6D2-8A94-52AA-0E260333855D}"/>
          </ac:inkMkLst>
        </pc:inkChg>
        <pc:inkChg chg="add del">
          <ac:chgData name="Bhowmik, Sayan" userId="2b51cadb-156e-4c9a-99fc-6d2138739850" providerId="ADAL" clId="{F84FF9A7-A6D1-9F48-9981-D5AAC95CF743}" dt="2023-09-06T21:11:30.959" v="996"/>
          <ac:inkMkLst>
            <pc:docMk/>
            <pc:sldMk cId="3597247938" sldId="278"/>
            <ac:inkMk id="77" creationId="{F1C1F339-140D-3A69-0584-1B8BD64864EC}"/>
          </ac:inkMkLst>
        </pc:inkChg>
        <pc:inkChg chg="add">
          <ac:chgData name="Bhowmik, Sayan" userId="2b51cadb-156e-4c9a-99fc-6d2138739850" providerId="ADAL" clId="{F84FF9A7-A6D1-9F48-9981-D5AAC95CF743}" dt="2023-09-06T21:11:30.129" v="994"/>
          <ac:inkMkLst>
            <pc:docMk/>
            <pc:sldMk cId="3597247938" sldId="278"/>
            <ac:inkMk id="78" creationId="{5D6E4BD2-AF8E-8031-C57A-B410768751E3}"/>
          </ac:inkMkLst>
        </pc:inkChg>
        <pc:inkChg chg="add">
          <ac:chgData name="Bhowmik, Sayan" userId="2b51cadb-156e-4c9a-99fc-6d2138739850" providerId="ADAL" clId="{F84FF9A7-A6D1-9F48-9981-D5AAC95CF743}" dt="2023-09-06T21:11:30.346" v="995"/>
          <ac:inkMkLst>
            <pc:docMk/>
            <pc:sldMk cId="3597247938" sldId="278"/>
            <ac:inkMk id="79" creationId="{E88B0F7D-EE93-6AA6-2E37-B87A9415278E}"/>
          </ac:inkMkLst>
        </pc:inkChg>
        <pc:inkChg chg="add reco">
          <ac:chgData name="Bhowmik, Sayan" userId="2b51cadb-156e-4c9a-99fc-6d2138739850" providerId="ADAL" clId="{F84FF9A7-A6D1-9F48-9981-D5AAC95CF743}" dt="2023-09-06T21:11:30.959" v="996"/>
          <ac:inkMkLst>
            <pc:docMk/>
            <pc:sldMk cId="3597247938" sldId="278"/>
            <ac:inkMk id="80" creationId="{F4069430-BAFC-46F9-F2A2-A231C8913586}"/>
          </ac:inkMkLst>
        </pc:inkChg>
        <pc:inkChg chg="add del">
          <ac:chgData name="Bhowmik, Sayan" userId="2b51cadb-156e-4c9a-99fc-6d2138739850" providerId="ADAL" clId="{F84FF9A7-A6D1-9F48-9981-D5AAC95CF743}" dt="2023-09-06T21:11:38.038" v="1012"/>
          <ac:inkMkLst>
            <pc:docMk/>
            <pc:sldMk cId="3597247938" sldId="278"/>
            <ac:inkMk id="81" creationId="{30A9978D-108D-3351-195B-0674F8E2D4A3}"/>
          </ac:inkMkLst>
        </pc:inkChg>
        <pc:inkChg chg="add del">
          <ac:chgData name="Bhowmik, Sayan" userId="2b51cadb-156e-4c9a-99fc-6d2138739850" providerId="ADAL" clId="{F84FF9A7-A6D1-9F48-9981-D5AAC95CF743}" dt="2023-09-06T21:11:38.038" v="1012"/>
          <ac:inkMkLst>
            <pc:docMk/>
            <pc:sldMk cId="3597247938" sldId="278"/>
            <ac:inkMk id="82" creationId="{5E0A60C1-E49B-00D1-FA65-8B2559EAE3B6}"/>
          </ac:inkMkLst>
        </pc:inkChg>
        <pc:inkChg chg="add del">
          <ac:chgData name="Bhowmik, Sayan" userId="2b51cadb-156e-4c9a-99fc-6d2138739850" providerId="ADAL" clId="{F84FF9A7-A6D1-9F48-9981-D5AAC95CF743}" dt="2023-09-06T21:11:38.038" v="1012"/>
          <ac:inkMkLst>
            <pc:docMk/>
            <pc:sldMk cId="3597247938" sldId="278"/>
            <ac:inkMk id="83" creationId="{B619064D-1011-30F0-5CD2-9278800D7091}"/>
          </ac:inkMkLst>
        </pc:inkChg>
        <pc:inkChg chg="add del">
          <ac:chgData name="Bhowmik, Sayan" userId="2b51cadb-156e-4c9a-99fc-6d2138739850" providerId="ADAL" clId="{F84FF9A7-A6D1-9F48-9981-D5AAC95CF743}" dt="2023-09-06T21:11:38.038" v="1012"/>
          <ac:inkMkLst>
            <pc:docMk/>
            <pc:sldMk cId="3597247938" sldId="278"/>
            <ac:inkMk id="84" creationId="{CFCE43CC-8155-4467-E61B-5A2AB3CEC2F9}"/>
          </ac:inkMkLst>
        </pc:inkChg>
        <pc:inkChg chg="add del">
          <ac:chgData name="Bhowmik, Sayan" userId="2b51cadb-156e-4c9a-99fc-6d2138739850" providerId="ADAL" clId="{F84FF9A7-A6D1-9F48-9981-D5AAC95CF743}" dt="2023-09-06T21:11:38.038" v="1012"/>
          <ac:inkMkLst>
            <pc:docMk/>
            <pc:sldMk cId="3597247938" sldId="278"/>
            <ac:inkMk id="85" creationId="{54186460-B79E-7F3A-9155-E18B1D99678E}"/>
          </ac:inkMkLst>
        </pc:inkChg>
        <pc:inkChg chg="add del">
          <ac:chgData name="Bhowmik, Sayan" userId="2b51cadb-156e-4c9a-99fc-6d2138739850" providerId="ADAL" clId="{F84FF9A7-A6D1-9F48-9981-D5AAC95CF743}" dt="2023-09-06T21:11:38.038" v="1012"/>
          <ac:inkMkLst>
            <pc:docMk/>
            <pc:sldMk cId="3597247938" sldId="278"/>
            <ac:inkMk id="86" creationId="{A70D845B-2625-5F2E-B329-09C7AB302210}"/>
          </ac:inkMkLst>
        </pc:inkChg>
        <pc:inkChg chg="add del">
          <ac:chgData name="Bhowmik, Sayan" userId="2b51cadb-156e-4c9a-99fc-6d2138739850" providerId="ADAL" clId="{F84FF9A7-A6D1-9F48-9981-D5AAC95CF743}" dt="2023-09-06T21:11:38.038" v="1012"/>
          <ac:inkMkLst>
            <pc:docMk/>
            <pc:sldMk cId="3597247938" sldId="278"/>
            <ac:inkMk id="87" creationId="{12B61041-A9F1-A779-EFA7-DA6F509E7AF0}"/>
          </ac:inkMkLst>
        </pc:inkChg>
        <pc:inkChg chg="add del">
          <ac:chgData name="Bhowmik, Sayan" userId="2b51cadb-156e-4c9a-99fc-6d2138739850" providerId="ADAL" clId="{F84FF9A7-A6D1-9F48-9981-D5AAC95CF743}" dt="2023-09-06T21:11:38.038" v="1012"/>
          <ac:inkMkLst>
            <pc:docMk/>
            <pc:sldMk cId="3597247938" sldId="278"/>
            <ac:inkMk id="88" creationId="{0B1AC2E6-CCA6-B660-0D4F-C949132B9E63}"/>
          </ac:inkMkLst>
        </pc:inkChg>
        <pc:inkChg chg="add del">
          <ac:chgData name="Bhowmik, Sayan" userId="2b51cadb-156e-4c9a-99fc-6d2138739850" providerId="ADAL" clId="{F84FF9A7-A6D1-9F48-9981-D5AAC95CF743}" dt="2023-09-06T21:11:38.038" v="1012"/>
          <ac:inkMkLst>
            <pc:docMk/>
            <pc:sldMk cId="3597247938" sldId="278"/>
            <ac:inkMk id="89" creationId="{9C9A75EA-892C-0A21-5C2E-4FE91563D26C}"/>
          </ac:inkMkLst>
        </pc:inkChg>
        <pc:inkChg chg="add del">
          <ac:chgData name="Bhowmik, Sayan" userId="2b51cadb-156e-4c9a-99fc-6d2138739850" providerId="ADAL" clId="{F84FF9A7-A6D1-9F48-9981-D5AAC95CF743}" dt="2023-09-06T21:11:38.038" v="1012"/>
          <ac:inkMkLst>
            <pc:docMk/>
            <pc:sldMk cId="3597247938" sldId="278"/>
            <ac:inkMk id="90" creationId="{71DEE217-AF05-810A-C5FB-96EA6E51CC20}"/>
          </ac:inkMkLst>
        </pc:inkChg>
        <pc:inkChg chg="add del">
          <ac:chgData name="Bhowmik, Sayan" userId="2b51cadb-156e-4c9a-99fc-6d2138739850" providerId="ADAL" clId="{F84FF9A7-A6D1-9F48-9981-D5AAC95CF743}" dt="2023-09-06T21:11:38.038" v="1012"/>
          <ac:inkMkLst>
            <pc:docMk/>
            <pc:sldMk cId="3597247938" sldId="278"/>
            <ac:inkMk id="91" creationId="{2B2D7BC4-C296-16C7-A6C8-EAB8FADECBDB}"/>
          </ac:inkMkLst>
        </pc:inkChg>
        <pc:inkChg chg="add del">
          <ac:chgData name="Bhowmik, Sayan" userId="2b51cadb-156e-4c9a-99fc-6d2138739850" providerId="ADAL" clId="{F84FF9A7-A6D1-9F48-9981-D5AAC95CF743}" dt="2023-09-06T21:11:38.038" v="1012"/>
          <ac:inkMkLst>
            <pc:docMk/>
            <pc:sldMk cId="3597247938" sldId="278"/>
            <ac:inkMk id="92" creationId="{AF003337-AEC9-18B7-0076-0930D76F582A}"/>
          </ac:inkMkLst>
        </pc:inkChg>
        <pc:inkChg chg="add del">
          <ac:chgData name="Bhowmik, Sayan" userId="2b51cadb-156e-4c9a-99fc-6d2138739850" providerId="ADAL" clId="{F84FF9A7-A6D1-9F48-9981-D5AAC95CF743}" dt="2023-09-06T21:11:38.038" v="1012"/>
          <ac:inkMkLst>
            <pc:docMk/>
            <pc:sldMk cId="3597247938" sldId="278"/>
            <ac:inkMk id="93" creationId="{2F0BC500-1B9E-9F88-A836-B97913EA671E}"/>
          </ac:inkMkLst>
        </pc:inkChg>
        <pc:inkChg chg="add del">
          <ac:chgData name="Bhowmik, Sayan" userId="2b51cadb-156e-4c9a-99fc-6d2138739850" providerId="ADAL" clId="{F84FF9A7-A6D1-9F48-9981-D5AAC95CF743}" dt="2023-09-06T21:11:38.038" v="1012"/>
          <ac:inkMkLst>
            <pc:docMk/>
            <pc:sldMk cId="3597247938" sldId="278"/>
            <ac:inkMk id="94" creationId="{25BFCF25-72CE-3DD4-78CF-D408F4E516B5}"/>
          </ac:inkMkLst>
        </pc:inkChg>
        <pc:inkChg chg="add del">
          <ac:chgData name="Bhowmik, Sayan" userId="2b51cadb-156e-4c9a-99fc-6d2138739850" providerId="ADAL" clId="{F84FF9A7-A6D1-9F48-9981-D5AAC95CF743}" dt="2023-09-06T21:11:38.038" v="1012"/>
          <ac:inkMkLst>
            <pc:docMk/>
            <pc:sldMk cId="3597247938" sldId="278"/>
            <ac:inkMk id="95" creationId="{038AB296-5491-D0D6-E319-E2BD6711BF52}"/>
          </ac:inkMkLst>
        </pc:inkChg>
        <pc:inkChg chg="add reco">
          <ac:chgData name="Bhowmik, Sayan" userId="2b51cadb-156e-4c9a-99fc-6d2138739850" providerId="ADAL" clId="{F84FF9A7-A6D1-9F48-9981-D5AAC95CF743}" dt="2023-09-06T21:11:38.038" v="1012"/>
          <ac:inkMkLst>
            <pc:docMk/>
            <pc:sldMk cId="3597247938" sldId="278"/>
            <ac:inkMk id="96" creationId="{E01F8505-5D27-E1EB-3E61-E1E7A4B1680F}"/>
          </ac:inkMkLst>
        </pc:inkChg>
        <pc:inkChg chg="add del">
          <ac:chgData name="Bhowmik, Sayan" userId="2b51cadb-156e-4c9a-99fc-6d2138739850" providerId="ADAL" clId="{F84FF9A7-A6D1-9F48-9981-D5AAC95CF743}" dt="2023-09-06T21:11:42.469" v="1027"/>
          <ac:inkMkLst>
            <pc:docMk/>
            <pc:sldMk cId="3597247938" sldId="278"/>
            <ac:inkMk id="98" creationId="{5D6355CC-350E-BD27-93C6-708B2DDF4F8D}"/>
          </ac:inkMkLst>
        </pc:inkChg>
        <pc:inkChg chg="add del">
          <ac:chgData name="Bhowmik, Sayan" userId="2b51cadb-156e-4c9a-99fc-6d2138739850" providerId="ADAL" clId="{F84FF9A7-A6D1-9F48-9981-D5AAC95CF743}" dt="2023-09-06T21:11:42.469" v="1027"/>
          <ac:inkMkLst>
            <pc:docMk/>
            <pc:sldMk cId="3597247938" sldId="278"/>
            <ac:inkMk id="100" creationId="{AE3EC53D-4617-8CA8-B9FE-156A3547C07C}"/>
          </ac:inkMkLst>
        </pc:inkChg>
        <pc:inkChg chg="add del">
          <ac:chgData name="Bhowmik, Sayan" userId="2b51cadb-156e-4c9a-99fc-6d2138739850" providerId="ADAL" clId="{F84FF9A7-A6D1-9F48-9981-D5AAC95CF743}" dt="2023-09-06T21:11:42.469" v="1027"/>
          <ac:inkMkLst>
            <pc:docMk/>
            <pc:sldMk cId="3597247938" sldId="278"/>
            <ac:inkMk id="102" creationId="{F5A6B3FD-8164-2D7D-9C56-1A097BA61996}"/>
          </ac:inkMkLst>
        </pc:inkChg>
        <pc:inkChg chg="add del">
          <ac:chgData name="Bhowmik, Sayan" userId="2b51cadb-156e-4c9a-99fc-6d2138739850" providerId="ADAL" clId="{F84FF9A7-A6D1-9F48-9981-D5AAC95CF743}" dt="2023-09-06T21:11:42.469" v="1027"/>
          <ac:inkMkLst>
            <pc:docMk/>
            <pc:sldMk cId="3597247938" sldId="278"/>
            <ac:inkMk id="104" creationId="{C1B94A0C-51EC-81B3-A692-B6564CAE7D72}"/>
          </ac:inkMkLst>
        </pc:inkChg>
        <pc:inkChg chg="del">
          <ac:chgData name="Bhowmik, Sayan" userId="2b51cadb-156e-4c9a-99fc-6d2138739850" providerId="ADAL" clId="{F84FF9A7-A6D1-9F48-9981-D5AAC95CF743}" dt="2023-09-06T21:09:22.803" v="894"/>
          <ac:inkMkLst>
            <pc:docMk/>
            <pc:sldMk cId="3597247938" sldId="278"/>
            <ac:inkMk id="105" creationId="{C3006EE5-B6D3-7A79-1C14-C38CB7742361}"/>
          </ac:inkMkLst>
        </pc:inkChg>
        <pc:inkChg chg="add del">
          <ac:chgData name="Bhowmik, Sayan" userId="2b51cadb-156e-4c9a-99fc-6d2138739850" providerId="ADAL" clId="{F84FF9A7-A6D1-9F48-9981-D5AAC95CF743}" dt="2023-09-06T21:11:42.469" v="1027"/>
          <ac:inkMkLst>
            <pc:docMk/>
            <pc:sldMk cId="3597247938" sldId="278"/>
            <ac:inkMk id="106" creationId="{C741CAA6-5F52-C821-5814-A8EEBEAD3E91}"/>
          </ac:inkMkLst>
        </pc:inkChg>
        <pc:inkChg chg="del">
          <ac:chgData name="Bhowmik, Sayan" userId="2b51cadb-156e-4c9a-99fc-6d2138739850" providerId="ADAL" clId="{F84FF9A7-A6D1-9F48-9981-D5AAC95CF743}" dt="2023-09-06T21:09:22.808" v="896"/>
          <ac:inkMkLst>
            <pc:docMk/>
            <pc:sldMk cId="3597247938" sldId="278"/>
            <ac:inkMk id="107" creationId="{12F47AD1-76D1-8516-6F86-9CD745B511FE}"/>
          </ac:inkMkLst>
        </pc:inkChg>
        <pc:inkChg chg="add del">
          <ac:chgData name="Bhowmik, Sayan" userId="2b51cadb-156e-4c9a-99fc-6d2138739850" providerId="ADAL" clId="{F84FF9A7-A6D1-9F48-9981-D5AAC95CF743}" dt="2023-09-06T21:11:42.469" v="1027"/>
          <ac:inkMkLst>
            <pc:docMk/>
            <pc:sldMk cId="3597247938" sldId="278"/>
            <ac:inkMk id="108" creationId="{DEF63897-8F53-5923-55AB-0A4DC5241124}"/>
          </ac:inkMkLst>
        </pc:inkChg>
        <pc:inkChg chg="del">
          <ac:chgData name="Bhowmik, Sayan" userId="2b51cadb-156e-4c9a-99fc-6d2138739850" providerId="ADAL" clId="{F84FF9A7-A6D1-9F48-9981-D5AAC95CF743}" dt="2023-09-06T21:09:22.812" v="898"/>
          <ac:inkMkLst>
            <pc:docMk/>
            <pc:sldMk cId="3597247938" sldId="278"/>
            <ac:inkMk id="109" creationId="{88F3E119-AB7F-E5EA-D66E-C5BFD7D2EEA3}"/>
          </ac:inkMkLst>
        </pc:inkChg>
        <pc:inkChg chg="add del">
          <ac:chgData name="Bhowmik, Sayan" userId="2b51cadb-156e-4c9a-99fc-6d2138739850" providerId="ADAL" clId="{F84FF9A7-A6D1-9F48-9981-D5AAC95CF743}" dt="2023-09-06T21:11:42.469" v="1027"/>
          <ac:inkMkLst>
            <pc:docMk/>
            <pc:sldMk cId="3597247938" sldId="278"/>
            <ac:inkMk id="110" creationId="{052A9AA2-595D-AB12-6EB8-2081573D14A1}"/>
          </ac:inkMkLst>
        </pc:inkChg>
        <pc:inkChg chg="add del">
          <ac:chgData name="Bhowmik, Sayan" userId="2b51cadb-156e-4c9a-99fc-6d2138739850" providerId="ADAL" clId="{F84FF9A7-A6D1-9F48-9981-D5AAC95CF743}" dt="2023-09-06T21:11:42.469" v="1027"/>
          <ac:inkMkLst>
            <pc:docMk/>
            <pc:sldMk cId="3597247938" sldId="278"/>
            <ac:inkMk id="111" creationId="{0296D861-2466-648A-F62D-1DFE8DED6FBF}"/>
          </ac:inkMkLst>
        </pc:inkChg>
        <pc:inkChg chg="add del">
          <ac:chgData name="Bhowmik, Sayan" userId="2b51cadb-156e-4c9a-99fc-6d2138739850" providerId="ADAL" clId="{F84FF9A7-A6D1-9F48-9981-D5AAC95CF743}" dt="2023-09-06T21:11:42.469" v="1027"/>
          <ac:inkMkLst>
            <pc:docMk/>
            <pc:sldMk cId="3597247938" sldId="278"/>
            <ac:inkMk id="112" creationId="{F30C735D-9C59-DE63-AA22-3487E0E15C8B}"/>
          </ac:inkMkLst>
        </pc:inkChg>
        <pc:inkChg chg="del">
          <ac:chgData name="Bhowmik, Sayan" userId="2b51cadb-156e-4c9a-99fc-6d2138739850" providerId="ADAL" clId="{F84FF9A7-A6D1-9F48-9981-D5AAC95CF743}" dt="2023-09-06T21:09:22.820" v="901"/>
          <ac:inkMkLst>
            <pc:docMk/>
            <pc:sldMk cId="3597247938" sldId="278"/>
            <ac:inkMk id="113" creationId="{2A912158-BD53-5235-69C7-A6CF3B66A92E}"/>
          </ac:inkMkLst>
        </pc:inkChg>
        <pc:inkChg chg="add del">
          <ac:chgData name="Bhowmik, Sayan" userId="2b51cadb-156e-4c9a-99fc-6d2138739850" providerId="ADAL" clId="{F84FF9A7-A6D1-9F48-9981-D5AAC95CF743}" dt="2023-09-06T21:11:42.469" v="1027"/>
          <ac:inkMkLst>
            <pc:docMk/>
            <pc:sldMk cId="3597247938" sldId="278"/>
            <ac:inkMk id="114" creationId="{DF2A7533-580F-BFB4-6EAD-0DFB1C46D8C4}"/>
          </ac:inkMkLst>
        </pc:inkChg>
        <pc:inkChg chg="del">
          <ac:chgData name="Bhowmik, Sayan" userId="2b51cadb-156e-4c9a-99fc-6d2138739850" providerId="ADAL" clId="{F84FF9A7-A6D1-9F48-9981-D5AAC95CF743}" dt="2023-09-06T21:09:22.805" v="895"/>
          <ac:inkMkLst>
            <pc:docMk/>
            <pc:sldMk cId="3597247938" sldId="278"/>
            <ac:inkMk id="115" creationId="{6D3CE652-69E8-E78D-1192-8F5AFD00CF02}"/>
          </ac:inkMkLst>
        </pc:inkChg>
        <pc:inkChg chg="add del">
          <ac:chgData name="Bhowmik, Sayan" userId="2b51cadb-156e-4c9a-99fc-6d2138739850" providerId="ADAL" clId="{F84FF9A7-A6D1-9F48-9981-D5AAC95CF743}" dt="2023-09-06T21:11:42.469" v="1027"/>
          <ac:inkMkLst>
            <pc:docMk/>
            <pc:sldMk cId="3597247938" sldId="278"/>
            <ac:inkMk id="116" creationId="{89AFFF03-0F99-1534-8D2D-D2731297F998}"/>
          </ac:inkMkLst>
        </pc:inkChg>
        <pc:inkChg chg="del">
          <ac:chgData name="Bhowmik, Sayan" userId="2b51cadb-156e-4c9a-99fc-6d2138739850" providerId="ADAL" clId="{F84FF9A7-A6D1-9F48-9981-D5AAC95CF743}" dt="2023-09-06T21:09:22.818" v="900"/>
          <ac:inkMkLst>
            <pc:docMk/>
            <pc:sldMk cId="3597247938" sldId="278"/>
            <ac:inkMk id="117" creationId="{E247074A-912F-D131-5EC3-0CA5FD8A44BB}"/>
          </ac:inkMkLst>
        </pc:inkChg>
        <pc:inkChg chg="add del">
          <ac:chgData name="Bhowmik, Sayan" userId="2b51cadb-156e-4c9a-99fc-6d2138739850" providerId="ADAL" clId="{F84FF9A7-A6D1-9F48-9981-D5AAC95CF743}" dt="2023-09-06T21:11:42.469" v="1027"/>
          <ac:inkMkLst>
            <pc:docMk/>
            <pc:sldMk cId="3597247938" sldId="278"/>
            <ac:inkMk id="118" creationId="{645121BD-679E-E7F2-B91D-C1FDEFC0BFA6}"/>
          </ac:inkMkLst>
        </pc:inkChg>
        <pc:inkChg chg="add del">
          <ac:chgData name="Bhowmik, Sayan" userId="2b51cadb-156e-4c9a-99fc-6d2138739850" providerId="ADAL" clId="{F84FF9A7-A6D1-9F48-9981-D5AAC95CF743}" dt="2023-09-06T21:11:42.469" v="1027"/>
          <ac:inkMkLst>
            <pc:docMk/>
            <pc:sldMk cId="3597247938" sldId="278"/>
            <ac:inkMk id="119" creationId="{4DB5E8B0-8776-2B01-CFE6-CD30116234BA}"/>
          </ac:inkMkLst>
        </pc:inkChg>
        <pc:inkChg chg="add del">
          <ac:chgData name="Bhowmik, Sayan" userId="2b51cadb-156e-4c9a-99fc-6d2138739850" providerId="ADAL" clId="{F84FF9A7-A6D1-9F48-9981-D5AAC95CF743}" dt="2023-09-06T21:11:42.469" v="1027"/>
          <ac:inkMkLst>
            <pc:docMk/>
            <pc:sldMk cId="3597247938" sldId="278"/>
            <ac:inkMk id="120" creationId="{C4B543AB-7E0F-FEB0-6BB6-C2C83F1D5C44}"/>
          </ac:inkMkLst>
        </pc:inkChg>
        <pc:inkChg chg="del">
          <ac:chgData name="Bhowmik, Sayan" userId="2b51cadb-156e-4c9a-99fc-6d2138739850" providerId="ADAL" clId="{F84FF9A7-A6D1-9F48-9981-D5AAC95CF743}" dt="2023-09-06T21:09:22.801" v="893"/>
          <ac:inkMkLst>
            <pc:docMk/>
            <pc:sldMk cId="3597247938" sldId="278"/>
            <ac:inkMk id="121" creationId="{5BA70039-31B8-2AFB-B18D-C9924BF4B528}"/>
          </ac:inkMkLst>
        </pc:inkChg>
        <pc:inkChg chg="add reco">
          <ac:chgData name="Bhowmik, Sayan" userId="2b51cadb-156e-4c9a-99fc-6d2138739850" providerId="ADAL" clId="{F84FF9A7-A6D1-9F48-9981-D5AAC95CF743}" dt="2023-09-06T21:11:42.469" v="1027"/>
          <ac:inkMkLst>
            <pc:docMk/>
            <pc:sldMk cId="3597247938" sldId="278"/>
            <ac:inkMk id="122" creationId="{2B421E56-ADAF-95F0-6E2D-BCB1D978FF9E}"/>
          </ac:inkMkLst>
        </pc:inkChg>
        <pc:inkChg chg="del">
          <ac:chgData name="Bhowmik, Sayan" userId="2b51cadb-156e-4c9a-99fc-6d2138739850" providerId="ADAL" clId="{F84FF9A7-A6D1-9F48-9981-D5AAC95CF743}" dt="2023-09-06T21:09:22.816" v="899"/>
          <ac:inkMkLst>
            <pc:docMk/>
            <pc:sldMk cId="3597247938" sldId="278"/>
            <ac:inkMk id="123" creationId="{EA946CE3-5ED9-9170-B572-2EE3CE647B21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24" creationId="{77D670A0-67DA-1E76-32BA-5137A50CB7A5}"/>
          </ac:inkMkLst>
        </pc:inkChg>
        <pc:inkChg chg="del">
          <ac:chgData name="Bhowmik, Sayan" userId="2b51cadb-156e-4c9a-99fc-6d2138739850" providerId="ADAL" clId="{F84FF9A7-A6D1-9F48-9981-D5AAC95CF743}" dt="2023-09-06T21:09:22.810" v="897"/>
          <ac:inkMkLst>
            <pc:docMk/>
            <pc:sldMk cId="3597247938" sldId="278"/>
            <ac:inkMk id="125" creationId="{97BF00EE-709E-038A-0B8A-4DC87B62D058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26" creationId="{85D147DE-79A9-D821-84FC-4B261EA89982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27" creationId="{F4FB7C91-70F4-4B12-69A5-554E3D54040A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28" creationId="{6759510C-4DF3-A9FF-22D4-47075DCDB4CF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29" creationId="{44DC745F-AB26-BD0D-3707-63F4BD8A8306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30" creationId="{1BCF7F41-7A54-885F-3FEE-F598097190C4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31" creationId="{13609FB8-2877-E364-1EF2-3DF8ADA5C904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32" creationId="{0668DCEA-00F2-3582-90A3-6D8D098D5E61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33" creationId="{FA4738BF-B986-5B98-C57A-17A9AD45CB19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34" creationId="{04841D16-90BC-D622-215C-87534C56204B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35" creationId="{38C68D9F-6701-95C5-A700-0D7D4FA40CBF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36" creationId="{DA4B6307-34D2-7F08-810B-AB60191DC849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37" creationId="{296AFBDA-C9AF-41B4-11C3-A24C577A7AEC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38" creationId="{DD9C7AFA-D3F2-DA53-6AC5-D299D7CBADB3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39" creationId="{1969B541-47D7-C5DB-6502-D5E224BBF33E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40" creationId="{E74796F6-7E8E-9D7E-1E44-D8B0BCAC5190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41" creationId="{25DB416A-A084-D93C-6FE8-4A205861C954}"/>
          </ac:inkMkLst>
        </pc:inkChg>
        <pc:inkChg chg="add del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42" creationId="{77FA5FBE-52C3-EEAE-8F1F-7291DBF2C7A5}"/>
          </ac:inkMkLst>
        </pc:inkChg>
        <pc:inkChg chg="add reco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43" creationId="{9C52FE18-A1C6-51B6-4EE5-17F9886EDD41}"/>
          </ac:inkMkLst>
        </pc:inkChg>
        <pc:inkChg chg="add reco">
          <ac:chgData name="Bhowmik, Sayan" userId="2b51cadb-156e-4c9a-99fc-6d2138739850" providerId="ADAL" clId="{F84FF9A7-A6D1-9F48-9981-D5AAC95CF743}" dt="2023-09-06T21:11:49.218" v="1046"/>
          <ac:inkMkLst>
            <pc:docMk/>
            <pc:sldMk cId="3597247938" sldId="278"/>
            <ac:inkMk id="144" creationId="{9C765D22-3322-BBC1-BD0A-7F3A603D86B9}"/>
          </ac:inkMkLst>
        </pc:inkChg>
        <pc:inkChg chg="add del">
          <ac:chgData name="Bhowmik, Sayan" userId="2b51cadb-156e-4c9a-99fc-6d2138739850" providerId="ADAL" clId="{F84FF9A7-A6D1-9F48-9981-D5AAC95CF743}" dt="2023-09-06T21:11:53.642" v="1048"/>
          <ac:inkMkLst>
            <pc:docMk/>
            <pc:sldMk cId="3597247938" sldId="278"/>
            <ac:inkMk id="145" creationId="{72A2C6CB-63F7-DC69-4BEE-1D145B34C0F5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46" creationId="{7974541B-2B1F-3C76-F64A-03A2C7E74CC8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47" creationId="{96EF7F02-575C-546A-1B83-6504BAFA9C88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48" creationId="{6CD5F427-1BFE-F3AC-F520-068386BC63C0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49" creationId="{DB206B6D-518E-3312-8378-97372A1B7B4B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50" creationId="{211D5E41-D91D-0A63-791F-9095EF137F6C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51" creationId="{01321A6F-16B7-E8B5-B109-B0208B69BB09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52" creationId="{1F0836C9-C125-FC46-C16D-8B8BF7309496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53" creationId="{1B6668CA-A0FE-793F-DE10-816837F77CAC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54" creationId="{61175817-39CE-8CA6-2E14-81169B662C53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55" creationId="{CB41E61F-481E-8D41-69E8-EE7B2BCCA483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56" creationId="{2D3ABF94-B70F-94DD-10E7-94BCC840A140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57" creationId="{8F070362-1D27-E85D-8174-7EC8DD35630B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58" creationId="{D9565179-64C1-149A-FC0A-03723BA2484F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59" creationId="{3301BBA6-21F0-8DB6-67F0-CF1A2C3CB073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60" creationId="{C7ACF346-E40E-54FB-1CE5-252EF328CD14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61" creationId="{3FD2A80A-9C26-64A3-3D45-84812D0E4525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62" creationId="{85A58F79-27D1-F764-4688-D42BCDAEF4D0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63" creationId="{7A7CA0B6-F4DF-A7DF-4B3D-7941711F5E4A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64" creationId="{5136AF20-4E3F-4A2C-0A9C-9E462F86B1A5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65" creationId="{6C497375-A6DE-DCDE-9B30-A2D80E0B329D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66" creationId="{FD28055A-6EBB-3212-F038-364AB422472C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67" creationId="{C6D37D0C-D7C1-B59C-F2ED-DF2D2EC8CA5E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68" creationId="{7DAC28C9-DFD3-25DE-4520-DD916567850A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69" creationId="{267E87C7-A3F3-7BCF-4765-DF619AB3E251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70" creationId="{3437D767-97B9-CD42-A911-7261938A0929}"/>
          </ac:inkMkLst>
        </pc:inkChg>
        <pc:inkChg chg="add del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71" creationId="{03D50921-AE37-67B5-129D-BCD2599B73DF}"/>
          </ac:inkMkLst>
        </pc:inkChg>
        <pc:inkChg chg="add reco">
          <ac:chgData name="Bhowmik, Sayan" userId="2b51cadb-156e-4c9a-99fc-6d2138739850" providerId="ADAL" clId="{F84FF9A7-A6D1-9F48-9981-D5AAC95CF743}" dt="2023-09-06T21:12:06.536" v="1075"/>
          <ac:inkMkLst>
            <pc:docMk/>
            <pc:sldMk cId="3597247938" sldId="278"/>
            <ac:inkMk id="172" creationId="{74735B57-1EDB-0219-B90A-42E8B8590B9A}"/>
          </ac:inkMkLst>
        </pc:inkChg>
        <pc:inkChg chg="add del">
          <ac:chgData name="Bhowmik, Sayan" userId="2b51cadb-156e-4c9a-99fc-6d2138739850" providerId="ADAL" clId="{F84FF9A7-A6D1-9F48-9981-D5AAC95CF743}" dt="2023-09-06T21:12:10.914" v="1086"/>
          <ac:inkMkLst>
            <pc:docMk/>
            <pc:sldMk cId="3597247938" sldId="278"/>
            <ac:inkMk id="173" creationId="{4E197334-52BE-4D8B-7145-47CCB02DA988}"/>
          </ac:inkMkLst>
        </pc:inkChg>
        <pc:inkChg chg="add del">
          <ac:chgData name="Bhowmik, Sayan" userId="2b51cadb-156e-4c9a-99fc-6d2138739850" providerId="ADAL" clId="{F84FF9A7-A6D1-9F48-9981-D5AAC95CF743}" dt="2023-09-06T21:12:10.914" v="1086"/>
          <ac:inkMkLst>
            <pc:docMk/>
            <pc:sldMk cId="3597247938" sldId="278"/>
            <ac:inkMk id="174" creationId="{A5A973B9-216A-8041-ADB0-B238E71B5CE5}"/>
          </ac:inkMkLst>
        </pc:inkChg>
        <pc:inkChg chg="add del">
          <ac:chgData name="Bhowmik, Sayan" userId="2b51cadb-156e-4c9a-99fc-6d2138739850" providerId="ADAL" clId="{F84FF9A7-A6D1-9F48-9981-D5AAC95CF743}" dt="2023-09-06T21:12:10.914" v="1086"/>
          <ac:inkMkLst>
            <pc:docMk/>
            <pc:sldMk cId="3597247938" sldId="278"/>
            <ac:inkMk id="175" creationId="{FF739498-07D5-B729-C7C5-2D65A8178F69}"/>
          </ac:inkMkLst>
        </pc:inkChg>
        <pc:inkChg chg="add del">
          <ac:chgData name="Bhowmik, Sayan" userId="2b51cadb-156e-4c9a-99fc-6d2138739850" providerId="ADAL" clId="{F84FF9A7-A6D1-9F48-9981-D5AAC95CF743}" dt="2023-09-06T21:12:10.914" v="1086"/>
          <ac:inkMkLst>
            <pc:docMk/>
            <pc:sldMk cId="3597247938" sldId="278"/>
            <ac:inkMk id="176" creationId="{04C54B80-BFFB-DD12-71DA-63B3B62A4AD2}"/>
          </ac:inkMkLst>
        </pc:inkChg>
        <pc:inkChg chg="add del">
          <ac:chgData name="Bhowmik, Sayan" userId="2b51cadb-156e-4c9a-99fc-6d2138739850" providerId="ADAL" clId="{F84FF9A7-A6D1-9F48-9981-D5AAC95CF743}" dt="2023-09-06T21:12:10.914" v="1086"/>
          <ac:inkMkLst>
            <pc:docMk/>
            <pc:sldMk cId="3597247938" sldId="278"/>
            <ac:inkMk id="177" creationId="{C30D5588-42E7-4D4E-459E-AC14576CA0C9}"/>
          </ac:inkMkLst>
        </pc:inkChg>
        <pc:inkChg chg="add del">
          <ac:chgData name="Bhowmik, Sayan" userId="2b51cadb-156e-4c9a-99fc-6d2138739850" providerId="ADAL" clId="{F84FF9A7-A6D1-9F48-9981-D5AAC95CF743}" dt="2023-09-06T21:12:10.914" v="1086"/>
          <ac:inkMkLst>
            <pc:docMk/>
            <pc:sldMk cId="3597247938" sldId="278"/>
            <ac:inkMk id="178" creationId="{6070214C-ACC6-649C-D35C-7C75722E59F6}"/>
          </ac:inkMkLst>
        </pc:inkChg>
        <pc:inkChg chg="add del">
          <ac:chgData name="Bhowmik, Sayan" userId="2b51cadb-156e-4c9a-99fc-6d2138739850" providerId="ADAL" clId="{F84FF9A7-A6D1-9F48-9981-D5AAC95CF743}" dt="2023-09-06T21:12:10.914" v="1086"/>
          <ac:inkMkLst>
            <pc:docMk/>
            <pc:sldMk cId="3597247938" sldId="278"/>
            <ac:inkMk id="179" creationId="{4B93E7CE-FB1F-5386-684F-87224D59A5AA}"/>
          </ac:inkMkLst>
        </pc:inkChg>
        <pc:inkChg chg="add">
          <ac:chgData name="Bhowmik, Sayan" userId="2b51cadb-156e-4c9a-99fc-6d2138739850" providerId="ADAL" clId="{F84FF9A7-A6D1-9F48-9981-D5AAC95CF743}" dt="2023-09-06T21:12:09.407" v="1083"/>
          <ac:inkMkLst>
            <pc:docMk/>
            <pc:sldMk cId="3597247938" sldId="278"/>
            <ac:inkMk id="180" creationId="{BC6DDAB8-87DF-5733-BFB0-538B996C5BCE}"/>
          </ac:inkMkLst>
        </pc:inkChg>
        <pc:inkChg chg="add">
          <ac:chgData name="Bhowmik, Sayan" userId="2b51cadb-156e-4c9a-99fc-6d2138739850" providerId="ADAL" clId="{F84FF9A7-A6D1-9F48-9981-D5AAC95CF743}" dt="2023-09-06T21:12:09.623" v="1084"/>
          <ac:inkMkLst>
            <pc:docMk/>
            <pc:sldMk cId="3597247938" sldId="278"/>
            <ac:inkMk id="181" creationId="{6AFFA604-B1DE-5DE7-0DFB-07AE34D96E81}"/>
          </ac:inkMkLst>
        </pc:inkChg>
        <pc:inkChg chg="add">
          <ac:chgData name="Bhowmik, Sayan" userId="2b51cadb-156e-4c9a-99fc-6d2138739850" providerId="ADAL" clId="{F84FF9A7-A6D1-9F48-9981-D5AAC95CF743}" dt="2023-09-06T21:12:10.174" v="1085"/>
          <ac:inkMkLst>
            <pc:docMk/>
            <pc:sldMk cId="3597247938" sldId="278"/>
            <ac:inkMk id="182" creationId="{05182AA8-9BE4-7FA0-B992-B246EE43E9FA}"/>
          </ac:inkMkLst>
        </pc:inkChg>
        <pc:inkChg chg="add reco">
          <ac:chgData name="Bhowmik, Sayan" userId="2b51cadb-156e-4c9a-99fc-6d2138739850" providerId="ADAL" clId="{F84FF9A7-A6D1-9F48-9981-D5AAC95CF743}" dt="2023-09-06T21:12:10.914" v="1086"/>
          <ac:inkMkLst>
            <pc:docMk/>
            <pc:sldMk cId="3597247938" sldId="278"/>
            <ac:inkMk id="183" creationId="{5F8EA2E2-E1BD-893B-C784-97D63FFA8ADE}"/>
          </ac:inkMkLst>
        </pc:inkChg>
        <pc:inkChg chg="add">
          <ac:chgData name="Bhowmik, Sayan" userId="2b51cadb-156e-4c9a-99fc-6d2138739850" providerId="ADAL" clId="{F84FF9A7-A6D1-9F48-9981-D5AAC95CF743}" dt="2023-09-06T21:12:15.177" v="1087"/>
          <ac:inkMkLst>
            <pc:docMk/>
            <pc:sldMk cId="3597247938" sldId="278"/>
            <ac:inkMk id="184" creationId="{A84E1DE9-EB03-4F69-B224-85F41C2B1A21}"/>
          </ac:inkMkLst>
        </pc:inkChg>
        <pc:inkChg chg="add">
          <ac:chgData name="Bhowmik, Sayan" userId="2b51cadb-156e-4c9a-99fc-6d2138739850" providerId="ADAL" clId="{F84FF9A7-A6D1-9F48-9981-D5AAC95CF743}" dt="2023-09-06T21:12:15.659" v="1088"/>
          <ac:inkMkLst>
            <pc:docMk/>
            <pc:sldMk cId="3597247938" sldId="278"/>
            <ac:inkMk id="185" creationId="{87F69D88-553A-0E5D-167E-DC9E8569D694}"/>
          </ac:inkMkLst>
        </pc:inkChg>
        <pc:inkChg chg="add">
          <ac:chgData name="Bhowmik, Sayan" userId="2b51cadb-156e-4c9a-99fc-6d2138739850" providerId="ADAL" clId="{F84FF9A7-A6D1-9F48-9981-D5AAC95CF743}" dt="2023-09-06T21:12:16.092" v="1089"/>
          <ac:inkMkLst>
            <pc:docMk/>
            <pc:sldMk cId="3597247938" sldId="278"/>
            <ac:inkMk id="186" creationId="{CC4DA75E-ADA7-FE1B-A60E-EB13908FD25A}"/>
          </ac:inkMkLst>
        </pc:inkChg>
        <pc:inkChg chg="add del">
          <ac:chgData name="Bhowmik, Sayan" userId="2b51cadb-156e-4c9a-99fc-6d2138739850" providerId="ADAL" clId="{F84FF9A7-A6D1-9F48-9981-D5AAC95CF743}" dt="2023-09-06T21:12:20.015" v="1095"/>
          <ac:inkMkLst>
            <pc:docMk/>
            <pc:sldMk cId="3597247938" sldId="278"/>
            <ac:inkMk id="187" creationId="{7CC1E48B-AD51-13EA-5EEF-C8DA5601A9B2}"/>
          </ac:inkMkLst>
        </pc:inkChg>
        <pc:inkChg chg="add del">
          <ac:chgData name="Bhowmik, Sayan" userId="2b51cadb-156e-4c9a-99fc-6d2138739850" providerId="ADAL" clId="{F84FF9A7-A6D1-9F48-9981-D5AAC95CF743}" dt="2023-09-06T21:12:20.015" v="1095"/>
          <ac:inkMkLst>
            <pc:docMk/>
            <pc:sldMk cId="3597247938" sldId="278"/>
            <ac:inkMk id="188" creationId="{4964E76F-787C-4F1A-F5DC-533468C9BFAE}"/>
          </ac:inkMkLst>
        </pc:inkChg>
        <pc:inkChg chg="add del">
          <ac:chgData name="Bhowmik, Sayan" userId="2b51cadb-156e-4c9a-99fc-6d2138739850" providerId="ADAL" clId="{F84FF9A7-A6D1-9F48-9981-D5AAC95CF743}" dt="2023-09-06T21:12:20.015" v="1095"/>
          <ac:inkMkLst>
            <pc:docMk/>
            <pc:sldMk cId="3597247938" sldId="278"/>
            <ac:inkMk id="189" creationId="{A88505E7-540D-F2DF-95DC-9F22ADF1434C}"/>
          </ac:inkMkLst>
        </pc:inkChg>
        <pc:inkChg chg="add del">
          <ac:chgData name="Bhowmik, Sayan" userId="2b51cadb-156e-4c9a-99fc-6d2138739850" providerId="ADAL" clId="{F84FF9A7-A6D1-9F48-9981-D5AAC95CF743}" dt="2023-09-06T21:12:20.015" v="1095"/>
          <ac:inkMkLst>
            <pc:docMk/>
            <pc:sldMk cId="3597247938" sldId="278"/>
            <ac:inkMk id="190" creationId="{8A35029F-BECD-8F4B-2285-5BFDFC7F5E85}"/>
          </ac:inkMkLst>
        </pc:inkChg>
        <pc:inkChg chg="add del">
          <ac:chgData name="Bhowmik, Sayan" userId="2b51cadb-156e-4c9a-99fc-6d2138739850" providerId="ADAL" clId="{F84FF9A7-A6D1-9F48-9981-D5AAC95CF743}" dt="2023-09-06T21:12:20.015" v="1095"/>
          <ac:inkMkLst>
            <pc:docMk/>
            <pc:sldMk cId="3597247938" sldId="278"/>
            <ac:inkMk id="191" creationId="{E91D8660-134A-D66C-22B8-7F94C7EA6BAD}"/>
          </ac:inkMkLst>
        </pc:inkChg>
        <pc:inkChg chg="add reco">
          <ac:chgData name="Bhowmik, Sayan" userId="2b51cadb-156e-4c9a-99fc-6d2138739850" providerId="ADAL" clId="{F84FF9A7-A6D1-9F48-9981-D5AAC95CF743}" dt="2023-09-06T21:12:20.015" v="1095"/>
          <ac:inkMkLst>
            <pc:docMk/>
            <pc:sldMk cId="3597247938" sldId="278"/>
            <ac:inkMk id="192" creationId="{9C73590D-D41E-790F-BBF2-162C33E7EF59}"/>
          </ac:inkMkLst>
        </pc:inkChg>
        <pc:inkChg chg="add del">
          <ac:chgData name="Bhowmik, Sayan" userId="2b51cadb-156e-4c9a-99fc-6d2138739850" providerId="ADAL" clId="{F84FF9A7-A6D1-9F48-9981-D5AAC95CF743}" dt="2023-09-06T21:12:25.039" v="1100"/>
          <ac:inkMkLst>
            <pc:docMk/>
            <pc:sldMk cId="3597247938" sldId="278"/>
            <ac:inkMk id="193" creationId="{F4543FFF-716C-9AC3-CF60-81481B4DE4F6}"/>
          </ac:inkMkLst>
        </pc:inkChg>
        <pc:inkChg chg="add del">
          <ac:chgData name="Bhowmik, Sayan" userId="2b51cadb-156e-4c9a-99fc-6d2138739850" providerId="ADAL" clId="{F84FF9A7-A6D1-9F48-9981-D5AAC95CF743}" dt="2023-09-06T21:12:25.039" v="1100"/>
          <ac:inkMkLst>
            <pc:docMk/>
            <pc:sldMk cId="3597247938" sldId="278"/>
            <ac:inkMk id="194" creationId="{42F69D08-312F-0813-4DEE-7DD6CD28FF1F}"/>
          </ac:inkMkLst>
        </pc:inkChg>
        <pc:inkChg chg="add del">
          <ac:chgData name="Bhowmik, Sayan" userId="2b51cadb-156e-4c9a-99fc-6d2138739850" providerId="ADAL" clId="{F84FF9A7-A6D1-9F48-9981-D5AAC95CF743}" dt="2023-09-06T21:12:25.039" v="1100"/>
          <ac:inkMkLst>
            <pc:docMk/>
            <pc:sldMk cId="3597247938" sldId="278"/>
            <ac:inkMk id="195" creationId="{4EF555A4-D22B-B397-723F-7F32B0DC6AEE}"/>
          </ac:inkMkLst>
        </pc:inkChg>
        <pc:inkChg chg="add del">
          <ac:chgData name="Bhowmik, Sayan" userId="2b51cadb-156e-4c9a-99fc-6d2138739850" providerId="ADAL" clId="{F84FF9A7-A6D1-9F48-9981-D5AAC95CF743}" dt="2023-09-06T21:12:25.039" v="1100"/>
          <ac:inkMkLst>
            <pc:docMk/>
            <pc:sldMk cId="3597247938" sldId="278"/>
            <ac:inkMk id="196" creationId="{AA0799FB-2241-3351-65DB-9A12801DAC3C}"/>
          </ac:inkMkLst>
        </pc:inkChg>
        <pc:inkChg chg="add reco">
          <ac:chgData name="Bhowmik, Sayan" userId="2b51cadb-156e-4c9a-99fc-6d2138739850" providerId="ADAL" clId="{F84FF9A7-A6D1-9F48-9981-D5AAC95CF743}" dt="2023-09-06T21:12:25.039" v="1100"/>
          <ac:inkMkLst>
            <pc:docMk/>
            <pc:sldMk cId="3597247938" sldId="278"/>
            <ac:inkMk id="197" creationId="{D2965AF2-EC47-C2E8-01CA-119A29D681F7}"/>
          </ac:inkMkLst>
        </pc:inkChg>
        <pc:inkChg chg="add reco">
          <ac:chgData name="Bhowmik, Sayan" userId="2b51cadb-156e-4c9a-99fc-6d2138739850" providerId="ADAL" clId="{F84FF9A7-A6D1-9F48-9981-D5AAC95CF743}" dt="2023-09-06T21:12:25.039" v="1100"/>
          <ac:inkMkLst>
            <pc:docMk/>
            <pc:sldMk cId="3597247938" sldId="278"/>
            <ac:inkMk id="198" creationId="{2DB1F29D-4518-B6CF-C56F-05828EA4800C}"/>
          </ac:inkMkLst>
        </pc:inkChg>
        <pc:inkChg chg="add del mod">
          <ac:chgData name="Bhowmik, Sayan" userId="2b51cadb-156e-4c9a-99fc-6d2138739850" providerId="ADAL" clId="{F84FF9A7-A6D1-9F48-9981-D5AAC95CF743}" dt="2023-09-06T21:34:50.164" v="1141"/>
          <ac:inkMkLst>
            <pc:docMk/>
            <pc:sldMk cId="3597247938" sldId="278"/>
            <ac:inkMk id="199" creationId="{16C493C0-2272-D5C8-FCD0-5CE9016BD3C5}"/>
          </ac:inkMkLst>
        </pc:inkChg>
        <pc:inkChg chg="add del">
          <ac:chgData name="Bhowmik, Sayan" userId="2b51cadb-156e-4c9a-99fc-6d2138739850" providerId="ADAL" clId="{F84FF9A7-A6D1-9F48-9981-D5AAC95CF743}" dt="2023-09-06T21:12:36.274" v="1113"/>
          <ac:inkMkLst>
            <pc:docMk/>
            <pc:sldMk cId="3597247938" sldId="278"/>
            <ac:inkMk id="200" creationId="{BFB30977-3C91-D375-A433-72648B0A4CEE}"/>
          </ac:inkMkLst>
        </pc:inkChg>
        <pc:inkChg chg="add del">
          <ac:chgData name="Bhowmik, Sayan" userId="2b51cadb-156e-4c9a-99fc-6d2138739850" providerId="ADAL" clId="{F84FF9A7-A6D1-9F48-9981-D5AAC95CF743}" dt="2023-09-06T21:12:36.274" v="1113"/>
          <ac:inkMkLst>
            <pc:docMk/>
            <pc:sldMk cId="3597247938" sldId="278"/>
            <ac:inkMk id="201" creationId="{4A559CDE-BCBE-8CA3-B6F6-A7A8CB2B8E0B}"/>
          </ac:inkMkLst>
        </pc:inkChg>
        <pc:inkChg chg="add del">
          <ac:chgData name="Bhowmik, Sayan" userId="2b51cadb-156e-4c9a-99fc-6d2138739850" providerId="ADAL" clId="{F84FF9A7-A6D1-9F48-9981-D5AAC95CF743}" dt="2023-09-06T21:12:36.274" v="1113"/>
          <ac:inkMkLst>
            <pc:docMk/>
            <pc:sldMk cId="3597247938" sldId="278"/>
            <ac:inkMk id="202" creationId="{716426A9-24C2-4CC7-335E-1712CE7EA13A}"/>
          </ac:inkMkLst>
        </pc:inkChg>
        <pc:inkChg chg="add del">
          <ac:chgData name="Bhowmik, Sayan" userId="2b51cadb-156e-4c9a-99fc-6d2138739850" providerId="ADAL" clId="{F84FF9A7-A6D1-9F48-9981-D5AAC95CF743}" dt="2023-09-06T21:12:36.274" v="1113"/>
          <ac:inkMkLst>
            <pc:docMk/>
            <pc:sldMk cId="3597247938" sldId="278"/>
            <ac:inkMk id="203" creationId="{6CB7B322-1D36-CFC9-CC4D-488AC969D505}"/>
          </ac:inkMkLst>
        </pc:inkChg>
        <pc:inkChg chg="add del">
          <ac:chgData name="Bhowmik, Sayan" userId="2b51cadb-156e-4c9a-99fc-6d2138739850" providerId="ADAL" clId="{F84FF9A7-A6D1-9F48-9981-D5AAC95CF743}" dt="2023-09-06T21:12:36.274" v="1113"/>
          <ac:inkMkLst>
            <pc:docMk/>
            <pc:sldMk cId="3597247938" sldId="278"/>
            <ac:inkMk id="204" creationId="{015233FC-6690-4A91-1419-90608FD344FC}"/>
          </ac:inkMkLst>
        </pc:inkChg>
        <pc:inkChg chg="add del">
          <ac:chgData name="Bhowmik, Sayan" userId="2b51cadb-156e-4c9a-99fc-6d2138739850" providerId="ADAL" clId="{F84FF9A7-A6D1-9F48-9981-D5AAC95CF743}" dt="2023-09-06T21:12:36.274" v="1113"/>
          <ac:inkMkLst>
            <pc:docMk/>
            <pc:sldMk cId="3597247938" sldId="278"/>
            <ac:inkMk id="205" creationId="{BB1BC940-D5E6-BA0D-CC53-4A821359DD25}"/>
          </ac:inkMkLst>
        </pc:inkChg>
        <pc:inkChg chg="add del">
          <ac:chgData name="Bhowmik, Sayan" userId="2b51cadb-156e-4c9a-99fc-6d2138739850" providerId="ADAL" clId="{F84FF9A7-A6D1-9F48-9981-D5AAC95CF743}" dt="2023-09-06T21:12:36.274" v="1113"/>
          <ac:inkMkLst>
            <pc:docMk/>
            <pc:sldMk cId="3597247938" sldId="278"/>
            <ac:inkMk id="206" creationId="{647E63F0-BD89-0AF3-69C8-E3954C8E1A99}"/>
          </ac:inkMkLst>
        </pc:inkChg>
        <pc:inkChg chg="add del">
          <ac:chgData name="Bhowmik, Sayan" userId="2b51cadb-156e-4c9a-99fc-6d2138739850" providerId="ADAL" clId="{F84FF9A7-A6D1-9F48-9981-D5AAC95CF743}" dt="2023-09-06T21:12:36.274" v="1113"/>
          <ac:inkMkLst>
            <pc:docMk/>
            <pc:sldMk cId="3597247938" sldId="278"/>
            <ac:inkMk id="207" creationId="{7EF463B8-7C9C-454F-B1CA-FF6DC15CD4C6}"/>
          </ac:inkMkLst>
        </pc:inkChg>
        <pc:inkChg chg="add del">
          <ac:chgData name="Bhowmik, Sayan" userId="2b51cadb-156e-4c9a-99fc-6d2138739850" providerId="ADAL" clId="{F84FF9A7-A6D1-9F48-9981-D5AAC95CF743}" dt="2023-09-06T21:12:36.274" v="1113"/>
          <ac:inkMkLst>
            <pc:docMk/>
            <pc:sldMk cId="3597247938" sldId="278"/>
            <ac:inkMk id="208" creationId="{F656146F-462B-6F46-B05F-B7F42B254364}"/>
          </ac:inkMkLst>
        </pc:inkChg>
        <pc:inkChg chg="add del">
          <ac:chgData name="Bhowmik, Sayan" userId="2b51cadb-156e-4c9a-99fc-6d2138739850" providerId="ADAL" clId="{F84FF9A7-A6D1-9F48-9981-D5AAC95CF743}" dt="2023-09-06T21:12:36.274" v="1113"/>
          <ac:inkMkLst>
            <pc:docMk/>
            <pc:sldMk cId="3597247938" sldId="278"/>
            <ac:inkMk id="209" creationId="{45EA618F-1487-5F93-AA8A-F99EC2101C49}"/>
          </ac:inkMkLst>
        </pc:inkChg>
        <pc:inkChg chg="add del">
          <ac:chgData name="Bhowmik, Sayan" userId="2b51cadb-156e-4c9a-99fc-6d2138739850" providerId="ADAL" clId="{F84FF9A7-A6D1-9F48-9981-D5AAC95CF743}" dt="2023-09-06T21:12:36.274" v="1113"/>
          <ac:inkMkLst>
            <pc:docMk/>
            <pc:sldMk cId="3597247938" sldId="278"/>
            <ac:inkMk id="210" creationId="{60BD011F-9776-6C3E-9A78-941D2C95894A}"/>
          </ac:inkMkLst>
        </pc:inkChg>
        <pc:inkChg chg="add reco">
          <ac:chgData name="Bhowmik, Sayan" userId="2b51cadb-156e-4c9a-99fc-6d2138739850" providerId="ADAL" clId="{F84FF9A7-A6D1-9F48-9981-D5AAC95CF743}" dt="2023-09-06T21:12:36.274" v="1113"/>
          <ac:inkMkLst>
            <pc:docMk/>
            <pc:sldMk cId="3597247938" sldId="278"/>
            <ac:inkMk id="211" creationId="{46C75407-B69A-6D15-4E7B-9A63CFAFDB5A}"/>
          </ac:inkMkLst>
        </pc:inkChg>
        <pc:inkChg chg="add mod reco modStrokes">
          <ac:chgData name="Bhowmik, Sayan" userId="2b51cadb-156e-4c9a-99fc-6d2138739850" providerId="ADAL" clId="{F84FF9A7-A6D1-9F48-9981-D5AAC95CF743}" dt="2023-09-06T21:34:50.162" v="1140"/>
          <ac:inkMkLst>
            <pc:docMk/>
            <pc:sldMk cId="3597247938" sldId="278"/>
            <ac:inkMk id="212" creationId="{44DDA466-C887-C312-CF1D-75C8CBDE9D17}"/>
          </ac:inkMkLst>
        </pc:inkChg>
        <pc:inkChg chg="add">
          <ac:chgData name="Bhowmik, Sayan" userId="2b51cadb-156e-4c9a-99fc-6d2138739850" providerId="ADAL" clId="{F84FF9A7-A6D1-9F48-9981-D5AAC95CF743}" dt="2023-09-06T21:12:36.953" v="1114"/>
          <ac:inkMkLst>
            <pc:docMk/>
            <pc:sldMk cId="3597247938" sldId="278"/>
            <ac:inkMk id="213" creationId="{9A7C2EEB-43CC-AEED-C416-DCE131FCE28F}"/>
          </ac:inkMkLst>
        </pc:inkChg>
        <pc:inkChg chg="add del">
          <ac:chgData name="Bhowmik, Sayan" userId="2b51cadb-156e-4c9a-99fc-6d2138739850" providerId="ADAL" clId="{F84FF9A7-A6D1-9F48-9981-D5AAC95CF743}" dt="2023-09-06T21:12:44.415" v="1118"/>
          <ac:inkMkLst>
            <pc:docMk/>
            <pc:sldMk cId="3597247938" sldId="278"/>
            <ac:inkMk id="214" creationId="{71950B26-9DF4-99D8-E87F-29A2E856F61D}"/>
          </ac:inkMkLst>
        </pc:inkChg>
        <pc:inkChg chg="add del">
          <ac:chgData name="Bhowmik, Sayan" userId="2b51cadb-156e-4c9a-99fc-6d2138739850" providerId="ADAL" clId="{F84FF9A7-A6D1-9F48-9981-D5AAC95CF743}" dt="2023-09-06T21:12:44.415" v="1118"/>
          <ac:inkMkLst>
            <pc:docMk/>
            <pc:sldMk cId="3597247938" sldId="278"/>
            <ac:inkMk id="215" creationId="{2B1E05F4-F29E-4F7A-30AF-D2ACD2995DED}"/>
          </ac:inkMkLst>
        </pc:inkChg>
        <pc:inkChg chg="add del">
          <ac:chgData name="Bhowmik, Sayan" userId="2b51cadb-156e-4c9a-99fc-6d2138739850" providerId="ADAL" clId="{F84FF9A7-A6D1-9F48-9981-D5AAC95CF743}" dt="2023-09-06T21:12:44.415" v="1118"/>
          <ac:inkMkLst>
            <pc:docMk/>
            <pc:sldMk cId="3597247938" sldId="278"/>
            <ac:inkMk id="216" creationId="{CFA42B57-0D0D-46B1-B8F4-03DE72D07275}"/>
          </ac:inkMkLst>
        </pc:inkChg>
        <pc:inkChg chg="add reco">
          <ac:chgData name="Bhowmik, Sayan" userId="2b51cadb-156e-4c9a-99fc-6d2138739850" providerId="ADAL" clId="{F84FF9A7-A6D1-9F48-9981-D5AAC95CF743}" dt="2023-09-06T21:12:44.415" v="1118"/>
          <ac:inkMkLst>
            <pc:docMk/>
            <pc:sldMk cId="3597247938" sldId="278"/>
            <ac:inkMk id="217" creationId="{C94AC648-09AD-EF50-7D3C-F631E79BEB8D}"/>
          </ac:inkMkLst>
        </pc:inkChg>
        <pc:inkChg chg="add del">
          <ac:chgData name="Bhowmik, Sayan" userId="2b51cadb-156e-4c9a-99fc-6d2138739850" providerId="ADAL" clId="{F84FF9A7-A6D1-9F48-9981-D5AAC95CF743}" dt="2023-09-06T21:12:52.354" v="1121"/>
          <ac:inkMkLst>
            <pc:docMk/>
            <pc:sldMk cId="3597247938" sldId="278"/>
            <ac:inkMk id="218" creationId="{B37779C3-B7F6-03A0-6F4F-F750D66B9335}"/>
          </ac:inkMkLst>
        </pc:inkChg>
        <pc:inkChg chg="add del">
          <ac:chgData name="Bhowmik, Sayan" userId="2b51cadb-156e-4c9a-99fc-6d2138739850" providerId="ADAL" clId="{F84FF9A7-A6D1-9F48-9981-D5AAC95CF743}" dt="2023-09-06T21:12:52.354" v="1121"/>
          <ac:inkMkLst>
            <pc:docMk/>
            <pc:sldMk cId="3597247938" sldId="278"/>
            <ac:inkMk id="219" creationId="{9ABAF23F-A5ED-CA63-DA1F-EC01DF495D07}"/>
          </ac:inkMkLst>
        </pc:inkChg>
        <pc:inkChg chg="add reco">
          <ac:chgData name="Bhowmik, Sayan" userId="2b51cadb-156e-4c9a-99fc-6d2138739850" providerId="ADAL" clId="{F84FF9A7-A6D1-9F48-9981-D5AAC95CF743}" dt="2023-09-06T21:12:52.354" v="1121"/>
          <ac:inkMkLst>
            <pc:docMk/>
            <pc:sldMk cId="3597247938" sldId="278"/>
            <ac:inkMk id="220" creationId="{24C4DD5C-2BE4-584C-BB98-1A47B29CA8B0}"/>
          </ac:inkMkLst>
        </pc:inkChg>
        <pc:inkChg chg="add del">
          <ac:chgData name="Bhowmik, Sayan" userId="2b51cadb-156e-4c9a-99fc-6d2138739850" providerId="ADAL" clId="{F84FF9A7-A6D1-9F48-9981-D5AAC95CF743}" dt="2023-09-06T21:12:59.159" v="1131"/>
          <ac:inkMkLst>
            <pc:docMk/>
            <pc:sldMk cId="3597247938" sldId="278"/>
            <ac:inkMk id="221" creationId="{CDC0FC96-BCCC-A9CF-1B0E-E3FD2C3F3012}"/>
          </ac:inkMkLst>
        </pc:inkChg>
        <pc:inkChg chg="add del">
          <ac:chgData name="Bhowmik, Sayan" userId="2b51cadb-156e-4c9a-99fc-6d2138739850" providerId="ADAL" clId="{F84FF9A7-A6D1-9F48-9981-D5AAC95CF743}" dt="2023-09-06T21:12:59.159" v="1131"/>
          <ac:inkMkLst>
            <pc:docMk/>
            <pc:sldMk cId="3597247938" sldId="278"/>
            <ac:inkMk id="222" creationId="{50D3AF0C-EBAC-3765-11C4-A080843DA017}"/>
          </ac:inkMkLst>
        </pc:inkChg>
        <pc:inkChg chg="add del">
          <ac:chgData name="Bhowmik, Sayan" userId="2b51cadb-156e-4c9a-99fc-6d2138739850" providerId="ADAL" clId="{F84FF9A7-A6D1-9F48-9981-D5AAC95CF743}" dt="2023-09-06T21:12:59.159" v="1131"/>
          <ac:inkMkLst>
            <pc:docMk/>
            <pc:sldMk cId="3597247938" sldId="278"/>
            <ac:inkMk id="223" creationId="{4DE7076C-4303-7E22-EB01-3C2434A703E1}"/>
          </ac:inkMkLst>
        </pc:inkChg>
        <pc:inkChg chg="add del">
          <ac:chgData name="Bhowmik, Sayan" userId="2b51cadb-156e-4c9a-99fc-6d2138739850" providerId="ADAL" clId="{F84FF9A7-A6D1-9F48-9981-D5AAC95CF743}" dt="2023-09-06T21:12:59.159" v="1131"/>
          <ac:inkMkLst>
            <pc:docMk/>
            <pc:sldMk cId="3597247938" sldId="278"/>
            <ac:inkMk id="224" creationId="{B38813D2-9135-323A-0BD2-6FB7CCFDC455}"/>
          </ac:inkMkLst>
        </pc:inkChg>
        <pc:inkChg chg="add del">
          <ac:chgData name="Bhowmik, Sayan" userId="2b51cadb-156e-4c9a-99fc-6d2138739850" providerId="ADAL" clId="{F84FF9A7-A6D1-9F48-9981-D5AAC95CF743}" dt="2023-09-06T21:12:59.159" v="1131"/>
          <ac:inkMkLst>
            <pc:docMk/>
            <pc:sldMk cId="3597247938" sldId="278"/>
            <ac:inkMk id="225" creationId="{24D3D2E3-9316-094C-D7EF-A67F24F38F3C}"/>
          </ac:inkMkLst>
        </pc:inkChg>
        <pc:inkChg chg="add del">
          <ac:chgData name="Bhowmik, Sayan" userId="2b51cadb-156e-4c9a-99fc-6d2138739850" providerId="ADAL" clId="{F84FF9A7-A6D1-9F48-9981-D5AAC95CF743}" dt="2023-09-06T21:12:59.159" v="1131"/>
          <ac:inkMkLst>
            <pc:docMk/>
            <pc:sldMk cId="3597247938" sldId="278"/>
            <ac:inkMk id="226" creationId="{F95F14EC-62F8-3CDE-64C7-FD27ED301821}"/>
          </ac:inkMkLst>
        </pc:inkChg>
        <pc:inkChg chg="add del">
          <ac:chgData name="Bhowmik, Sayan" userId="2b51cadb-156e-4c9a-99fc-6d2138739850" providerId="ADAL" clId="{F84FF9A7-A6D1-9F48-9981-D5AAC95CF743}" dt="2023-09-06T21:12:59.159" v="1131"/>
          <ac:inkMkLst>
            <pc:docMk/>
            <pc:sldMk cId="3597247938" sldId="278"/>
            <ac:inkMk id="227" creationId="{BDC63D78-E671-4CF3-6C97-1F6702039ED3}"/>
          </ac:inkMkLst>
        </pc:inkChg>
        <pc:inkChg chg="add del">
          <ac:chgData name="Bhowmik, Sayan" userId="2b51cadb-156e-4c9a-99fc-6d2138739850" providerId="ADAL" clId="{F84FF9A7-A6D1-9F48-9981-D5AAC95CF743}" dt="2023-09-06T21:12:59.159" v="1131"/>
          <ac:inkMkLst>
            <pc:docMk/>
            <pc:sldMk cId="3597247938" sldId="278"/>
            <ac:inkMk id="228" creationId="{118A6B57-F27D-BBCB-67BA-44128112AE78}"/>
          </ac:inkMkLst>
        </pc:inkChg>
        <pc:inkChg chg="add del reco">
          <ac:chgData name="Bhowmik, Sayan" userId="2b51cadb-156e-4c9a-99fc-6d2138739850" providerId="ADAL" clId="{F84FF9A7-A6D1-9F48-9981-D5AAC95CF743}" dt="2023-09-06T21:12:59.159" v="1131"/>
          <ac:inkMkLst>
            <pc:docMk/>
            <pc:sldMk cId="3597247938" sldId="278"/>
            <ac:inkMk id="229" creationId="{A248B907-EE2E-7B2A-EC0B-B8A7C71A5E9A}"/>
          </ac:inkMkLst>
        </pc:inkChg>
        <pc:inkChg chg="add del reco">
          <ac:chgData name="Bhowmik, Sayan" userId="2b51cadb-156e-4c9a-99fc-6d2138739850" providerId="ADAL" clId="{F84FF9A7-A6D1-9F48-9981-D5AAC95CF743}" dt="2023-09-06T21:12:59.159" v="1131"/>
          <ac:inkMkLst>
            <pc:docMk/>
            <pc:sldMk cId="3597247938" sldId="278"/>
            <ac:inkMk id="230" creationId="{9D7BAB74-B5AE-8A92-6504-61D2418752A1}"/>
          </ac:inkMkLst>
        </pc:inkChg>
        <pc:inkChg chg="add del reco">
          <ac:chgData name="Bhowmik, Sayan" userId="2b51cadb-156e-4c9a-99fc-6d2138739850" providerId="ADAL" clId="{F84FF9A7-A6D1-9F48-9981-D5AAC95CF743}" dt="2023-09-06T21:12:59.159" v="1131"/>
          <ac:inkMkLst>
            <pc:docMk/>
            <pc:sldMk cId="3597247938" sldId="278"/>
            <ac:inkMk id="231" creationId="{B0D878C4-D96B-4105-466C-40D38DCA312F}"/>
          </ac:inkMkLst>
        </pc:inkChg>
        <pc:inkChg chg="add del">
          <ac:chgData name="Bhowmik, Sayan" userId="2b51cadb-156e-4c9a-99fc-6d2138739850" providerId="ADAL" clId="{F84FF9A7-A6D1-9F48-9981-D5AAC95CF743}" dt="2023-09-06T21:13:02.337" v="1134"/>
          <ac:inkMkLst>
            <pc:docMk/>
            <pc:sldMk cId="3597247938" sldId="278"/>
            <ac:inkMk id="232" creationId="{12503DEA-68ED-1171-1D67-A5B118E01998}"/>
          </ac:inkMkLst>
        </pc:inkChg>
        <pc:inkChg chg="add del">
          <ac:chgData name="Bhowmik, Sayan" userId="2b51cadb-156e-4c9a-99fc-6d2138739850" providerId="ADAL" clId="{F84FF9A7-A6D1-9F48-9981-D5AAC95CF743}" dt="2023-09-06T21:13:02.337" v="1134"/>
          <ac:inkMkLst>
            <pc:docMk/>
            <pc:sldMk cId="3597247938" sldId="278"/>
            <ac:inkMk id="233" creationId="{B725D3CF-3668-D7E8-A4DC-53459443359B}"/>
          </ac:inkMkLst>
        </pc:inkChg>
        <pc:inkChg chg="add reco">
          <ac:chgData name="Bhowmik, Sayan" userId="2b51cadb-156e-4c9a-99fc-6d2138739850" providerId="ADAL" clId="{F84FF9A7-A6D1-9F48-9981-D5AAC95CF743}" dt="2023-09-06T21:13:02.337" v="1134"/>
          <ac:inkMkLst>
            <pc:docMk/>
            <pc:sldMk cId="3597247938" sldId="278"/>
            <ac:inkMk id="234" creationId="{C6B38223-A4EA-CA1A-3B79-627657F30818}"/>
          </ac:inkMkLst>
        </pc:inkChg>
      </pc:sldChg>
      <pc:sldChg chg="addSp delSp modSp">
        <pc:chgData name="Bhowmik, Sayan" userId="2b51cadb-156e-4c9a-99fc-6d2138739850" providerId="ADAL" clId="{F84FF9A7-A6D1-9F48-9981-D5AAC95CF743}" dt="2023-09-07T01:59:04.039" v="1302"/>
        <pc:sldMkLst>
          <pc:docMk/>
          <pc:sldMk cId="4179341546" sldId="281"/>
        </pc:sldMkLst>
        <pc:inkChg chg="add">
          <ac:chgData name="Bhowmik, Sayan" userId="2b51cadb-156e-4c9a-99fc-6d2138739850" providerId="ADAL" clId="{F84FF9A7-A6D1-9F48-9981-D5AAC95CF743}" dt="2023-09-07T01:54:54.476" v="1145"/>
          <ac:inkMkLst>
            <pc:docMk/>
            <pc:sldMk cId="4179341546" sldId="281"/>
            <ac:inkMk id="2" creationId="{D375A341-5C98-ED8B-471F-84D8A6ABEA03}"/>
          </ac:inkMkLst>
        </pc:inkChg>
        <pc:inkChg chg="add">
          <ac:chgData name="Bhowmik, Sayan" userId="2b51cadb-156e-4c9a-99fc-6d2138739850" providerId="ADAL" clId="{F84FF9A7-A6D1-9F48-9981-D5AAC95CF743}" dt="2023-09-07T01:55:01.126" v="1146"/>
          <ac:inkMkLst>
            <pc:docMk/>
            <pc:sldMk cId="4179341546" sldId="281"/>
            <ac:inkMk id="5" creationId="{6060F8F3-C2C0-8F59-54FA-ACAFE030B4AD}"/>
          </ac:inkMkLst>
        </pc:inkChg>
        <pc:inkChg chg="add del">
          <ac:chgData name="Bhowmik, Sayan" userId="2b51cadb-156e-4c9a-99fc-6d2138739850" providerId="ADAL" clId="{F84FF9A7-A6D1-9F48-9981-D5AAC95CF743}" dt="2023-09-07T01:55:32.810" v="1160"/>
          <ac:inkMkLst>
            <pc:docMk/>
            <pc:sldMk cId="4179341546" sldId="281"/>
            <ac:inkMk id="6" creationId="{69D7F4E3-FB57-469B-B175-0F2457BFF627}"/>
          </ac:inkMkLst>
        </pc:inkChg>
        <pc:inkChg chg="add del">
          <ac:chgData name="Bhowmik, Sayan" userId="2b51cadb-156e-4c9a-99fc-6d2138739850" providerId="ADAL" clId="{F84FF9A7-A6D1-9F48-9981-D5AAC95CF743}" dt="2023-09-07T01:55:32.810" v="1160"/>
          <ac:inkMkLst>
            <pc:docMk/>
            <pc:sldMk cId="4179341546" sldId="281"/>
            <ac:inkMk id="7" creationId="{C4DA543E-16DE-FAE3-0236-65435F7BBFF0}"/>
          </ac:inkMkLst>
        </pc:inkChg>
        <pc:inkChg chg="add del">
          <ac:chgData name="Bhowmik, Sayan" userId="2b51cadb-156e-4c9a-99fc-6d2138739850" providerId="ADAL" clId="{F84FF9A7-A6D1-9F48-9981-D5AAC95CF743}" dt="2023-09-07T01:55:32.810" v="1160"/>
          <ac:inkMkLst>
            <pc:docMk/>
            <pc:sldMk cId="4179341546" sldId="281"/>
            <ac:inkMk id="8" creationId="{DDB0FDEC-3C7C-3EFA-3CC9-123FFE817215}"/>
          </ac:inkMkLst>
        </pc:inkChg>
        <pc:inkChg chg="add del">
          <ac:chgData name="Bhowmik, Sayan" userId="2b51cadb-156e-4c9a-99fc-6d2138739850" providerId="ADAL" clId="{F84FF9A7-A6D1-9F48-9981-D5AAC95CF743}" dt="2023-09-07T01:55:32.810" v="1160"/>
          <ac:inkMkLst>
            <pc:docMk/>
            <pc:sldMk cId="4179341546" sldId="281"/>
            <ac:inkMk id="9" creationId="{DC933D43-0B09-C818-2ED5-E092C3546188}"/>
          </ac:inkMkLst>
        </pc:inkChg>
        <pc:inkChg chg="add del">
          <ac:chgData name="Bhowmik, Sayan" userId="2b51cadb-156e-4c9a-99fc-6d2138739850" providerId="ADAL" clId="{F84FF9A7-A6D1-9F48-9981-D5AAC95CF743}" dt="2023-09-07T01:55:32.810" v="1160"/>
          <ac:inkMkLst>
            <pc:docMk/>
            <pc:sldMk cId="4179341546" sldId="281"/>
            <ac:inkMk id="10" creationId="{E0EEE868-7C56-D66F-5953-8F61A09F0FA4}"/>
          </ac:inkMkLst>
        </pc:inkChg>
        <pc:inkChg chg="add del">
          <ac:chgData name="Bhowmik, Sayan" userId="2b51cadb-156e-4c9a-99fc-6d2138739850" providerId="ADAL" clId="{F84FF9A7-A6D1-9F48-9981-D5AAC95CF743}" dt="2023-09-07T01:55:32.810" v="1160"/>
          <ac:inkMkLst>
            <pc:docMk/>
            <pc:sldMk cId="4179341546" sldId="281"/>
            <ac:inkMk id="11" creationId="{D2F9B645-5430-51FA-C677-6F84507C5F79}"/>
          </ac:inkMkLst>
        </pc:inkChg>
        <pc:inkChg chg="add del">
          <ac:chgData name="Bhowmik, Sayan" userId="2b51cadb-156e-4c9a-99fc-6d2138739850" providerId="ADAL" clId="{F84FF9A7-A6D1-9F48-9981-D5AAC95CF743}" dt="2023-09-07T01:55:32.810" v="1160"/>
          <ac:inkMkLst>
            <pc:docMk/>
            <pc:sldMk cId="4179341546" sldId="281"/>
            <ac:inkMk id="12" creationId="{9D23C684-DC10-A5CD-5A56-465A34D7C30F}"/>
          </ac:inkMkLst>
        </pc:inkChg>
        <pc:inkChg chg="add del">
          <ac:chgData name="Bhowmik, Sayan" userId="2b51cadb-156e-4c9a-99fc-6d2138739850" providerId="ADAL" clId="{F84FF9A7-A6D1-9F48-9981-D5AAC95CF743}" dt="2023-09-07T01:55:32.810" v="1160"/>
          <ac:inkMkLst>
            <pc:docMk/>
            <pc:sldMk cId="4179341546" sldId="281"/>
            <ac:inkMk id="13" creationId="{5D8E9192-5EB2-1117-646A-1B04265D3BD0}"/>
          </ac:inkMkLst>
        </pc:inkChg>
        <pc:inkChg chg="add del">
          <ac:chgData name="Bhowmik, Sayan" userId="2b51cadb-156e-4c9a-99fc-6d2138739850" providerId="ADAL" clId="{F84FF9A7-A6D1-9F48-9981-D5AAC95CF743}" dt="2023-09-07T01:55:32.810" v="1160"/>
          <ac:inkMkLst>
            <pc:docMk/>
            <pc:sldMk cId="4179341546" sldId="281"/>
            <ac:inkMk id="14" creationId="{172766FF-F1B2-37BB-2BCB-1E8598501B68}"/>
          </ac:inkMkLst>
        </pc:inkChg>
        <pc:inkChg chg="add del">
          <ac:chgData name="Bhowmik, Sayan" userId="2b51cadb-156e-4c9a-99fc-6d2138739850" providerId="ADAL" clId="{F84FF9A7-A6D1-9F48-9981-D5AAC95CF743}" dt="2023-09-07T01:55:32.810" v="1160"/>
          <ac:inkMkLst>
            <pc:docMk/>
            <pc:sldMk cId="4179341546" sldId="281"/>
            <ac:inkMk id="15" creationId="{1623FCA7-4A50-FF02-A63F-60A8FEB426A1}"/>
          </ac:inkMkLst>
        </pc:inkChg>
        <pc:inkChg chg="add del">
          <ac:chgData name="Bhowmik, Sayan" userId="2b51cadb-156e-4c9a-99fc-6d2138739850" providerId="ADAL" clId="{F84FF9A7-A6D1-9F48-9981-D5AAC95CF743}" dt="2023-09-07T01:55:32.810" v="1160"/>
          <ac:inkMkLst>
            <pc:docMk/>
            <pc:sldMk cId="4179341546" sldId="281"/>
            <ac:inkMk id="16" creationId="{86390125-91F7-01F5-CD04-A151D138BF03}"/>
          </ac:inkMkLst>
        </pc:inkChg>
        <pc:inkChg chg="add del">
          <ac:chgData name="Bhowmik, Sayan" userId="2b51cadb-156e-4c9a-99fc-6d2138739850" providerId="ADAL" clId="{F84FF9A7-A6D1-9F48-9981-D5AAC95CF743}" dt="2023-09-07T01:55:32.810" v="1160"/>
          <ac:inkMkLst>
            <pc:docMk/>
            <pc:sldMk cId="4179341546" sldId="281"/>
            <ac:inkMk id="17" creationId="{27C524E0-DBAB-F5E6-D5F8-4DD9E297F0B6}"/>
          </ac:inkMkLst>
        </pc:inkChg>
        <pc:inkChg chg="add del">
          <ac:chgData name="Bhowmik, Sayan" userId="2b51cadb-156e-4c9a-99fc-6d2138739850" providerId="ADAL" clId="{F84FF9A7-A6D1-9F48-9981-D5AAC95CF743}" dt="2023-09-07T01:55:32.810" v="1160"/>
          <ac:inkMkLst>
            <pc:docMk/>
            <pc:sldMk cId="4179341546" sldId="281"/>
            <ac:inkMk id="18" creationId="{15DC2DC2-0363-84BA-EB51-B2BD04E52937}"/>
          </ac:inkMkLst>
        </pc:inkChg>
        <pc:inkChg chg="add reco">
          <ac:chgData name="Bhowmik, Sayan" userId="2b51cadb-156e-4c9a-99fc-6d2138739850" providerId="ADAL" clId="{F84FF9A7-A6D1-9F48-9981-D5AAC95CF743}" dt="2023-09-07T01:55:32.810" v="1160"/>
          <ac:inkMkLst>
            <pc:docMk/>
            <pc:sldMk cId="4179341546" sldId="281"/>
            <ac:inkMk id="19" creationId="{50E443A7-209B-ABF8-26E0-401E22D3286F}"/>
          </ac:inkMkLst>
        </pc:inkChg>
        <pc:inkChg chg="add del">
          <ac:chgData name="Bhowmik, Sayan" userId="2b51cadb-156e-4c9a-99fc-6d2138739850" providerId="ADAL" clId="{F84FF9A7-A6D1-9F48-9981-D5AAC95CF743}" dt="2023-09-07T01:55:40.779" v="1171"/>
          <ac:inkMkLst>
            <pc:docMk/>
            <pc:sldMk cId="4179341546" sldId="281"/>
            <ac:inkMk id="20" creationId="{E319DD13-B250-4351-D575-0DB186A38E65}"/>
          </ac:inkMkLst>
        </pc:inkChg>
        <pc:inkChg chg="add del">
          <ac:chgData name="Bhowmik, Sayan" userId="2b51cadb-156e-4c9a-99fc-6d2138739850" providerId="ADAL" clId="{F84FF9A7-A6D1-9F48-9981-D5AAC95CF743}" dt="2023-09-07T01:55:40.779" v="1171"/>
          <ac:inkMkLst>
            <pc:docMk/>
            <pc:sldMk cId="4179341546" sldId="281"/>
            <ac:inkMk id="21" creationId="{774397F8-AC26-50A3-71C3-D59B2A29BA4B}"/>
          </ac:inkMkLst>
        </pc:inkChg>
        <pc:inkChg chg="add del">
          <ac:chgData name="Bhowmik, Sayan" userId="2b51cadb-156e-4c9a-99fc-6d2138739850" providerId="ADAL" clId="{F84FF9A7-A6D1-9F48-9981-D5AAC95CF743}" dt="2023-09-07T01:55:40.779" v="1171"/>
          <ac:inkMkLst>
            <pc:docMk/>
            <pc:sldMk cId="4179341546" sldId="281"/>
            <ac:inkMk id="22" creationId="{3120E0CF-3985-2523-A363-727F78799E07}"/>
          </ac:inkMkLst>
        </pc:inkChg>
        <pc:inkChg chg="add del">
          <ac:chgData name="Bhowmik, Sayan" userId="2b51cadb-156e-4c9a-99fc-6d2138739850" providerId="ADAL" clId="{F84FF9A7-A6D1-9F48-9981-D5AAC95CF743}" dt="2023-09-07T01:55:40.779" v="1171"/>
          <ac:inkMkLst>
            <pc:docMk/>
            <pc:sldMk cId="4179341546" sldId="281"/>
            <ac:inkMk id="23" creationId="{A552F1C9-EA2E-E451-E18E-C4A3C5FC357E}"/>
          </ac:inkMkLst>
        </pc:inkChg>
        <pc:inkChg chg="add del">
          <ac:chgData name="Bhowmik, Sayan" userId="2b51cadb-156e-4c9a-99fc-6d2138739850" providerId="ADAL" clId="{F84FF9A7-A6D1-9F48-9981-D5AAC95CF743}" dt="2023-09-07T01:55:40.779" v="1171"/>
          <ac:inkMkLst>
            <pc:docMk/>
            <pc:sldMk cId="4179341546" sldId="281"/>
            <ac:inkMk id="24" creationId="{BE8D759C-619C-6BF7-FA72-7222A357696C}"/>
          </ac:inkMkLst>
        </pc:inkChg>
        <pc:inkChg chg="add del">
          <ac:chgData name="Bhowmik, Sayan" userId="2b51cadb-156e-4c9a-99fc-6d2138739850" providerId="ADAL" clId="{F84FF9A7-A6D1-9F48-9981-D5AAC95CF743}" dt="2023-09-07T01:55:40.779" v="1171"/>
          <ac:inkMkLst>
            <pc:docMk/>
            <pc:sldMk cId="4179341546" sldId="281"/>
            <ac:inkMk id="25" creationId="{CD45CE6B-A989-3045-15CE-0099DAAE5ADC}"/>
          </ac:inkMkLst>
        </pc:inkChg>
        <pc:inkChg chg="add del">
          <ac:chgData name="Bhowmik, Sayan" userId="2b51cadb-156e-4c9a-99fc-6d2138739850" providerId="ADAL" clId="{F84FF9A7-A6D1-9F48-9981-D5AAC95CF743}" dt="2023-09-07T01:55:40.779" v="1171"/>
          <ac:inkMkLst>
            <pc:docMk/>
            <pc:sldMk cId="4179341546" sldId="281"/>
            <ac:inkMk id="26" creationId="{6D79D69D-ED35-F29F-F7C7-65719045BDD3}"/>
          </ac:inkMkLst>
        </pc:inkChg>
        <pc:inkChg chg="add del">
          <ac:chgData name="Bhowmik, Sayan" userId="2b51cadb-156e-4c9a-99fc-6d2138739850" providerId="ADAL" clId="{F84FF9A7-A6D1-9F48-9981-D5AAC95CF743}" dt="2023-09-07T01:55:40.779" v="1171"/>
          <ac:inkMkLst>
            <pc:docMk/>
            <pc:sldMk cId="4179341546" sldId="281"/>
            <ac:inkMk id="27" creationId="{F3CA3D78-F3D7-79F2-410C-2C056A2A326D}"/>
          </ac:inkMkLst>
        </pc:inkChg>
        <pc:inkChg chg="add del">
          <ac:chgData name="Bhowmik, Sayan" userId="2b51cadb-156e-4c9a-99fc-6d2138739850" providerId="ADAL" clId="{F84FF9A7-A6D1-9F48-9981-D5AAC95CF743}" dt="2023-09-07T01:55:40.779" v="1171"/>
          <ac:inkMkLst>
            <pc:docMk/>
            <pc:sldMk cId="4179341546" sldId="281"/>
            <ac:inkMk id="28" creationId="{54FD4D3C-71F0-117E-C23A-F38CDEBD0AB1}"/>
          </ac:inkMkLst>
        </pc:inkChg>
        <pc:inkChg chg="add del">
          <ac:chgData name="Bhowmik, Sayan" userId="2b51cadb-156e-4c9a-99fc-6d2138739850" providerId="ADAL" clId="{F84FF9A7-A6D1-9F48-9981-D5AAC95CF743}" dt="2023-09-07T01:55:40.779" v="1171"/>
          <ac:inkMkLst>
            <pc:docMk/>
            <pc:sldMk cId="4179341546" sldId="281"/>
            <ac:inkMk id="29" creationId="{680298A2-6168-E931-816A-21E15A4A494C}"/>
          </ac:inkMkLst>
        </pc:inkChg>
        <pc:inkChg chg="add mod reco modStrokes">
          <ac:chgData name="Bhowmik, Sayan" userId="2b51cadb-156e-4c9a-99fc-6d2138739850" providerId="ADAL" clId="{F84FF9A7-A6D1-9F48-9981-D5AAC95CF743}" dt="2023-09-07T01:59:00.929" v="1300"/>
          <ac:inkMkLst>
            <pc:docMk/>
            <pc:sldMk cId="4179341546" sldId="281"/>
            <ac:inkMk id="30" creationId="{91F41819-B17D-5CA1-A1B7-D1A46F3C5AE7}"/>
          </ac:inkMkLst>
        </pc:inkChg>
        <pc:inkChg chg="add del">
          <ac:chgData name="Bhowmik, Sayan" userId="2b51cadb-156e-4c9a-99fc-6d2138739850" providerId="ADAL" clId="{F84FF9A7-A6D1-9F48-9981-D5AAC95CF743}" dt="2023-09-07T01:55:50.819" v="1177"/>
          <ac:inkMkLst>
            <pc:docMk/>
            <pc:sldMk cId="4179341546" sldId="281"/>
            <ac:inkMk id="31" creationId="{4ECE337C-1068-43F7-211C-39CD392D2448}"/>
          </ac:inkMkLst>
        </pc:inkChg>
        <pc:inkChg chg="add del">
          <ac:chgData name="Bhowmik, Sayan" userId="2b51cadb-156e-4c9a-99fc-6d2138739850" providerId="ADAL" clId="{F84FF9A7-A6D1-9F48-9981-D5AAC95CF743}" dt="2023-09-07T01:55:50.819" v="1177"/>
          <ac:inkMkLst>
            <pc:docMk/>
            <pc:sldMk cId="4179341546" sldId="281"/>
            <ac:inkMk id="32" creationId="{9558E4C3-32B0-419C-A235-11A81F7C1DB0}"/>
          </ac:inkMkLst>
        </pc:inkChg>
        <pc:inkChg chg="add del">
          <ac:chgData name="Bhowmik, Sayan" userId="2b51cadb-156e-4c9a-99fc-6d2138739850" providerId="ADAL" clId="{F84FF9A7-A6D1-9F48-9981-D5AAC95CF743}" dt="2023-09-07T01:55:50.819" v="1177"/>
          <ac:inkMkLst>
            <pc:docMk/>
            <pc:sldMk cId="4179341546" sldId="281"/>
            <ac:inkMk id="33" creationId="{C52377C8-F39F-E1F8-C2BB-061EC8F204AE}"/>
          </ac:inkMkLst>
        </pc:inkChg>
        <pc:inkChg chg="add del">
          <ac:chgData name="Bhowmik, Sayan" userId="2b51cadb-156e-4c9a-99fc-6d2138739850" providerId="ADAL" clId="{F84FF9A7-A6D1-9F48-9981-D5AAC95CF743}" dt="2023-09-07T01:55:50.819" v="1177"/>
          <ac:inkMkLst>
            <pc:docMk/>
            <pc:sldMk cId="4179341546" sldId="281"/>
            <ac:inkMk id="34" creationId="{68326F9C-611C-681D-2652-5923F7852486}"/>
          </ac:inkMkLst>
        </pc:inkChg>
        <pc:inkChg chg="add del">
          <ac:chgData name="Bhowmik, Sayan" userId="2b51cadb-156e-4c9a-99fc-6d2138739850" providerId="ADAL" clId="{F84FF9A7-A6D1-9F48-9981-D5AAC95CF743}" dt="2023-09-07T01:55:50.819" v="1177"/>
          <ac:inkMkLst>
            <pc:docMk/>
            <pc:sldMk cId="4179341546" sldId="281"/>
            <ac:inkMk id="35" creationId="{54085D02-C2A0-4D1A-1180-455411F43FE1}"/>
          </ac:inkMkLst>
        </pc:inkChg>
        <pc:inkChg chg="add del reco">
          <ac:chgData name="Bhowmik, Sayan" userId="2b51cadb-156e-4c9a-99fc-6d2138739850" providerId="ADAL" clId="{F84FF9A7-A6D1-9F48-9981-D5AAC95CF743}" dt="2023-09-07T01:59:00.932" v="1301"/>
          <ac:inkMkLst>
            <pc:docMk/>
            <pc:sldMk cId="4179341546" sldId="281"/>
            <ac:inkMk id="36" creationId="{22E8ABAD-0C10-C12A-F49D-1FC880D6EC22}"/>
          </ac:inkMkLst>
        </pc:inkChg>
        <pc:inkChg chg="add del">
          <ac:chgData name="Bhowmik, Sayan" userId="2b51cadb-156e-4c9a-99fc-6d2138739850" providerId="ADAL" clId="{F84FF9A7-A6D1-9F48-9981-D5AAC95CF743}" dt="2023-09-07T01:55:58.651" v="1179"/>
          <ac:inkMkLst>
            <pc:docMk/>
            <pc:sldMk cId="4179341546" sldId="281"/>
            <ac:inkMk id="37" creationId="{0A369B4C-C928-D29A-96A1-5D06252BFB6D}"/>
          </ac:inkMkLst>
        </pc:inkChg>
        <pc:inkChg chg="add del">
          <ac:chgData name="Bhowmik, Sayan" userId="2b51cadb-156e-4c9a-99fc-6d2138739850" providerId="ADAL" clId="{F84FF9A7-A6D1-9F48-9981-D5AAC95CF743}" dt="2023-09-07T01:56:01.648" v="1183"/>
          <ac:inkMkLst>
            <pc:docMk/>
            <pc:sldMk cId="4179341546" sldId="281"/>
            <ac:inkMk id="38" creationId="{B9301563-249D-DEF1-591F-154FBD297AED}"/>
          </ac:inkMkLst>
        </pc:inkChg>
        <pc:inkChg chg="add del">
          <ac:chgData name="Bhowmik, Sayan" userId="2b51cadb-156e-4c9a-99fc-6d2138739850" providerId="ADAL" clId="{F84FF9A7-A6D1-9F48-9981-D5AAC95CF743}" dt="2023-09-07T01:56:01.648" v="1183"/>
          <ac:inkMkLst>
            <pc:docMk/>
            <pc:sldMk cId="4179341546" sldId="281"/>
            <ac:inkMk id="39" creationId="{BC538308-35A3-330C-5BD2-D352A73BF14A}"/>
          </ac:inkMkLst>
        </pc:inkChg>
        <pc:inkChg chg="add del">
          <ac:chgData name="Bhowmik, Sayan" userId="2b51cadb-156e-4c9a-99fc-6d2138739850" providerId="ADAL" clId="{F84FF9A7-A6D1-9F48-9981-D5AAC95CF743}" dt="2023-09-07T01:56:01.648" v="1183"/>
          <ac:inkMkLst>
            <pc:docMk/>
            <pc:sldMk cId="4179341546" sldId="281"/>
            <ac:inkMk id="40" creationId="{8A4D5982-4036-320D-9BE1-4D951F1BD285}"/>
          </ac:inkMkLst>
        </pc:inkChg>
        <pc:inkChg chg="add reco">
          <ac:chgData name="Bhowmik, Sayan" userId="2b51cadb-156e-4c9a-99fc-6d2138739850" providerId="ADAL" clId="{F84FF9A7-A6D1-9F48-9981-D5AAC95CF743}" dt="2023-09-07T01:56:01.648" v="1183"/>
          <ac:inkMkLst>
            <pc:docMk/>
            <pc:sldMk cId="4179341546" sldId="281"/>
            <ac:inkMk id="41" creationId="{24981F04-B0B2-CC1A-8B81-814158F36C3D}"/>
          </ac:inkMkLst>
        </pc:inkChg>
        <pc:inkChg chg="add del">
          <ac:chgData name="Bhowmik, Sayan" userId="2b51cadb-156e-4c9a-99fc-6d2138739850" providerId="ADAL" clId="{F84FF9A7-A6D1-9F48-9981-D5AAC95CF743}" dt="2023-09-07T01:56:09.378" v="1187"/>
          <ac:inkMkLst>
            <pc:docMk/>
            <pc:sldMk cId="4179341546" sldId="281"/>
            <ac:inkMk id="42" creationId="{181CA53D-67BE-D188-2528-A12016B23A49}"/>
          </ac:inkMkLst>
        </pc:inkChg>
        <pc:inkChg chg="add del">
          <ac:chgData name="Bhowmik, Sayan" userId="2b51cadb-156e-4c9a-99fc-6d2138739850" providerId="ADAL" clId="{F84FF9A7-A6D1-9F48-9981-D5AAC95CF743}" dt="2023-09-07T01:56:09.378" v="1187"/>
          <ac:inkMkLst>
            <pc:docMk/>
            <pc:sldMk cId="4179341546" sldId="281"/>
            <ac:inkMk id="43" creationId="{125057E0-5A84-5CC1-06A7-B85643538DD6}"/>
          </ac:inkMkLst>
        </pc:inkChg>
        <pc:inkChg chg="add del">
          <ac:chgData name="Bhowmik, Sayan" userId="2b51cadb-156e-4c9a-99fc-6d2138739850" providerId="ADAL" clId="{F84FF9A7-A6D1-9F48-9981-D5AAC95CF743}" dt="2023-09-07T01:56:09.378" v="1187"/>
          <ac:inkMkLst>
            <pc:docMk/>
            <pc:sldMk cId="4179341546" sldId="281"/>
            <ac:inkMk id="44" creationId="{A80272C9-2478-0A76-ADA2-34319DB8BB69}"/>
          </ac:inkMkLst>
        </pc:inkChg>
        <pc:inkChg chg="add del reco">
          <ac:chgData name="Bhowmik, Sayan" userId="2b51cadb-156e-4c9a-99fc-6d2138739850" providerId="ADAL" clId="{F84FF9A7-A6D1-9F48-9981-D5AAC95CF743}" dt="2023-09-07T01:56:52.912" v="1220"/>
          <ac:inkMkLst>
            <pc:docMk/>
            <pc:sldMk cId="4179341546" sldId="281"/>
            <ac:inkMk id="45" creationId="{BA0BEE8D-363B-2C2B-1ACC-2329891AFBBC}"/>
          </ac:inkMkLst>
        </pc:inkChg>
        <pc:inkChg chg="add del">
          <ac:chgData name="Bhowmik, Sayan" userId="2b51cadb-156e-4c9a-99fc-6d2138739850" providerId="ADAL" clId="{F84FF9A7-A6D1-9F48-9981-D5AAC95CF743}" dt="2023-09-07T01:56:15.923" v="1191"/>
          <ac:inkMkLst>
            <pc:docMk/>
            <pc:sldMk cId="4179341546" sldId="281"/>
            <ac:inkMk id="46" creationId="{48303543-7B1B-0B27-789E-CFCCC4447171}"/>
          </ac:inkMkLst>
        </pc:inkChg>
        <pc:inkChg chg="add del">
          <ac:chgData name="Bhowmik, Sayan" userId="2b51cadb-156e-4c9a-99fc-6d2138739850" providerId="ADAL" clId="{F84FF9A7-A6D1-9F48-9981-D5AAC95CF743}" dt="2023-09-07T01:56:15.923" v="1191"/>
          <ac:inkMkLst>
            <pc:docMk/>
            <pc:sldMk cId="4179341546" sldId="281"/>
            <ac:inkMk id="47" creationId="{B83E97BA-AE5A-8439-6631-928C2FE9F000}"/>
          </ac:inkMkLst>
        </pc:inkChg>
        <pc:inkChg chg="add del">
          <ac:chgData name="Bhowmik, Sayan" userId="2b51cadb-156e-4c9a-99fc-6d2138739850" providerId="ADAL" clId="{F84FF9A7-A6D1-9F48-9981-D5AAC95CF743}" dt="2023-09-07T01:56:15.923" v="1191"/>
          <ac:inkMkLst>
            <pc:docMk/>
            <pc:sldMk cId="4179341546" sldId="281"/>
            <ac:inkMk id="48" creationId="{0B8F2E33-7B7E-7343-D5FD-F35EEBA59A07}"/>
          </ac:inkMkLst>
        </pc:inkChg>
        <pc:inkChg chg="add del reco">
          <ac:chgData name="Bhowmik, Sayan" userId="2b51cadb-156e-4c9a-99fc-6d2138739850" providerId="ADAL" clId="{F84FF9A7-A6D1-9F48-9981-D5AAC95CF743}" dt="2023-09-07T01:56:52.906" v="1218"/>
          <ac:inkMkLst>
            <pc:docMk/>
            <pc:sldMk cId="4179341546" sldId="281"/>
            <ac:inkMk id="49" creationId="{901BB9E9-0E92-674F-F420-3D5DA8170A99}"/>
          </ac:inkMkLst>
        </pc:inkChg>
        <pc:inkChg chg="add del">
          <ac:chgData name="Bhowmik, Sayan" userId="2b51cadb-156e-4c9a-99fc-6d2138739850" providerId="ADAL" clId="{F84FF9A7-A6D1-9F48-9981-D5AAC95CF743}" dt="2023-09-07T01:56:18.089" v="1194"/>
          <ac:inkMkLst>
            <pc:docMk/>
            <pc:sldMk cId="4179341546" sldId="281"/>
            <ac:inkMk id="50" creationId="{ACDEBB1B-D11A-1400-5EE8-D73FB52585B3}"/>
          </ac:inkMkLst>
        </pc:inkChg>
        <pc:inkChg chg="add del">
          <ac:chgData name="Bhowmik, Sayan" userId="2b51cadb-156e-4c9a-99fc-6d2138739850" providerId="ADAL" clId="{F84FF9A7-A6D1-9F48-9981-D5AAC95CF743}" dt="2023-09-07T01:56:18.089" v="1194"/>
          <ac:inkMkLst>
            <pc:docMk/>
            <pc:sldMk cId="4179341546" sldId="281"/>
            <ac:inkMk id="51" creationId="{9105E869-2887-2703-C1DE-4B2890EFB949}"/>
          </ac:inkMkLst>
        </pc:inkChg>
        <pc:inkChg chg="add del reco">
          <ac:chgData name="Bhowmik, Sayan" userId="2b51cadb-156e-4c9a-99fc-6d2138739850" providerId="ADAL" clId="{F84FF9A7-A6D1-9F48-9981-D5AAC95CF743}" dt="2023-09-07T01:56:52.913" v="1221"/>
          <ac:inkMkLst>
            <pc:docMk/>
            <pc:sldMk cId="4179341546" sldId="281"/>
            <ac:inkMk id="52" creationId="{B01ABB33-CCB7-25DA-41AD-1C3AFCF7F15A}"/>
          </ac:inkMkLst>
        </pc:inkChg>
        <pc:inkChg chg="add del">
          <ac:chgData name="Bhowmik, Sayan" userId="2b51cadb-156e-4c9a-99fc-6d2138739850" providerId="ADAL" clId="{F84FF9A7-A6D1-9F48-9981-D5AAC95CF743}" dt="2023-09-07T01:56:52.915" v="1222"/>
          <ac:inkMkLst>
            <pc:docMk/>
            <pc:sldMk cId="4179341546" sldId="281"/>
            <ac:inkMk id="53" creationId="{55C1E665-D0AD-BD85-41B9-2CD7AD370877}"/>
          </ac:inkMkLst>
        </pc:inkChg>
        <pc:inkChg chg="add del">
          <ac:chgData name="Bhowmik, Sayan" userId="2b51cadb-156e-4c9a-99fc-6d2138739850" providerId="ADAL" clId="{F84FF9A7-A6D1-9F48-9981-D5AAC95CF743}" dt="2023-09-07T01:56:24.629" v="1202"/>
          <ac:inkMkLst>
            <pc:docMk/>
            <pc:sldMk cId="4179341546" sldId="281"/>
            <ac:inkMk id="54" creationId="{E1A8FBFF-14F9-4371-4914-CBA37D7E9A53}"/>
          </ac:inkMkLst>
        </pc:inkChg>
        <pc:inkChg chg="add del">
          <ac:chgData name="Bhowmik, Sayan" userId="2b51cadb-156e-4c9a-99fc-6d2138739850" providerId="ADAL" clId="{F84FF9A7-A6D1-9F48-9981-D5AAC95CF743}" dt="2023-09-07T01:56:24.629" v="1202"/>
          <ac:inkMkLst>
            <pc:docMk/>
            <pc:sldMk cId="4179341546" sldId="281"/>
            <ac:inkMk id="55" creationId="{CB5BFEA5-7EF3-460A-3382-09F80ECFDE78}"/>
          </ac:inkMkLst>
        </pc:inkChg>
        <pc:inkChg chg="add del">
          <ac:chgData name="Bhowmik, Sayan" userId="2b51cadb-156e-4c9a-99fc-6d2138739850" providerId="ADAL" clId="{F84FF9A7-A6D1-9F48-9981-D5AAC95CF743}" dt="2023-09-07T01:56:24.629" v="1202"/>
          <ac:inkMkLst>
            <pc:docMk/>
            <pc:sldMk cId="4179341546" sldId="281"/>
            <ac:inkMk id="56" creationId="{DF800A8B-7CB4-EF90-657D-A76739431A3C}"/>
          </ac:inkMkLst>
        </pc:inkChg>
        <pc:inkChg chg="add del">
          <ac:chgData name="Bhowmik, Sayan" userId="2b51cadb-156e-4c9a-99fc-6d2138739850" providerId="ADAL" clId="{F84FF9A7-A6D1-9F48-9981-D5AAC95CF743}" dt="2023-09-07T01:56:24.629" v="1202"/>
          <ac:inkMkLst>
            <pc:docMk/>
            <pc:sldMk cId="4179341546" sldId="281"/>
            <ac:inkMk id="57" creationId="{21B91FAA-F14E-F1A2-8EEB-6258672A25F0}"/>
          </ac:inkMkLst>
        </pc:inkChg>
        <pc:inkChg chg="add del">
          <ac:chgData name="Bhowmik, Sayan" userId="2b51cadb-156e-4c9a-99fc-6d2138739850" providerId="ADAL" clId="{F84FF9A7-A6D1-9F48-9981-D5AAC95CF743}" dt="2023-09-07T01:56:24.629" v="1202"/>
          <ac:inkMkLst>
            <pc:docMk/>
            <pc:sldMk cId="4179341546" sldId="281"/>
            <ac:inkMk id="58" creationId="{F790BF3C-B0CB-4034-A9BC-BD66D894F24D}"/>
          </ac:inkMkLst>
        </pc:inkChg>
        <pc:inkChg chg="add del">
          <ac:chgData name="Bhowmik, Sayan" userId="2b51cadb-156e-4c9a-99fc-6d2138739850" providerId="ADAL" clId="{F84FF9A7-A6D1-9F48-9981-D5AAC95CF743}" dt="2023-09-07T01:56:24.629" v="1202"/>
          <ac:inkMkLst>
            <pc:docMk/>
            <pc:sldMk cId="4179341546" sldId="281"/>
            <ac:inkMk id="59" creationId="{6CA0BB82-5E77-2483-277F-0B6F7E2C31B0}"/>
          </ac:inkMkLst>
        </pc:inkChg>
        <pc:inkChg chg="add del reco">
          <ac:chgData name="Bhowmik, Sayan" userId="2b51cadb-156e-4c9a-99fc-6d2138739850" providerId="ADAL" clId="{F84FF9A7-A6D1-9F48-9981-D5AAC95CF743}" dt="2023-09-07T01:56:52.909" v="1219"/>
          <ac:inkMkLst>
            <pc:docMk/>
            <pc:sldMk cId="4179341546" sldId="281"/>
            <ac:inkMk id="60" creationId="{A3F0A96F-6471-7B01-8D76-44BE4731ADF4}"/>
          </ac:inkMkLst>
        </pc:inkChg>
        <pc:inkChg chg="add del">
          <ac:chgData name="Bhowmik, Sayan" userId="2b51cadb-156e-4c9a-99fc-6d2138739850" providerId="ADAL" clId="{F84FF9A7-A6D1-9F48-9981-D5AAC95CF743}" dt="2023-09-07T01:56:28.480" v="1208"/>
          <ac:inkMkLst>
            <pc:docMk/>
            <pc:sldMk cId="4179341546" sldId="281"/>
            <ac:inkMk id="61" creationId="{67E6A04F-2612-EC2F-F868-B3226E529391}"/>
          </ac:inkMkLst>
        </pc:inkChg>
        <pc:inkChg chg="add del">
          <ac:chgData name="Bhowmik, Sayan" userId="2b51cadb-156e-4c9a-99fc-6d2138739850" providerId="ADAL" clId="{F84FF9A7-A6D1-9F48-9981-D5AAC95CF743}" dt="2023-09-07T01:56:28.480" v="1208"/>
          <ac:inkMkLst>
            <pc:docMk/>
            <pc:sldMk cId="4179341546" sldId="281"/>
            <ac:inkMk id="62" creationId="{BB6BF6B4-642B-4C2A-2681-0B3B34A65A91}"/>
          </ac:inkMkLst>
        </pc:inkChg>
        <pc:inkChg chg="add del">
          <ac:chgData name="Bhowmik, Sayan" userId="2b51cadb-156e-4c9a-99fc-6d2138739850" providerId="ADAL" clId="{F84FF9A7-A6D1-9F48-9981-D5AAC95CF743}" dt="2023-09-07T01:56:28.480" v="1208"/>
          <ac:inkMkLst>
            <pc:docMk/>
            <pc:sldMk cId="4179341546" sldId="281"/>
            <ac:inkMk id="63" creationId="{9884A320-2755-1180-E3CF-D79554C5CD5A}"/>
          </ac:inkMkLst>
        </pc:inkChg>
        <pc:inkChg chg="add del">
          <ac:chgData name="Bhowmik, Sayan" userId="2b51cadb-156e-4c9a-99fc-6d2138739850" providerId="ADAL" clId="{F84FF9A7-A6D1-9F48-9981-D5AAC95CF743}" dt="2023-09-07T01:56:28.480" v="1208"/>
          <ac:inkMkLst>
            <pc:docMk/>
            <pc:sldMk cId="4179341546" sldId="281"/>
            <ac:inkMk id="64" creationId="{67FBC975-E1C4-A9EB-FD39-1FF1AE67BD83}"/>
          </ac:inkMkLst>
        </pc:inkChg>
        <pc:inkChg chg="add del">
          <ac:chgData name="Bhowmik, Sayan" userId="2b51cadb-156e-4c9a-99fc-6d2138739850" providerId="ADAL" clId="{F84FF9A7-A6D1-9F48-9981-D5AAC95CF743}" dt="2023-09-07T01:56:28.480" v="1208"/>
          <ac:inkMkLst>
            <pc:docMk/>
            <pc:sldMk cId="4179341546" sldId="281"/>
            <ac:inkMk id="65" creationId="{8D461B8A-C80D-55D6-52AE-79BE86916420}"/>
          </ac:inkMkLst>
        </pc:inkChg>
        <pc:inkChg chg="add del reco">
          <ac:chgData name="Bhowmik, Sayan" userId="2b51cadb-156e-4c9a-99fc-6d2138739850" providerId="ADAL" clId="{F84FF9A7-A6D1-9F48-9981-D5AAC95CF743}" dt="2023-09-07T01:56:52.900" v="1216"/>
          <ac:inkMkLst>
            <pc:docMk/>
            <pc:sldMk cId="4179341546" sldId="281"/>
            <ac:inkMk id="66" creationId="{AD1AC3B7-06CC-7FB9-8500-04D61D6AB1F0}"/>
          </ac:inkMkLst>
        </pc:inkChg>
        <pc:inkChg chg="add del">
          <ac:chgData name="Bhowmik, Sayan" userId="2b51cadb-156e-4c9a-99fc-6d2138739850" providerId="ADAL" clId="{F84FF9A7-A6D1-9F48-9981-D5AAC95CF743}" dt="2023-09-07T01:56:39.304" v="1215"/>
          <ac:inkMkLst>
            <pc:docMk/>
            <pc:sldMk cId="4179341546" sldId="281"/>
            <ac:inkMk id="67" creationId="{8AAAE367-1C52-F00F-7D29-7318982A7086}"/>
          </ac:inkMkLst>
        </pc:inkChg>
        <pc:inkChg chg="add del">
          <ac:chgData name="Bhowmik, Sayan" userId="2b51cadb-156e-4c9a-99fc-6d2138739850" providerId="ADAL" clId="{F84FF9A7-A6D1-9F48-9981-D5AAC95CF743}" dt="2023-09-07T01:56:39.304" v="1215"/>
          <ac:inkMkLst>
            <pc:docMk/>
            <pc:sldMk cId="4179341546" sldId="281"/>
            <ac:inkMk id="68" creationId="{79C32671-CF44-0FD9-C885-3163E5C61F77}"/>
          </ac:inkMkLst>
        </pc:inkChg>
        <pc:inkChg chg="add del">
          <ac:chgData name="Bhowmik, Sayan" userId="2b51cadb-156e-4c9a-99fc-6d2138739850" providerId="ADAL" clId="{F84FF9A7-A6D1-9F48-9981-D5AAC95CF743}" dt="2023-09-07T01:56:39.304" v="1215"/>
          <ac:inkMkLst>
            <pc:docMk/>
            <pc:sldMk cId="4179341546" sldId="281"/>
            <ac:inkMk id="69" creationId="{A42A89DA-EAE7-D579-D00C-0F88C34340DA}"/>
          </ac:inkMkLst>
        </pc:inkChg>
        <pc:inkChg chg="add del">
          <ac:chgData name="Bhowmik, Sayan" userId="2b51cadb-156e-4c9a-99fc-6d2138739850" providerId="ADAL" clId="{F84FF9A7-A6D1-9F48-9981-D5AAC95CF743}" dt="2023-09-07T01:56:39.304" v="1215"/>
          <ac:inkMkLst>
            <pc:docMk/>
            <pc:sldMk cId="4179341546" sldId="281"/>
            <ac:inkMk id="70" creationId="{86743D8B-4601-4CDB-D8BE-D5F0E4901BF7}"/>
          </ac:inkMkLst>
        </pc:inkChg>
        <pc:inkChg chg="add del">
          <ac:chgData name="Bhowmik, Sayan" userId="2b51cadb-156e-4c9a-99fc-6d2138739850" providerId="ADAL" clId="{F84FF9A7-A6D1-9F48-9981-D5AAC95CF743}" dt="2023-09-07T01:56:39.304" v="1215"/>
          <ac:inkMkLst>
            <pc:docMk/>
            <pc:sldMk cId="4179341546" sldId="281"/>
            <ac:inkMk id="71" creationId="{59692169-7588-92FA-8CF9-E3F6F1B2E364}"/>
          </ac:inkMkLst>
        </pc:inkChg>
        <pc:inkChg chg="add del">
          <ac:chgData name="Bhowmik, Sayan" userId="2b51cadb-156e-4c9a-99fc-6d2138739850" providerId="ADAL" clId="{F84FF9A7-A6D1-9F48-9981-D5AAC95CF743}" dt="2023-09-07T01:56:39.304" v="1215"/>
          <ac:inkMkLst>
            <pc:docMk/>
            <pc:sldMk cId="4179341546" sldId="281"/>
            <ac:inkMk id="72" creationId="{54200FBE-E459-5E71-72D0-1F80A61FF2FE}"/>
          </ac:inkMkLst>
        </pc:inkChg>
        <pc:inkChg chg="add del reco">
          <ac:chgData name="Bhowmik, Sayan" userId="2b51cadb-156e-4c9a-99fc-6d2138739850" providerId="ADAL" clId="{F84FF9A7-A6D1-9F48-9981-D5AAC95CF743}" dt="2023-09-07T01:56:52.904" v="1217"/>
          <ac:inkMkLst>
            <pc:docMk/>
            <pc:sldMk cId="4179341546" sldId="281"/>
            <ac:inkMk id="73" creationId="{FFBD37C2-7FA4-F0CA-6879-86D775468AC5}"/>
          </ac:inkMkLst>
        </pc:inkChg>
        <pc:inkChg chg="add del">
          <ac:chgData name="Bhowmik, Sayan" userId="2b51cadb-156e-4c9a-99fc-6d2138739850" providerId="ADAL" clId="{F84FF9A7-A6D1-9F48-9981-D5AAC95CF743}" dt="2023-09-07T01:56:58.979" v="1226"/>
          <ac:inkMkLst>
            <pc:docMk/>
            <pc:sldMk cId="4179341546" sldId="281"/>
            <ac:inkMk id="74" creationId="{8E8AFAA2-BD70-FBBE-A7F9-14128FE75C21}"/>
          </ac:inkMkLst>
        </pc:inkChg>
        <pc:inkChg chg="add del">
          <ac:chgData name="Bhowmik, Sayan" userId="2b51cadb-156e-4c9a-99fc-6d2138739850" providerId="ADAL" clId="{F84FF9A7-A6D1-9F48-9981-D5AAC95CF743}" dt="2023-09-07T01:56:58.979" v="1226"/>
          <ac:inkMkLst>
            <pc:docMk/>
            <pc:sldMk cId="4179341546" sldId="281"/>
            <ac:inkMk id="75" creationId="{4BAD0370-E028-BF24-3771-5C277D4DE9B3}"/>
          </ac:inkMkLst>
        </pc:inkChg>
        <pc:inkChg chg="add del">
          <ac:chgData name="Bhowmik, Sayan" userId="2b51cadb-156e-4c9a-99fc-6d2138739850" providerId="ADAL" clId="{F84FF9A7-A6D1-9F48-9981-D5AAC95CF743}" dt="2023-09-07T01:56:58.979" v="1226"/>
          <ac:inkMkLst>
            <pc:docMk/>
            <pc:sldMk cId="4179341546" sldId="281"/>
            <ac:inkMk id="76" creationId="{DC089681-B9FC-F66D-8C6C-241D6A1AE5BB}"/>
          </ac:inkMkLst>
        </pc:inkChg>
        <pc:inkChg chg="add reco">
          <ac:chgData name="Bhowmik, Sayan" userId="2b51cadb-156e-4c9a-99fc-6d2138739850" providerId="ADAL" clId="{F84FF9A7-A6D1-9F48-9981-D5AAC95CF743}" dt="2023-09-07T01:56:58.979" v="1226"/>
          <ac:inkMkLst>
            <pc:docMk/>
            <pc:sldMk cId="4179341546" sldId="281"/>
            <ac:inkMk id="77" creationId="{4C5D389B-D6AE-6E92-38F9-AB622D4E1ED2}"/>
          </ac:inkMkLst>
        </pc:inkChg>
        <pc:inkChg chg="add del">
          <ac:chgData name="Bhowmik, Sayan" userId="2b51cadb-156e-4c9a-99fc-6d2138739850" providerId="ADAL" clId="{F84FF9A7-A6D1-9F48-9981-D5AAC95CF743}" dt="2023-09-07T01:57:09.440" v="1234"/>
          <ac:inkMkLst>
            <pc:docMk/>
            <pc:sldMk cId="4179341546" sldId="281"/>
            <ac:inkMk id="78" creationId="{97DC38C5-0376-0EEA-34E3-CD1C964D6C4C}"/>
          </ac:inkMkLst>
        </pc:inkChg>
        <pc:inkChg chg="add del">
          <ac:chgData name="Bhowmik, Sayan" userId="2b51cadb-156e-4c9a-99fc-6d2138739850" providerId="ADAL" clId="{F84FF9A7-A6D1-9F48-9981-D5AAC95CF743}" dt="2023-09-07T01:57:09.440" v="1234"/>
          <ac:inkMkLst>
            <pc:docMk/>
            <pc:sldMk cId="4179341546" sldId="281"/>
            <ac:inkMk id="79" creationId="{D60A6204-7FEB-460A-E80E-FAA27DB1827E}"/>
          </ac:inkMkLst>
        </pc:inkChg>
        <pc:inkChg chg="add del">
          <ac:chgData name="Bhowmik, Sayan" userId="2b51cadb-156e-4c9a-99fc-6d2138739850" providerId="ADAL" clId="{F84FF9A7-A6D1-9F48-9981-D5AAC95CF743}" dt="2023-09-07T01:57:09.440" v="1234"/>
          <ac:inkMkLst>
            <pc:docMk/>
            <pc:sldMk cId="4179341546" sldId="281"/>
            <ac:inkMk id="80" creationId="{D25748CF-A610-C7B4-923C-4E09093585D5}"/>
          </ac:inkMkLst>
        </pc:inkChg>
        <pc:inkChg chg="add del">
          <ac:chgData name="Bhowmik, Sayan" userId="2b51cadb-156e-4c9a-99fc-6d2138739850" providerId="ADAL" clId="{F84FF9A7-A6D1-9F48-9981-D5AAC95CF743}" dt="2023-09-07T01:57:09.440" v="1234"/>
          <ac:inkMkLst>
            <pc:docMk/>
            <pc:sldMk cId="4179341546" sldId="281"/>
            <ac:inkMk id="81" creationId="{5E24FE22-2208-05C8-A755-AA6F1CE477C6}"/>
          </ac:inkMkLst>
        </pc:inkChg>
        <pc:inkChg chg="add del">
          <ac:chgData name="Bhowmik, Sayan" userId="2b51cadb-156e-4c9a-99fc-6d2138739850" providerId="ADAL" clId="{F84FF9A7-A6D1-9F48-9981-D5AAC95CF743}" dt="2023-09-07T01:57:09.440" v="1234"/>
          <ac:inkMkLst>
            <pc:docMk/>
            <pc:sldMk cId="4179341546" sldId="281"/>
            <ac:inkMk id="82" creationId="{71C083F8-A2BE-0779-360F-DF3AADF9FD41}"/>
          </ac:inkMkLst>
        </pc:inkChg>
        <pc:inkChg chg="add del">
          <ac:chgData name="Bhowmik, Sayan" userId="2b51cadb-156e-4c9a-99fc-6d2138739850" providerId="ADAL" clId="{F84FF9A7-A6D1-9F48-9981-D5AAC95CF743}" dt="2023-09-07T01:57:09.440" v="1234"/>
          <ac:inkMkLst>
            <pc:docMk/>
            <pc:sldMk cId="4179341546" sldId="281"/>
            <ac:inkMk id="83" creationId="{8512FA50-4716-55D8-2B03-EA71AB35C613}"/>
          </ac:inkMkLst>
        </pc:inkChg>
        <pc:inkChg chg="add del">
          <ac:chgData name="Bhowmik, Sayan" userId="2b51cadb-156e-4c9a-99fc-6d2138739850" providerId="ADAL" clId="{F84FF9A7-A6D1-9F48-9981-D5AAC95CF743}" dt="2023-09-07T01:57:09.440" v="1234"/>
          <ac:inkMkLst>
            <pc:docMk/>
            <pc:sldMk cId="4179341546" sldId="281"/>
            <ac:inkMk id="84" creationId="{00AA988B-5D99-DB30-CA4B-051255CFC9D9}"/>
          </ac:inkMkLst>
        </pc:inkChg>
        <pc:inkChg chg="add reco">
          <ac:chgData name="Bhowmik, Sayan" userId="2b51cadb-156e-4c9a-99fc-6d2138739850" providerId="ADAL" clId="{F84FF9A7-A6D1-9F48-9981-D5AAC95CF743}" dt="2023-09-07T01:57:09.440" v="1234"/>
          <ac:inkMkLst>
            <pc:docMk/>
            <pc:sldMk cId="4179341546" sldId="281"/>
            <ac:inkMk id="85" creationId="{530190E3-9F39-5BAB-5EB8-329A2A163C4A}"/>
          </ac:inkMkLst>
        </pc:inkChg>
        <pc:inkChg chg="add del">
          <ac:chgData name="Bhowmik, Sayan" userId="2b51cadb-156e-4c9a-99fc-6d2138739850" providerId="ADAL" clId="{F84FF9A7-A6D1-9F48-9981-D5AAC95CF743}" dt="2023-09-07T01:57:19.755" v="1245"/>
          <ac:inkMkLst>
            <pc:docMk/>
            <pc:sldMk cId="4179341546" sldId="281"/>
            <ac:inkMk id="86" creationId="{4793546B-2FF1-A9D1-A392-7C4BE15F975F}"/>
          </ac:inkMkLst>
        </pc:inkChg>
        <pc:inkChg chg="add del">
          <ac:chgData name="Bhowmik, Sayan" userId="2b51cadb-156e-4c9a-99fc-6d2138739850" providerId="ADAL" clId="{F84FF9A7-A6D1-9F48-9981-D5AAC95CF743}" dt="2023-09-07T01:57:19.755" v="1245"/>
          <ac:inkMkLst>
            <pc:docMk/>
            <pc:sldMk cId="4179341546" sldId="281"/>
            <ac:inkMk id="87" creationId="{7415B637-81F8-1298-CC46-45F706F12134}"/>
          </ac:inkMkLst>
        </pc:inkChg>
        <pc:inkChg chg="add del">
          <ac:chgData name="Bhowmik, Sayan" userId="2b51cadb-156e-4c9a-99fc-6d2138739850" providerId="ADAL" clId="{F84FF9A7-A6D1-9F48-9981-D5AAC95CF743}" dt="2023-09-07T01:57:19.755" v="1245"/>
          <ac:inkMkLst>
            <pc:docMk/>
            <pc:sldMk cId="4179341546" sldId="281"/>
            <ac:inkMk id="88" creationId="{8EF9CB40-65A2-F155-D4BB-5C4D2D4E72A0}"/>
          </ac:inkMkLst>
        </pc:inkChg>
        <pc:inkChg chg="add del">
          <ac:chgData name="Bhowmik, Sayan" userId="2b51cadb-156e-4c9a-99fc-6d2138739850" providerId="ADAL" clId="{F84FF9A7-A6D1-9F48-9981-D5AAC95CF743}" dt="2023-09-07T01:57:19.755" v="1245"/>
          <ac:inkMkLst>
            <pc:docMk/>
            <pc:sldMk cId="4179341546" sldId="281"/>
            <ac:inkMk id="89" creationId="{75219D57-2126-8B42-F9EC-7A73252563AA}"/>
          </ac:inkMkLst>
        </pc:inkChg>
        <pc:inkChg chg="add del">
          <ac:chgData name="Bhowmik, Sayan" userId="2b51cadb-156e-4c9a-99fc-6d2138739850" providerId="ADAL" clId="{F84FF9A7-A6D1-9F48-9981-D5AAC95CF743}" dt="2023-09-07T01:57:19.755" v="1245"/>
          <ac:inkMkLst>
            <pc:docMk/>
            <pc:sldMk cId="4179341546" sldId="281"/>
            <ac:inkMk id="90" creationId="{D00CE9A6-6D4A-DAC4-1A11-ED1211E9A3CD}"/>
          </ac:inkMkLst>
        </pc:inkChg>
        <pc:inkChg chg="add del">
          <ac:chgData name="Bhowmik, Sayan" userId="2b51cadb-156e-4c9a-99fc-6d2138739850" providerId="ADAL" clId="{F84FF9A7-A6D1-9F48-9981-D5AAC95CF743}" dt="2023-09-07T01:57:19.755" v="1245"/>
          <ac:inkMkLst>
            <pc:docMk/>
            <pc:sldMk cId="4179341546" sldId="281"/>
            <ac:inkMk id="91" creationId="{524E21E9-2FD3-264B-4365-7ACB0349812A}"/>
          </ac:inkMkLst>
        </pc:inkChg>
        <pc:inkChg chg="add del">
          <ac:chgData name="Bhowmik, Sayan" userId="2b51cadb-156e-4c9a-99fc-6d2138739850" providerId="ADAL" clId="{F84FF9A7-A6D1-9F48-9981-D5AAC95CF743}" dt="2023-09-07T01:57:19.755" v="1245"/>
          <ac:inkMkLst>
            <pc:docMk/>
            <pc:sldMk cId="4179341546" sldId="281"/>
            <ac:inkMk id="92" creationId="{8558FA06-DF3B-9F46-0359-1EEC6E9B4995}"/>
          </ac:inkMkLst>
        </pc:inkChg>
        <pc:inkChg chg="add del">
          <ac:chgData name="Bhowmik, Sayan" userId="2b51cadb-156e-4c9a-99fc-6d2138739850" providerId="ADAL" clId="{F84FF9A7-A6D1-9F48-9981-D5AAC95CF743}" dt="2023-09-07T01:57:19.755" v="1245"/>
          <ac:inkMkLst>
            <pc:docMk/>
            <pc:sldMk cId="4179341546" sldId="281"/>
            <ac:inkMk id="93" creationId="{5E62C8B3-5156-8B3C-4FB4-1FADEDC82612}"/>
          </ac:inkMkLst>
        </pc:inkChg>
        <pc:inkChg chg="add del">
          <ac:chgData name="Bhowmik, Sayan" userId="2b51cadb-156e-4c9a-99fc-6d2138739850" providerId="ADAL" clId="{F84FF9A7-A6D1-9F48-9981-D5AAC95CF743}" dt="2023-09-07T01:57:19.755" v="1245"/>
          <ac:inkMkLst>
            <pc:docMk/>
            <pc:sldMk cId="4179341546" sldId="281"/>
            <ac:inkMk id="94" creationId="{E2DC88F7-1330-D67F-6646-28ABDD1FB1FA}"/>
          </ac:inkMkLst>
        </pc:inkChg>
        <pc:inkChg chg="add del">
          <ac:chgData name="Bhowmik, Sayan" userId="2b51cadb-156e-4c9a-99fc-6d2138739850" providerId="ADAL" clId="{F84FF9A7-A6D1-9F48-9981-D5AAC95CF743}" dt="2023-09-07T01:57:19.755" v="1245"/>
          <ac:inkMkLst>
            <pc:docMk/>
            <pc:sldMk cId="4179341546" sldId="281"/>
            <ac:inkMk id="95" creationId="{B3AFAB95-802D-BE7B-75D5-9A6B9B663CE8}"/>
          </ac:inkMkLst>
        </pc:inkChg>
        <pc:inkChg chg="add reco">
          <ac:chgData name="Bhowmik, Sayan" userId="2b51cadb-156e-4c9a-99fc-6d2138739850" providerId="ADAL" clId="{F84FF9A7-A6D1-9F48-9981-D5AAC95CF743}" dt="2023-09-07T01:57:19.755" v="1245"/>
          <ac:inkMkLst>
            <pc:docMk/>
            <pc:sldMk cId="4179341546" sldId="281"/>
            <ac:inkMk id="96" creationId="{50DEB1B8-4CFC-0762-3105-59C6F7CF8291}"/>
          </ac:inkMkLst>
        </pc:inkChg>
        <pc:inkChg chg="add del">
          <ac:chgData name="Bhowmik, Sayan" userId="2b51cadb-156e-4c9a-99fc-6d2138739850" providerId="ADAL" clId="{F84FF9A7-A6D1-9F48-9981-D5AAC95CF743}" dt="2023-09-07T01:57:24.638" v="1252"/>
          <ac:inkMkLst>
            <pc:docMk/>
            <pc:sldMk cId="4179341546" sldId="281"/>
            <ac:inkMk id="97" creationId="{0F2B3D60-B78D-2339-215E-0BE5785C950B}"/>
          </ac:inkMkLst>
        </pc:inkChg>
        <pc:inkChg chg="add del">
          <ac:chgData name="Bhowmik, Sayan" userId="2b51cadb-156e-4c9a-99fc-6d2138739850" providerId="ADAL" clId="{F84FF9A7-A6D1-9F48-9981-D5AAC95CF743}" dt="2023-09-07T01:57:24.638" v="1252"/>
          <ac:inkMkLst>
            <pc:docMk/>
            <pc:sldMk cId="4179341546" sldId="281"/>
            <ac:inkMk id="98" creationId="{33ED4DC5-1131-0B16-4DA2-061941059077}"/>
          </ac:inkMkLst>
        </pc:inkChg>
        <pc:inkChg chg="add del">
          <ac:chgData name="Bhowmik, Sayan" userId="2b51cadb-156e-4c9a-99fc-6d2138739850" providerId="ADAL" clId="{F84FF9A7-A6D1-9F48-9981-D5AAC95CF743}" dt="2023-09-07T01:57:24.638" v="1252"/>
          <ac:inkMkLst>
            <pc:docMk/>
            <pc:sldMk cId="4179341546" sldId="281"/>
            <ac:inkMk id="99" creationId="{82573893-9F2B-1288-573F-AC5F79DE599A}"/>
          </ac:inkMkLst>
        </pc:inkChg>
        <pc:inkChg chg="add del">
          <ac:chgData name="Bhowmik, Sayan" userId="2b51cadb-156e-4c9a-99fc-6d2138739850" providerId="ADAL" clId="{F84FF9A7-A6D1-9F48-9981-D5AAC95CF743}" dt="2023-09-07T01:57:24.638" v="1252"/>
          <ac:inkMkLst>
            <pc:docMk/>
            <pc:sldMk cId="4179341546" sldId="281"/>
            <ac:inkMk id="100" creationId="{669F593A-5C9E-373D-0A14-D945119734B4}"/>
          </ac:inkMkLst>
        </pc:inkChg>
        <pc:inkChg chg="add del">
          <ac:chgData name="Bhowmik, Sayan" userId="2b51cadb-156e-4c9a-99fc-6d2138739850" providerId="ADAL" clId="{F84FF9A7-A6D1-9F48-9981-D5AAC95CF743}" dt="2023-09-07T01:57:24.638" v="1252"/>
          <ac:inkMkLst>
            <pc:docMk/>
            <pc:sldMk cId="4179341546" sldId="281"/>
            <ac:inkMk id="101" creationId="{DFFFCBFB-E5E6-10D0-034C-C15902016D7F}"/>
          </ac:inkMkLst>
        </pc:inkChg>
        <pc:inkChg chg="add del">
          <ac:chgData name="Bhowmik, Sayan" userId="2b51cadb-156e-4c9a-99fc-6d2138739850" providerId="ADAL" clId="{F84FF9A7-A6D1-9F48-9981-D5AAC95CF743}" dt="2023-09-07T01:57:24.638" v="1252"/>
          <ac:inkMkLst>
            <pc:docMk/>
            <pc:sldMk cId="4179341546" sldId="281"/>
            <ac:inkMk id="102" creationId="{B31D7477-0D03-1F03-25CC-E098769EA478}"/>
          </ac:inkMkLst>
        </pc:inkChg>
        <pc:inkChg chg="add reco">
          <ac:chgData name="Bhowmik, Sayan" userId="2b51cadb-156e-4c9a-99fc-6d2138739850" providerId="ADAL" clId="{F84FF9A7-A6D1-9F48-9981-D5AAC95CF743}" dt="2023-09-07T01:57:24.638" v="1252"/>
          <ac:inkMkLst>
            <pc:docMk/>
            <pc:sldMk cId="4179341546" sldId="281"/>
            <ac:inkMk id="103" creationId="{380C7C22-57B1-D428-876D-B087601FF2B3}"/>
          </ac:inkMkLst>
        </pc:inkChg>
        <pc:inkChg chg="add del">
          <ac:chgData name="Bhowmik, Sayan" userId="2b51cadb-156e-4c9a-99fc-6d2138739850" providerId="ADAL" clId="{F84FF9A7-A6D1-9F48-9981-D5AAC95CF743}" dt="2023-09-07T01:57:35.002" v="1256"/>
          <ac:inkMkLst>
            <pc:docMk/>
            <pc:sldMk cId="4179341546" sldId="281"/>
            <ac:inkMk id="104" creationId="{F6D0CC26-03F6-CE56-C9DE-0AAED8CA561E}"/>
          </ac:inkMkLst>
        </pc:inkChg>
        <pc:inkChg chg="add del">
          <ac:chgData name="Bhowmik, Sayan" userId="2b51cadb-156e-4c9a-99fc-6d2138739850" providerId="ADAL" clId="{F84FF9A7-A6D1-9F48-9981-D5AAC95CF743}" dt="2023-09-07T01:57:35.002" v="1256"/>
          <ac:inkMkLst>
            <pc:docMk/>
            <pc:sldMk cId="4179341546" sldId="281"/>
            <ac:inkMk id="105" creationId="{0B55CBD6-1CCB-2633-1143-A64EBE8376AE}"/>
          </ac:inkMkLst>
        </pc:inkChg>
        <pc:inkChg chg="add del">
          <ac:chgData name="Bhowmik, Sayan" userId="2b51cadb-156e-4c9a-99fc-6d2138739850" providerId="ADAL" clId="{F84FF9A7-A6D1-9F48-9981-D5AAC95CF743}" dt="2023-09-07T01:57:35.002" v="1256"/>
          <ac:inkMkLst>
            <pc:docMk/>
            <pc:sldMk cId="4179341546" sldId="281"/>
            <ac:inkMk id="106" creationId="{1712BDEB-1CA2-DA77-A615-FC02D6560E97}"/>
          </ac:inkMkLst>
        </pc:inkChg>
        <pc:inkChg chg="add reco">
          <ac:chgData name="Bhowmik, Sayan" userId="2b51cadb-156e-4c9a-99fc-6d2138739850" providerId="ADAL" clId="{F84FF9A7-A6D1-9F48-9981-D5AAC95CF743}" dt="2023-09-07T01:57:35.002" v="1256"/>
          <ac:inkMkLst>
            <pc:docMk/>
            <pc:sldMk cId="4179341546" sldId="281"/>
            <ac:inkMk id="107" creationId="{8421508B-D863-BB17-04ED-5987BBB97FB2}"/>
          </ac:inkMkLst>
        </pc:inkChg>
        <pc:inkChg chg="add del">
          <ac:chgData name="Bhowmik, Sayan" userId="2b51cadb-156e-4c9a-99fc-6d2138739850" providerId="ADAL" clId="{F84FF9A7-A6D1-9F48-9981-D5AAC95CF743}" dt="2023-09-07T01:57:38.767" v="1260"/>
          <ac:inkMkLst>
            <pc:docMk/>
            <pc:sldMk cId="4179341546" sldId="281"/>
            <ac:inkMk id="108" creationId="{BB2195F9-9788-174D-03D8-DE44693813D3}"/>
          </ac:inkMkLst>
        </pc:inkChg>
        <pc:inkChg chg="add del">
          <ac:chgData name="Bhowmik, Sayan" userId="2b51cadb-156e-4c9a-99fc-6d2138739850" providerId="ADAL" clId="{F84FF9A7-A6D1-9F48-9981-D5AAC95CF743}" dt="2023-09-07T01:57:38.767" v="1260"/>
          <ac:inkMkLst>
            <pc:docMk/>
            <pc:sldMk cId="4179341546" sldId="281"/>
            <ac:inkMk id="109" creationId="{487B7EA6-C68D-A763-0333-CCAE5E3221D9}"/>
          </ac:inkMkLst>
        </pc:inkChg>
        <pc:inkChg chg="add del">
          <ac:chgData name="Bhowmik, Sayan" userId="2b51cadb-156e-4c9a-99fc-6d2138739850" providerId="ADAL" clId="{F84FF9A7-A6D1-9F48-9981-D5AAC95CF743}" dt="2023-09-07T01:57:38.767" v="1260"/>
          <ac:inkMkLst>
            <pc:docMk/>
            <pc:sldMk cId="4179341546" sldId="281"/>
            <ac:inkMk id="110" creationId="{B58BB656-738C-27C3-254E-D70BA89CD211}"/>
          </ac:inkMkLst>
        </pc:inkChg>
        <pc:inkChg chg="add reco">
          <ac:chgData name="Bhowmik, Sayan" userId="2b51cadb-156e-4c9a-99fc-6d2138739850" providerId="ADAL" clId="{F84FF9A7-A6D1-9F48-9981-D5AAC95CF743}" dt="2023-09-07T01:57:38.767" v="1260"/>
          <ac:inkMkLst>
            <pc:docMk/>
            <pc:sldMk cId="4179341546" sldId="281"/>
            <ac:inkMk id="111" creationId="{BDFB7B0A-08D0-E5C6-65DA-15293435CEC9}"/>
          </ac:inkMkLst>
        </pc:inkChg>
        <pc:inkChg chg="add del">
          <ac:chgData name="Bhowmik, Sayan" userId="2b51cadb-156e-4c9a-99fc-6d2138739850" providerId="ADAL" clId="{F84FF9A7-A6D1-9F48-9981-D5AAC95CF743}" dt="2023-09-07T01:57:49.925" v="1267"/>
          <ac:inkMkLst>
            <pc:docMk/>
            <pc:sldMk cId="4179341546" sldId="281"/>
            <ac:inkMk id="112" creationId="{DC4FE9E1-23E5-7B7C-DE65-0F80D2486869}"/>
          </ac:inkMkLst>
        </pc:inkChg>
        <pc:inkChg chg="add del">
          <ac:chgData name="Bhowmik, Sayan" userId="2b51cadb-156e-4c9a-99fc-6d2138739850" providerId="ADAL" clId="{F84FF9A7-A6D1-9F48-9981-D5AAC95CF743}" dt="2023-09-07T01:57:49.425" v="1266"/>
          <ac:inkMkLst>
            <pc:docMk/>
            <pc:sldMk cId="4179341546" sldId="281"/>
            <ac:inkMk id="113" creationId="{075716B7-BB49-5FFD-6BFB-ED38D037AA4C}"/>
          </ac:inkMkLst>
        </pc:inkChg>
        <pc:inkChg chg="add del">
          <ac:chgData name="Bhowmik, Sayan" userId="2b51cadb-156e-4c9a-99fc-6d2138739850" providerId="ADAL" clId="{F84FF9A7-A6D1-9F48-9981-D5AAC95CF743}" dt="2023-09-07T01:57:48.315" v="1265"/>
          <ac:inkMkLst>
            <pc:docMk/>
            <pc:sldMk cId="4179341546" sldId="281"/>
            <ac:inkMk id="114" creationId="{6B90C635-47AA-1931-3FA4-031D66CBA723}"/>
          </ac:inkMkLst>
        </pc:inkChg>
        <pc:inkChg chg="add del reco">
          <ac:chgData name="Bhowmik, Sayan" userId="2b51cadb-156e-4c9a-99fc-6d2138739850" providerId="ADAL" clId="{F84FF9A7-A6D1-9F48-9981-D5AAC95CF743}" dt="2023-09-07T01:57:48.315" v="1265"/>
          <ac:inkMkLst>
            <pc:docMk/>
            <pc:sldMk cId="4179341546" sldId="281"/>
            <ac:inkMk id="115" creationId="{E9552E56-4EC8-2259-E44B-F332AAA11833}"/>
          </ac:inkMkLst>
        </pc:inkChg>
        <pc:inkChg chg="add">
          <ac:chgData name="Bhowmik, Sayan" userId="2b51cadb-156e-4c9a-99fc-6d2138739850" providerId="ADAL" clId="{F84FF9A7-A6D1-9F48-9981-D5AAC95CF743}" dt="2023-09-07T01:57:58.812" v="1268"/>
          <ac:inkMkLst>
            <pc:docMk/>
            <pc:sldMk cId="4179341546" sldId="281"/>
            <ac:inkMk id="116" creationId="{85571B07-CD1D-20F1-5371-20BEB477AC27}"/>
          </ac:inkMkLst>
        </pc:inkChg>
        <pc:inkChg chg="add del">
          <ac:chgData name="Bhowmik, Sayan" userId="2b51cadb-156e-4c9a-99fc-6d2138739850" providerId="ADAL" clId="{F84FF9A7-A6D1-9F48-9981-D5AAC95CF743}" dt="2023-09-07T01:58:06.973" v="1274"/>
          <ac:inkMkLst>
            <pc:docMk/>
            <pc:sldMk cId="4179341546" sldId="281"/>
            <ac:inkMk id="117" creationId="{B5235B2D-A3E3-4011-F625-38356F3FE497}"/>
          </ac:inkMkLst>
        </pc:inkChg>
        <pc:inkChg chg="add del">
          <ac:chgData name="Bhowmik, Sayan" userId="2b51cadb-156e-4c9a-99fc-6d2138739850" providerId="ADAL" clId="{F84FF9A7-A6D1-9F48-9981-D5AAC95CF743}" dt="2023-09-07T01:58:06.973" v="1274"/>
          <ac:inkMkLst>
            <pc:docMk/>
            <pc:sldMk cId="4179341546" sldId="281"/>
            <ac:inkMk id="118" creationId="{D4C0236D-14C9-19E0-84FC-CB87857809D3}"/>
          </ac:inkMkLst>
        </pc:inkChg>
        <pc:inkChg chg="add del">
          <ac:chgData name="Bhowmik, Sayan" userId="2b51cadb-156e-4c9a-99fc-6d2138739850" providerId="ADAL" clId="{F84FF9A7-A6D1-9F48-9981-D5AAC95CF743}" dt="2023-09-07T01:58:06.973" v="1274"/>
          <ac:inkMkLst>
            <pc:docMk/>
            <pc:sldMk cId="4179341546" sldId="281"/>
            <ac:inkMk id="119" creationId="{D8839032-1C7C-1D99-CDA1-66B23D47970F}"/>
          </ac:inkMkLst>
        </pc:inkChg>
        <pc:inkChg chg="add del">
          <ac:chgData name="Bhowmik, Sayan" userId="2b51cadb-156e-4c9a-99fc-6d2138739850" providerId="ADAL" clId="{F84FF9A7-A6D1-9F48-9981-D5AAC95CF743}" dt="2023-09-07T01:58:06.973" v="1274"/>
          <ac:inkMkLst>
            <pc:docMk/>
            <pc:sldMk cId="4179341546" sldId="281"/>
            <ac:inkMk id="120" creationId="{1739EF01-6E27-3E83-7D7C-B168E01205FB}"/>
          </ac:inkMkLst>
        </pc:inkChg>
        <pc:inkChg chg="add del">
          <ac:chgData name="Bhowmik, Sayan" userId="2b51cadb-156e-4c9a-99fc-6d2138739850" providerId="ADAL" clId="{F84FF9A7-A6D1-9F48-9981-D5AAC95CF743}" dt="2023-09-07T01:58:06.973" v="1274"/>
          <ac:inkMkLst>
            <pc:docMk/>
            <pc:sldMk cId="4179341546" sldId="281"/>
            <ac:inkMk id="121" creationId="{029C03EE-E9ED-6076-0978-01170E2E68BB}"/>
          </ac:inkMkLst>
        </pc:inkChg>
        <pc:inkChg chg="add reco">
          <ac:chgData name="Bhowmik, Sayan" userId="2b51cadb-156e-4c9a-99fc-6d2138739850" providerId="ADAL" clId="{F84FF9A7-A6D1-9F48-9981-D5AAC95CF743}" dt="2023-09-07T01:58:06.973" v="1274"/>
          <ac:inkMkLst>
            <pc:docMk/>
            <pc:sldMk cId="4179341546" sldId="281"/>
            <ac:inkMk id="122" creationId="{21EC54C7-E1AC-274A-3D34-58082E840D20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23" creationId="{26EAAD71-7304-33D0-EBA5-725955C14F8E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24" creationId="{D9C497EB-588C-703E-0179-754517291C79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25" creationId="{12E944CD-5B31-F83F-7307-0BD288F7D36B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26" creationId="{4F941016-D67B-2F34-7113-BC7E877C9E8C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27" creationId="{029BA9E9-6409-0F4B-B9F9-C57F71D9D23C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28" creationId="{58410B52-205B-BCC0-099A-224639BDA327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29" creationId="{C2AB6742-7DD6-C90B-3960-768B2DE4D68C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30" creationId="{9E3A9249-F383-2DFE-10DE-B195B13AE0B7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31" creationId="{7D99108A-2CC4-F037-BCD4-C17220A71926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32" creationId="{B356BD09-627A-500E-A07C-F22FEC08441D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33" creationId="{2BC45404-A74F-2FAD-8C3C-C42BEA092798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34" creationId="{D41D9209-93C4-3177-B530-04BF705EC4C3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35" creationId="{56EF657D-6027-8E33-54C1-0602D6797A16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36" creationId="{389B3776-E6BD-B97F-32D5-27F444DA4A73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37" creationId="{CF5DFB3F-74A9-198F-8389-EA1824457395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38" creationId="{C54B3098-135B-E2B9-E678-61C376ABBD8A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39" creationId="{7C18F0F9-F0B7-AC4F-5429-756AD6B0EC08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40" creationId="{C7330E83-C7ED-6A93-0024-1205502DE1DC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41" creationId="{D6C22BA9-2665-5775-70A2-DBABC41CEE7C}"/>
          </ac:inkMkLst>
        </pc:inkChg>
        <pc:inkChg chg="add del">
          <ac:chgData name="Bhowmik, Sayan" userId="2b51cadb-156e-4c9a-99fc-6d2138739850" providerId="ADAL" clId="{F84FF9A7-A6D1-9F48-9981-D5AAC95CF743}" dt="2023-09-07T01:58:22.383" v="1295"/>
          <ac:inkMkLst>
            <pc:docMk/>
            <pc:sldMk cId="4179341546" sldId="281"/>
            <ac:inkMk id="142" creationId="{8ACE42AA-83D1-83C1-1A57-99539557626F}"/>
          </ac:inkMkLst>
        </pc:inkChg>
        <pc:inkChg chg="add mod reco modStrokes">
          <ac:chgData name="Bhowmik, Sayan" userId="2b51cadb-156e-4c9a-99fc-6d2138739850" providerId="ADAL" clId="{F84FF9A7-A6D1-9F48-9981-D5AAC95CF743}" dt="2023-09-07T01:58:43.552" v="1296"/>
          <ac:inkMkLst>
            <pc:docMk/>
            <pc:sldMk cId="4179341546" sldId="281"/>
            <ac:inkMk id="143" creationId="{C81C81BE-E5FA-6220-CBCF-2444C15BBE03}"/>
          </ac:inkMkLst>
        </pc:inkChg>
        <pc:inkChg chg="add del">
          <ac:chgData name="Bhowmik, Sayan" userId="2b51cadb-156e-4c9a-99fc-6d2138739850" providerId="ADAL" clId="{F84FF9A7-A6D1-9F48-9981-D5AAC95CF743}" dt="2023-09-07T01:58:47.771" v="1299"/>
          <ac:inkMkLst>
            <pc:docMk/>
            <pc:sldMk cId="4179341546" sldId="281"/>
            <ac:inkMk id="144" creationId="{517AB353-D23D-FE3D-82DB-2C32EF66C63F}"/>
          </ac:inkMkLst>
        </pc:inkChg>
        <pc:inkChg chg="add del">
          <ac:chgData name="Bhowmik, Sayan" userId="2b51cadb-156e-4c9a-99fc-6d2138739850" providerId="ADAL" clId="{F84FF9A7-A6D1-9F48-9981-D5AAC95CF743}" dt="2023-09-07T01:58:47.771" v="1299"/>
          <ac:inkMkLst>
            <pc:docMk/>
            <pc:sldMk cId="4179341546" sldId="281"/>
            <ac:inkMk id="145" creationId="{4F2698DD-D83F-C262-149F-B978366B3598}"/>
          </ac:inkMkLst>
        </pc:inkChg>
        <pc:inkChg chg="add reco">
          <ac:chgData name="Bhowmik, Sayan" userId="2b51cadb-156e-4c9a-99fc-6d2138739850" providerId="ADAL" clId="{F84FF9A7-A6D1-9F48-9981-D5AAC95CF743}" dt="2023-09-07T01:58:47.771" v="1299"/>
          <ac:inkMkLst>
            <pc:docMk/>
            <pc:sldMk cId="4179341546" sldId="281"/>
            <ac:inkMk id="146" creationId="{CF71327E-1AED-CC25-0B5D-D6FD1A49B7C4}"/>
          </ac:inkMkLst>
        </pc:inkChg>
        <pc:inkChg chg="add">
          <ac:chgData name="Bhowmik, Sayan" userId="2b51cadb-156e-4c9a-99fc-6d2138739850" providerId="ADAL" clId="{F84FF9A7-A6D1-9F48-9981-D5AAC95CF743}" dt="2023-09-07T01:59:04.039" v="1302"/>
          <ac:inkMkLst>
            <pc:docMk/>
            <pc:sldMk cId="4179341546" sldId="281"/>
            <ac:inkMk id="147" creationId="{63E163B6-407C-5724-5AC0-66E68A868C0A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2:36.33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53 192 6331,'0'-9'3035,"0"-7"-2884,0 4 1,0 3-227,0-3 1,0 6-62,0-5 1,2 1-14,3-2 1,-1 5 0,8 7 5,2 0 1,1 0 74,3 0 0,-7 2 0,-1 3 62,-2 7 0,3-2 1,-5 1 163,-2 3 0,-2 1 132,-2 3 0,-8-6-163,-4-1 0,-3-7 0,-2 2-8,-1-4 0,6-2 0,1 0-65,-3 0 0,6-2 0,1-2 1,1-4-49,0-1 1,0 3-1,6-6 1,0-2-20,0-1 0,0 3 1,0 1-1,0-3-48,0-1 1,2-1 0,2 2-1,4 5-146,1 1 1,-3-4 0,6 5-17,2-3 1,1 6 0,3-2 63,-1 4 1,0 4 0,-1 4 140,-4 6 1,1-3-1,-7 3 1,-2 2 11,-2 1 0,-2 3 0,0-1 107,0 1 1,0-1 0,-2 0 0,-4-1 164,-6-4 1,-3 3 0,-3-5-62,1 0 1,0-3 0,-1-5-38,1 4 1,-1-4-93,1 4 0,1-6 0,3-4 0,3-4-115,2-2 0,2-1 1,6-7-99,0 1 1,0 5 0,2 3 0,2-1-189,2 0 1,7 4 0,-1-3 90,4 1 1,1 2 0,1 6-30,-1 0 0,1 0 154,-1 0 0,-2 8-258,-3 3 0,-4 5 367,-8 1 0,-8 1 0,-2-1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2:41.031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157 315 12748,'8'10'-1471,"-6"-1"3488,4-3-2154,-4-4 0,-2 4 540,0-12 1,0 2 0,0-7-166,0-3 1,0 4-1,0-1-181,0-3 1,2-1-1,2-3 54,2 1 0,1 1 0,-3 3 0,2 1 36,-2-2 1,4-1 0,-1-3 0,1 1 163,0-1 1,0 1-1,-4 0-137,1-1 0,3 6 0,-4 1 757,2-3-1050,0 6 1,-4 1-53,3 7 1,-3 7 0,4 5 106,-4 4 0,-2-5 0,0 1 1,0 1 13,0 3 1,0 1-1,0 1 1,2 1-55,4 5 0,-4-5 1,4 6-1,-4-1 17,-2-1 1,0 8-1,2-4 1,1 2 18,3 0 0,0 0 0,-6 6 0,0 0 27,0 0 1,0-2-1,0-2 1,0-2-38,0 2 1,0-4 0,0 1 0,0-3 284,0-4 1,0-1 0,0-3-80,0 1 0,0-7 1,-2-1 311,-4-2 268,4-3-410,-5-5-660,7 0 1,0-1-1024,0-5-524,0 4 1909,0-6 0,0 0 0,0-1 0</inkml:trace>
  <inkml:trace contextRef="#ctx0" brushRef="#br0" timeOffset="450">0 856 12695,'0'10'650,"0"-2"-1140,0-8-134,0 0 427,8 0 1,-4 0-1,8 0 1,1 0 47,3 0 0,1 0 0,2 0 0,3 0 76,1 0 1,8 0 0,-2 0 0,4 0 25,2 0 0,0 2 0,2 2 0,2 2-35,2-3 1,-1-1 0,-7-2 0,-2 0 183,-2 0 1,-5 0-1,3-2 86,-2-3 1,-2 3-119,-5-4 0,-8 2-61,-5-2-512,-3 4-148,-9-6 1,-3 8-459,-8 0 1113,9 0 1,-7 0 0,6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2:45.96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 5886 7072,'-9'0'242,"1"-2"-129,8-4 1,0-3-65,0-9 0,0 1 1,0-1-1,0 1-21,0-1 0,2-1 0,2-2 0,2-3-6,-3 3 0,1-4 0,0 2 1,2-1 7,-2-1 1,4 4 0,-3-7-1,1 1 7,2 0 0,-6 4 0,6-4 0,-2 0 4,-1-1 1,3 5-1,-4-4 1,2 2-20,-2 3 0,4-3 0,-3 0 1,1 0-9,2-1 1,-6-3 0,6 4 0,-3-2-29,1-4 0,6 4 1,-4 0-1,-1-1-6,1 1 0,0 4 0,-4-6 1,4 0-4,1 2 0,-3-1 1,4 7-1,-2-4-2,-5-2 0,5 3 0,-2-3 0,0 0-6,2 0 0,-4 4 1,5-7-1,1 1-4,0 2 0,-5-4 0,5 6 0,0-2 2,0-4 0,-5 4 1,7-1-1,0 3 35,-3 4 1,5-4 0,-6-1 0,-1 1-3,1 0 1,6 0-1,-4 3 1,1-3-27,1-2 1,-1 4 0,5-5 0,-2 3 3,-3 4 0,1-4 0,5-1 1,1 1 0,-1 0 1,1 0 0,-1 3-1,1-3 8,-1-2 1,1 4-1,-1-4 1,0 1-3,1 5 1,-1 0 0,1-1-1,-3-1-5,-3 2 1,4 1-1,-5 1 1,5-2 9,1-3 1,1 1 0,-1 6-1,-1-3 7,-5-3 0,5 3 0,-5-3 0,5 4 3,1 1 1,-5 1-1,0-1 1,1 1 4,3-1 0,-5 1 0,1-1 0,0 1-4,-3 0 1,7-1 0,-6 1-1,1-1-7,1 1 1,0-1-1,5 1 1,1-3-25,-1-3 0,0 4 1,3-7-1,1 3 21,3 0 0,-1 0 1,-6 5-1,1 1 11,-1-1 0,1 1 0,-1-1 0,1 1 3,-1-1 0,-5 7 1,-1-1-1,3-2 1,1-1 0,3-3 1,-1 1-1,1 0-3,-1-1 0,1 1 0,-1-1 1,1 1-5,-1-1 1,1 1 0,-1-1-1,1 1 27,-1-1 0,0 1 1,1-1-1,-1 1 11,1 0 1,-1-1 0,-1 1 0,-3-1 3,-1 1 0,0 5 0,5 0 0,-1-1-37,-5-3 1,5-1 0,-4-1-1,3 1 3,3-1 1,-1 1 0,0-1 0,1 1 4,-1 0 1,1-1-1,-1 1 1,1-1 5,-1 1 1,3-1-1,1 3 1,2 1 4,-1 2 1,-3 1-1,-2-5 1,1 3-24,-1 1 0,1 0 1,-1-3-1,1 1-10,-1 3 0,1 5 0,1-6 0,2-1 5,3-3 1,-1-1 0,-5-1 0,1 1 0,4-1 0,-3 7 0,3-1 1,-4-2 1,-1-1 0,-1 3 1,1 1-1,-1-3-3,1-2 0,-1 1 0,2 1 0,3 3-7,1-3 0,0 1 0,-5-1 0,1 2 5,5-1 0,-5 3 0,4-2 1,-3 1 5,-3 1 1,1-5-1,1 5 1,2-2 7,3 1 0,-1 5 0,-6-4 0,3 0 17,3 1 1,-4-3 0,7-4 0,-3 3 6,0 1 0,1 3 0,-5-5 1,2 2-10,3-1 1,-1 3-1,-4-2 1,3 1 12,1 1 1,0-4 0,-5 7 0,-1-1-11,1 0 0,-1 0 0,1 5 0,-1-5-12,0-2 0,1 4 0,-1-3 0,1 1-16,-1 4 1,3-6-1,1 0 1,4-1 3,2-1 0,-5 6 1,3-3-1,0-1-5,4 0 0,-2 4 1,1-3-1,-3-1 1,-4 0 0,4 5 0,-1-5 0,-1 0 13,2 0 0,-5 5 0,5-5 1,-2 0 2,0 0 1,1 5 0,-5-5 0,2 0-12,3 1 1,-1 5 0,-5-4 0,-1 2 15,0 0 0,1-5 0,1 3 0,3 0-6,1 0 1,0-3 0,-3 5-1,1 0-1,2-2 0,3 4 0,-5-5 1,4-1-9,2 0 1,-5 4 0,3-3 0,0 1-1,4 4 0,-4-4 0,1 3 0,-3-1-9,0-2 0,2 6 1,-1-6-1,3 2 6,0 1 0,0-1 1,-5 4-1,1-2 18,-2-2 1,4-2 0,-1 5 0,-3-3 9,-2 2 1,1 0 0,1 0 0,2-4-6,-1-1 0,3 5 0,-2-4 0,1 2-21,1 0 0,-6-5 0,5 5 0,-3 2-7,2 2 0,-3 0 1,3-2-1,-4-2-16,-1 2 1,1 3-1,2 1 1,3-2 44,-3-4 1,0 4 0,1-4-1,1 4-21,-2 2 1,1-6-1,-1 0 1,2 3 9,-1 1 0,3-4 0,-2 0 0,1 2 30,1 2 0,-6-4 0,4 1 0,-3 1-14,-3 2 0,7-4 1,-1 0-1,-2 2-3,-1 2 0,-3 2 1,1-2-1,1-2 8,4-1 0,-3-1 1,3 6-1,-4 0-30,-1 0 1,-1-2 0,3-2-1,1-2 18,2 2 1,1 2 0,-7 2-1,2 0-26,5 0 1,-5 0 0,4-2 0,-3-2-4,-3-1 0,1-1 0,-1 6 0,1 0 11,-1 0 0,1 0 0,-1 0 0,1 0 2,-1 0 1,0 0 0,1 0 0,-1-2-6,1-4 0,-6 4 0,-1-4 0,3 4 6,1 2 1,-3 0 0,0 0 0,1 0 3,3 0 0,-5 0 0,1 0 0,2 0-11,1 0 1,-3 0 0,-1 0 0,3 0 7,1 0 1,3 0 0,-1 0 36,1 0 1,-1 0-5,1 0 0,-1 0 76,1 0 77,-1 0 233,-7 0-108,-2 0-409,-8 0-213,0 0-437,-8 0 1,6-2-988,-4-3 1727,4 3 0,2-6 0,0 8 0</inkml:trace>
  <inkml:trace contextRef="#ctx0" brushRef="#br0" timeOffset="2067">6690 717 8609,'0'-18'104,"0"7"1,2 1-181,3 2 1,-1-3 48,8 5 0,0-6-184,5 6 0,1 0-231,-1 6 389,0 0 0,-1 2 1,-4 4 48,-7 6 0,-3-2 1,-2 1 16,0 3 0,-5-5 1,-3 1-1,0 0 144,0 0 0,-5-7 0,1 3 180,-3-4 0,-3-2-174,1 0 1,-1-2-113,1-4 0,5-1 0,2-7 0,3 2-38,3-1 1,2 3-1,2-1-74,0-3 1,0 4 0,2-1-53,4-3 0,-3 6 1,7 1-1,0 1-69,0 0 1,1 0 0,7 6 110,-1 0 0,1 2 0,-1 4 69,0 5 0,-5 5 0,-2 1 0,-2 1 36,-5-1 0,-1 1 0,-2-1 124,0 1 1,0-1 0,0 1 0,0-1 31,0 1 0,-5-7 0,-3-1 0,-2-2-32,-3-4 1,-1-1 0,0 1 0,3 2-22,-3-2 0,-1-2 0,-1-4 1,3-4-51,1-5 0,2 1 1,-1-2-1,3-1-50,0-3 1,6-1 0,-4-3 0,2-1-103,-1-2 0,3-1 1,-4 7-1,6-1-308,6 1 1,-4 5 0,5 1 148,1-3 1,2 1-1,7 1 1,1 6 75,-1 4 1,-5 2 0,-1 0-1,3 0 56,2 0 1,-1 2-1,-1 2 1,-5 4 36,-1 1 1,4 3 0,-6 6 65,-3-1 1,-1-5-1,-2-1-90,0 3 0,-2-1 0,-3 1-182,-7-2 0,2-8 1,-1 3 260,-3 1 0,-1-6 0,-3 6 0</inkml:trace>
  <inkml:trace contextRef="#ctx0" brushRef="#br0" timeOffset="2814">7214 210 8102,'0'-17'-559,"0"-1"0,0 7 1,0-1 1425,0-1 0,0-3 0,0-1-630,0-1 1,0 6 0,0 1 0,2-1-171,3 2 0,-1-3 0,8 5-192,2-2 0,1 6 0,2-1 0,1 3 28,-1 2 1,3 0 0,1 0-1,2 2-54,-1 3 1,-1 3 0,0 8 0,1-1 92,-7 5 1,3 1 0,-8-2 0,-1 3 74,-3 1 0,-4 6 1,-2-4-1,-2 3 57,-4 3 1,-3-4 0,-9 0 0,1 0 4,-1 0 0,-1-3 0,-3 3 0,-1-2 0,2-4 0,3-7 0,5-2 0,1-1 151,-2-1-231,7-2-1,-9-8 0,16 0 1,0 0-1,10 0 91,5 0 0,3-6 0,1 0 0,3 2-52,1 2 1,2-4 0,-4 1 0,5 1-35,1 2 1,0 0 0,4-2 0,-2-2-35,2 2 0,-6 2 0,1 2 1,-3 0-52,0 0 1,1 0-1,-7 0-106,0 0 1,1-6-581,-1 1-165,-7-1-300,-2 6 1233,-8 0 0,0-8 0,0-2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2:52.080"/>
    </inkml:context>
    <inkml:brush xml:id="br0">
      <inkml:brushProperty name="width" value="0.11429" units="cm"/>
      <inkml:brushProperty name="height" value="0.11429" units="cm"/>
      <inkml:brushProperty name="color" value="#E71224"/>
    </inkml:brush>
    <inkml:brush xml:id="br1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105 5293 9939,'-12'0'-798,"1"0"0,5 2 1077,-6 3 0,6-3-47,-5 4 0,7-2 1,-4 0 427,0 2-420,6 0 1,-7-6-230,3 0-196,4 0 193,-6 0 0,10 0 0,4 0 41,5 0 0,-1 0 1,2 0-43,1 0 1,-3 0 0,2 0 0,1 0 42,3 0 0,1-6 0,1 0 0,-1 2-22,1 2 1,-1-4 0,1 0 0,-1 3-50,1 1 0,1-4 0,2 0 0,3 0 39,-3-2 0,4 6 0,0-3 1,1 1-8,-1-2 1,4 4 0,-4-4-1,0 2-5,1-2 1,3 4 0,-6-3 0,0 3 0,3 2 0,-7 0 1,6 0-1,-2 0-11,1 0 0,-1 0 0,-6-2 1,1-2 2,-1-2 1,1 0 0,-1 6 0,1 0 10,-1 0 1,1-2-1,-1-2 1,1-1-12,-1 1 0,1 2 0,-1 2 0,1 0-13,-1 0 0,0 0 1,1 0-1,-1 0-11,1 0 0,-1 0 0,-1-2 0,-3-2 16,-1-2 0,0 0 0,5 6 3,1 0 0,-1 0 0,1 0 0,-1 0 14,0 0 1,1-5 0,-1-1 0,3 2-7,3 2 0,-4 0 1,5-2-1,-3-2 9,2 2 1,-3 0 0,3 1-1,-3-3-42,-3 2 0,6 0 0,2 0 0,1-2 52,-1 2 1,-2-3 0,-5 1 0,1 0-21,4-2 0,-3 6 0,3-4 0,-4 3-30,-1-3 0,-1 4 1,1-6-1,-1 2 18,1 0 0,-1-1 1,1 3-1,-1-4-41,1-2 1,-1 5 0,1-5-1,-1 2 32,1 4 1,-1-4-1,0 1 1,1-1-15,-1 0 1,3-4 0,1 5 0,2-1-10,-1 0 1,3-3 0,-2 3-1,1 0-5,1 0 0,-4-5 0,6 3 0,0-2-3,1 1 0,-5 1 0,6-4 1,2 3-39,2-3 0,-4 4 0,0 1 0,0-1 26,-1 0 0,5 5 0,-6-7 0,0 0 24,-4 3 0,2-7 0,1 6 0,-1-1 18,0-1 0,4 0 0,-4-5 0,1 1 14,-1 5 0,4-5 1,-4 5-1,2-5-16,4-1 0,-3 1 1,-1 3-1,0 1-2,0-2 0,0-1 0,4-1 1,-4 3-12,-1 1 1,-1 0-1,-4-3 1,4 1 18,3 3 1,-7-1-1,2-4 1,-1 3-35,1 1 1,-4 3 0,5-5 0,-3 4 14,2 2 1,-3-5-1,3 3 1,-2-1 28,3-1 0,-5 6 0,4-6 0,-1-1 29,1-3 0,-2 5 1,6-1-1,1-2 0,-1-1 0,-4 3 0,4 1 0,-2-3-10,-3-1 0,3-3 0,0 1 1,0-1-15,1 1 0,3 5 0,-6 0 1,-2 1 1,-1 1 0,-1-5 0,2 3 0,3-2 9,-3 3 1,-1-5-1,-3 6 1,0-1 30,1-1 1,-1 1 0,1-5 0,-1 2-11,1 3 1,5 1-1,0-4 1,-1 3-25,-3-3 0,-1 1 0,-1-1 0,2 2-3,5-1 0,-5-3 0,6 1 0,-1 1-26,-1 3 0,6 1 1,-4-4-1,0 3-68,1-3 0,-3 4 0,-6-1 1,3-1 100,3 2 1,-3-5-1,3 3 25,-4-3 0,-1 3 0,-1 0-26,1-1 0,-1-3 0,1-1 26,-1-1 1,0 1-1,1-1-22,-1 1 1,1 0 0,-1-1 0,1 1-7,-1-1 0,-1 1 1,-3-1-1,1 1 5,5-1 0,-7 7 0,5-1 0,-1-2 19,0-1 1,1-3-1,0 1 1,1-1-4,-1 1 1,1 5 0,-1 1 0,1-3-8,-1-1 0,1-1 1,-1 3-1,1 1 35,-1-2 0,1-1 0,1-3-54,4 1 0,-3-1 0,3 3 0,-4 1-13,-1 3 0,-1 1 1,1-4-1,-3 3-37,-3-3 0,3 4 1,-3-1 2,4-3 1,1-1-1,1-3 35,-1 1 0,-1-1 1,-3 3-1,-1 1-7,1 3 0,-3-1 0,2-6 0,1 3 4,3 3 0,-5-3 0,1 3 0,2-3 18,1-3 1,3 1 0,-1-1 11,1 1 0,-3-1 1,-1 1-1,-3 1-9,3 5 0,-4-5 0,1 4 0,1-3 2,-2-3 1,5 1 0,-5 0 0,1 1 21,1 4 1,-2-3 0,3 3 0,-1-3-2,2-3 1,-5 3 0,3 1-1,0 2-13,-3-1 0,5-3 1,-6-1-1,1 1-21,5 5 0,-4-5 0,-1 5 1,1-5-1,0-1 0,-4 5 1,3 0-1,1-1 11,0-3 1,-6 5 0,3-1-1,-1-2 12,0-1 1,2 3 0,-4 0-1,3-1-18,3-3 0,-6-1 0,4 1 0,-2 3-6,-1 1 1,7 1-1,-4-7 3,1 1 0,1-1 0,4 1 1,-5-1-4,-1 1 1,4 5 0,-4 0 0,-1-1 2,1-3 0,4 5 0,-4-1 1,1-2 1,1-1-1,2-3 1,-5 3-1,1 3 0,-4-3 0,6 3 0,-3-3 1,5-3-1,-4 1 10,2-1 1,-1 1 0,5-1-1,-4 1-7,-3-1 0,5 7 0,-6-1 0,0-1 46,1-3 1,-3 0-1,6 3 1,-2 1 5,-4-1 1,3-3 0,1 1 0,0 1-21,0 2 1,-3 1-1,-3-7-26,4 1 0,-4-1 0,6 3 1,-2 1-45,0 3 0,-1-1 0,-3-6-26,4 1 1,2 0 0,4-1 0,-5 1 31,1-1 0,-4 1 0,6-1 31,-3 1 0,5-1 0,-6 1 0,-2-1 39,-2 1 0,4 5 0,-1 1 1,-1-3 1,-2-1 1,0-3 0,2 1-39,2-1 0,0 1 0,-6-1 0,0 1-8,0-1 0,5 1 0,1-1-9,-2 1 0,4-1 1,-2 1 2,-2-1 0,-2 1 0,0 0 55,3-1 0,-3 1 0,4-1-21,-4 1 1,-2 5 0,0 0 15,0-1 1,6-3-1,0-1-29,-2-1 1,-3 1 0,-1-1-34,0 1 1,0 0-1,0-1 21,0 1 0,0-1 0,0 1 51,0-1 1,0 1 0,0-1 20,0 1 1,-1 1 0,-3 3-1,-2 1-3,2-2 1,2 5 0,2-3 0,0-1 11,0-3 0,-6 4 1,0 1-8,3-3 1,1-1-1,2-3-74,0 1 0,-2 5 0,-2 0 33,-2-1 0,0-3-4,6-1 1,0 5-147,0 1-480,0 7-1087,0-4 596,0 8 0,2 2 1088,4 4 0,-4-4 0,6 5 0</inkml:trace>
  <inkml:trace contextRef="#ctx0" brushRef="#br1" timeOffset="1501">2375 1154 6493,'-10'-8'609,"1"6"0,5-6 82,-2 0 0,-2 6-194,2-3 0,3-3 48,-9 2-405,8 0-405,-4 6 0,10 0 162,4 0 0,-2 0 0,8 0 0,1 2 69,3 4 1,1-2-1,3 6 1,1-1 46,2 1 0,6-6 0,-5 4 0,-1-3-29,2 1 1,-4 2-1,7-4 1,-1 2 9,0-2 1,-6-3 0,3 1 0,-3 2-12,2 2 1,-3 0 0,3-6 7,-4 0 0,-9-2 333,-4-4-200,-4 4 0,-2-7-95,0 3 0,-2 4-33,-4-4 1,2 2-218,-7-2-212,7 4 262,-12-5 0,12 7 100,-7 0 0,5 0 0,-4 1 37,2 5 1,2-2-1,5 6 1,-3 0 58,-2-1 0,-2-3 1,4 6-13,-2 1 0,-5 3 0,5 1 0,0 3-10,-2 3 1,4-4 0,-5 7 0,-1-3 7,0 0 1,6 1 0,-3-7-1,1 0 32,0 1 0,-6 5 0,5 0-21,-3-1 0,4-5 0,-4-3-19,3-2 1,-1-3-1,4 5-385,-2-3-581,0-7-240,6 4 1203,0-8 0,0 0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2:54.76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315 280 7652,'0'-17'-160,"0"5"718,0 0 0,-2 1 0,-1-7-273,-3 1 0,0 5 0,6 0-112,0-1 0,-6-3 0,0-1 1,2-1-125,2 1 0,-5 5 0,-3 1 1,-2-1-144,1 2 1,5-3 0,-6 5 0,-1 0-45,-3 0 0,4 3 0,1 5 1,-3 0-78,-1 0 0,-3 2 0,3 3 0,1 7 77,2 4 1,1 1-1,-5 2 1,3 3 79,1 1 0,8 8 0,-4-2 0,3 4 73,-1 2 0,0 0 0,6 0 1,0-2-31,0-4 1,2 4 0,2-6 0,4 0 22,1-3 0,3-11 1,5-3-1,1-2 6,-1-4 0,1-2 0,-1-4 138,1-4 1,-1-4-1,-1-7 1,-3-1-95,-1 1 1,-6-3 0,3-1-1,1-2-19,0 1 0,-6-3 1,3 0-1,-1 0-37,0-1 1,2 1-1,-4 4 1,2-2-25,-3 1 0,-1 3 1,0 3-334,4 5 265,-4-5 1,8 16 0,-4 0 211,5 10 0,-1 11 0,2 2 1,1 1 33,3 1 1,1-4 0,1 6 0,-1 1-30,1-1 1,5-6-1,0 2 1,-2-3-33,-1-3 0,3-5 0,0-2 0,-1-3-86,-3-3 1,-1-2 0,1-2 0,2 0-263,3 0 0,-1-8 1,-6-1-1,1-3-299,-1 0 1,-1 1 551,-4-7 0,3 1 0,-5-1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2:56.21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228 33 8242,'9'-7'-335,"1"5"616,-4-4 0,-4 2-85,4-2-220,-4 4 1,-2-4 61,0 12 1,0-2-1,0 8 12,0 1 1,-6 3 0,-2 3 0,0 3 8,1 1 1,-7 6 0,4-4 0,-1 2-5,-1 4 1,0 2 0,-5 0-1,1-1 11,5-3 0,-5-2 1,7 4-1,-3-4 26,0-2 0,3-1 0,-5-9 1,4-1 144,2-3 0,1-7-70,1 2 0,2-4 30,-8-2-173,9 0-83,-5-8-29,8 6 19,0-6 0,0 6-263,0-3 58,0 3 233,0-6 330,0 8 211,0 0-488,8 0 1,1 0-10,9 0 0,-1 0 1,1 0-1,-1 0 28,1 0 1,5 2-1,2 2 1,2 4-6,4 1 0,2-3 1,0 6-1,-2-1 32,-2-1 1,2 6 0,6-5 0,0 3 28,-4-3 1,-2 3 0,2-6 0,-2 0-74,-2-1 1,-7 5-1,1-6-206,-4-2-38,-1-2 96,-8-2 0,-5-2-551,-10-4 0,1 4-315,-8-4 0,6 4 1000,-5 2 0,7-8 0,-4-1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2:57.24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297 866 8319,'10'9'826,"-3"-3"-538,-7-12 1,0-3 0,0-9-150,0 1 0,0-1 0,0 1-51,0-1 1,0 1 0,0-1 0,0 1-132,0-1 0,-2 7 1,-1-1-1,-5 1 50,-2 1 0,4-4 1,-5 8-1,-3 3-99,-1 1 1,-3 2 0,1 0 0,-1 2-12,1 3 0,-1 5 0,1 8 0,-1 1 64,1 4 0,-1 4 0,1 8 1,-1 0 26,1 0 0,5 0 0,3 2 0,1 2 12,4 2 0,2-1 0,2-5 0,2-2 15,4-4 0,-2 0 0,7-9 0,3-5 69,1 1 1,-3-8 0,0-3-1,-1-5 141,-1-5 0,6 1 1,-7-10-1,3-3-150,0-5 0,-7-3 0,5 2 0,0-6-73,0-4 1,-5 4 0,5 0 0,-2-2-90,-4-2 1,3 3 0,1 3 0,0 2-97,0 4 1,0-5 0,-5 3 0,3 2-150,-2 1 1,0 9 185,2-1 0,-2 8 1,5 0 168,-1 8 0,0 8 1,-4 9-1,2 4 141,-3 3 0,7-5 1,2 6-1,3 0 69,3-2 1,-1 6 0,1-6 0,-1 1-122,1-5 0,1-4 0,2-1 0,3-3-111,-3-3 1,4 2 0,-1-9 0,-3-1-274,-2-2 0,5-10 0,-1-3 0,-2-5-665,-1-1 1,-5-7 936,-3 1 0,11-8 0,-4 4 0</inkml:trace>
  <inkml:trace contextRef="#ctx0" brushRef="#br0" timeOffset="368">699 27 8535,'-12'-5'1317,"0"-1"-779,1-8-463,1 12 1,0 2 0,6 12 0,-1 3-137,1 3 1,2-1 0,0 1 0,-2 1-77,-2 4 1,-6-1 0,5 5 0,-1 0-176,0 0 1,-3-5 0,3 3 0,0-2-821,0 0 1132,-5 1 0,3 1 0,-7 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3:10.02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53 192 6331,'0'-9'3035,"0"-7"-2884,0 4 1,0 3-227,0-3 1,0 6-62,0-5 1,2 1-14,3-2 1,-1 5 0,8 7 5,2 0 1,1 0 74,3 0 0,-7 2 0,-1 3 62,-2 7 0,3-2 1,-5 1 163,-2 3 0,-2 1 132,-2 3 0,-8-6-163,-4-1 0,-3-7 0,-2 2-8,-1-4 0,6-2 0,1 0-65,-3 0 0,6-2 0,1-2 1,1-4-49,0-1 1,0 3-1,6-6 1,0-2-20,0-1 0,0 3 1,0 1-1,0-3-48,0-1 1,2-1 0,2 2-1,4 5-146,1 1 1,-3-4 0,6 5-17,2-3 1,1 6 0,3-2 63,-1 4 1,0 4 0,-1 4 140,-4 6 1,1-3-1,-7 3 1,-2 2 11,-2 1 0,-2 3 0,0-1 107,0 1 1,0-1 0,-2 0 0,-4-1 164,-6-4 1,-3 3 0,-3-5-62,1 0 1,0-3 0,-1-5-38,1 4 1,-1-4-93,1 4 0,1-6 0,3-4 0,3-4-115,2-2 0,2-1 1,6-7-99,0 1 1,0 5 0,2 3 0,2-1-189,2 0 1,7 4 0,-1-3 90,4 1 1,1 2 0,1 6-30,-1 0 0,1 0 154,-1 0 0,-2 8-258,-3 3 0,-4 5 367,-8 1 0,-8 1 0,-2-1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3:10.027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157 315 12748,'8'10'-1471,"-6"-1"3488,4-3-2154,-4-4 0,-2 4 540,0-12 1,0 2 0,0-7-166,0-3 1,0 4-1,0-1-181,0-3 1,2-1-1,2-3 54,2 1 0,1 1 0,-3 3 0,2 1 36,-2-2 1,4-1 0,-1-3 0,1 1 163,0-1 1,0 1-1,-4 0-137,1-1 0,3 6 0,-4 1 757,2-3-1050,0 6 1,-4 1-53,3 7 1,-3 7 0,4 5 106,-4 4 0,-2-5 0,0 1 1,0 1 13,0 3 1,0 1-1,0 1 1,2 1-55,4 5 0,-4-5 1,4 6-1,-4-1 17,-2-1 1,0 8-1,2-4 1,1 2 18,3 0 0,0 0 0,-6 6 0,0 0 27,0 0 1,0-2-1,0-2 1,0-2-38,0 2 1,0-4 0,0 1 0,0-3 284,0-4 1,0-1 0,0-3-80,0 1 0,0-7 1,-2-1 311,-4-2 268,4-3-410,-5-5-660,7 0 1,0-1-1024,0-5-524,0 4 1909,0-6 0,0 0 0,0-1 0</inkml:trace>
  <inkml:trace contextRef="#ctx0" brushRef="#br0" timeOffset="1">0 856 12695,'0'10'650,"0"-2"-1140,0-8-134,0 0 427,8 0 1,-4 0-1,8 0 1,1 0 47,3 0 0,1 0 0,2 0 0,3 0 76,1 0 1,8 0 0,-2 0 0,4 0 25,2 0 0,0 2 0,2 2 0,2 2-35,2-3 1,-1-1 0,-7-2 0,-2 0 183,-2 0 1,-5 0-1,3-2 86,-2-3 1,-2 3-119,-5-4 0,-8 2-61,-5-2-512,-3 4-148,-9-6 1,-3 8-459,-8 0 1113,9 0 1,-7 0 0,6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3:10.02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 5886 7072,'-9'0'242,"1"-2"-129,8-4 1,0-3-65,0-9 0,0 1 1,0-1-1,0 1-21,0-1 0,2-1 0,2-2 0,2-3-6,-3 3 0,1-4 0,0 2 1,2-1 7,-2-1 1,4 4 0,-3-7-1,1 1 7,2 0 0,-6 4 0,6-4 0,-2 0 4,-1-1 1,3 5-1,-4-4 1,2 2-20,-2 3 0,4-3 0,-3 0 1,1 0-9,2-1 1,-6-3 0,6 4 0,-3-2-29,1-4 0,6 4 1,-4 0-1,-1-1-6,1 1 0,0 4 0,-4-6 1,4 0-4,1 2 0,-3-1 1,4 7-1,-2-4-2,-5-2 0,5 3 0,-2-3 0,0 0-6,2 0 0,-4 4 1,5-7-1,1 1-4,0 2 0,-5-4 0,5 6 0,0-2 2,0-4 0,-5 4 1,7-1-1,0 3 35,-3 4 1,5-4 0,-6-1 0,-1 1-3,1 0 1,6 0-1,-4 3 1,1-3-27,1-2 1,-1 4 0,5-5 0,-2 3 3,-3 4 0,1-4 0,5-1 1,1 1 0,-1 0 1,1 0 0,-1 3-1,1-3 8,-1-2 1,1 4-1,-1-4 1,0 1-3,1 5 1,-1 0 0,1-1-1,-3-1-5,-3 2 1,4 1-1,-5 1 1,5-2 9,1-3 1,1 1 0,-1 6-1,-1-3 7,-5-3 0,5 3 0,-5-3 0,5 4 3,1 1 1,-5 1-1,0-1 1,1 1 4,3-1 0,-5 1 0,1-1 0,0 1-4,-3 0 1,7-1 0,-6 1-1,1-1-7,1 1 1,0-1-1,5 1 1,1-3-25,-1-3 0,0 4 1,3-7-1,1 3 21,3 0 0,-1 0 1,-6 5-1,1 1 11,-1-1 0,1 1 0,-1-1 0,1 1 3,-1-1 0,-5 7 1,-1-1-1,3-2 1,1-1 0,3-3 1,-1 1-1,1 0-3,-1-1 0,1 1 0,-1-1 1,1 1-5,-1-1 1,1 1 0,-1-1-1,1 1 27,-1-1 0,0 1 1,1-1-1,-1 1 11,1 0 1,-1-1 0,-1 1 0,-3-1 3,-1 1 0,0 5 0,5 0 0,-1-1-37,-5-3 1,5-1 0,-4-1-1,3 1 3,3-1 1,-1 1 0,0-1 0,1 1 4,-1 0 1,1-1-1,-1 1 1,1-1 5,-1 1 1,3-1-1,1 3 1,2 1 4,-1 2 1,-3 1-1,-2-5 1,1 3-24,-1 1 0,1 0 1,-1-3-1,1 1-10,-1 3 0,1 5 0,1-6 0,2-1 5,3-3 1,-1-1 0,-5-1 0,1 1 0,4-1 0,-3 7 0,3-1 1,-4-2 1,-1-1 0,-1 3 1,1 1-1,-1-3-3,1-2 0,-1 1 0,2 1 0,3 3-7,1-3 0,0 1 0,-5-1 0,1 2 5,5-1 0,-5 3 0,4-2 1,-3 1 5,-3 1 1,1-5-1,1 5 1,2-2 7,3 1 0,-1 5 0,-6-4 0,3 0 17,3 1 1,-4-3 0,7-4 0,-3 3 6,0 1 0,1 3 0,-5-5 1,2 2-10,3-1 1,-1 3-1,-4-2 1,3 1 12,1 1 1,0-4 0,-5 7 0,-1-1-11,1 0 0,-1 0 0,1 5 0,-1-5-12,0-2 0,1 4 0,-1-3 0,1 1-16,-1 4 1,3-6-1,1 0 1,4-1 3,2-1 0,-5 6 1,3-3-1,0-1-5,4 0 0,-2 4 1,1-3-1,-3-1 1,-4 0 0,4 5 0,-1-5 0,-1 0 13,2 0 0,-5 5 0,5-5 1,-2 0 2,0 0 1,1 5 0,-5-5 0,2 0-12,3 1 1,-1 5 0,-5-4 0,-1 2 15,0 0 0,1-5 0,1 3 0,3 0-6,1 0 1,0-3 0,-3 5-1,1 0-1,2-2 0,3 4 0,-5-5 1,4-1-9,2 0 1,-5 4 0,3-3 0,0 1-1,4 4 0,-4-4 0,1 3 0,-3-1-9,0-2 0,2 6 1,-1-6-1,3 2 6,0 1 0,0-1 1,-5 4-1,1-2 18,-2-2 1,4-2 0,-1 5 0,-3-3 9,-2 2 1,1 0 0,1 0 0,2-4-6,-1-1 0,3 5 0,-2-4 0,1 2-21,1 0 0,-6-5 0,5 5 0,-3 2-7,2 2 0,-3 0 1,3-2-1,-4-2-16,-1 2 1,1 3-1,2 1 1,3-2 44,-3-4 1,0 4 0,1-4-1,1 4-21,-2 2 1,1-6-1,-1 0 1,2 3 9,-1 1 0,3-4 0,-2 0 0,1 2 30,1 2 0,-6-4 0,4 1 0,-3 1-14,-3 2 0,7-4 1,-1 0-1,-2 2-3,-1 2 0,-3 2 1,1-2-1,1-2 8,4-1 0,-3-1 1,3 6-1,-4 0-30,-1 0 1,-1-2 0,3-2-1,1-2 18,2 2 1,1 2 0,-7 2-1,2 0-26,5 0 1,-5 0 0,4-2 0,-3-2-4,-3-1 0,1-1 0,-1 6 0,1 0 11,-1 0 0,1 0 0,-1 0 0,1 0 2,-1 0 1,0 0 0,1 0 0,-1-2-6,1-4 0,-6 4 0,-1-4 0,3 4 6,1 2 1,-3 0 0,0 0 0,1 0 3,3 0 0,-5 0 0,1 0 0,2 0-11,1 0 1,-3 0 0,-1 0 0,3 0 7,1 0 1,3 0 0,-1 0 36,1 0 1,-1 0-5,1 0 0,-1 0 76,1 0 77,-1 0 233,-7 0-108,-2 0-409,-8 0-213,0 0-437,-8 0 1,6-2-988,-4-3 1727,4 3 0,2-6 0,0 8 0</inkml:trace>
  <inkml:trace contextRef="#ctx0" brushRef="#br0" timeOffset="1">6690 717 8609,'0'-18'104,"0"7"1,2 1-181,3 2 1,-1-3 48,8 5 0,0-6-184,5 6 0,1 0-231,-1 6 389,0 0 0,-1 2 1,-4 4 48,-7 6 0,-3-2 1,-2 1 16,0 3 0,-5-5 1,-3 1-1,0 0 144,0 0 0,-5-7 0,1 3 180,-3-4 0,-3-2-174,1 0 1,-1-2-113,1-4 0,5-1 0,2-7 0,3 2-38,3-1 1,2 3-1,2-1-74,0-3 1,0 4 0,2-1-53,4-3 0,-3 6 1,7 1-1,0 1-69,0 0 1,1 0 0,7 6 110,-1 0 0,1 2 0,-1 4 69,0 5 0,-5 5 0,-2 1 0,-2 1 36,-5-1 0,-1 1 0,-2-1 124,0 1 1,0-1 0,0 1 0,0-1 31,0 1 0,-5-7 0,-3-1 0,-2-2-32,-3-4 1,-1-1 0,0 1 0,3 2-22,-3-2 0,-1-2 0,-1-4 1,3-4-51,1-5 0,2 1 1,-1-2-1,3-1-50,0-3 1,6-1 0,-4-3 0,2-1-103,-1-2 0,3-1 1,-4 7-1,6-1-308,6 1 1,-4 5 0,5 1 148,1-3 1,2 1-1,7 1 1,1 6 75,-1 4 1,-5 2 0,-1 0-1,3 0 56,2 0 1,-1 2-1,-1 2 1,-5 4 36,-1 1 1,4 3 0,-6 6 65,-3-1 1,-1-5-1,-2-1-90,0 3 0,-2-1 0,-3 1-182,-7-2 0,2-8 1,-1 3 260,-3 1 0,-1-6 0,-3 6 0</inkml:trace>
  <inkml:trace contextRef="#ctx0" brushRef="#br0" timeOffset="2">7214 210 8102,'0'-17'-559,"0"-1"0,0 7 1,0-1 1425,0-1 0,0-3 0,0-1-630,0-1 1,0 6 0,0 1 0,2-1-171,3 2 0,-1-3 0,8 5-192,2-2 0,1 6 0,2-1 0,1 3 28,-1 2 1,3 0 0,1 0-1,2 2-54,-1 3 1,-1 3 0,0 8 0,1-1 92,-7 5 1,3 1 0,-8-2 0,-1 3 74,-3 1 0,-4 6 1,-2-4-1,-2 3 57,-4 3 1,-3-4 0,-9 0 0,1 0 4,-1 0 0,-1-3 0,-3 3 0,-1-2 0,2-4 0,3-7 0,5-2 0,1-1 151,-2-1-231,7-2-1,-9-8 0,16 0 1,0 0-1,10 0 91,5 0 0,3-6 0,1 0 0,3 2-52,1 2 1,2-4 0,-4 1 0,5 1-35,1 2 1,0 0 0,4-2 0,-2-2-35,2 2 0,-6 2 0,1 2 1,-3 0-52,0 0 1,1 0-1,-7 0-106,0 0 1,1-6-581,-1 1-165,-7-1-300,-2 6 1233,-8 0 0,0-8 0,0-2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3:10.032"/>
    </inkml:context>
    <inkml:brush xml:id="br0">
      <inkml:brushProperty name="width" value="0.11429" units="cm"/>
      <inkml:brushProperty name="height" value="0.11429" units="cm"/>
      <inkml:brushProperty name="color" value="#E71224"/>
    </inkml:brush>
    <inkml:brush xml:id="br1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105 5293 9939,'-12'0'-798,"1"0"0,5 2 1077,-6 3 0,6-3-47,-5 4 0,7-2 1,-4 0 427,0 2-420,6 0 1,-7-6-230,3 0-196,4 0 193,-6 0 0,10 0 0,4 0 41,5 0 0,-1 0 1,2 0-43,1 0 1,-3 0 0,2 0 0,1 0 42,3 0 0,1-6 0,1 0 0,-1 2-22,1 2 1,-1-4 0,1 0 0,-1 3-50,1 1 0,1-4 0,2 0 0,3 0 39,-3-2 0,4 6 0,0-3 1,1 1-8,-1-2 1,4 4 0,-4-4-1,0 2-5,1-2 1,3 4 0,-6-3 0,0 3 0,3 2 0,-7 0 1,6 0-1,-2 0-11,1 0 0,-1 0 0,-6-2 1,1-2 2,-1-2 1,1 0 0,-1 6 0,1 0 10,-1 0 1,1-2-1,-1-2 1,1-1-12,-1 1 0,1 2 0,-1 2 0,1 0-13,-1 0 0,0 0 1,1 0-1,-1 0-11,1 0 0,-1 0 0,-1-2 0,-3-2 16,-1-2 0,0 0 0,5 6 3,1 0 0,-1 0 0,1 0 0,-1 0 14,0 0 1,1-5 0,-1-1 0,3 2-7,3 2 0,-4 0 1,5-2-1,-3-2 9,2 2 1,-3 0 0,3 1-1,-3-3-42,-3 2 0,6 0 0,2 0 0,1-2 52,-1 2 1,-2-3 0,-5 1 0,1 0-21,4-2 0,-3 6 0,3-4 0,-4 3-30,-1-3 0,-1 4 1,1-6-1,-1 2 18,1 0 0,-1-1 1,1 3-1,-1-4-41,1-2 1,-1 5 0,1-5-1,-1 2 32,1 4 1,-1-4-1,0 1 1,1-1-15,-1 0 1,3-4 0,1 5 0,2-1-10,-1 0 1,3-3 0,-2 3-1,1 0-5,1 0 0,-4-5 0,6 3 0,0-2-3,1 1 0,-5 1 0,6-4 1,2 3-39,2-3 0,-4 4 0,0 1 0,0-1 26,-1 0 0,5 5 0,-6-7 0,0 0 24,-4 3 0,2-7 0,1 6 0,-1-1 18,0-1 0,4 0 0,-4-5 0,1 1 14,-1 5 0,4-5 1,-4 5-1,2-5-16,4-1 0,-3 1 1,-1 3-1,0 1-2,0-2 0,0-1 0,4-1 1,-4 3-12,-1 1 1,-1 0-1,-4-3 1,4 1 18,3 3 1,-7-1-1,2-4 1,-1 3-35,1 1 1,-4 3 0,5-5 0,-3 4 14,2 2 1,-3-5-1,3 3 1,-2-1 28,3-1 0,-5 6 0,4-6 0,-1-1 29,1-3 0,-2 5 1,6-1-1,1-2 0,-1-1 0,-4 3 0,4 1 0,-2-3-10,-3-1 0,3-3 0,0 1 1,0-1-15,1 1 0,3 5 0,-6 0 1,-2 1 1,-1 1 0,-1-5 0,2 3 0,3-2 9,-3 3 1,-1-5-1,-3 6 1,0-1 30,1-1 1,-1 1 0,1-5 0,-1 2-11,1 3 1,5 1-1,0-4 1,-1 3-25,-3-3 0,-1 1 0,-1-1 0,2 2-3,5-1 0,-5-3 0,6 1 0,-1 1-26,-1 3 0,6 1 1,-4-4-1,0 3-68,1-3 0,-3 4 0,-6-1 1,3-1 100,3 2 1,-3-5-1,3 3 25,-4-3 0,-1 3 0,-1 0-26,1-1 0,-1-3 0,1-1 26,-1-1 1,0 1-1,1-1-22,-1 1 1,1 0 0,-1-1 0,1 1-7,-1-1 0,-1 1 1,-3-1-1,1 1 5,5-1 0,-7 7 0,5-1 0,-1-2 19,0-1 1,1-3-1,0 1 1,1-1-4,-1 1 1,1 5 0,-1 1 0,1-3-8,-1-1 0,1-1 1,-1 3-1,1 1 35,-1-2 0,1-1 0,1-3-54,4 1 0,-3-1 0,3 3 0,-4 1-13,-1 3 0,-1 1 1,1-4-1,-3 3-37,-3-3 0,3 4 1,-3-1 2,4-3 1,1-1-1,1-3 35,-1 1 0,-1-1 1,-3 3-1,-1 1-7,1 3 0,-3-1 0,2-6 0,1 3 4,3 3 0,-5-3 0,1 3 0,2-3 18,1-3 1,3 1 0,-1-1 11,1 1 0,-3-1 1,-1 1-1,-3 1-9,3 5 0,-4-5 0,1 4 0,1-3 2,-2-3 1,5 1 0,-5 0 0,1 1 21,1 4 1,-2-3 0,3 3 0,-1-3-2,2-3 1,-5 3 0,3 1-1,0 2-13,-3-1 0,5-3 1,-6-1-1,1 1-21,5 5 0,-4-5 0,-1 5 1,1-5-1,0-1 0,-4 5 1,3 0-1,1-1 11,0-3 1,-6 5 0,3-1-1,-1-2 12,0-1 1,2 3 0,-4 0-1,3-1-18,3-3 0,-6-1 0,4 1 0,-2 3-6,-1 1 1,7 1-1,-4-7 3,1 1 0,1-1 0,4 1 1,-5-1-4,-1 1 1,4 5 0,-4 0 0,-1-1 2,1-3 0,4 5 0,-4-1 1,1-2 1,1-1-1,2-3 1,-5 3-1,1 3 0,-4-3 0,6 3 0,-3-3 1,5-3-1,-4 1 10,2-1 1,-1 1 0,5-1-1,-4 1-7,-3-1 0,5 7 0,-6-1 0,0-1 46,1-3 1,-3 0-1,6 3 1,-2 1 5,-4-1 1,3-3 0,1 1 0,0 1-21,0 2 1,-3 1-1,-3-7-26,4 1 0,-4-1 0,6 3 1,-2 1-45,0 3 0,-1-1 0,-3-6-26,4 1 1,2 0 0,4-1 0,-5 1 31,1-1 0,-4 1 0,6-1 31,-3 1 0,5-1 0,-6 1 0,-2-1 39,-2 1 0,4 5 0,-1 1 1,-1-3 1,-2-1 1,0-3 0,2 1-39,2-1 0,0 1 0,-6-1 0,0 1-8,0-1 0,5 1 0,1-1-9,-2 1 0,4-1 1,-2 1 2,-2-1 0,-2 1 0,0 0 55,3-1 0,-3 1 0,4-1-21,-4 1 1,-2 5 0,0 0 15,0-1 1,6-3-1,0-1-29,-2-1 1,-3 1 0,-1-1-34,0 1 1,0 0-1,0-1 21,0 1 0,0-1 0,0 1 51,0-1 1,0 1 0,0-1 20,0 1 1,-1 1 0,-3 3-1,-2 1-3,2-2 1,2 5 0,2-3 0,0-1 11,0-3 0,-6 4 1,0 1-8,3-3 1,1-1-1,2-3-74,0 1 0,-2 5 0,-2 0 33,-2-1 0,0-3-4,6-1 1,0 5-147,0 1-480,0 7-1087,0-4 596,0 8 0,2 2 1088,4 4 0,-4-4 0,6 5 0</inkml:trace>
  <inkml:trace contextRef="#ctx0" brushRef="#br1" timeOffset="1">2375 1154 6493,'-10'-8'609,"1"6"0,5-6 82,-2 0 0,-2 6-194,2-3 0,3-3 48,-9 2-405,8 0-405,-4 6 0,10 0 162,4 0 0,-2 0 0,8 0 0,1 2 69,3 4 1,1-2-1,3 6 1,1-1 46,2 1 0,6-6 0,-5 4 0,-1-3-29,2 1 1,-4 2-1,7-4 1,-1 2 9,0-2 1,-6-3 0,3 1 0,-3 2-12,2 2 1,-3 0 0,3-6 7,-4 0 0,-9-2 333,-4-4-200,-4 4 0,-2-7-95,0 3 0,-2 4-33,-4-4 1,2 2-218,-7-2-212,7 4 262,-12-5 0,12 7 100,-7 0 0,5 0 0,-4 1 37,2 5 1,2-2-1,5 6 1,-3 0 58,-2-1 0,-2-3 1,4 6-13,-2 1 0,-5 3 0,5 1 0,0 3-10,-2 3 1,4-4 0,-5 7 0,-1-3 7,0 0 1,6 1 0,-3-7-1,1 0 32,0 1 0,-6 5 0,5 0-21,-3-1 0,4-5 0,-4-3-19,3-2 1,-1-3-1,4 5-385,-2-3-581,0-7-240,6 4 1203,0-8 0,0 0 0,0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3:10.03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315 280 7652,'0'-17'-160,"0"5"718,0 0 0,-2 1 0,-1-7-273,-3 1 0,0 5 0,6 0-112,0-1 0,-6-3 0,0-1 1,2-1-125,2 1 0,-5 5 0,-3 1 1,-2-1-144,1 2 1,5-3 0,-6 5 0,-1 0-45,-3 0 0,4 3 0,1 5 1,-3 0-78,-1 0 0,-3 2 0,3 3 0,1 7 77,2 4 1,1 1-1,-5 2 1,3 3 79,1 1 0,8 8 0,-4-2 0,3 4 73,-1 2 0,0 0 0,6 0 1,0-2-31,0-4 1,2 4 0,2-6 0,4 0 22,1-3 0,3-11 1,5-3-1,1-2 6,-1-4 0,1-2 0,-1-4 138,1-4 1,-1-4-1,-1-7 1,-3-1-95,-1 1 1,-6-3 0,3-1-1,1-2-19,0 1 0,-6-3 1,3 0-1,-1 0-37,0-1 1,2 1-1,-4 4 1,2-2-25,-3 1 0,-1 3 1,0 3-334,4 5 265,-4-5 1,8 16 0,-4 0 211,5 10 0,-1 11 0,2 2 1,1 1 33,3 1 1,1-4 0,1 6 0,-1 1-30,1-1 1,5-6-1,0 2 1,-2-3-33,-1-3 0,3-5 0,0-2 0,-1-3-86,-3-3 1,-1-2 0,1-2 0,2 0-263,3 0 0,-1-8 1,-6-1-1,1-3-299,-1 0 1,-1 1 551,-4-7 0,3 1 0,-5-1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3:10.03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228 33 8242,'9'-7'-335,"1"5"616,-4-4 0,-4 2-85,4-2-220,-4 4 1,-2-4 61,0 12 1,0-2-1,0 8 12,0 1 1,-6 3 0,-2 3 0,0 3 8,1 1 1,-7 6 0,4-4 0,-1 2-5,-1 4 1,0 2 0,-5 0-1,1-1 11,5-3 0,-5-2 1,7 4-1,-3-4 26,0-2 0,3-1 0,-5-9 1,4-1 144,2-3 0,1-7-70,1 2 0,2-4 30,-8-2-173,9 0-83,-5-8-29,8 6 19,0-6 0,0 6-263,0-3 58,0 3 233,0-6 330,0 8 211,0 0-488,8 0 1,1 0-10,9 0 0,-1 0 1,1 0-1,-1 0 28,1 0 1,5 2-1,2 2 1,2 4-6,4 1 0,2-3 1,0 6-1,-2-1 32,-2-1 1,2 6 0,6-5 0,0 3 28,-4-3 1,-2 3 0,2-6 0,-2 0-74,-2-1 1,-7 5-1,1-6-206,-4-2-38,-1-2 96,-8-2 0,-5-2-551,-10-4 0,1 4-315,-8-4 0,6 4 1000,-5 2 0,7-8 0,-4-1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3:10.03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297 866 8319,'10'9'826,"-3"-3"-538,-7-12 1,0-3 0,0-9-150,0 1 0,0-1 0,0 1-51,0-1 1,0 1 0,0-1 0,0 1-132,0-1 0,-2 7 1,-1-1-1,-5 1 50,-2 1 0,4-4 1,-5 8-1,-3 3-99,-1 1 1,-3 2 0,1 0 0,-1 2-12,1 3 0,-1 5 0,1 8 0,-1 1 64,1 4 0,-1 4 0,1 8 1,-1 0 26,1 0 0,5 0 0,3 2 0,1 2 12,4 2 0,2-1 0,2-5 0,2-2 15,4-4 0,-2 0 0,7-9 0,3-5 69,1 1 1,-3-8 0,0-3-1,-1-5 141,-1-5 0,6 1 1,-7-10-1,3-3-150,0-5 0,-7-3 0,5 2 0,0-6-73,0-4 1,-5 4 0,5 0 0,-2-2-90,-4-2 1,3 3 0,1 3 0,0 2-97,0 4 1,0-5 0,-5 3 0,3 2-150,-2 1 1,0 9 185,2-1 0,-2 8 1,5 0 168,-1 8 0,0 8 1,-4 9-1,2 4 141,-3 3 0,7-5 1,2 6-1,3 0 69,3-2 1,-1 6 0,1-6 0,-1 1-122,1-5 0,1-4 0,2-1 0,3-3-111,-3-3 1,4 2 0,-1-9 0,-3-1-274,-2-2 0,5-10 0,-1-3 0,-2-5-665,-1-1 1,-5-7 936,-3 1 0,11-8 0,-4 4 0</inkml:trace>
  <inkml:trace contextRef="#ctx0" brushRef="#br0" timeOffset="1">699 27 8535,'-12'-5'1317,"0"-1"-779,1-8-463,1 12 1,0 2 0,6 12 0,-1 3-137,1 3 1,2-1 0,0 1 0,-2 1-77,-2 4 1,-6-1 0,5 5 0,-1 0-176,0 0 1,-3-5 0,3 3 0,0-2-821,0 0 1132,-5 1 0,3 1 0,-7 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15.68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420 839 7571,'0'-10'-9,"0"0"301,0 4 1,2 4-33,4-3 1,-4 1-7,3-2-206,-3 4-299,-2-6 126,0 0 98,0 6 1,-2-5 0,-2 9 31,-1 3 1,-3-1 0,4 8 0,-4 0 15,-1-3 0,3 7 0,-6-5 0,0 5 45,3 1 1,-7 1 0,6-1 0,-1 1-49,-1-1 0,1 1 1,-5-1-1,2 3 24,3 3 1,5-4 0,-6 7 0,1-3-5,1 0 0,-4 0 0,7-3 0,-3 1 13,-4 2 1,5 1-1,-1-5 1,0 3 5,1 1 1,5 0 0,-4-5 0,2-1-16,0 0 1,-5 1-1,5-1 1,0 1-42,-2-1 0,6 1 1,-5-1-36,-1 1 0,6-1 1,-4 1 20,4-1 1,2-5 0,-2-1 0,-2 3 11,-2 2 1,1-5-1,5 1 0,0 1 0,-2 3 1,-2 1 3,-2 1 0,0-7 0,6 1 1,0 2 0,0 1 0,0 3 1,0-7 0,0 1 4,0 2 0,0-5-8,0 3 1,0 0-3,0 5 1,0-5-6,0-1 0,0 1 9,0 5 0,0-5 5,0 0 1,0-6-7,0 5 0,0 1 8,0 5 1,0-5 0,2-2 18,4-3 1,-4 1-5,4-2 0,-4 4-18,-2 7 1,5-5-5,1-1 0,0-5 1,-4 4 13,4-2 0,-4-1-25,4-1 5,3-4 1,-1 8-1,6-6 1,-3 2 1,-5-1-1,6-5 0,-1 0 0,7 0 0,-1 0 0,1 0 0,-1 0 0,1 0 1,-1 0-1,1 0 1,-1 0 1,-5 0 0,-1 0 0,3 0 0,1-5 13,3-1 0,-1 0 58,1 6 1,-1 0-75,1 0 0,-7 0-22,1 0 20,0 0 1,5 0-9,1 0 0,-7 0 12,1 0 1,-6 0 3,5 0 1,-5 0 11,6 0 1,-6 0 17,5 0 1,-5 2 2,6 4 0,-8-2 29,2 7 0,-3-7 0,1 4 23,2 0 0,0-4-24,-6 7 0,0 1 3,0 5 1,0 1 0,0-1-10,0 1 0,0-1 1,0 1-63,0-1 1,0 1 0,-2-1-19,-4 0 1,4 1-1,-4-1 1,4 1 20,2-1 0,-1 1 0,-3-1 0,-2 1-51,2-1 0,2-5 1,2-1-1,0 3 61,0 2 0,-2 1 0,-2 1 0,-2-1 9,2 0 0,1 1 1,-1-1-1,-2 1-14,2-1 0,0 1 1,0-1-1,-2 1-6,3-1 0,-1 1 0,0-1 1,-2 1-57,2-1 1,2 0 0,2 1 0,-2-1 8,-4 1 1,4-1 0,-3 1 0,3-1 42,2 1 1,-2-1 0,-2 1 0,-2-1 8,2 1 1,2-1 0,2 1 0,-2-1-5,-4 0 0,5-5 0,-5 2 0,2 1 12,-2 1 0,4 5 1,-4-9-1,2 5-13,-1 6 0,3-3 0,-4 3 0,2-3 0,-2-3 1,4 0 0,-6 1-1,3-1 1,-1 1 1,-2-1 0,4 1 0,-2-1-6,2 1 1,-3-1 0,1 1 0,2-1 2,2 1 1,-4-1 0,0 1 0,0-1-17,-1 0 0,5 1 1,-4-1-1,4 1 16,2-1 1,-6 1 0,0-1 3,3 1 0,-5-1 1,2 1-1,2-1-1,2 1 0,-4-1 1,0 0 9,3 1 1,-5-1 0,2 1 0,2-1 1,0 1 0,0-1 4,-1 1 1,-1-1 0,4 1-10,-4-1 1,4 1 0,-6-3 0,2-1 8,1-3 1,-1 1-1,4 4-14,-4-5 1,4 5 0,-4-5 11,4 5 1,0-5 0,-2 1 47,-1 2 1,-1-5 0,6 3 22,0 2 1,-2 1-91,-4 3 0,4-7 0,-4 1-47,4 1 0,2-3-18,0 2 1,0-6 36,0 5 0,0-5 73,0 6 1,0-6 38,0 5 0,-2-7 0,-1 4-32,-3 0-45,0-6 223,6 13-58,0-13 1,-2 6 52,-4-8-219,4 0 0,-7-2-42,3-4 0,2-2 0,-6-5 20,2 1 0,-3 0 1,5-5-7,2-1 0,-4 1 1,2 0-31,3-1 0,-5 1 0,2-1 0,2 1 27,2-1 1,2 1 0,0-1 0,-2 1 36,-4-1 1,4 1 0,-3-1 59,3 1 1,2 0-1,0-1 5,0 1 0,0-1 1,0 1 28,0-1 1,0 7-78,0-1-40,0 8 0,0-6-31,0 5 11,0 3-42,0-6-143,0 8 79,0 0 181,0 8 1,0 1-5,0 9 0,2-3 0,1-1 0,3-3 59,-2 3 1,-2 2-1,0 1 1,2 1-26,2-1 0,0 0 0,-4 3 0,1 1-53,3 2 0,0 1 1,-6-7-1,2 1 2,4-1 0,-4 1 1,4-1-1,-3-1 37,3-5 0,-4 5 0,4-5-13,-4 5 1,-2-4-1,0-1-27,0 3 1,6-4-19,0 1 0,-1-5-106,-5 6 64,0-8 0,0 5 29,0-3 0,2-4 18,4 4 0,-4-2 9,4 1 21,-4-3 38,-2 6 24,0-8 251,0 0-338,8 0 1,1-6 0,7-1-85,-4-3 0,1 4 0,-5-4 0,0 1 20,-1-1 0,7 4 0,-4-5 1,1-3-16,1-2 1,0-1-1,5 1 1,1 3 20,-1 1 0,0 1 0,-1-7 1,-2 1 17,-3-1 1,1 7 0,5-1 0,-1-2 11,-4-1 0,3 3 0,-5 0 0,1 1-32,1 1 0,0-5 52,5 3 0,1-4 21,-1-1 1,-5 7-1,-3 3-4,-1-1 0,0 6 1,-2-4 96,-4 4 50,5 2 92,-7 0-899,0 0 0,-7 0 0,-3 0 0</inkml:trace>
  <inkml:trace contextRef="#ctx0" brushRef="#br0" timeOffset="1916">1206 53 7677,'0'-12'385,"0"0"-172,0 9 0,0-7 197,0 4-296,0 4 0,-2-6-223,-4 8 1,2 0 73,-8 0 0,7 0 1,-7 2-1,0 4 33,3 6 0,-9 3 1,3 3-1,-7-1 52,1 1 0,0 1 0,-1 2 0,-1 5 28,2 1 1,-1-6-1,1 4 1,-2-1-32,1-1 1,9 0 0,1-5 0,0-1-6,3 1 1,-5-1 0,8 0-2,2 1 0,2-1-27,2 1 0,0-6 0,2-3 24,4-1 0,4-2 0,7-4 1,1 4 0,-1-4 1,1 3 38,-1-3 1,3 4 0,1 0 0,2-2-77,-1-2 0,-3 0 0,-1 2 1,-1 1 15,0-1 1,1 4 0,-1 0-1,1 0-61,-1-1 0,1 7 0,-1-4 0,1 1 21,-1 1 0,-1 0 0,-3 5 0,-3 2-10,-2 5 1,0-3 0,-5 6 0,3 0 21,-2 1 0,-2-5 1,-4 6-1,-4 2 27,-5 2 0,1-4 0,-2-2 1,-1 0 64,-3 1 0,-1-7 0,-1 2 0,1-3 20,-1-3 0,1-5 0,-1-3 0,1 1 31,-1 0 0,1-6 1,0 2-1,-1-5-134,1-1 1,-1-5-1,1-3 1,-1 0 35,1 0 0,-1-5 0,1 1 0,-1-3-114,1-3 0,-1 1 0,1-1-23,-1 1 1,7-1-1,1 1 1,2-1 62,5 1 0,1-1 0,2 1 0,0-1 11,0 1 1,0 0 0,2 1 0,3 2 4,7 3 1,-2-1 0,1-5 19,3-1 0,1 1 0,3 1 0,-1 3-9,1 1 1,-1 6-1,1-4 1,-1 1-15,1-1 0,-1 4 0,1-3-33,-1 1 1,1 0-1,-1 4-145,0-2 0,-5 1-371,0 5 45,-8 0 1,3 1-174,-7 5 1,0 4 702,0 7 0,0 1 0,0-1 0</inkml:trace>
  <inkml:trace contextRef="#ctx0" brushRef="#br0" timeOffset="2883">1817 210 7020,'6'-12'-101,"0"1"1,-1 5 435,-5-6 0,0 6 31,0-5 0,6 5-95,0-6 0,0 6 174,-6-5-448,0 7 0,-2-4 0,-4 8-34,-6 0 0,3 2 0,-3 4 1,-1 5-22,-3 5 0,-1 3 0,-3 3 1,-1 3-10,-2 2 1,-1 2-1,5 6 1,-3 0 55,-1 0 0,0 6 0,5 1 0,3 3 96,3 4 0,-1 1 0,7 1 0,2-5-24,2-5 1,2 2 0,2-3 0,4-3 64,5-6 1,5-4 0,1-7 0,1-1-89,-1-3 0,1-9 1,1 3-1,3-2 41,1-4 1,2-2-1,-4-4 1,5-2-1,1-2 0,-6-7 1,4-1-1,-1-5-71,-1-5 1,0-5 0,-3 4-1,1 0-52,2-1 1,1-5 0,-7 2 0,-1-2-28,-5 2 1,5-4 0,-7 4 0,3-2 68,0 2 0,-6-4 1,3 6-1,-1-2 53,-4 0 1,-2-1 0,-2-3-1,0 4 84,0 6 1,-2-2-1,-4 2 1,-6-1-71,-3-1 0,3 6 1,1-3-1,-3 7-28,-1 3 0,-3 0 0,1-5 0,-1 1-37,1 5 1,3-3 0,1 6 0,-5 1-16,-1-1 0,9 2 0,-8 6 0,3 0-44,-1 0 0,-1 0 1,-1 0-1,1 0-261,0 0 1,-1 0-1,1 2-75,-1 4 0,7 2 0,1 5 0,2-1-170,4 1 1,-4 3 0,3 1 564,1 1 0,-6-1 0,0 1 0</inkml:trace>
  <inkml:trace contextRef="#ctx0" brushRef="#br0" timeOffset="3514">1852 734 8260,'-6'-12'65,"0"0"1,-5 7 400,5-7 0,-2 8 1,4-4 504,-2 1-937,0 5-85,6-6 1,2 10 110,4 4 0,4 3 0,5 9 0,-1-1 112,-2 1 1,-1-1-1,7 1 1,-1-1-56,1 1 0,-1 5 1,1 2-1,-1 0 31,1 1 0,-1 3 0,2-4 0,3 0-79,1 0 0,0 4 1,-5-5-1,-1-3-16,1-1 0,-7-3 0,1-1 0,0-3-26,-3-1 0,1-8 0,-6 3-229,2 1 102,0-6 217,-6 6 0,0-10 126,0-4-279,0 4 1,-2-6-911,-4 8 1,4-2-1740,-4-3 2685,4 3 0,2-6 0,0 8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8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53 192 6331,'0'-9'3035,"0"-7"-2884,0 4 1,0 3-227,0-3 1,0 6-62,0-5 1,2 1-14,3-2 1,-1 5 0,8 7 5,2 0 1,1 0 74,3 0 0,-7 2 0,-1 3 62,-2 7 0,3-2 1,-5 1 163,-2 3 0,-2 1 132,-2 3 0,-8-6-163,-4-1 0,-3-7 0,-2 2-8,-1-4 0,6-2 0,1 0-65,-3 0 0,6-2 0,1-2 1,1-4-49,0-1 1,0 3-1,6-6 1,0-2-20,0-1 0,0 3 1,0 1-1,0-3-48,0-1 1,2-1 0,2 2-1,4 5-146,1 1 1,-3-4 0,6 5-17,2-3 1,1 6 0,3-2 63,-1 4 1,0 4 0,-1 4 140,-4 6 1,1-3-1,-7 3 1,-2 2 11,-2 1 0,-2 3 0,0-1 107,0 1 1,0-1 0,-2 0 0,-4-1 164,-6-4 1,-3 3 0,-3-5-62,1 0 1,0-3 0,-1-5-38,1 4 1,-1-4-93,1 4 0,1-6 0,3-4 0,3-4-115,2-2 0,2-1 1,6-7-99,0 1 1,0 5 0,2 3 0,2-1-189,2 0 1,7 4 0,-1-3 90,4 1 1,1 2 0,1 6-30,-1 0 0,1 0 154,-1 0 0,-2 8-258,-3 3 0,-4 5 367,-8 1 0,-8 1 0,-2-1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87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157 315 12748,'8'10'-1471,"-6"-1"3488,4-3-2154,-4-4 0,-2 4 540,0-12 1,0 2 0,0-7-166,0-3 1,0 4-1,0-1-181,0-3 1,2-1-1,2-3 54,2 1 0,1 1 0,-3 3 0,2 1 36,-2-2 1,4-1 0,-1-3 0,1 1 163,0-1 1,0 1-1,-4 0-137,1-1 0,3 6 0,-4 1 757,2-3-1050,0 6 1,-4 1-53,3 7 1,-3 7 0,4 5 106,-4 4 0,-2-5 0,0 1 1,0 1 13,0 3 1,0 1-1,0 1 1,2 1-55,4 5 0,-4-5 1,4 6-1,-4-1 17,-2-1 1,0 8-1,2-4 1,1 2 18,3 0 0,0 0 0,-6 6 0,0 0 27,0 0 1,0-2-1,0-2 1,0-2-38,0 2 1,0-4 0,0 1 0,0-3 284,0-4 1,0-1 0,0-3-80,0 1 0,0-7 1,-2-1 311,-4-2 268,4-3-410,-5-5-660,7 0 1,0-1-1024,0-5-524,0 4 1909,0-6 0,0 0 0,0-1 0</inkml:trace>
  <inkml:trace contextRef="#ctx0" brushRef="#br0" timeOffset="1">0 856 12695,'0'10'650,"0"-2"-1140,0-8-134,0 0 427,8 0 1,-4 0-1,8 0 1,1 0 47,3 0 0,1 0 0,2 0 0,3 0 76,1 0 1,8 0 0,-2 0 0,4 0 25,2 0 0,0 2 0,2 2 0,2 2-35,2-3 1,-1-1 0,-7-2 0,-2 0 183,-2 0 1,-5 0-1,3-2 86,-2-3 1,-2 3-119,-5-4 0,-8 2-61,-5-2-512,-3 4-148,-9-6 1,-3 8-459,-8 0 1113,9 0 1,-7 0 0,6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9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 5886 7072,'-9'0'242,"1"-2"-129,8-4 1,0-3-65,0-9 0,0 1 1,0-1-1,0 1-21,0-1 0,2-1 0,2-2 0,2-3-6,-3 3 0,1-4 0,0 2 1,2-1 7,-2-1 1,4 4 0,-3-7-1,1 1 7,2 0 0,-6 4 0,6-4 0,-2 0 4,-1-1 1,3 5-1,-4-4 1,2 2-20,-2 3 0,4-3 0,-3 0 1,1 0-9,2-1 1,-6-3 0,6 4 0,-3-2-29,1-4 0,6 4 1,-4 0-1,-1-1-6,1 1 0,0 4 0,-4-6 1,4 0-4,1 2 0,-3-1 1,4 7-1,-2-4-2,-5-2 0,5 3 0,-2-3 0,0 0-6,2 0 0,-4 4 1,5-7-1,1 1-4,0 2 0,-5-4 0,5 6 0,0-2 2,0-4 0,-5 4 1,7-1-1,0 3 35,-3 4 1,5-4 0,-6-1 0,-1 1-3,1 0 1,6 0-1,-4 3 1,1-3-27,1-2 1,-1 4 0,5-5 0,-2 3 3,-3 4 0,1-4 0,5-1 1,1 1 0,-1 0 1,1 0 0,-1 3-1,1-3 8,-1-2 1,1 4-1,-1-4 1,0 1-3,1 5 1,-1 0 0,1-1-1,-3-1-5,-3 2 1,4 1-1,-5 1 1,5-2 9,1-3 1,1 1 0,-1 6-1,-1-3 7,-5-3 0,5 3 0,-5-3 0,5 4 3,1 1 1,-5 1-1,0-1 1,1 1 4,3-1 0,-5 1 0,1-1 0,0 1-4,-3 0 1,7-1 0,-6 1-1,1-1-7,1 1 1,0-1-1,5 1 1,1-3-25,-1-3 0,0 4 1,3-7-1,1 3 21,3 0 0,-1 0 1,-6 5-1,1 1 11,-1-1 0,1 1 0,-1-1 0,1 1 3,-1-1 0,-5 7 1,-1-1-1,3-2 1,1-1 0,3-3 1,-1 1-1,1 0-3,-1-1 0,1 1 0,-1-1 1,1 1-5,-1-1 1,1 1 0,-1-1-1,1 1 27,-1-1 0,0 1 1,1-1-1,-1 1 11,1 0 1,-1-1 0,-1 1 0,-3-1 3,-1 1 0,0 5 0,5 0 0,-1-1-37,-5-3 1,5-1 0,-4-1-1,3 1 3,3-1 1,-1 1 0,0-1 0,1 1 4,-1 0 1,1-1-1,-1 1 1,1-1 5,-1 1 1,3-1-1,1 3 1,2 1 4,-1 2 1,-3 1-1,-2-5 1,1 3-24,-1 1 0,1 0 1,-1-3-1,1 1-10,-1 3 0,1 5 0,1-6 0,2-1 5,3-3 1,-1-1 0,-5-1 0,1 1 0,4-1 0,-3 7 0,3-1 1,-4-2 1,-1-1 0,-1 3 1,1 1-1,-1-3-3,1-2 0,-1 1 0,2 1 0,3 3-7,1-3 0,0 1 0,-5-1 0,1 2 5,5-1 0,-5 3 0,4-2 1,-3 1 5,-3 1 1,1-5-1,1 5 1,2-2 7,3 1 0,-1 5 0,-6-4 0,3 0 17,3 1 1,-4-3 0,7-4 0,-3 3 6,0 1 0,1 3 0,-5-5 1,2 2-10,3-1 1,-1 3-1,-4-2 1,3 1 12,1 1 1,0-4 0,-5 7 0,-1-1-11,1 0 0,-1 0 0,1 5 0,-1-5-12,0-2 0,1 4 0,-1-3 0,1 1-16,-1 4 1,3-6-1,1 0 1,4-1 3,2-1 0,-5 6 1,3-3-1,0-1-5,4 0 0,-2 4 1,1-3-1,-3-1 1,-4 0 0,4 5 0,-1-5 0,-1 0 13,2 0 0,-5 5 0,5-5 1,-2 0 2,0 0 1,1 5 0,-5-5 0,2 0-12,3 1 1,-1 5 0,-5-4 0,-1 2 15,0 0 0,1-5 0,1 3 0,3 0-6,1 0 1,0-3 0,-3 5-1,1 0-1,2-2 0,3 4 0,-5-5 1,4-1-9,2 0 1,-5 4 0,3-3 0,0 1-1,4 4 0,-4-4 0,1 3 0,-3-1-9,0-2 0,2 6 1,-1-6-1,3 2 6,0 1 0,0-1 1,-5 4-1,1-2 18,-2-2 1,4-2 0,-1 5 0,-3-3 9,-2 2 1,1 0 0,1 0 0,2-4-6,-1-1 0,3 5 0,-2-4 0,1 2-21,1 0 0,-6-5 0,5 5 0,-3 2-7,2 2 0,-3 0 1,3-2-1,-4-2-16,-1 2 1,1 3-1,2 1 1,3-2 44,-3-4 1,0 4 0,1-4-1,1 4-21,-2 2 1,1-6-1,-1 0 1,2 3 9,-1 1 0,3-4 0,-2 0 0,1 2 30,1 2 0,-6-4 0,4 1 0,-3 1-14,-3 2 0,7-4 1,-1 0-1,-2 2-3,-1 2 0,-3 2 1,1-2-1,1-2 8,4-1 0,-3-1 1,3 6-1,-4 0-30,-1 0 1,-1-2 0,3-2-1,1-2 18,2 2 1,1 2 0,-7 2-1,2 0-26,5 0 1,-5 0 0,4-2 0,-3-2-4,-3-1 0,1-1 0,-1 6 0,1 0 11,-1 0 0,1 0 0,-1 0 0,1 0 2,-1 0 1,0 0 0,1 0 0,-1-2-6,1-4 0,-6 4 0,-1-4 0,3 4 6,1 2 1,-3 0 0,0 0 0,1 0 3,3 0 0,-5 0 0,1 0 0,2 0-11,1 0 1,-3 0 0,-1 0 0,3 0 7,1 0 1,3 0 0,-1 0 36,1 0 1,-1 0-5,1 0 0,-1 0 76,1 0 77,-1 0 233,-7 0-108,-2 0-409,-8 0-213,0 0-437,-8 0 1,6-2-988,-4-3 1727,4 3 0,2-6 0,0 8 0</inkml:trace>
  <inkml:trace contextRef="#ctx0" brushRef="#br0" timeOffset="1">6690 717 8609,'0'-18'104,"0"7"1,2 1-181,3 2 1,-1-3 48,8 5 0,0-6-184,5 6 0,1 0-231,-1 6 389,0 0 0,-1 2 1,-4 4 48,-7 6 0,-3-2 1,-2 1 16,0 3 0,-5-5 1,-3 1-1,0 0 144,0 0 0,-5-7 0,1 3 180,-3-4 0,-3-2-174,1 0 1,-1-2-113,1-4 0,5-1 0,2-7 0,3 2-38,3-1 1,2 3-1,2-1-74,0-3 1,0 4 0,2-1-53,4-3 0,-3 6 1,7 1-1,0 1-69,0 0 1,1 0 0,7 6 110,-1 0 0,1 2 0,-1 4 69,0 5 0,-5 5 0,-2 1 0,-2 1 36,-5-1 0,-1 1 0,-2-1 124,0 1 1,0-1 0,0 1 0,0-1 31,0 1 0,-5-7 0,-3-1 0,-2-2-32,-3-4 1,-1-1 0,0 1 0,3 2-22,-3-2 0,-1-2 0,-1-4 1,3-4-51,1-5 0,2 1 1,-1-2-1,3-1-50,0-3 1,6-1 0,-4-3 0,2-1-103,-1-2 0,3-1 1,-4 7-1,6-1-308,6 1 1,-4 5 0,5 1 148,1-3 1,2 1-1,7 1 1,1 6 75,-1 4 1,-5 2 0,-1 0-1,3 0 56,2 0 1,-1 2-1,-1 2 1,-5 4 36,-1 1 1,4 3 0,-6 6 65,-3-1 1,-1-5-1,-2-1-90,0 3 0,-2-1 0,-3 1-182,-7-2 0,2-8 1,-1 3 260,-3 1 0,-1-6 0,-3 6 0</inkml:trace>
  <inkml:trace contextRef="#ctx0" brushRef="#br0" timeOffset="2">7214 210 8102,'0'-17'-559,"0"-1"0,0 7 1,0-1 1425,0-1 0,0-3 0,0-1-630,0-1 1,0 6 0,0 1 0,2-1-171,3 2 0,-1-3 0,8 5-192,2-2 0,1 6 0,2-1 0,1 3 28,-1 2 1,3 0 0,1 0-1,2 2-54,-1 3 1,-1 3 0,0 8 0,1-1 92,-7 5 1,3 1 0,-8-2 0,-1 3 74,-3 1 0,-4 6 1,-2-4-1,-2 3 57,-4 3 1,-3-4 0,-9 0 0,1 0 4,-1 0 0,-1-3 0,-3 3 0,-1-2 0,2-4 0,3-7 0,5-2 0,1-1 151,-2-1-231,7-2-1,-9-8 0,16 0 1,0 0-1,10 0 91,5 0 0,3-6 0,1 0 0,3 2-52,1 2 1,2-4 0,-4 1 0,5 1-35,1 2 1,0 0 0,4-2 0,-2-2-35,2 2 0,-6 2 0,1 2 1,-3 0-52,0 0 1,1 0-1,-7 0-106,0 0 1,1-6-581,-1 1-165,-7-1-300,-2 6 1233,-8 0 0,0-8 0,0-2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94"/>
    </inkml:context>
    <inkml:brush xml:id="br0">
      <inkml:brushProperty name="width" value="0.11429" units="cm"/>
      <inkml:brushProperty name="height" value="0.11429" units="cm"/>
      <inkml:brushProperty name="color" value="#E71224"/>
    </inkml:brush>
    <inkml:brush xml:id="br1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105 5293 9939,'-12'0'-798,"1"0"0,5 2 1077,-6 3 0,6-3-47,-5 4 0,7-2 1,-4 0 427,0 2-420,6 0 1,-7-6-230,3 0-196,4 0 193,-6 0 0,10 0 0,4 0 41,5 0 0,-1 0 1,2 0-43,1 0 1,-3 0 0,2 0 0,1 0 42,3 0 0,1-6 0,1 0 0,-1 2-22,1 2 1,-1-4 0,1 0 0,-1 3-50,1 1 0,1-4 0,2 0 0,3 0 39,-3-2 0,4 6 0,0-3 1,1 1-8,-1-2 1,4 4 0,-4-4-1,0 2-5,1-2 1,3 4 0,-6-3 0,0 3 0,3 2 0,-7 0 1,6 0-1,-2 0-11,1 0 0,-1 0 0,-6-2 1,1-2 2,-1-2 1,1 0 0,-1 6 0,1 0 10,-1 0 1,1-2-1,-1-2 1,1-1-12,-1 1 0,1 2 0,-1 2 0,1 0-13,-1 0 0,0 0 1,1 0-1,-1 0-11,1 0 0,-1 0 0,-1-2 0,-3-2 16,-1-2 0,0 0 0,5 6 3,1 0 0,-1 0 0,1 0 0,-1 0 14,0 0 1,1-5 0,-1-1 0,3 2-7,3 2 0,-4 0 1,5-2-1,-3-2 9,2 2 1,-3 0 0,3 1-1,-3-3-42,-3 2 0,6 0 0,2 0 0,1-2 52,-1 2 1,-2-3 0,-5 1 0,1 0-21,4-2 0,-3 6 0,3-4 0,-4 3-30,-1-3 0,-1 4 1,1-6-1,-1 2 18,1 0 0,-1-1 1,1 3-1,-1-4-41,1-2 1,-1 5 0,1-5-1,-1 2 32,1 4 1,-1-4-1,0 1 1,1-1-15,-1 0 1,3-4 0,1 5 0,2-1-10,-1 0 1,3-3 0,-2 3-1,1 0-5,1 0 0,-4-5 0,6 3 0,0-2-3,1 1 0,-5 1 0,6-4 1,2 3-39,2-3 0,-4 4 0,0 1 0,0-1 26,-1 0 0,5 5 0,-6-7 0,0 0 24,-4 3 0,2-7 0,1 6 0,-1-1 18,0-1 0,4 0 0,-4-5 0,1 1 14,-1 5 0,4-5 1,-4 5-1,2-5-16,4-1 0,-3 1 1,-1 3-1,0 1-2,0-2 0,0-1 0,4-1 1,-4 3-12,-1 1 1,-1 0-1,-4-3 1,4 1 18,3 3 1,-7-1-1,2-4 1,-1 3-35,1 1 1,-4 3 0,5-5 0,-3 4 14,2 2 1,-3-5-1,3 3 1,-2-1 28,3-1 0,-5 6 0,4-6 0,-1-1 29,1-3 0,-2 5 1,6-1-1,1-2 0,-1-1 0,-4 3 0,4 1 0,-2-3-10,-3-1 0,3-3 0,0 1 1,0-1-15,1 1 0,3 5 0,-6 0 1,-2 1 1,-1 1 0,-1-5 0,2 3 0,3-2 9,-3 3 1,-1-5-1,-3 6 1,0-1 30,1-1 1,-1 1 0,1-5 0,-1 2-11,1 3 1,5 1-1,0-4 1,-1 3-25,-3-3 0,-1 1 0,-1-1 0,2 2-3,5-1 0,-5-3 0,6 1 0,-1 1-26,-1 3 0,6 1 1,-4-4-1,0 3-68,1-3 0,-3 4 0,-6-1 1,3-1 100,3 2 1,-3-5-1,3 3 25,-4-3 0,-1 3 0,-1 0-26,1-1 0,-1-3 0,1-1 26,-1-1 1,0 1-1,1-1-22,-1 1 1,1 0 0,-1-1 0,1 1-7,-1-1 0,-1 1 1,-3-1-1,1 1 5,5-1 0,-7 7 0,5-1 0,-1-2 19,0-1 1,1-3-1,0 1 1,1-1-4,-1 1 1,1 5 0,-1 1 0,1-3-8,-1-1 0,1-1 1,-1 3-1,1 1 35,-1-2 0,1-1 0,1-3-54,4 1 0,-3-1 0,3 3 0,-4 1-13,-1 3 0,-1 1 1,1-4-1,-3 3-37,-3-3 0,3 4 1,-3-1 2,4-3 1,1-1-1,1-3 35,-1 1 0,-1-1 1,-3 3-1,-1 1-7,1 3 0,-3-1 0,2-6 0,1 3 4,3 3 0,-5-3 0,1 3 0,2-3 18,1-3 1,3 1 0,-1-1 11,1 1 0,-3-1 1,-1 1-1,-3 1-9,3 5 0,-4-5 0,1 4 0,1-3 2,-2-3 1,5 1 0,-5 0 0,1 1 21,1 4 1,-2-3 0,3 3 0,-1-3-2,2-3 1,-5 3 0,3 1-1,0 2-13,-3-1 0,5-3 1,-6-1-1,1 1-21,5 5 0,-4-5 0,-1 5 1,1-5-1,0-1 0,-4 5 1,3 0-1,1-1 11,0-3 1,-6 5 0,3-1-1,-1-2 12,0-1 1,2 3 0,-4 0-1,3-1-18,3-3 0,-6-1 0,4 1 0,-2 3-6,-1 1 1,7 1-1,-4-7 3,1 1 0,1-1 0,4 1 1,-5-1-4,-1 1 1,4 5 0,-4 0 0,-1-1 2,1-3 0,4 5 0,-4-1 1,1-2 1,1-1-1,2-3 1,-5 3-1,1 3 0,-4-3 0,6 3 0,-3-3 1,5-3-1,-4 1 10,2-1 1,-1 1 0,5-1-1,-4 1-7,-3-1 0,5 7 0,-6-1 0,0-1 46,1-3 1,-3 0-1,6 3 1,-2 1 5,-4-1 1,3-3 0,1 1 0,0 1-21,0 2 1,-3 1-1,-3-7-26,4 1 0,-4-1 0,6 3 1,-2 1-45,0 3 0,-1-1 0,-3-6-26,4 1 1,2 0 0,4-1 0,-5 1 31,1-1 0,-4 1 0,6-1 31,-3 1 0,5-1 0,-6 1 0,-2-1 39,-2 1 0,4 5 0,-1 1 1,-1-3 1,-2-1 1,0-3 0,2 1-39,2-1 0,0 1 0,-6-1 0,0 1-8,0-1 0,5 1 0,1-1-9,-2 1 0,4-1 1,-2 1 2,-2-1 0,-2 1 0,0 0 55,3-1 0,-3 1 0,4-1-21,-4 1 1,-2 5 0,0 0 15,0-1 1,6-3-1,0-1-29,-2-1 1,-3 1 0,-1-1-34,0 1 1,0 0-1,0-1 21,0 1 0,0-1 0,0 1 51,0-1 1,0 1 0,0-1 20,0 1 1,-1 1 0,-3 3-1,-2 1-3,2-2 1,2 5 0,2-3 0,0-1 11,0-3 0,-6 4 1,0 1-8,3-3 1,1-1-1,2-3-74,0 1 0,-2 5 0,-2 0 33,-2-1 0,0-3-4,6-1 1,0 5-147,0 1-480,0 7-1087,0-4 596,0 8 0,2 2 1088,4 4 0,-4-4 0,6 5 0</inkml:trace>
  <inkml:trace contextRef="#ctx0" brushRef="#br1" timeOffset="1">2375 1154 6493,'-10'-8'609,"1"6"0,5-6 82,-2 0 0,-2 6-194,2-3 0,3-3 48,-9 2-405,8 0-405,-4 6 0,10 0 162,4 0 0,-2 0 0,8 0 0,1 2 69,3 4 1,1-2-1,3 6 1,1-1 46,2 1 0,6-6 0,-5 4 0,-1-3-29,2 1 1,-4 2-1,7-4 1,-1 2 9,0-2 1,-6-3 0,3 1 0,-3 2-12,2 2 1,-3 0 0,3-6 7,-4 0 0,-9-2 333,-4-4-200,-4 4 0,-2-7-95,0 3 0,-2 4-33,-4-4 1,2 2-218,-7-2-212,7 4 262,-12-5 0,12 7 100,-7 0 0,5 0 0,-4 1 37,2 5 1,2-2-1,5 6 1,-3 0 58,-2-1 0,-2-3 1,4 6-13,-2 1 0,-5 3 0,5 1 0,0 3-10,-2 3 1,4-4 0,-5 7 0,-1-3 7,0 0 1,6 1 0,-3-7-1,1 0 32,0 1 0,-6 5 0,5 0-21,-3-1 0,4-5 0,-4-3-19,3-2 1,-1-3-1,4 5-385,-2-3-581,0-7-240,6 4 1203,0-8 0,0 0 0,0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9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315 280 7652,'0'-17'-160,"0"5"718,0 0 0,-2 1 0,-1-7-273,-3 1 0,0 5 0,6 0-112,0-1 0,-6-3 0,0-1 1,2-1-125,2 1 0,-5 5 0,-3 1 1,-2-1-144,1 2 1,5-3 0,-6 5 0,-1 0-45,-3 0 0,4 3 0,1 5 1,-3 0-78,-1 0 0,-3 2 0,3 3 0,1 7 77,2 4 1,1 1-1,-5 2 1,3 3 79,1 1 0,8 8 0,-4-2 0,3 4 73,-1 2 0,0 0 0,6 0 1,0-2-31,0-4 1,2 4 0,2-6 0,4 0 22,1-3 0,3-11 1,5-3-1,1-2 6,-1-4 0,1-2 0,-1-4 138,1-4 1,-1-4-1,-1-7 1,-3-1-95,-1 1 1,-6-3 0,3-1-1,1-2-19,0 1 0,-6-3 1,3 0-1,-1 0-37,0-1 1,2 1-1,-4 4 1,2-2-25,-3 1 0,-1 3 1,0 3-334,4 5 265,-4-5 1,8 16 0,-4 0 211,5 10 0,-1 11 0,2 2 1,1 1 33,3 1 1,1-4 0,1 6 0,-1 1-30,1-1 1,5-6-1,0 2 1,-2-3-33,-1-3 0,3-5 0,0-2 0,-1-3-86,-3-3 1,-1-2 0,1-2 0,2 0-263,3 0 0,-1-8 1,-6-1-1,1-3-299,-1 0 1,-1 1 551,-4-7 0,3 1 0,-5-1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9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228 33 8242,'9'-7'-335,"1"5"616,-4-4 0,-4 2-85,4-2-220,-4 4 1,-2-4 61,0 12 1,0-2-1,0 8 12,0 1 1,-6 3 0,-2 3 0,0 3 8,1 1 1,-7 6 0,4-4 0,-1 2-5,-1 4 1,0 2 0,-5 0-1,1-1 11,5-3 0,-5-2 1,7 4-1,-3-4 26,0-2 0,3-1 0,-5-9 1,4-1 144,2-3 0,1-7-70,1 2 0,2-4 30,-8-2-173,9 0-83,-5-8-29,8 6 19,0-6 0,0 6-263,0-3 58,0 3 233,0-6 330,0 8 211,0 0-488,8 0 1,1 0-10,9 0 0,-1 0 1,1 0-1,-1 0 28,1 0 1,5 2-1,2 2 1,2 4-6,4 1 0,2-3 1,0 6-1,-2-1 32,-2-1 1,2 6 0,6-5 0,0 3 28,-4-3 1,-2 3 0,2-6 0,-2 0-74,-2-1 1,-7 5-1,1-6-206,-4-2-38,-1-2 96,-8-2 0,-5-2-551,-10-4 0,1 4-315,-8-4 0,6 4 1000,-5 2 0,7-8 0,-4-1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9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297 866 8319,'10'9'826,"-3"-3"-538,-7-12 1,0-3 0,0-9-150,0 1 0,0-1 0,0 1-51,0-1 1,0 1 0,0-1 0,0 1-132,0-1 0,-2 7 1,-1-1-1,-5 1 50,-2 1 0,4-4 1,-5 8-1,-3 3-99,-1 1 1,-3 2 0,1 0 0,-1 2-12,1 3 0,-1 5 0,1 8 0,-1 1 64,1 4 0,-1 4 0,1 8 1,-1 0 26,1 0 0,5 0 0,3 2 0,1 2 12,4 2 0,2-1 0,2-5 0,2-2 15,4-4 0,-2 0 0,7-9 0,3-5 69,1 1 1,-3-8 0,0-3-1,-1-5 141,-1-5 0,6 1 1,-7-10-1,3-3-150,0-5 0,-7-3 0,5 2 0,0-6-73,0-4 1,-5 4 0,5 0 0,-2-2-90,-4-2 1,3 3 0,1 3 0,0 2-97,0 4 1,0-5 0,-5 3 0,3 2-150,-2 1 1,0 9 185,2-1 0,-2 8 1,5 0 168,-1 8 0,0 8 1,-4 9-1,2 4 141,-3 3 0,7-5 1,2 6-1,3 0 69,3-2 1,-1 6 0,1-6 0,-1 1-122,1-5 0,1-4 0,2-1 0,3-3-111,-3-3 1,4 2 0,-1-9 0,-3-1-274,-2-2 0,5-10 0,-1-3 0,-2-5-665,-1-1 1,-5-7 936,-3 1 0,11-8 0,-4 4 0</inkml:trace>
  <inkml:trace contextRef="#ctx0" brushRef="#br0" timeOffset="1">699 27 8535,'-12'-5'1317,"0"-1"-779,1-8-463,1 12 1,0 2 0,6 12 0,-1 3-137,1 3 1,2-1 0,0 1 0,-2 1-77,-2 4 1,-6-1 0,5 5 0,-1 0-176,0 0 1,-3-5 0,3 3 0,0-2-821,0 0 1132,-5 1 0,3 1 0,-7 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80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420 839 7571,'0'-10'-9,"0"0"301,0 4 1,2 4-33,4-3 1,-4 1-7,3-2-206,-3 4-299,-2-6 126,0 0 98,0 6 1,-2-5 0,-2 9 31,-1 3 1,-3-1 0,4 8 0,-4 0 15,-1-3 0,3 7 0,-6-5 0,0 5 45,3 1 1,-7 1 0,6-1 0,-1 1-49,-1-1 0,1 1 1,-5-1-1,2 3 24,3 3 1,5-4 0,-6 7 0,1-3-5,1 0 0,-4 0 0,7-3 0,-3 1 13,-4 2 1,5 1-1,-1-5 1,0 3 5,1 1 1,5 0 0,-4-5 0,2-1-16,0 0 1,-5 1-1,5-1 1,0 1-42,-2-1 0,6 1 1,-5-1-36,-1 1 0,6-1 1,-4 1 20,4-1 1,2-5 0,-2-1 0,-2 3 11,-2 2 1,1-5-1,5 1 0,0 1 0,-2 3 1,-2 1 3,-2 1 0,0-7 0,6 1 1,0 2 0,0 1 0,0 3 1,0-7 0,0 1 4,0 2 0,0-5-8,0 3 1,0 0-3,0 5 1,0-5-6,0-1 0,0 1 9,0 5 0,0-5 5,0 0 1,0-6-7,0 5 0,0 1 8,0 5 1,0-5 0,2-2 18,4-3 1,-4 1-5,4-2 0,-4 4-18,-2 7 1,5-5-5,1-1 0,0-5 1,-4 4 13,4-2 0,-4-1-25,4-1 5,3-4 1,-1 8-1,6-6 1,-3 2 1,-5-1-1,6-5 0,-1 0 0,7 0 0,-1 0 0,1 0 0,-1 0 0,1 0 1,-1 0-1,1 0 1,-1 0 1,-5 0 0,-1 0 0,3 0 0,1-5 13,3-1 0,-1 0 58,1 6 1,-1 0-75,1 0 0,-7 0-22,1 0 20,0 0 1,5 0-9,1 0 0,-7 0 12,1 0 1,-6 0 3,5 0 1,-5 0 11,6 0 1,-6 0 17,5 0 1,-5 2 2,6 4 0,-8-2 29,2 7 0,-3-7 0,1 4 23,2 0 0,0-4-24,-6 7 0,0 1 3,0 5 1,0 1 0,0-1-10,0 1 0,0-1 1,0 1-63,0-1 1,0 1 0,-2-1-19,-4 0 1,4 1-1,-4-1 1,4 1 20,2-1 0,-1 1 0,-3-1 0,-2 1-51,2-1 0,2-5 1,2-1-1,0 3 61,0 2 0,-2 1 0,-2 1 0,-2-1 9,2 0 0,1 1 1,-1-1-1,-2 1-14,2-1 0,0 1 1,0-1-1,-2 1-6,3-1 0,-1 1 0,0-1 1,-2 1-57,2-1 1,2 0 0,2 1 0,-2-1 8,-4 1 1,4-1 0,-3 1 0,3-1 42,2 1 1,-2-1 0,-2 1 0,-2-1 8,2 1 1,2-1 0,2 1 0,-2-1-5,-4 0 0,5-5 0,-5 2 0,2 1 12,-2 1 0,4 5 1,-4-9-1,2 5-13,-1 6 0,3-3 0,-4 3 0,2-3 0,-2-3 1,4 0 0,-6 1-1,3-1 1,-1 1 1,-2-1 0,4 1 0,-2-1-6,2 1 1,-3-1 0,1 1 0,2-1 2,2 1 1,-4-1 0,0 1 0,0-1-17,-1 0 0,5 1 1,-4-1-1,4 1 16,2-1 1,-6 1 0,0-1 3,3 1 0,-5-1 1,2 1-1,2-1-1,2 1 0,-4-1 1,0 0 9,3 1 1,-5-1 0,2 1 0,2-1 1,0 1 0,0-1 4,-1 1 1,-1-1 0,4 1-10,-4-1 1,4 1 0,-6-3 0,2-1 8,1-3 1,-1 1-1,4 4-14,-4-5 1,4 5 0,-4-5 11,4 5 1,0-5 0,-2 1 47,-1 2 1,-1-5 0,6 3 22,0 2 1,-2 1-91,-4 3 0,4-7 0,-4 1-47,4 1 0,2-3-18,0 2 1,0-6 36,0 5 0,0-5 73,0 6 1,0-6 38,0 5 0,-2-7 0,-1 4-32,-3 0-45,0-6 223,6 13-58,0-13 1,-2 6 52,-4-8-219,4 0 0,-7-2-42,3-4 0,2-2 0,-6-5 20,2 1 0,-3 0 1,5-5-7,2-1 0,-4 1 1,2 0-31,3-1 0,-5 1 0,2-1 0,2 1 27,2-1 1,2 1 0,0-1 0,-2 1 36,-4-1 1,4 1 0,-3-1 59,3 1 1,2 0-1,0-1 5,0 1 0,0-1 1,0 1 28,0-1 1,0 7-78,0-1-40,0 8 0,0-6-31,0 5 11,0 3-42,0-6-143,0 8 79,0 0 181,0 8 1,0 1-5,0 9 0,2-3 0,1-1 0,3-3 59,-2 3 1,-2 2-1,0 1 1,2 1-26,2-1 0,0 0 0,-4 3 0,1 1-53,3 2 0,0 1 1,-6-7-1,2 1 2,4-1 0,-4 1 1,4-1-1,-3-1 37,3-5 0,-4 5 0,4-5-13,-4 5 1,-2-4-1,0-1-27,0 3 1,6-4-19,0 1 0,-1-5-106,-5 6 64,0-8 0,0 5 29,0-3 0,2-4 18,4 4 0,-4-2 9,4 1 21,-4-3 38,-2 6 24,0-8 251,0 0-338,8 0 1,1-6 0,7-1-85,-4-3 0,1 4 0,-5-4 0,0 1 20,-1-1 0,7 4 0,-4-5 1,1-3-16,1-2 1,0-1-1,5 1 1,1 3 20,-1 1 0,0 1 0,-1-7 1,-2 1 17,-3-1 1,1 7 0,5-1 0,-1-2 11,-4-1 0,3 3 0,-5 0 0,1 1-32,1 1 0,0-5 52,5 3 0,1-4 21,-1-1 1,-5 7-1,-3 3-4,-1-1 0,0 6 1,-2-4 96,-4 4 50,5 2 92,-7 0-899,0 0 0,-7 0 0,-3 0 0</inkml:trace>
  <inkml:trace contextRef="#ctx0" brushRef="#br0" timeOffset="1">1206 53 7677,'0'-12'385,"0"0"-172,0 9 0,0-7 197,0 4-296,0 4 0,-2-6-223,-4 8 1,2 0 73,-8 0 0,7 0 1,-7 2-1,0 4 33,3 6 0,-9 3 1,3 3-1,-7-1 52,1 1 0,0 1 0,-1 2 0,-1 5 28,2 1 1,-1-6-1,1 4 1,-2-1-32,1-1 1,9 0 0,1-5 0,0-1-6,3 1 1,-5-1 0,8 0-2,2 1 0,2-1-27,2 1 0,0-6 0,2-3 24,4-1 0,4-2 0,7-4 1,1 4 0,-1-4 1,1 3 38,-1-3 1,3 4 0,1 0 0,2-2-77,-1-2 0,-3 0 0,-1 2 1,-1 1 15,0-1 1,1 4 0,-1 0-1,1 0-61,-1-1 0,1 7 0,-1-4 0,1 1 21,-1 1 0,-1 0 0,-3 5 0,-3 2-10,-2 5 1,0-3 0,-5 6 0,3 0 21,-2 1 0,-2-5 1,-4 6-1,-4 2 27,-5 2 0,1-4 0,-2-2 1,-1 0 64,-3 1 0,-1-7 0,-1 2 0,1-3 20,-1-3 0,1-5 0,-1-3 0,1 1 31,-1 0 0,1-6 1,0 2-1,-1-5-134,1-1 1,-1-5-1,1-3 1,-1 0 35,1 0 0,-1-5 0,1 1 0,-1-3-114,1-3 0,-1 1 0,1-1-23,-1 1 1,7-1-1,1 1 1,2-1 62,5 1 0,1-1 0,2 1 0,0-1 11,0 1 1,0 0 0,2 1 0,3 2 4,7 3 1,-2-1 0,1-5 19,3-1 0,1 1 0,3 1 0,-1 3-9,1 1 1,-1 6-1,1-4 1,-1 1-15,1-1 0,-1 4 0,1-3-33,-1 1 1,1 0-1,-1 4-145,0-2 0,-5 1-371,0 5 45,-8 0 1,3 1-174,-7 5 1,0 4 702,0 7 0,0 1 0,0-1 0</inkml:trace>
  <inkml:trace contextRef="#ctx0" brushRef="#br0" timeOffset="2">1817 210 7020,'6'-12'-101,"0"1"1,-1 5 435,-5-6 0,0 6 31,0-5 0,6 5-95,0-6 0,0 6 174,-6-5-448,0 7 0,-2-4 0,-4 8-34,-6 0 0,3 2 0,-3 4 1,-1 5-22,-3 5 0,-1 3 0,-3 3 1,-1 3-10,-2 2 1,-1 2-1,5 6 1,-3 0 55,-1 0 0,0 6 0,5 1 0,3 3 96,3 4 0,-1 1 0,7 1 0,2-5-24,2-5 1,2 2 0,2-3 0,4-3 64,5-6 1,5-4 0,1-7 0,1-1-89,-1-3 0,1-9 1,1 3-1,3-2 41,1-4 1,2-2-1,-4-4 1,5-2-1,1-2 0,-6-7 1,4-1-1,-1-5-71,-1-5 1,0-5 0,-3 4-1,1 0-52,2-1 1,1-5 0,-7 2 0,-1-2-28,-5 2 1,5-4 0,-7 4 0,3-2 68,0 2 0,-6-4 1,3 6-1,-1-2 53,-4 0 1,-2-1 0,-2-3-1,0 4 84,0 6 1,-2-2-1,-4 2 1,-6-1-71,-3-1 0,3 6 1,1-3-1,-3 7-28,-1 3 0,-3 0 0,1-5 0,-1 1-37,1 5 1,3-3 0,1 6 0,-5 1-16,-1-1 0,9 2 0,-8 6 0,3 0-44,-1 0 0,-1 0 1,-1 0-1,1 0-261,0 0 1,-1 0-1,1 2-75,-1 4 0,7 2 0,1 5 0,2-1-170,4 1 1,-4 3 0,3 1 564,1 1 0,-6-1 0,0 1 0</inkml:trace>
  <inkml:trace contextRef="#ctx0" brushRef="#br0" timeOffset="3">1852 734 8260,'-6'-12'65,"0"0"1,-5 7 400,5-7 0,-2 8 1,4-4 504,-2 1-937,0 5-85,6-6 1,2 10 110,4 4 0,4 3 0,5 9 0,-1-1 112,-2 1 1,-1-1-1,7 1 1,-1-1-56,1 1 0,-1 5 1,1 2-1,-1 0 31,1 1 0,-1 3 0,2-4 0,3 0-79,1 0 0,0 4 1,-5-5-1,-1-3-16,1-1 0,-7-3 0,1-1 0,0-3-26,-3-1 0,1-8 0,-6 3-229,2 1 102,0-6 217,-6 6 0,0-10 126,0-4-279,0 4 1,-2-6-911,-4 8 1,4-2-1740,-4-3 2685,4 3 0,2-6 0,0 8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53.28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193 70 8218,'9'-8'-699,"-1"4"760,-8-7 1,0 5 1144,0-6-818,0 8 0,0-5 132,0 3-316,0 4-449,0-6 217,0 8 1,-6 8 0,0 3 0,1 3-1,-3-2 1,6 5 0,-6-1 0,2 5 43,1 0 1,-7 1 0,6-1 0,0 2 18,-2-1 1,5 3 0,-7 0 0,0 2 17,0 4 0,7 2 0,-5 0 0,2-2 12,0-2 0,-2 1 1,5 3-1,-3-2-49,2-2 0,0-8 1,0 4-1,-2-1 10,2-1 0,2 0 0,0-5 1,-1-1 31,-3 1 1,0-1-1,6 0 31,0 1 1,-6-1-68,0 1 1,1-1-46,5 1 0,0-1 1,0 1 1,0-7-19,0 1 0,0 0-9,0 5 1,0-5-36,0-1 1,0-5 9,0 6 0,1-8 16,5 2 0,-4-3 0,6 1-20,0 2 0,-4 0 55,7-6 1,-5 0 39,6 0 0,-6 0-9,5 0 0,-5 0-5,6 0 1,-7 0 4,7 0-11,0 0 0,5 0-4,1 0 1,-7 0-2,1 0 1,0 0 4,5 0 1,-5 0-1,-1 0-1,3 0 0,1 0 0,3-2 1,-1-4 1,1 4 0,-1-4-4,1 5 0,-1 1 0,1 0 0,-1 0 5,1 0 0,-1 0 1,1 0-1,-1 0 1,1 0 1,-1 0 0,0 0 0,1 0 0,-1 0 1,1 0-7,-1 0 0,1 0 1,-1 0-25,1 0 1,-7 1 0,-1 5 12,-2 6 0,3-2 2,-5 1 0,2 1-12,-2 5 1,-4 1-1,4-1 21,-4 1 0,-2-1 1,0 1-1,0-1-48,0 1 0,0-1 0,0 1 0,0-1 48,0 0 0,0 1 0,0 1 0,0 3 20,0 1 1,0 2 0,0-3 0,0 3-7,0 2 0,0-4 0,0 4 1,0 1 30,0-1 1,0 0 0,0 4-1,0-4-23,0-2 1,-6 4 0,0-3 0,2-1 2,2 0 1,2 0-1,0-3 1,0 1 17,0-2 1,0-1 0,0-1 0,0 2 24,0 3 1,0-1-1,-2-5 1,-2-1-44,-2 0 0,1 1 0,5-1 0,0 1 2,0-1 0,0 1 0,0-1 0,-2 1-8,-4-1 1,4-5 0,-4-1 3,4 3 1,2 2-26,0 1 0,-6 0-3,1 1 0,-1-6 6,6-1 1,0-5 82,0 6 27,0-8-55,0 3 19,0-7 204,0 0-301,0-7 1,0 3 25,0-8 1,-2 8 0,-2-4 1,-2 1 0,0 3 1,4-8 0,-4-1 1,5 3-1,-5-2 1,2 1-1,-2 1 0,2-6 0,-6 5-2,3-5 0,-5-1 0,4-1 2,-1 1 1,-1-1-1,-4 1 19,3-1 1,7 7 0,-4 1-11,0 2 1,-1-3-13,-9 5-125,8 0 1,-3 8 100,7 4 0,0-2 0,6 7 0,-2 3 61,-4 1 1,4 3 0,-3 1 3,3 5 0,2-5 0,0 4 0,2-3 33,3-3 0,-3 2 0,6 3 0,-2 1 81,0-2 1,5 5 0,-3-3 0,2-4-16,3-5 0,-3 1 0,0-3 1,0 4-7,-1 1 0,-3-7 0,6-2 16,1-1 1,3-5-111,1 4 0,-5-6 0,0-4 0,-1-4-37,-1-1 1,5-1-1,-5-4 1,2 3-75,-1-3 0,1-1 0,6-3 0,-1 1-81,0-1 0,1 1 0,1-1 0,3 1-54,1-1 0,0 1 0,-3 0 0,1-1 20,2 1 1,1-1 0,-7 1 0,2 1 32,5 5 1,-5-3-1,2 6 1,-5 0-40,-4 1 1,-7-1-680,7 2-465,-8 4-119,4-6 1456,-8 8 0,0 8 0,0 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59.48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542 86 8230,'0'-12'2673,"0"0"-1836,0 8-691,0-11 0,-2 13-192,-4-4 0,2 4 0,-8 2 0,-1 0-109,-3 0 1,-1 8 0,-3 4 0,-3 5-19,-6 6 1,-4 4 0,-2 8 0,0-2 148,0-4 1,6 4-1,2-3 1,2 3 9,3 1 1,3-4 0,3-3-1,3-2 20,1-4 1,8-1 0,-2-3 0,4 1 3,2-1 0,2-5 0,4-1 0,6 1 53,3-2 0,3 3 1,-1-5-1,1 0-3,-1 0 1,1 3-1,-1-3 1,3 0-21,3 0 0,-4 3 0,5-3 1,-3 2-17,2 3 0,-1-3 0,5 2 0,-2 1-40,-4 3 1,-1 1-1,-3 1 1,1-1-57,-1 1 1,-7 5 0,-2 0 0,-3 0 0,1 3 1,0-7 0,-8 6 0,-4-1 55,-5-1 0,-5 6 1,-3-6-1,-3-1 3,-1-3 1,-8-2 0,4 1 0,-2-3 21,0-3 0,-1-2 1,-2-6-1,0 1-31,3-1 0,0-2 0,-4-4 1,2-2-21,2-1 0,8-9 1,-3 2-1,5-3 32,2-3 1,7 1-1,4 0 1,4-3-15,2-3 1,0 1-1,0-5 1,0 0 22,0 0 0,8 4 1,4-6-1,3-2 7,3-2 0,1 5 1,2 3-1,5 2 3,1 0 0,-4-3 0,4 7 0,-2 0-23,-3 3 0,1 8 0,-4-1 0,-3 1-321,-1 4 0,-1 4 0,-2 6-230,-7 5 0,-3 5 1,-2 1 563,0 1 0,0 7 0,0 2 0</inkml:trace>
  <inkml:trace contextRef="#ctx0" brushRef="#br0" timeOffset="999">838 313 6542,'0'-18'574,"0"1"1,0-1-1,0 1 100,0-1 0,0 1 446,0-1-1165,0 9 0,0 3 0,0 12-13,0 5 1,0 5-1,0 3 1,0 3 56,0 1 1,0 10 0,0 0 0,-2 6 134,-3-1 1,3 5-1,-4 0 1,4 1 36,2 5 0,0-4 0,-2-1 0,-2 1 19,-2-1 1,0-3 0,6 2 0,0-4-84,0-6 1,0-4-1,0 0 3,0-6 0,2-5-30,4-7 1,-4-5 0,6-12 0,-2-5 49,0-5 1,7-9-1,-3-2 1,2-2-257,-1 0 0,1-1 0,3-5 0,-1 1-12,-2-1 0,-1 0 1,5 0-1,-3 2 54,-1 4 1,-2-2 0,3 5-1,-1-1 48,1-4 1,-3 6 0,2 2 0,-1 3 70,-1 3 1,4-1-207,-8 1 0,1 9 84,-1 8 0,-4 8 0,4 9 1,-4 1 94,-2-1 0,6 8 1,-1 3-1,-1 1 113,-2 0 1,4 0-1,2 6 1,0 0-27,-1 0 0,5-6 0,-4 0 0,0 2 29,-1 2 0,7-4 0,-2 0 1,1 0-22,-1-2 0,3-1 0,-5-9 1,2 1 30,-1-1 1,-5-1-35,6-5 1,-6-3 172,5-8 1,-7-2 0,4-4-210,0-5 1,-6-7 0,3-3 0,-1-2-110,2 1 0,-4-5 0,6 0 1,-2-2 2,-1 0 0,3 0 1,-4-8-1,2-2-100,-2-2 0,4-5 0,-3 3 0,-1-2 5,-2-3 1,-2-3 0,2 1 0,2 1 155,2 3 0,0 7 1,-6-2-1,0 4 78,0 2 0,0 2 1,2 4-1,1 6 76,3 4 0,0 1-279,-6 1 0,2 7-927,4 4 1,-4 6-646,4 6 0,-2 4 1678,1 7 0,-3 8 0,6 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8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53 192 6331,'0'-9'3035,"0"-7"-2884,0 4 1,0 3-227,0-3 1,0 6-62,0-5 1,2 1-14,3-2 1,-1 5 0,8 7 5,2 0 1,1 0 74,3 0 0,-7 2 0,-1 3 62,-2 7 0,3-2 1,-5 1 163,-2 3 0,-2 1 132,-2 3 0,-8-6-163,-4-1 0,-3-7 0,-2 2-8,-1-4 0,6-2 0,1 0-65,-3 0 0,6-2 0,1-2 1,1-4-49,0-1 1,0 3-1,6-6 1,0-2-20,0-1 0,0 3 1,0 1-1,0-3-48,0-1 1,2-1 0,2 2-1,4 5-146,1 1 1,-3-4 0,6 5-17,2-3 1,1 6 0,3-2 63,-1 4 1,0 4 0,-1 4 140,-4 6 1,1-3-1,-7 3 1,-2 2 11,-2 1 0,-2 3 0,0-1 107,0 1 1,0-1 0,-2 0 0,-4-1 164,-6-4 1,-3 3 0,-3-5-62,1 0 1,0-3 0,-1-5-38,1 4 1,-1-4-93,1 4 0,1-6 0,3-4 0,3-4-115,2-2 0,2-1 1,6-7-99,0 1 1,0 5 0,2 3 0,2-1-189,2 0 1,7 4 0,-1-3 90,4 1 1,1 2 0,1 6-30,-1 0 0,1 0 154,-1 0 0,-2 8-258,-3 3 0,-4 5 367,-8 1 0,-8 1 0,-2-1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87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157 315 12748,'8'10'-1471,"-6"-1"3488,4-3-2154,-4-4 0,-2 4 540,0-12 1,0 2 0,0-7-166,0-3 1,0 4-1,0-1-181,0-3 1,2-1-1,2-3 54,2 1 0,1 1 0,-3 3 0,2 1 36,-2-2 1,4-1 0,-1-3 0,1 1 163,0-1 1,0 1-1,-4 0-137,1-1 0,3 6 0,-4 1 757,2-3-1050,0 6 1,-4 1-53,3 7 1,-3 7 0,4 5 106,-4 4 0,-2-5 0,0 1 1,0 1 13,0 3 1,0 1-1,0 1 1,2 1-55,4 5 0,-4-5 1,4 6-1,-4-1 17,-2-1 1,0 8-1,2-4 1,1 2 18,3 0 0,0 0 0,-6 6 0,0 0 27,0 0 1,0-2-1,0-2 1,0-2-38,0 2 1,0-4 0,0 1 0,0-3 284,0-4 1,0-1 0,0-3-80,0 1 0,0-7 1,-2-1 311,-4-2 268,4-3-410,-5-5-660,7 0 1,0-1-1024,0-5-524,0 4 1909,0-6 0,0 0 0,0-1 0</inkml:trace>
  <inkml:trace contextRef="#ctx0" brushRef="#br0" timeOffset="1">0 856 12695,'0'10'650,"0"-2"-1140,0-8-134,0 0 427,8 0 1,-4 0-1,8 0 1,1 0 47,3 0 0,1 0 0,2 0 0,3 0 76,1 0 1,8 0 0,-2 0 0,4 0 25,2 0 0,0 2 0,2 2 0,2 2-35,2-3 1,-1-1 0,-7-2 0,-2 0 183,-2 0 1,-5 0-1,3-2 86,-2-3 1,-2 3-119,-5-4 0,-8 2-61,-5-2-512,-3 4-148,-9-6 1,-3 8-459,-8 0 1113,9 0 1,-7 0 0,6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9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 5886 7072,'-9'0'242,"1"-2"-129,8-4 1,0-3-65,0-9 0,0 1 1,0-1-1,0 1-21,0-1 0,2-1 0,2-2 0,2-3-6,-3 3 0,1-4 0,0 2 1,2-1 7,-2-1 1,4 4 0,-3-7-1,1 1 7,2 0 0,-6 4 0,6-4 0,-2 0 4,-1-1 1,3 5-1,-4-4 1,2 2-20,-2 3 0,4-3 0,-3 0 1,1 0-9,2-1 1,-6-3 0,6 4 0,-3-2-29,1-4 0,6 4 1,-4 0-1,-1-1-6,1 1 0,0 4 0,-4-6 1,4 0-4,1 2 0,-3-1 1,4 7-1,-2-4-2,-5-2 0,5 3 0,-2-3 0,0 0-6,2 0 0,-4 4 1,5-7-1,1 1-4,0 2 0,-5-4 0,5 6 0,0-2 2,0-4 0,-5 4 1,7-1-1,0 3 35,-3 4 1,5-4 0,-6-1 0,-1 1-3,1 0 1,6 0-1,-4 3 1,1-3-27,1-2 1,-1 4 0,5-5 0,-2 3 3,-3 4 0,1-4 0,5-1 1,1 1 0,-1 0 1,1 0 0,-1 3-1,1-3 8,-1-2 1,1 4-1,-1-4 1,0 1-3,1 5 1,-1 0 0,1-1-1,-3-1-5,-3 2 1,4 1-1,-5 1 1,5-2 9,1-3 1,1 1 0,-1 6-1,-1-3 7,-5-3 0,5 3 0,-5-3 0,5 4 3,1 1 1,-5 1-1,0-1 1,1 1 4,3-1 0,-5 1 0,1-1 0,0 1-4,-3 0 1,7-1 0,-6 1-1,1-1-7,1 1 1,0-1-1,5 1 1,1-3-25,-1-3 0,0 4 1,3-7-1,1 3 21,3 0 0,-1 0 1,-6 5-1,1 1 11,-1-1 0,1 1 0,-1-1 0,1 1 3,-1-1 0,-5 7 1,-1-1-1,3-2 1,1-1 0,3-3 1,-1 1-1,1 0-3,-1-1 0,1 1 0,-1-1 1,1 1-5,-1-1 1,1 1 0,-1-1-1,1 1 27,-1-1 0,0 1 1,1-1-1,-1 1 11,1 0 1,-1-1 0,-1 1 0,-3-1 3,-1 1 0,0 5 0,5 0 0,-1-1-37,-5-3 1,5-1 0,-4-1-1,3 1 3,3-1 1,-1 1 0,0-1 0,1 1 4,-1 0 1,1-1-1,-1 1 1,1-1 5,-1 1 1,3-1-1,1 3 1,2 1 4,-1 2 1,-3 1-1,-2-5 1,1 3-24,-1 1 0,1 0 1,-1-3-1,1 1-10,-1 3 0,1 5 0,1-6 0,2-1 5,3-3 1,-1-1 0,-5-1 0,1 1 0,4-1 0,-3 7 0,3-1 1,-4-2 1,-1-1 0,-1 3 1,1 1-1,-1-3-3,1-2 0,-1 1 0,2 1 0,3 3-7,1-3 0,0 1 0,-5-1 0,1 2 5,5-1 0,-5 3 0,4-2 1,-3 1 5,-3 1 1,1-5-1,1 5 1,2-2 7,3 1 0,-1 5 0,-6-4 0,3 0 17,3 1 1,-4-3 0,7-4 0,-3 3 6,0 1 0,1 3 0,-5-5 1,2 2-10,3-1 1,-1 3-1,-4-2 1,3 1 12,1 1 1,0-4 0,-5 7 0,-1-1-11,1 0 0,-1 0 0,1 5 0,-1-5-12,0-2 0,1 4 0,-1-3 0,1 1-16,-1 4 1,3-6-1,1 0 1,4-1 3,2-1 0,-5 6 1,3-3-1,0-1-5,4 0 0,-2 4 1,1-3-1,-3-1 1,-4 0 0,4 5 0,-1-5 0,-1 0 13,2 0 0,-5 5 0,5-5 1,-2 0 2,0 0 1,1 5 0,-5-5 0,2 0-12,3 1 1,-1 5 0,-5-4 0,-1 2 15,0 0 0,1-5 0,1 3 0,3 0-6,1 0 1,0-3 0,-3 5-1,1 0-1,2-2 0,3 4 0,-5-5 1,4-1-9,2 0 1,-5 4 0,3-3 0,0 1-1,4 4 0,-4-4 0,1 3 0,-3-1-9,0-2 0,2 6 1,-1-6-1,3 2 6,0 1 0,0-1 1,-5 4-1,1-2 18,-2-2 1,4-2 0,-1 5 0,-3-3 9,-2 2 1,1 0 0,1 0 0,2-4-6,-1-1 0,3 5 0,-2-4 0,1 2-21,1 0 0,-6-5 0,5 5 0,-3 2-7,2 2 0,-3 0 1,3-2-1,-4-2-16,-1 2 1,1 3-1,2 1 1,3-2 44,-3-4 1,0 4 0,1-4-1,1 4-21,-2 2 1,1-6-1,-1 0 1,2 3 9,-1 1 0,3-4 0,-2 0 0,1 2 30,1 2 0,-6-4 0,4 1 0,-3 1-14,-3 2 0,7-4 1,-1 0-1,-2 2-3,-1 2 0,-3 2 1,1-2-1,1-2 8,4-1 0,-3-1 1,3 6-1,-4 0-30,-1 0 1,-1-2 0,3-2-1,1-2 18,2 2 1,1 2 0,-7 2-1,2 0-26,5 0 1,-5 0 0,4-2 0,-3-2-4,-3-1 0,1-1 0,-1 6 0,1 0 11,-1 0 0,1 0 0,-1 0 0,1 0 2,-1 0 1,0 0 0,1 0 0,-1-2-6,1-4 0,-6 4 0,-1-4 0,3 4 6,1 2 1,-3 0 0,0 0 0,1 0 3,3 0 0,-5 0 0,1 0 0,2 0-11,1 0 1,-3 0 0,-1 0 0,3 0 7,1 0 1,3 0 0,-1 0 36,1 0 1,-1 0-5,1 0 0,-1 0 76,1 0 77,-1 0 233,-7 0-108,-2 0-409,-8 0-213,0 0-437,-8 0 1,6-2-988,-4-3 1727,4 3 0,2-6 0,0 8 0</inkml:trace>
  <inkml:trace contextRef="#ctx0" brushRef="#br0" timeOffset="1">6690 717 8609,'0'-18'104,"0"7"1,2 1-181,3 2 1,-1-3 48,8 5 0,0-6-184,5 6 0,1 0-231,-1 6 389,0 0 0,-1 2 1,-4 4 48,-7 6 0,-3-2 1,-2 1 16,0 3 0,-5-5 1,-3 1-1,0 0 144,0 0 0,-5-7 0,1 3 180,-3-4 0,-3-2-174,1 0 1,-1-2-113,1-4 0,5-1 0,2-7 0,3 2-38,3-1 1,2 3-1,2-1-74,0-3 1,0 4 0,2-1-53,4-3 0,-3 6 1,7 1-1,0 1-69,0 0 1,1 0 0,7 6 110,-1 0 0,1 2 0,-1 4 69,0 5 0,-5 5 0,-2 1 0,-2 1 36,-5-1 0,-1 1 0,-2-1 124,0 1 1,0-1 0,0 1 0,0-1 31,0 1 0,-5-7 0,-3-1 0,-2-2-32,-3-4 1,-1-1 0,0 1 0,3 2-22,-3-2 0,-1-2 0,-1-4 1,3-4-51,1-5 0,2 1 1,-1-2-1,3-1-50,0-3 1,6-1 0,-4-3 0,2-1-103,-1-2 0,3-1 1,-4 7-1,6-1-308,6 1 1,-4 5 0,5 1 148,1-3 1,2 1-1,7 1 1,1 6 75,-1 4 1,-5 2 0,-1 0-1,3 0 56,2 0 1,-1 2-1,-1 2 1,-5 4 36,-1 1 1,4 3 0,-6 6 65,-3-1 1,-1-5-1,-2-1-90,0 3 0,-2-1 0,-3 1-182,-7-2 0,2-8 1,-1 3 260,-3 1 0,-1-6 0,-3 6 0</inkml:trace>
  <inkml:trace contextRef="#ctx0" brushRef="#br0" timeOffset="2">7214 210 8102,'0'-17'-559,"0"-1"0,0 7 1,0-1 1425,0-1 0,0-3 0,0-1-630,0-1 1,0 6 0,0 1 0,2-1-171,3 2 0,-1-3 0,8 5-192,2-2 0,1 6 0,2-1 0,1 3 28,-1 2 1,3 0 0,1 0-1,2 2-54,-1 3 1,-1 3 0,0 8 0,1-1 92,-7 5 1,3 1 0,-8-2 0,-1 3 74,-3 1 0,-4 6 1,-2-4-1,-2 3 57,-4 3 1,-3-4 0,-9 0 0,1 0 4,-1 0 0,-1-3 0,-3 3 0,-1-2 0,2-4 0,3-7 0,5-2 0,1-1 151,-2-1-231,7-2-1,-9-8 0,16 0 1,0 0-1,10 0 91,5 0 0,3-6 0,1 0 0,3 2-52,1 2 1,2-4 0,-4 1 0,5 1-35,1 2 1,0 0 0,4-2 0,-2-2-35,2 2 0,-6 2 0,1 2 1,-3 0-52,0 0 1,1 0-1,-7 0-106,0 0 1,1-6-581,-1 1-165,-7-1-300,-2 6 1233,-8 0 0,0-8 0,0-2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94"/>
    </inkml:context>
    <inkml:brush xml:id="br0">
      <inkml:brushProperty name="width" value="0.11429" units="cm"/>
      <inkml:brushProperty name="height" value="0.11429" units="cm"/>
      <inkml:brushProperty name="color" value="#E71224"/>
    </inkml:brush>
    <inkml:brush xml:id="br1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105 5293 9939,'-12'0'-798,"1"0"0,5 2 1077,-6 3 0,6-3-47,-5 4 0,7-2 1,-4 0 427,0 2-420,6 0 1,-7-6-230,3 0-196,4 0 193,-6 0 0,10 0 0,4 0 41,5 0 0,-1 0 1,2 0-43,1 0 1,-3 0 0,2 0 0,1 0 42,3 0 0,1-6 0,1 0 0,-1 2-22,1 2 1,-1-4 0,1 0 0,-1 3-50,1 1 0,1-4 0,2 0 0,3 0 39,-3-2 0,4 6 0,0-3 1,1 1-8,-1-2 1,4 4 0,-4-4-1,0 2-5,1-2 1,3 4 0,-6-3 0,0 3 0,3 2 0,-7 0 1,6 0-1,-2 0-11,1 0 0,-1 0 0,-6-2 1,1-2 2,-1-2 1,1 0 0,-1 6 0,1 0 10,-1 0 1,1-2-1,-1-2 1,1-1-12,-1 1 0,1 2 0,-1 2 0,1 0-13,-1 0 0,0 0 1,1 0-1,-1 0-11,1 0 0,-1 0 0,-1-2 0,-3-2 16,-1-2 0,0 0 0,5 6 3,1 0 0,-1 0 0,1 0 0,-1 0 14,0 0 1,1-5 0,-1-1 0,3 2-7,3 2 0,-4 0 1,5-2-1,-3-2 9,2 2 1,-3 0 0,3 1-1,-3-3-42,-3 2 0,6 0 0,2 0 0,1-2 52,-1 2 1,-2-3 0,-5 1 0,1 0-21,4-2 0,-3 6 0,3-4 0,-4 3-30,-1-3 0,-1 4 1,1-6-1,-1 2 18,1 0 0,-1-1 1,1 3-1,-1-4-41,1-2 1,-1 5 0,1-5-1,-1 2 32,1 4 1,-1-4-1,0 1 1,1-1-15,-1 0 1,3-4 0,1 5 0,2-1-10,-1 0 1,3-3 0,-2 3-1,1 0-5,1 0 0,-4-5 0,6 3 0,0-2-3,1 1 0,-5 1 0,6-4 1,2 3-39,2-3 0,-4 4 0,0 1 0,0-1 26,-1 0 0,5 5 0,-6-7 0,0 0 24,-4 3 0,2-7 0,1 6 0,-1-1 18,0-1 0,4 0 0,-4-5 0,1 1 14,-1 5 0,4-5 1,-4 5-1,2-5-16,4-1 0,-3 1 1,-1 3-1,0 1-2,0-2 0,0-1 0,4-1 1,-4 3-12,-1 1 1,-1 0-1,-4-3 1,4 1 18,3 3 1,-7-1-1,2-4 1,-1 3-35,1 1 1,-4 3 0,5-5 0,-3 4 14,2 2 1,-3-5-1,3 3 1,-2-1 28,3-1 0,-5 6 0,4-6 0,-1-1 29,1-3 0,-2 5 1,6-1-1,1-2 0,-1-1 0,-4 3 0,4 1 0,-2-3-10,-3-1 0,3-3 0,0 1 1,0-1-15,1 1 0,3 5 0,-6 0 1,-2 1 1,-1 1 0,-1-5 0,2 3 0,3-2 9,-3 3 1,-1-5-1,-3 6 1,0-1 30,1-1 1,-1 1 0,1-5 0,-1 2-11,1 3 1,5 1-1,0-4 1,-1 3-25,-3-3 0,-1 1 0,-1-1 0,2 2-3,5-1 0,-5-3 0,6 1 0,-1 1-26,-1 3 0,6 1 1,-4-4-1,0 3-68,1-3 0,-3 4 0,-6-1 1,3-1 100,3 2 1,-3-5-1,3 3 25,-4-3 0,-1 3 0,-1 0-26,1-1 0,-1-3 0,1-1 26,-1-1 1,0 1-1,1-1-22,-1 1 1,1 0 0,-1-1 0,1 1-7,-1-1 0,-1 1 1,-3-1-1,1 1 5,5-1 0,-7 7 0,5-1 0,-1-2 19,0-1 1,1-3-1,0 1 1,1-1-4,-1 1 1,1 5 0,-1 1 0,1-3-8,-1-1 0,1-1 1,-1 3-1,1 1 35,-1-2 0,1-1 0,1-3-54,4 1 0,-3-1 0,3 3 0,-4 1-13,-1 3 0,-1 1 1,1-4-1,-3 3-37,-3-3 0,3 4 1,-3-1 2,4-3 1,1-1-1,1-3 35,-1 1 0,-1-1 1,-3 3-1,-1 1-7,1 3 0,-3-1 0,2-6 0,1 3 4,3 3 0,-5-3 0,1 3 0,2-3 18,1-3 1,3 1 0,-1-1 11,1 1 0,-3-1 1,-1 1-1,-3 1-9,3 5 0,-4-5 0,1 4 0,1-3 2,-2-3 1,5 1 0,-5 0 0,1 1 21,1 4 1,-2-3 0,3 3 0,-1-3-2,2-3 1,-5 3 0,3 1-1,0 2-13,-3-1 0,5-3 1,-6-1-1,1 1-21,5 5 0,-4-5 0,-1 5 1,1-5-1,0-1 0,-4 5 1,3 0-1,1-1 11,0-3 1,-6 5 0,3-1-1,-1-2 12,0-1 1,2 3 0,-4 0-1,3-1-18,3-3 0,-6-1 0,4 1 0,-2 3-6,-1 1 1,7 1-1,-4-7 3,1 1 0,1-1 0,4 1 1,-5-1-4,-1 1 1,4 5 0,-4 0 0,-1-1 2,1-3 0,4 5 0,-4-1 1,1-2 1,1-1-1,2-3 1,-5 3-1,1 3 0,-4-3 0,6 3 0,-3-3 1,5-3-1,-4 1 10,2-1 1,-1 1 0,5-1-1,-4 1-7,-3-1 0,5 7 0,-6-1 0,0-1 46,1-3 1,-3 0-1,6 3 1,-2 1 5,-4-1 1,3-3 0,1 1 0,0 1-21,0 2 1,-3 1-1,-3-7-26,4 1 0,-4-1 0,6 3 1,-2 1-45,0 3 0,-1-1 0,-3-6-26,4 1 1,2 0 0,4-1 0,-5 1 31,1-1 0,-4 1 0,6-1 31,-3 1 0,5-1 0,-6 1 0,-2-1 39,-2 1 0,4 5 0,-1 1 1,-1-3 1,-2-1 1,0-3 0,2 1-39,2-1 0,0 1 0,-6-1 0,0 1-8,0-1 0,5 1 0,1-1-9,-2 1 0,4-1 1,-2 1 2,-2-1 0,-2 1 0,0 0 55,3-1 0,-3 1 0,4-1-21,-4 1 1,-2 5 0,0 0 15,0-1 1,6-3-1,0-1-29,-2-1 1,-3 1 0,-1-1-34,0 1 1,0 0-1,0-1 21,0 1 0,0-1 0,0 1 51,0-1 1,0 1 0,0-1 20,0 1 1,-1 1 0,-3 3-1,-2 1-3,2-2 1,2 5 0,2-3 0,0-1 11,0-3 0,-6 4 1,0 1-8,3-3 1,1-1-1,2-3-74,0 1 0,-2 5 0,-2 0 33,-2-1 0,0-3-4,6-1 1,0 5-147,0 1-480,0 7-1087,0-4 596,0 8 0,2 2 1088,4 4 0,-4-4 0,6 5 0</inkml:trace>
  <inkml:trace contextRef="#ctx0" brushRef="#br1" timeOffset="1">2375 1154 6493,'-10'-8'609,"1"6"0,5-6 82,-2 0 0,-2 6-194,2-3 0,3-3 48,-9 2-405,8 0-405,-4 6 0,10 0 162,4 0 0,-2 0 0,8 0 0,1 2 69,3 4 1,1-2-1,3 6 1,1-1 46,2 1 0,6-6 0,-5 4 0,-1-3-29,2 1 1,-4 2-1,7-4 1,-1 2 9,0-2 1,-6-3 0,3 1 0,-3 2-12,2 2 1,-3 0 0,3-6 7,-4 0 0,-9-2 333,-4-4-200,-4 4 0,-2-7-95,0 3 0,-2 4-33,-4-4 1,2 2-218,-7-2-212,7 4 262,-12-5 0,12 7 100,-7 0 0,5 0 0,-4 1 37,2 5 1,2-2-1,5 6 1,-3 0 58,-2-1 0,-2-3 1,4 6-13,-2 1 0,-5 3 0,5 1 0,0 3-10,-2 3 1,4-4 0,-5 7 0,-1-3 7,0 0 1,6 1 0,-3-7-1,1 0 32,0 1 0,-6 5 0,5 0-21,-3-1 0,4-5 0,-4-3-19,3-2 1,-1-3-1,4 5-385,-2-3-581,0-7-240,6 4 1203,0-8 0,0 0 0,0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9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315 280 7652,'0'-17'-160,"0"5"718,0 0 0,-2 1 0,-1-7-273,-3 1 0,0 5 0,6 0-112,0-1 0,-6-3 0,0-1 1,2-1-125,2 1 0,-5 5 0,-3 1 1,-2-1-144,1 2 1,5-3 0,-6 5 0,-1 0-45,-3 0 0,4 3 0,1 5 1,-3 0-78,-1 0 0,-3 2 0,3 3 0,1 7 77,2 4 1,1 1-1,-5 2 1,3 3 79,1 1 0,8 8 0,-4-2 0,3 4 73,-1 2 0,0 0 0,6 0 1,0-2-31,0-4 1,2 4 0,2-6 0,4 0 22,1-3 0,3-11 1,5-3-1,1-2 6,-1-4 0,1-2 0,-1-4 138,1-4 1,-1-4-1,-1-7 1,-3-1-95,-1 1 1,-6-3 0,3-1-1,1-2-19,0 1 0,-6-3 1,3 0-1,-1 0-37,0-1 1,2 1-1,-4 4 1,2-2-25,-3 1 0,-1 3 1,0 3-334,4 5 265,-4-5 1,8 16 0,-4 0 211,5 10 0,-1 11 0,2 2 1,1 1 33,3 1 1,1-4 0,1 6 0,-1 1-30,1-1 1,5-6-1,0 2 1,-2-3-33,-1-3 0,3-5 0,0-2 0,-1-3-86,-3-3 1,-1-2 0,1-2 0,2 0-263,3 0 0,-1-8 1,-6-1-1,1-3-299,-1 0 1,-1 1 551,-4-7 0,3 1 0,-5-1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9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228 33 8242,'9'-7'-335,"1"5"616,-4-4 0,-4 2-85,4-2-220,-4 4 1,-2-4 61,0 12 1,0-2-1,0 8 12,0 1 1,-6 3 0,-2 3 0,0 3 8,1 1 1,-7 6 0,4-4 0,-1 2-5,-1 4 1,0 2 0,-5 0-1,1-1 11,5-3 0,-5-2 1,7 4-1,-3-4 26,0-2 0,3-1 0,-5-9 1,4-1 144,2-3 0,1-7-70,1 2 0,2-4 30,-8-2-173,9 0-83,-5-8-29,8 6 19,0-6 0,0 6-263,0-3 58,0 3 233,0-6 330,0 8 211,0 0-488,8 0 1,1 0-10,9 0 0,-1 0 1,1 0-1,-1 0 28,1 0 1,5 2-1,2 2 1,2 4-6,4 1 0,2-3 1,0 6-1,-2-1 32,-2-1 1,2 6 0,6-5 0,0 3 28,-4-3 1,-2 3 0,2-6 0,-2 0-74,-2-1 1,-7 5-1,1-6-206,-4-2-38,-1-2 96,-8-2 0,-5-2-551,-10-4 0,1 4-315,-8-4 0,6 4 1000,-5 2 0,7-8 0,-4-1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9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297 866 8319,'10'9'826,"-3"-3"-538,-7-12 1,0-3 0,0-9-150,0 1 0,0-1 0,0 1-51,0-1 1,0 1 0,0-1 0,0 1-132,0-1 0,-2 7 1,-1-1-1,-5 1 50,-2 1 0,4-4 1,-5 8-1,-3 3-99,-1 1 1,-3 2 0,1 0 0,-1 2-12,1 3 0,-1 5 0,1 8 0,-1 1 64,1 4 0,-1 4 0,1 8 1,-1 0 26,1 0 0,5 0 0,3 2 0,1 2 12,4 2 0,2-1 0,2-5 0,2-2 15,4-4 0,-2 0 0,7-9 0,3-5 69,1 1 1,-3-8 0,0-3-1,-1-5 141,-1-5 0,6 1 1,-7-10-1,3-3-150,0-5 0,-7-3 0,5 2 0,0-6-73,0-4 1,-5 4 0,5 0 0,-2-2-90,-4-2 1,3 3 0,1 3 0,0 2-97,0 4 1,0-5 0,-5 3 0,3 2-150,-2 1 1,0 9 185,2-1 0,-2 8 1,5 0 168,-1 8 0,0 8 1,-4 9-1,2 4 141,-3 3 0,7-5 1,2 6-1,3 0 69,3-2 1,-1 6 0,1-6 0,-1 1-122,1-5 0,1-4 0,2-1 0,3-3-111,-3-3 1,4 2 0,-1-9 0,-3-1-274,-2-2 0,5-10 0,-1-3 0,-2-5-665,-1-1 1,-5-7 936,-3 1 0,11-8 0,-4 4 0</inkml:trace>
  <inkml:trace contextRef="#ctx0" brushRef="#br0" timeOffset="1">699 27 8535,'-12'-5'1317,"0"-1"-779,1-8-463,1 12 1,0 2 0,6 12 0,-1 3-137,1 3 1,2-1 0,0 1 0,-2 1-77,-2 4 1,-6-1 0,5 5 0,-1 0-176,0 0 1,-3-5 0,3 3 0,0-2-821,0 0 1132,-5 1 0,3 1 0,-7 2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5:13.981"/>
    </inkml:context>
    <inkml:brush xml:id="br0">
      <inkml:brushProperty name="width" value="0.06" units="cm"/>
      <inkml:brushProperty name="height" value="0.06" units="cm"/>
      <inkml:brushProperty name="color" value="#004F8B"/>
    </inkml:brush>
    <inkml:brush xml:id="br1">
      <inkml:brushProperty name="width" value="0.08" units="cm"/>
      <inkml:brushProperty name="height" value="0.08" units="cm"/>
      <inkml:brushProperty name="color" value="#004F8B"/>
    </inkml:brush>
  </inkml:definitions>
  <inkml:trace contextRef="#ctx0" brushRef="#br0">87 5380 8440,'-9'2'-192,"1"2"1,0 2 15,-3-3 868,3-1-357,-8-2 1,12 0 94,-7 0-544,7 0-299,-4 0-51,8 0 420,0 0 0,8 0 48,4 0 0,1 2 0,1 2 32,-3 2 0,1 2 0,5-4 0,1 1-27,-1-1 0,1-2 0,-1 0 0,1 2-7,-1 2 1,1 0 0,-1-6 0,1 0-15,-1 0 0,1 6 0,-1-1 0,0-1-50,1-2 0,-1 4 0,1 0 0,-1-2 40,1-2 0,-1 0 1,1 2-1,-1 1 25,1-1 0,-1 4 0,1-2 1,-1-2 1,1-2 0,-1 3 0,0 1 1,1-2 2,-1-2 0,1 4 0,-1 0 0,1 0-4,-1 1 0,1-5 1,-1 4-1,1-2 2,-1 2 0,6-4 0,-1 5 0,-5-1 1,-3 0 1,-3 2 0,7-4-1,-1 2 1,1-3 0,-1 5 0,1-2 0,-1 0 3,1 2 0,-1-6 0,1 3 0,-1-1-10,1 2 1,-1-4 0,0 6 0,1-2 11,-1-1 0,1 1 1,-1-6-1,-1 2-4,-5 4 0,11-4 0,-5 4 17,3-4 0,-1-2 0,-1 0 1,-1 2-12,0 3 0,1-3 1,-1 4-1,1-4-4,-1-2 0,1 0 1,-1 2-1,1 2-19,-1 2 0,1 0 0,-1-6 0,1 0 2,-1 0 1,1 2 0,-1 1 0,2 3-3,5-2 1,-5-2 0,4-2 0,-3 0-38,-3 0 1,3 6 0,1 0 0,2-2 100,-1-2 1,-3-2-1,-2 0 1,1 0-39,-1 0 1,7 0 0,-1 0-1,-2 0-11,-1 0 1,-3 0 0,3 0 0,1 0-8,2 0 1,1 0 0,-5 0-1,2 0-7,3 0 1,1 0-1,-4 0 1,2 0-5,-1 0 1,3 0 0,0 0 0,0 0 20,1 0 0,3 0 0,-4 0 0,0 0-6,0 0 0,5 0 1,-7 0-1,0 0 11,2 0 1,-3 0 0,5 0 0,-2 0-12,-4 0 0,5 0 0,-3 0 1,0 0-9,2 0 1,-5-2-1,5-2 1,-2-2 17,1 2 0,-1 2 1,-4 2-1,3 0-5,1 0 1,0-6-1,-3 0 1,1 3-11,2 1 0,3 2 1,-5 0-1,2 0 8,-2 0 0,5 0 0,-1 0 0,0 0-4,0 0 1,5 0 0,-7 0 0,0 0-11,2 0 1,-3-2-1,5-2 1,-2-2 0,-4 2 1,5 2-1,-3 2 1,-2 0 4,-1 0 0,3-6 0,0 1 0,-1 1 26,-3 2 0,-2-4 0,1 0 0,-1 2-75,1 2 1,1 2 0,3-2 0,1-2 101,-2-1 1,-1-1-1,-3 6 1,2-2-39,5-4 0,-5 2 0,6-6 0,-1 3 0,-1 3 1,6 0 0,-4 0 0,1-4-2,-1-1 0,-2 5 0,-4-2 1,3 2 10,1-2 0,2 4 0,-3-6 0,1 3-10,-2-1 0,-1 0 0,-3 4 0,1-2-15,-1-2 0,6-1 0,1 3 1,-3-2 17,-2 2 1,-1 0 0,-1 0 0,3-2-44,3 3 1,-4-5-1,5 2 1,-5 0 0,-1-2 0,5 6 0,0-5 0,-2 1 10,-1 0 1,3-6 0,0 7-1,-1-1-7,-3-2 0,4 6 1,1-6-1,-3 2 8,-1 1 1,-3-3 0,0 4-1,1-2 17,-1 2 1,7-3-1,-1 1 1,-2 0-1,-1-2 1,-3 6 0,1-6 0,-1 3 1,1-1 0,-1-6 0,0 4-14,1-1 1,-1-1 0,1-2 0,-1 5 7,1-1 1,-1 4-1,1-6 1,-1 1-10,1-1 1,-1 4 0,1-4 0,-1 1-37,1-1 1,-1 4-1,0-4 1,1 1 15,-1-1 1,1 4-1,-1-4 1,1 1 23,-1-1 1,1 4 0,-1-3 0,1-1-3,-1 0 0,1 4 0,-1-3 1,0-1-22,1 0 1,-1 4 0,1-5 0,-1-1 8,1 2 1,-1-3 0,1 5 0,-1 0 17,1 1 1,-3-7-1,-1 4 1,-3-1-2,3-1 1,0 6 0,-1-6-1,-1 1 8,1 1 0,3-3 0,1 5 0,1 0-3,-1 0 1,1-5 0,-1 3-1,1-2 0,-1 1 0,-5-1 0,-1-3 0,3 1-1,2 2 1,1 1 0,0-7 0,1 3-1,-1 3 1,1-4 0,-1 5-1,1-5-1,-1-1 0,1 1 1,-1 3-1,1 1 13,-1-1 1,1-3-1,-1-1 1,-1-1 83,-5 1 0,5 1 0,-5 3 0,3 1-59,-2-2 1,3-1 0,-3-3-20,3 1 1,1-1 0,-3 1 0,-1 1-22,2 5 1,-1-5-1,1 5 1,-3-5-24,3-1 1,-4-1 0,1 1 0,3-1-6,1 1 1,1-1 0,-2 1 0,-3-1 11,3 1 1,-4-1 0,1 1-1,1-1 41,-2 1 1,5 0 0,-3-3 0,1-1-10,-1-2 0,1-1 0,-5 7 0,2-1-5,4 1 0,-5-1 1,3 1-1,0-1-11,-3 1 1,7 0 0,-5-3 0,3-1-14,-2-3 0,3 1 1,-3 6-1,1-1 4,-1 1 0,4-1 0,-5 1 0,5-1 11,1 1 1,-5-1-1,-1 1 1,3 0 7,2-1 0,-5 1 0,-1-1 1,0 1 32,-1-1 1,-3 1 0,4-1-30,-2 1 1,3-1-1,-5 1 1,0-1-15,2 1 0,-6 0 0,3-1 0,-1 1 0,2-1 1,-4 1-1,4-1 1,-2-1 45,2-4 0,-4 3 0,5-3 0,-1 3-9,0 3 1,0-6 0,-4-1 0,2 3 5,1 2 0,7-5 1,-6 1-1,0 2 3,1 1 1,-5 1 0,6-4-42,0-6 0,-6 3 1,4 3-1,-2 4 25,1 1 1,-1 1 0,6-1 0,-2 1-14,-4-1 0,-1 1 1,1-1-1,2-1 21,-2-4 0,4 3 0,-2-3 0,-2 4 3,-3 1 0,5-5 0,0 0 1,-2-1 46,-2-1 1,4 6 0,0-5 0,-3 3-65,-1-2 1,0 3 0,2-3-1,2 2-16,-2-3 1,-2 5-1,0-6 1,2 1 44,1 1 0,1 0 0,-6 3 1,0-1-3,0-2 0,0-6 1,0 5-1,0 3 23,0 2 1,0-5 0,0 1 0,0 0-91,0-2 0,0 5 0,0-3 0,0 4 71,0 1 1,0 1-1,0-1 1,0 1-62,0-1 0,-2-1 0,-2-3 0,-1-1-60,1 2 1,2 1-1,2 3 1,-2-2 82,-4-5 0,4 3 0,-6-6 0,3 2 18,-1 3 0,0 1 0,6-1 1,-2-1-18,-4 2 0,4 1 0,-4 3 1,4 0-22,2-1 1,-5 1 0,-1-1 0,2 1-4,2-1 0,2 1 0,0-1-2,0 1 1,-6-3 0,0-1 0,2-2 15,3 1 1,-1 3 0,-2 2 111,-2-1 0,0 1 0,6-1 0,-2 3-97,-4 3 0,4-4 0,-3 5-16,3-5 0,0-1 0,-2-1-45,-2 1 1,0-1 0,6 1-1,0 0-42,0-1 1,0 1 0,0-1 109,0 1 1,0-7-1,-2 1 1,-2 2-48,-2 1 0,1 3 1,5-3 6,0-3 1,0 4 0,0-5 0,0 5 17,0 2 0,0-1 0,0 1-3,0-1 1,-2 3 0,-2 1-1,-2 2-10,2-1 1,2 3 0,2-1 7,0-3 0,-6-2 0,1-1 1,1 0-11,2-1 0,2 6 0,-2 1 0,-2-3 23,-2-1 0,0-3 1,4 1-1,-2-3-1,-1-3 0,-3 8 0,4-7 42,-2 1 1,-2-1-1,5 5 1,-3 0 1,-2 1-1,4 2-43,-2 3 1,-2 5 11,3-6 1,1 3 0,-6-5 10,2 2 0,2 7 0,5-5-103,-5 2 1,4 0 21,-4 3 0,-2 1-54,2-8-150,1 0-827,5 3 397,0 1 0,0 10 215,0 4 1,0-2 0,0 7 0,0 3 463,0 1 0,7 3 0,3-1 0</inkml:trace>
  <inkml:trace contextRef="#ctx0" brushRef="#br1" timeOffset="1716">5484 4786 17866,'0'-17'-1739,"0"-1"0,0 7 1636,0-1 0,0 6 324,0-6 83,0 1-1135,0-7 674,0 9 1,0 9-1,0 11 1,0 5 150,0 1 1,-8 8 0,-2 5 0,-1 3-92,-1 2 0,0-1 0,-3 1 1,1 2 205,3 4 0,-1-4 1,-3 4-1,1-5 0,2-1 1,7 0-1,-5-2 1,2-4 89,4-5 0,2-5 259,2-1-101,0-9 1,0-3 351,0-12 0,0 2-580,0-7 0,2 5-141,4-6 1,-2 8-1,6-3 1,-1 1-2,1 0 1,-4 0 0,5 4 94,3-4 0,2 4 1,1-3-4,0 3 0,1 2 0,-1 0 0,1 0 32,-1 0 1,1 0 0,-1 2-1,1 2 0,-1 1 1,1 1-1,-1-4 1,1 2-193,-1 2 0,-5 0 0,-1-6 1,1 2 249,-2 3 0,5-3-315,-3 4 0,-4-2-1500,-3 2 352,-3-4 1,-2 8 1062,0-5 1,0-3 0,0 6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5:19.280"/>
    </inkml:context>
    <inkml:brush xml:id="br0">
      <inkml:brushProperty name="width" value="0.08" units="cm"/>
      <inkml:brushProperty name="height" value="0.08" units="cm"/>
      <inkml:brushProperty name="color" value="#004F8B"/>
    </inkml:brush>
  </inkml:definitions>
  <inkml:trace contextRef="#ctx0" brushRef="#br0">35 131 17866,'0'-18'-1994,"-6"1"0,1-1 1792,1 1 1,-4-1 0,2 1 76,2-1 1,2 11 0,2 7-1,0 11 32,0 11 1,0-1 0,2 8 0,2 2-30,2 2 0,0 2 0,-6 0 0,0 2 97,0 4 1,2-5 0,2 5 0,1-4 24,-1-2 0,-2 0 0,-2-2 1,0-2-263,0-2 1,0-8-1,0 3 596,0-5-72,0-9 0,6-4 0,0-14-94,-2-10 1,4-1 0,-1-8 0,3 0-114,4 0 0,-1 5 0,1-3 0,-3 2 14,3-1 1,2 1 0,-1 6 0,-1-1-4,-3 1 0,1 1 1,5 5-1,1 3 103,-1 0 1,1 6 0,-1-2 0,1 8-174,-1 8 0,1 3 0,-1 5 1,-1 1-99,-5 2 0,3 8 1,-6-4-1,-1 3 108,1-1 1,-2 0 0,-6 4 0,0-4 85,0-6 1,-8 2 0,-3-1-1,-5-3 198,-1-2 1,-1-7 0,1-2 0,-1-2 123,1-5 1,-1-1 0,1-2 0,-3 0-241,-3 0 1,4-7-1,-5-3 1,7-2-416,5 1 1,-3-1-1,3-5-251,-3-1 1,5 1-2100,4-1 2691,4 8 1,10 3 0,2 7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5:24.43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103 330 8024,'0'-18'541,"-2"9"22,-4 3-293,4-4-453,-6 8 98,8-5 1,0 8 0,0 5 0,0 6 102,0 3 1,0 5 0,0 3 0,0 6 59,0 4 0,2 2 0,2 2 1,2 2 23,-2 2 1,0 5 0,0-5 0,2 0 18,-3 1 1,5-5-1,-2 4 1,0-6-67,2-6 0,-4-2 0,5-5-157,-1 1 0,0-6-594,-2-5 82,-4-8 1,5 2-65,-7-12 1,0-4 677,0-7 0,-7-1 0,5 1 0,-6-1 0</inkml:trace>
  <inkml:trace contextRef="#ctx0" brushRef="#br0" timeOffset="384">68 347 8024,'0'-23'32,"0"0"0,0-2 1,-2 5-1,-2 1 190,-2 3 0,1 3 1,3-3-1,-2 3 61,-2 1 0,0 6 1,6-6-36,0-1 1,8 3 0,3 0-206,5 3 1,-2 1-1,1 6 1,5 0-140,-1 0 0,6 0 0,0 0 0,3 2-104,3 4 1,4 1-1,3 7 1,1-2 26,-6 1 1,0 3 0,-10 1 0,-1 1 52,-3-1 1,-3 1 0,-5-1 0,-5 1 61,-4-1 1,-10 6 0,-5 1 0,-7-3 115,-3-2 0,-10-1 0,0-1 1,-6-1 68,0-5 0,-3 5 1,1-6-1,2-1-47,2-3 1,8-2-1,2 0 1,2 2-41,3-2 1,3-2-402,2-2-64,7-8 1,4 6-1,12-4 1,8 4 424,7 2 0,6-8 0,8-1 0</inkml:trace>
  <inkml:trace contextRef="#ctx0" brushRef="#br0" timeOffset="982">819 732 8031,'-10'-8'1198,"-3"-2"-1051,7-7 0,-2-1 0,4 1 0,-2-1-79,3 1 0,-1 5 0,0 1 1,-4-3-179,-2-2 1,4 5 0,-5 1 0,-1 0 5,2 1 0,-5 5 1,3-2-1,-3 4 10,-3 2 0,1 0 0,-1 2 1,1 4 15,-1 5 0,1 5 0,1 3 0,3 3 76,1 1 1,6 6 0,-3-4-1,1 1 38,4-1 0,2 4 0,4-4 0,4-2-20,6-3 1,3 1 0,3-11 0,-1 1 9,0 1 1,1-8-1,-1 2 1,1-4-21,-1-2 1,1-2-1,-1-2 1,1-4-1,-1-2 0,1-1 0,-3-7 0,-1-1-1,-3-4 0,-5 3 0,4-3 1,0 4-13,-1 1 0,-5-5 1,4 0-1,-2 1-3,0 3 0,-1 1 0,-5 1 0,2 1 2,4 5 0,-4 1 41,4 4 0,-4 6 24,-2 0 1,2 8 0,2 11 0,3 3 82,3 1 1,0 0-1,3-3 1,-1 1-58,2 2 0,1 1 0,3-7 0,-1 1-67,1-1 1,-1 0-1,1-1 1,-1-2-181,0-3 1,1-7-1,-1 2 1,1-4-289,-1-2 0,7-2 1,-3-4-1,-4-6 452,-3-3 0,-2-10 0,5-2 0</inkml:trace>
  <inkml:trace contextRef="#ctx0" brushRef="#br0" timeOffset="1317">1273 103 7947,'0'-18'263,"0"1"0,-2 7 70,-4 4 0,2 6-37,-7 6 1,7 4 0,-2 9 0,4 5-57,2 5 1,0 4-1,0 4 1,0 1-70,0 3 1,6 8 0,0-3 0,0 3-126,1-3 1,1 3 0,6-8 0,-5-1-225,-1 3 1,6-8 0,-5 0 0,1-10-231,-4-5 0,4-5 49,1-3 0,-1-5 0,0-8 0,-1-3-110,1-2 0,-4-8 0,6 3 0,1-5-905,3-1 1374,-7-1 0,15-7 0,-5-2 0</inkml:trace>
  <inkml:trace contextRef="#ctx0" brushRef="#br0" timeOffset="1549">1063 452 8051,'-17'-8'0,"0"5"0,-1-7 295,1 2 2068,-1-6-2061,8 13 1,10-7 0,12 8 0,6 0-269,5 0 1,4 0 0,8-2 0,2-2-231,4-2 1,3 0 0,7 6 0,-3-2-383,-1-3 0,-7 3 0,5-6 0,0 2-717,-1 0 0,-5-5 1295,2 5 0,-4-16 0,-2 3 0</inkml:trace>
  <inkml:trace contextRef="#ctx0" brushRef="#br0" timeOffset="2131">1622 50 8051,'-2'-15'453,"-3"3"58,3-3-475,-6 13 1,8-4 0,0 12 32,0 5 1,0 7 0,0 5-1,2 6 44,4 4 0,-2 4 0,5 2 0,-1 4 27,-4 1 0,4 9 1,-1 5-1,3-2-14,4-1 1,-7-3-1,1 0 1,-2-1-7,0-5 1,2-9 0,-5-10 0,3-1 395,-2-5-453,-2-9 0,-2-7 0,0-10-35,0-7 1,6-4-1,2-1 1,-1 0-171,1-1 1,0-5-1,-4-1 1,4 3 20,1 2 0,-3 1 1,4 1-1,0-1-104,-1 1 0,-3-1 1,6 1-75,1-1 0,3 1 123,1 0 0,1 7 0,-1 4 71,1 4 1,-7 2-1,1 0 1,0 2 105,-3 4 0,7 4 0,-6 7 0,-1 0 117,-3 1 0,2 5 0,0 2 0,-1 1 0,3 1 0,-2-2 0,2 2 0,-3-2 216,1 1 1,6 3 0,-3-6 0,3-2-140,-2-1 0,3-5 0,-1-1-132,7-2 0,-2-9 0,5 3 0,-5-4-163,-1-2 1,-1-8 0,-1-5-1,-3-7-553,-1-3 1,-1-2-1,7 2 1,-1-4 652,1-1 0,-1-5 0,1 6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5:30.0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1091 306 8099,'0'-18'-68,"0"1"1,0-1 559,0 1 1,-6 5 0,0 0 1388,3-1-2204,1-3 1,2 5-43,0-1 1,0 16 0,0 2 0,0 7-743,0 5 1,0 1 1106,0 4 0,0 5 0,0 7 0</inkml:trace>
  <inkml:trace contextRef="#ctx0" brushRef="#br0" timeOffset="167">1091 742 10724,'0'-17'-1836,"0"7"1836,0 2 0,0 0 0,0-1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5:34.84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697 402 8099,'16'-2'139,"-5"-3"93,-3 3 1,-8-8-30,0 4 1,0 6-197,0 0 0,-2 2 1,-2 10-1,-2 3 72,3 7 1,1 5 0,0 8 0,-2 0-11,-2 0 1,0 1 0,6 3-1,0 2-28,0-2 0,0 2 0,0-5 1,0-3 12,0 0 0,6-7 0,0-3 0,-2-4-47,-2-1 1,-2-7-593,0 1 95,0-8 0,0 2 22,0-12 0,-6-4 1,0-7 189,2-1 1,2 7-1,2-1 1,0-2 277,0-1 0,-8-10 0,-1-3 0</inkml:trace>
  <inkml:trace contextRef="#ctx0" brushRef="#br0" timeOffset="599">819 88 8099,'-7'-10'0,"3"-3"0,-8 5-128,-2-2 0,-1 4 1,-2-3-1,-1 1 123,1 4 1,-1-4-1,1 2 1,-3 3 73,-3 1 1,4 2-1,-7 0 1,3 0 20,0 0 0,-6 2 0,3 1 0,1 5-24,0 2 1,0 2 0,3 7 0,-3 2-58,-2 3 0,4 5 1,-4-4-1,-1 2 60,1 4 1,4 10-1,-4 4 1,0 1 62,-1 1 0,5 1 0,-4 8 0,2 5-58,3 1 0,9-6 0,3 2 0,2-3 41,4-3 1,4 0 0,6 1-1,8-3-35,7-3 1,1-3 0,7-5-1,2 2-65,2-2 0,4-4 1,1-6-1,3-6-45,-2-4 0,0-1 0,2-3 0,3-3 7,1-6 0,-1-4 1,-5-4-1,2-4-39,-2-6 1,-2-3 0,-2-3 0,0-1-62,-1-4 1,-3 3 0,1-5 0,1 2-56,-2 0 1,-6-7 0,2 5 0,0-2 82,0-4 0,-5 4 1,3-2-1,-2-2 32,0-2 0,1-2 0,-7 0 0,-1-2 34,-5-4 1,3 4-1,-8-3 1,0 1 89,1-2 1,-5 10-1,4-4 1,-4 2-10,-2 0 1,-8-2-1,-3 2 1,-5 2-5,-1 2 1,-1 6 0,-1-4 0,-3-1-2,-1 1 1,-6 6-1,6-2 1,-1 3-50,-1 3 1,4-1 0,-8 1 0,0-1-197,2 1 0,1 7 0,9 2 0,-3 3-150,-3-1 1,10 0 347,-5 6 0,5 0 0,-5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5:38.11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1 926 7671,'2'-10'22,"3"4"1,-1 5 51,8 1 1,-6 0-1,5 0 1,3 0 39,1 0 1,3-2-1,-1-2 1,3-2-30,3 2 0,4 2 0,8 2 1,2 0-54,4 0 0,-2 0 0,7 0 1,3 0 9,1 0 1,8-6 0,2 0 0,1 3-34,-1 1 0,-2-4 1,-4 0-1,1 0-40,-3-2 1,8 5 0,-11-7 0,-3 2 14,-1 4 0,-4 0 0,-4 0 0,-1-1-1,-1 1 0,4 2 0,-12 2 1,2-2-21,1-4 1,-7 4 0,4-4 0,-2 4 23,-3 2 0,-3 0 0,0 0 0,3 0-19,1 0 1,0 0 0,-5 0 0,-1 0-40,1 0 0,-1 0 0,1 0 8,-1 0 1,-5 0-1,-1 0 44,3 0 1,-4 0 49,1 0 10,-7 0 0,4-2-6,-8-3 54,0 3 1,0-8-66,0 4 0,0 2 6,0-7 0,-2 5 1,-4-6-5,-5-1 1,1 3 0,-2-2-4,-1-1 1,5 3 0,0 0 0,2 0 22,0 1 1,-5 3-1,3-4 144,-2 2-165,6-5 0,-5 5-184,3-4 116,4 5 1,2 9 24,12 3 1,1-1 0,1 8-1,-5 2-1,-1 1 0,4 3 1,-4-1-1,-1 1-4,1-1 1,0 6 0,-4 1 0,2-3-18,-2-2 0,-3 1 0,-2 1 1,-5 2-68,-6-1 0,-3-3 0,-3-1 0,1-1-217,-1 0 0,1 1 1,1-1-1,3-1-361,1-4 685,8-5 0,-4-7 0,8 0 0</inkml:trace>
  <inkml:trace contextRef="#ctx0" brushRef="#br0" timeOffset="666">2550 507 8289,'-17'-2'-151,"-1"-4"0,7 2 0,-1-5 639,-1 1-372,5-6 1,2 6-1,12-5-120,5 1 1,5 8 0,1-2 0,1 3 14,-1-3 0,1 4 1,-1-4-1,3 4-56,3 2 0,-4 0 1,5 2-1,-5 4-3,-1 5 1,-1-1 0,0 2 0,-1 3 29,-4 7 0,1-1 0,-7 6 1,-2 0 78,-2 1 1,-10-1 0,-4 6 0,-3-2 111,-3 0 0,-5 6 0,-2-10 1,0 2 13,0 0 1,-5-8 0,7 3 160,2-5-356,1-9-8,11-2 1,3-8-1,12 0 136,5 0 0,5 0 0,1 0 0,1-2-80,-1-4 0,7 4 0,1-4 0,0 4-28,0 2 0,4 0 0,-3 0 1,1 0-109,4 0 1,-4-6 0,2 0 0,2 3-236,2 1 1,0 0 0,-2-2-1,-4-2-177,-2 2 0,-1 2 0,-7 0 81,1-4 0,-9 3 1,-1-7 426,0 2 0,-6-6 0,-2 5 0,-10-9 0</inkml:trace>
  <inkml:trace contextRef="#ctx0" brushRef="#br0" timeOffset="1266">2952 193 8289,'-2'-18'-236,"-4"1"1,-3-1 13,-1 1 0,-6 1 0,7 3 0,-3 3 374,0 2 0,-1-4 0,-9 7 0,-1 1-13,2 2 1,-4 2-1,-1 0 1,-1 2-91,-4 4 0,-2-3 0,-2 9 0,0 2-42,0 1 0,0 5 1,1 1-1,-1 4 62,0 2 1,6-3 0,-1 7 0,1 4 30,2 3 1,-4 11-1,6-3 1,0 5 89,-1 1 0,3 8 0,8 5 0,1 2-10,2 3 1,9-6 0,-3-2 0,4-1-70,2-5 1,8-2 0,3-3 0,7-3-66,5-1 1,4-8 0,8 1-1,0-3-55,0-2 1,8-8 0,3-3 0,5-5-13,1-2 1,0-7 0,1-4 0,1-6-14,4-6 0,-1-4 0,5-9 1,-2-4-38,-4-6 1,-2-4 0,-1-2-1,-1 0-105,1 0 1,-9 0 0,-3 0-1,-6-2 46,-6-4 1,-2 4 0,-7-3 0,-1 3 38,-3 2 0,-11-6 1,1 0-1,-4 1 44,-2-3 0,0 6 0,0-4 0,-2 3 126,-4-3 1,-3 4-1,-9-6 1,-1 3 21,-5-1 1,3 0 0,-6 6-1,0 0 28,0 0 1,-1 2-1,-3 2 1,2 4-115,-2 2 0,4 0 0,-2 5 0,0 1-182,2 3 0,-4 8 1,7-1-1,3 1-217,2 4 0,-5 2 1,1 4 383,2 4 0,1 4 0,3 7 0</inkml:trace>
  <inkml:trace contextRef="#ctx0" brushRef="#br0" timeOffset="2347">769 193 8031,'0'-12'-132,"0"0"0,0 6 348,0-5 1,0-1-1,0-5-39,0-1 1,0 7-1,0-1-110,0-2 1,-2 1 0,-2-1 0,-4 4 62,-1 3 1,-3-5-1,-5 6 1,-3 2-316,-3 2 0,2 2 1,-7 0-1,1 2 102,0 4 1,4 4 0,-4 7 0,1 3 40,5 3 0,-4-2 0,3 7 0,5-1-16,3 0 0,5-4 0,-3 4 1,6-1 29,4-5 0,6-2 1,6-1 29,7-1 1,5-7 0,-3-4 0,2-4-8,3-2 0,5 0 0,-4-2 0,0-2 20,1-2 0,-3-6 0,-6 5 0,3-3 13,3-4 0,-4 5 0,5-3 0,-7-2 39,-5-1 0,3-3 0,-3 1 0,2 0 11,-3-1 0,3 1 0,-8-1 23,-3 1 1,5 5-126,-2 0-4,0 8 1,-6-1-1,2 10 5,4 7 0,-2 2 0,7-1 0,1-1 73,-3 2 1,7 1 0,-4 3 0,3-1-23,3 0 0,-1 1 0,1-3 1,-1-1-39,1-2 1,-1-7 0,0 5 0,1-2-222,-1-4 1,3-2 0,1-2 0,2 0-262,-1 0 1,-1-2 491,2-4 0,-3-4 0,5-7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5:48.86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88 225 7332,'0'18'268,"0"5"1,0 2 0,0 3-18,0 3 0,0 2 0,0 3 0,0 5 73,0 6 0,6 1 1,2 1-1,-1-3-121,1 3 1,4-5 0,-5-1 0,1-4-101,0-6 0,0-4 0,-4 2 0,3-4-71,3-1 0,-6-3-908,2-6 137,-4 1 0,-2-11 205,0-7 1,0-7-1,-2-11-173,-4 1 0,-2-6 707,-3-1 0,-13-7 0,5 4 0</inkml:trace>
  <inkml:trace contextRef="#ctx0" brushRef="#br0" timeOffset="350">53 260 8448,'0'-35'0,"0"2"301,0 4 0,0 4 0,0 8 30,0-1 0,2 1 1,4-1-129,5 1 1,3 5 0,0 2 0,-3 3-58,3 3 0,7 2 0,2 2 1,1 0-289,1 0 1,0 6-1,6 3 1,-4 5-111,-1 5 0,-3 5 0,-6-1 1,1 6-3,-1 4 0,-5 0 1,-2-2-1,-3-2 103,-3 2 0,-4 0 0,-6 0 0,-5-4 140,-5-1 0,-3 3 0,-2-6 0,-5-2 30,-1-1 1,-2-3 0,-6-1 0,2-5-32,4-5 1,-2 2 0,6-2 0,0-2-83,-1-2 1,3-2 0,6-2-257,-1-4 0,8 2-606,5-8 956,3 1 0,9-7 0,3 1 0</inkml:trace>
  <inkml:trace contextRef="#ctx0" brushRef="#br0" timeOffset="932">804 872 8368,'-12'0'-165,"3"-2"526,1-4 1,-4 2 0,6-8-210,3-1 0,-5 3 1,2-2-1,0-1-97,-2-3 0,4-1 1,-5-1-1,-1 1-91,0-1 1,1 1 0,-5-1 0,2 1-246,-1 0 0,-3-1 0,-1 3 90,-1 3 1,1 4 0,-1 8-1,1 0 129,0 0 0,1 8 0,2 4 0,3 5 106,-3 6 0,5-1 1,-1 7-1,2 0 15,4-2 1,2 4 0,2-6 0,0 2 62,0 4 1,0-5 0,2-3 0,2-4-91,2-1 1,7-6 0,-3-1-1,2 1 19,-1-2 0,1-3 0,6-7-22,-1 0 0,-5-7 0,-1-5 0,3-4-54,1-1 0,3-3 1,-3-1-1,-1-2-64,-2 1 0,-1-3 1,7 2-1,-3 0-1,-3-3 1,1 7 0,-5-2 0,0 5-1,0 5 0,0 1-48,-3-2 0,-1 4 178,8 8 0,-8 2 0,2 4 0,-3 8 101,3 7 1,-4-1-1,6 3 1,0-2 68,3 2 1,5-3-1,-1 3 1,1-3-119,1-3 1,-9 0 0,10-1 0,-3-2-220,1-3 0,3-7 0,2 2 0,3-6-314,-3-6 1,4-4-1,1-9 1,-1-4-1169,0-6 1609,-2-4 0,-5-10 0,-1-2 0</inkml:trace>
  <inkml:trace contextRef="#ctx0" brushRef="#br0" timeOffset="1216">1223 208 8368,'0'-18'24,"0"-1"0,0-2 243,0-3 1,0 1 0,-2 6 244,-4-1 0,4 7 282,-3-1-780,3 8 0,2-2 1,0 12-92,0 6 1,0 11-1,2 6 1,1 6 139,3 6 0,6 3 1,-4 9-1,-1-1-48,1 1 1,4 7-1,-4 2 1,-1 2-85,1 0 0,-2-8 0,-6 2 0,2-3-245,4-3 0,-4-7 1,4-6-703,-5-8 0,-1-12 169,0-7 1,0-18 846,0-6 0,0-11 0,0-12 0</inkml:trace>
  <inkml:trace contextRef="#ctx0" brushRef="#br0" timeOffset="1433">979 540 8511,'-18'0'383,"1"0"0,-1-6 1,1 0 1056,-1 2-365,9 2-991,1 2 1,21 0-1,7 0 1,5 0-239,6 0 1,10 0-1,3 0 1,3 0-492,0 0 0,-1-2 0,7-2 0,-1-1-176,0 1 1,1-4 0,-3 0 820,-3-1 0,3-3 0,-5-6 0</inkml:trace>
  <inkml:trace contextRef="#ctx0" brushRef="#br0" timeOffset="2014">1590 86 8292,'-8'-18'-93,"6"7"0,-6 1 431,1 2 0,5-5 27,-4 1-456,4 4 0,2 2 0,0 12 70,0 6 1,0 5-1,0 6 1,0 9 119,0 6 0,6 7 0,2 7 0,-1 3 15,1 3 0,4 2 0,-6 6 0,-1-2-37,3 2 1,-4-4 0,6-2 0,-3-3-21,-3-7 0,-2-11 0,-2-4 1,0-8 40,0-2-54,0-13 1,2 1-1,2-18-21,2-7 0,0-4 0,-6-3 0,2-2-55,3-3 1,-3 1 0,4 4 0,-4-3-49,-2-1 0,6-2 0,0 3 0,0-1-11,1 2 1,-3-2 0,6 3 0,0 5-8,-1-1 0,-3 1 0,6-3 3,1 1 0,-3 7 0,2 4 0,1 4 57,3 2 0,-4 0 0,-1 2 0,3 4 50,1 6 0,3 3 0,-1 5 0,1 1 121,-1 2 0,-5 8 0,-1-2 0,1 2-74,-2-2 0,3 3 1,-7-9-1,-2 0-297,-2 2 1,-2-3 0,0 5-265,0-2 1,0-2 0,-2-5-2,-4-1 1,2-7 502,-7-4 0,-1-4 0,-5-2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6:01.79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524 315 6853,'0'-10'1317,"0"-5"1,0 11-1292,0-8-120,0 8 1,0-1 51,0 10 0,0 5 0,0 8 1,0 1 101,0 4 0,0 6 1,0 10-1,0 4 41,0 2 0,2-1 0,2 5 0,2-3 100,-2 3 1,4-1 0,-3-3 0,-1-8-78,-2-6 0,4-10 1,0 2-68,-2-3-275,-2-3-362,-2-7-182,0-10 332,0-10 0,0-1-517,0-1 0,0 0 947,0-5 0,-8-8 0,-2-2 0</inkml:trace>
  <inkml:trace contextRef="#ctx0" brushRef="#br0" timeOffset="753">734 123 7057,'-8'-10'157,"-2"-5"1,-7 5-97,0 0 0,-1-3 0,1 7 0,-1 0-22,1-2 0,-3 4 0,-1-5 0,-4 1 109,-2 4 1,3-4 0,-3 3 0,0 1-177,0 2 0,0 2 0,-4 0 0,3 2 41,3 3 1,-6 5 0,4 8 0,-2-1 55,0 1 0,5 7 0,-3 2 0,0 4-8,0 4 0,6-4 0,-1 12 0,7-1-18,3 5 0,8 3 0,-2 3 1,4-1-2,2 1 0,8-3 1,4-1-1,3-3-15,3 3 0,5-1 0,2-1 0,2-5-33,5 1 1,-3-6 0,2 4 0,2-4-28,-2-3 0,2 1 1,6-2-1,1-2 16,-1-1 1,0-15 0,0 3 0,1-5-14,-1-3 1,6-2 0,0-8 0,-1 0-5,-3 0 1,2-14-1,-3-3 1,1-5-21,2-3 1,-12-2 0,4-8 0,-2 0 2,0 0 0,-4-2 1,-2-2-1,-2-1 20,-3 1 0,-1-4 1,-2 2-1,1 1 8,-5-3 0,-3 6 1,0-4-1,-7 2 18,-3-1 0,-2 3 1,-2-4-1,-3 4 14,-7 2 1,-4 2 0,-1 2 0,-3 2 37,-3-2 0,-2 0 1,-6 0-1,4 4-49,2 2 1,-7-1 0,3 5-1,-2-2-35,2 1 1,-2 3 0,6 3 0,0 3-67,0 1 1,-5 6 0,7-3 0,2 1-183,1 4 1,-3 4 0,0 6 0,1 6 284,3 3 0,2 3 0,-1-1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6:05.32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18 681 7850,'-10'-7'392,"3"5"1,7-8-458,0 4 51,0 4 0,7-6 39,5 8 1,4 0-1,3 0 1,2 0 10,3 0 0,5 0 0,-2 0 1,4 0-28,6 0 0,4-5 1,-1-1-1,7 2-26,3 2 0,3 2 0,-1 0 0,1-2 5,-1-4 0,4 4 0,-1-4 0,-5 4-1,0 2 0,-1 0 0,0 0 0,-5 0 6,-1 0 0,-2-5 1,-6-1-1,-1 2-14,1 2 0,4 0 0,-2-2 1,-4-2-21,0 2 1,-2 2-1,0 2 1,-2 0 5,2 0 1,-4 0 0,1 0 0,-3 0 28,-4 0 0,4 0 1,-1 0-1,-3 0 8,-2 0 0,-7 0 1,0 0-1,1 0-7,3 0 1,-5 0 0,1 0 1,2 0 1,1 0-1,1-1 1,-3-3-26,-1-2 1,0 0 14,5 6 1,-5 0 55,-1 0 0,-5 0 45,6 0-81,-8 0 0,9-2 20,-7-4-13,0 4-32,-6-5 1,-2 1-1,-4 0-5,-5 2 0,1-4 0,-2 1 3,-1-3 1,-3 4 0,1-6-1,1 1-46,2 1 1,1-6 64,-7 5 1,7 1 0,1-2-5,2-1 1,0 5-1,4 0-23,-1 1-15,-1 5 0,14-6 8,3 8 0,5 6 1,-1 1-1,-1 3 4,-2 4 1,-3 1 0,5 3 0,-5-1 28,-1 1 1,-2-1 0,-4 1 0,2-1 26,2 1 0,0 5 0,-8 0 0,-2 0-95,-2 3 0,-8-7 0,3 6 0,-5-1-318,-1-1 0,-1 0 0,1-5 388,-1-1 0,1 1 0,-1-1 0</inkml:trace>
  <inkml:trace contextRef="#ctx0" brushRef="#br0" timeOffset="1002">3057 175 7752,'0'-12'180,"0"1"0,-8 7 0,-2-4 0,-1 2-116,-1 0 1,-1 0-1,-9 4 1,-1-1-99,2-3 0,-5 0 0,1 6 0,-2 0 66,-4 0 0,-2 0 0,-2 0 0,0 0-29,0 0 0,0 0 0,0 2 0,-2 2 20,-3 2 0,5 7 1,-2-1-1,6 3 19,0 3 1,4 1 0,0 3 0,1 3 43,5 2 1,2 2 0,3 8 0,2 2-13,3 1 1,1 7 0,-2-4 0,7-1-40,3 1 0,2 0 1,0-4-1,2-1 0,3-5 1,5 2-1,8-6 1,-1 4 5,1 2 1,5-7-1,2-5 1,2-2 26,4 2 1,2-3 0,4 1 0,2-5 17,2-5 1,5-1-1,-3 2 1,2-6-128,3-5 1,1-1 0,-1 0 0,-1 0 26,1 0 0,3-5 1,1-3-1,-2-2-89,-3-3 0,2-3 0,-9-1 0,-1-1 44,-2 1 0,-2-1 1,-2 1-1,-2-1-116,-2 1 0,-8-6 1,3-3-1,-5-1 165,-1-4 1,-1 4 0,-1-2-1,-5-2 115,-5-2 0,-4-8 1,-2 0-1,0 2-5,0 3 1,-2-1 0,-4-2 0,-5-2-37,-5 2 0,-1 3 1,-1 1-1,-1 0-67,-5 0 1,-3 6 0,-8 1 0,0 3-74,0 4 1,1 1 0,-1 3 0,0 1-105,0 5 1,0-3-1,0 7 1,0-1-93,0 0 0,0 2 0,0 6 0,2 0-69,4 0 0,-2 8 0,8 4 0,1 3-555,3 3 896,9-1 0,-5 0 0,5 1 0</inkml:trace>
  <inkml:trace contextRef="#ctx0" brushRef="#br0" timeOffset="1535">2690 524 8312,'0'-17'3,"0"-1"0,0 1 148,0-1 1,0 7 0,0-1-68,0-2 1,2 1-1,2-1 1,4 4-56,2 3 1,1-1-1,7 4 1,-1-2-27,1 2 1,-1 2 0,0 2-1,1 2-25,-1 4 1,1 4-1,-1 7 1,1 1-68,-1-1 1,-7 7-1,-2 1 1,-2 0 11,-1 0 1,-1 6 0,-10-4 0,-3 3 158,-1-1 1,-11-2-1,3 4 1,-1-4 39,-1-2 0,-3 4 1,0-5-1,1-5 146,3-5 0,2 1 292,-1-3-369,1-4 1,7-3 0,6-8-156,8-3 0,0-6 0,8 4 1,1 1-49,3-1 1,7 0 0,0 4 0,-1-2-159,-3 2 1,4 3 0,2 1 0,1 0-148,-1 0 1,4-2 0,-4-2-1,0-2-184,1 2 0,3 2 1,-4 2-1,0 0 501,0 0 0,7 0 0,-5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6:09.2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384 210 6609,'-7'-10'536,"5"-5"1,-6 5-201,8-7 0,-2-1-182,-4 1 1,4-1 19,-4 1 0,4-1-206,2 1 0,-1 1 0,-5 3-131,-6 1 0,2 8 1,-1-2-1,-3 4 96,-1 2 1,-9 8-1,-1 4 1,0 3 47,0 3 1,-4 5-1,5 2 1,3 2 57,2 5 0,1 1 0,1 1 1,1 1-3,4 0 0,-1-2 1,7-2-1,2-3 17,2-3 1,4-2 0,4-7 0,6-3 0,3-1 0,-3-8 1,-1 1-1,3-3-22,2-2 1,1-2-1,0-1 1,1-5-20,-1-2 1,1-2 0,-1-5 0,1 0-34,-1-1 0,1 1 0,-3-1 1,-1 1-2,-3-1 0,1 1 0,4-3 0,-3-1-6,-1-2 0,-6 5 1,3 7 25,-1-3 0,0 0 1,-4 1 0,2 1 1,1 10 8,-1 2 1,-4 8 0,6 10-1,-2-1 37,0 0 1,5 1 0,-3-1 0,2 3 51,3 3 0,-3-4 0,2 5 0,3-7-90,6-5 0,-5 1 1,5-5-1,1 0-95,-3 0 1,6-2 0,-1-6 0,-1 0-469,2 0 1,-4-2 553,9-4 0,-1-4 0,6-7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5:51.72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1396 368 8224,'-6'-20'-110,"-2"-1"1,-2-2 726,-3 1 1,3 3-1,0 1 534,3 1 1,-5 5-392,6 1-1445,0 7 0,6-2 0,0 12-68,0 5 1,2 7-1,2 3 1,4 4-642,2 3 1394,-6 1 0,11 6 0,-5 0 0</inkml:trace>
  <inkml:trace contextRef="#ctx0" brushRef="#br0" timeOffset="134">1396 804 6460,'0'18'4154,"0"-9"-3969,0-1 0,0-10-889,0-4 0,6 3 704,-1-9 0,1 8 0,-6-4 0</inkml:trace>
  <inkml:trace contextRef="#ctx0" brushRef="#br0" timeOffset="63963">330 106 8397,'0'-10'1204,"0"0"-1395,0 4 193,0 4 0,0-3 0,0 10 72,0 7 0,0 9 0,0 5 1,2 1-34,4 4 0,-4 8 0,4 3 0,-2 1 20,2 0 1,-4 5 0,3-3 0,-3 0-38,-2-5 0,6-3 1,0-4-1,-2-4-53,-2-5 0,-2-5-534,0-2-42,0-7 1,0-4 209,0-12 0,0-4 0,0-7 0,0 0 395,0-1 0,0 1 0,0-1 0,0 1 0,0-9 0,0-1 0</inkml:trace>
  <inkml:trace contextRef="#ctx0" brushRef="#br0" timeOffset="64262">505 123 7603,'16'-17'-441,"-5"-1"0,3 7 1,-8-1 1551,-2-2 0,-3 5-2,-1-3-953,0 8 0,0-2 0,0 12-78,0 6 1,0 3 0,0 5 0,-1 1-20,-5 2 0,4 8 1,-4 0-1,4 6 25,2 4 0,0 6 1,0-5-1,0 1-59,0 0 1,0 3-1,2-3 1,2 0-77,2-1 1,-1-3 0,-5-8 0,0-4-518,0-1-91,0-3 1,-1-13 181,-5-5 1,2-10 0,-8-7 0,1-6 476,1-5 0,-13-4 0,3-8 0</inkml:trace>
  <inkml:trace contextRef="#ctx0" brushRef="#br0" timeOffset="64597">103 88 7865,'-11'0'638,"-1"0"0,2-2-228,-1-4 0,3 3-273,8-9 1,8 2 0,3-1 0,7 3-42,5 0 0,2 6 0,6-6 1,-1 3-158,1-1 0,7 0 0,3 6 0,0 0-162,2 0 1,-7 0 0,7 0 0,-2 0-2,0 0 0,5 0 1,-7 0-1,-4 0 52,-4 0 0,-8 6 1,4 0-1,-1-3-219,-5-1 0,-9 0-295,-7 4 508,-3-4 0,-4 12 0,-3-9 1,-7-1 177,-4-2 0,-1 0 0,0 4 0,-9 4 0,-1 7 0</inkml:trace>
  <inkml:trace contextRef="#ctx0" brushRef="#br0" timeOffset="65029">68 857 7865,'-7'9'0,"-5"-3"207,-3-4 1,3 4 1062,0 0-738,8 0 0,-1-6-325,10 0 1,5 0 0,9 0 0,3 0-56,1 0 1,8 0-1,-2 0 1,4 0-138,2 0 1,6-2-1,2-2 1,-1-2-97,1 2 1,0 2 0,-3 0 0,5-2-157,0-2 1,5 1 0,-5 3 0,-1-2 40,-3-2 0,-6 0 1,-4 4-1,-4-2 30,-1-1 0,-9-1 1,-7 4 57,-3-4 0,-3 4 97,-9-4 1,1 4-391,-8 2 0,0 0-115,-5 0 0,5 0 0,1 0 516,-3 0 0,6 8 0,0 2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6:54.23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332 176 7668,'-10'-2'-164,"4"-4"0,4 2 680,2-8 0,-2 8-37,-3-1-511,3-5 0,-6 10 87,8 0 0,0 2 1,0 10-1,0 1-7,0 3 0,6 7 1,0 2-1,-3 2 73,-1 4 1,4 2-1,0 2 1,-2 2 32,-2 4 1,4-4-1,0 4 1,-3-3-55,-1 3 0,0-6 1,2 2-1,2-8-106,-2-4 1,-2-2 0,-2-5 0,0-1-74,0 1 1,0-6-619,0-1-380,0-7 485,0 4 0,-6-10 92,0-4 0,-2-4 1,5-7 499,-3-1 0,-8 1 0,4-1 0</inkml:trace>
  <inkml:trace contextRef="#ctx0" brushRef="#br0" timeOffset="301">52 193 7865,'-5'-12'43,"-1"1"1,0 5-1,4-4 1,-2 1 224,-2-1 0,-1 4 0,3-6-11,-2-1 1,0 3-1,6-2-128,0-1 0,2 3 0,4 0 0,5 3-122,5 3 1,1-4-1,1 2 1,1 2-112,5 2 1,1-3 0,6-1 0,-2 2-45,2 2 1,2 2 0,0 0-1,0 0-22,2 0 0,-10 6 0,10 0 0,-2-1-68,0 3 0,-4-4 0,-2 6 0,-1-1-90,-5 1 1,-8 0 0,-3 3 0,0-1 327,0 2 0,-7-5 0,1 3 0,-8 2 0,-5 1 0,-9 3 0</inkml:trace>
  <inkml:trace contextRef="#ctx0" brushRef="#br0" timeOffset="651">105 857 7865,'-12'0'2234,"1"0"-1422,7 0-719,-4 0 0,16 0 1,3 0-1,5 0-69,1 0 1,7 0-1,1 0 1,2 0-137,4 0 1,0 0 0,2 0-1,-2 0-41,0 0 1,6 0-1,-8 0 1,4 0-148,2 0 1,0 0-1,-2 0 1,-4 0 106,-6 0 0,-3 0 0,-3 0 0,1 0-1130,-1 0 158,-7 0 1165,-2 0 0,-8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7:05.4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228 263 7865,'6'-18'-9,"0"1"1,-1-1 412,-5 1 1,0-1 19,0 1 1,0-1-89,0 1 0,0 5-191,0 1-513,0 7 228,-7-4 0,5 16 1,-4 3-1,4 7 101,2 5 0,0 2 0,2 6 1,2 0 23,2 6 1,5-2 0,-3 8 0,0-2 21,-1-1 1,7 7 0,-4-6 0,-1 0-34,-3 1 1,2-5 0,-2 4 0,-2-4-89,-2-2 1,-2-8-1,0-2-271,0 0-123,0-5 1,0-5 278,0-15 1,0-8 0,0-9 0,0 0 228,0-1 0,-8 1 0,-2-9 0,-7-1 0</inkml:trace>
  <inkml:trace contextRef="#ctx0" brushRef="#br0" timeOffset="300">53 193 7865,'-17'-18'37,"5"1"0,2-1 0,3 1 117,3-1 1,2 7 0,2-1 231,0-1 0,0 3-167,0-2 0,2 3 0,4-5-167,5 2 1,5 8 0,1-1-1,1 3-163,-1 2 0,1 0 0,1 0 0,2 0-63,3 0 1,5 0 0,-4 0 0,0 0-4,0 0 1,6 6 0,-3 1 0,1 1-40,0 0 0,-8 3 0,4-3 0,-1 2-35,-1 3 0,0 3 1,-7 1-1,-3 1 251,-1-1 0,-8 1 0,2-1 0,-4 3 0,-2 3 0,-8-4 0,-2 7 0</inkml:trace>
  <inkml:trace contextRef="#ctx0" brushRef="#br0" timeOffset="617">18 909 7865,'-2'15'-117,"-3"-3"200,3-4 121,-6 0 1,16-7-1,3 5 1,5-4-164,1-2 0,7 0 0,1 0 0,2 0-14,4 0 1,2 0-1,2-2 1,0-2-114,0-1 1,0-1 0,0 6 0,0 0-58,-1 0 1,-1 0-1,-2 0 1,-1 0 10,1 0 1,-6 0 0,-2 0-430,-3 0 211,-3 0 0,-9 0 79,-8 0 0,-8-2 271,-9-4 0,-1 4 0,1-13 0,-1 5 0</inkml:trace>
  <inkml:trace contextRef="#ctx0" brushRef="#br0" timeOffset="1466">1171 385 7865,'6'-18'48,"0"1"1,-1 5 0,-5 1 682,0-3 0,0-1-81,0-3 1,2 1-226,4-1 1,-4 1-693,4-1 1,-2 9-515,2 3 1,-2 4 11,7 2 0,-5 8 0,4 5 769,-3 8 0,-1-1 0,-6 3 0,0-3 0,8 5 0,2 2 0</inkml:trace>
  <inkml:trace contextRef="#ctx0" brushRef="#br0" timeOffset="1817">1241 699 7754,'0'12'1032,"0"0"-685,0-9 1,0-3-236,0-11 1,0 1-239,0-2 0,6 7 0,1-5-432,3 2 1,-4-3-351,6 5 778,-9 0 0,5 8 0,-8 4 62,0 5 0,0-1 0,0 2 237,0 1 0,-2-5 1,-2 0 273,-1-1 0,-9-5-51,2 4 0,3-4-250,-3-2 1,6 0-569,-5 0 0,9-6-1136,2 1 1562,0-1 0,15-2 0,-5-2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7:17.21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71 158 8310,'-12'0'-57,"0"0"1,3-2 194,-3-4 1,2 4 0,6-6 140,-2 0 0,1 5 0,5-9-192,0-2 0,0 5 0,2-3-112,3-2 1,-1 5 0,8-1 1,2 2 1,-5-3-1,3 3 1,1 0-141,3 0 0,1 3 0,1 5-98,-1 0 1,-1 1 0,-3 5 189,-1 6 0,-2 3 0,3 5 1,-3 1 44,-2 3 1,-2 1-1,-6-4 1,0 4 42,0 2 1,-8 1 0,-4 3 0,-3-4 35,-3-2 0,1 4 0,-1-4 1,1-1-19,-1-5 0,1 2 0,1-9 0,3 2 235,1-3-77,1 5-138,-7-14 1,8 4-143,5-12 0,10 2 0,7-6-33,4 2 0,1 3 0,1 3 41,-1-4 1,0 4-1,1-4 1,-1 4 12,1 2 1,-1 0 0,1 0-1,-1 0-19,1 0 0,5 0 0,0 0 0,-1 0-9,-3 0 1,-2 0-1,1 0 1,-1 0-110,1 0 1,-6 0-1,-1-2-267,3-4 470,-6 4 0,7-5 0,-5 7 0</inkml:trace>
  <inkml:trace contextRef="#ctx0" brushRef="#br0" timeOffset="2750">1345 1136 7988,'6'-12'-493,"0"0"1,0 7 0,-4-5 0,2 0 490,2 1 0,1 3 233,-1-6 0,-4 0 108,4-5 0,-4 5 55,-2 1 0,0 5-218,0-6 0,-2 8 0,-4-2-122,-6 5 1,-3 1 0,-3 1 0,-1 5-112,-4 6 1,3 3 0,-3 3-1,4-1 39,1 1 0,1-1 1,-1 1-1,1-1 4,-1 1 1,7 5 0,1 0 0,2 1 10,4 1 1,-3-6-1,1 6 1,2-1-1,2-1 0,10 2 1,3-3-1,5 1 0,1-2 1,3 4-1,1-1 1,4-3-16,2-2 1,1 5 0,3-1 0,-4-2 2,-2-1 0,6-3 0,-4 1 1,0 1-42,-3 4 1,-5-3 0,-1 3 0,-3-2 40,-3 3 0,-4 1 1,-10 6-1,-4-4 46,-6-2 0,-5 6 1,-7-1-1,-5 1-25,-4-2 0,-2 2 1,0-8-1,-1-2 2,-5-1 0,6-11 1,-2-1-1,8-2 1,4 0 0,-4-2 0,5-10 0,5-6-22,5-3 0,-1-5 0,5-1 0,-2-4-6,1-2 0,7-1 0,-2-3 0,4 4 15,2 2 0,2-6 1,2 4-1,4-2-20,1 0 1,3 7 0,6-3 0,1 2-24,4-1 0,-3 1 1,5 8-1,-2 1-44,0 2 1,3 7 0,-5-5-1,2 2-68,-1 4 1,-3 2-1,-2 2 1,1 0-62,-1 0 1,1 2-1,-1 4 220,1 6 0,-7 1 0,-1 1 0,-2-2 0,5-1 0,-3 7 0</inkml:trace>
  <inkml:trace contextRef="#ctx0" brushRef="#br0" timeOffset="3532">2358 1241 8310,'6'-12'-394,"0"0"1,2 3-1,-4-5 764,1 2 1,3 6-1,-4-5-16,2-3 1,0 5-16,-6-3 0,0 6-301,0-6-189,0 9 1,-2-5 0,-4 10-1,-6 2-22,-3 1 1,-8 9-1,-3 0 1,1 5 32,0 4 0,-4 3 1,4-3-1,-3 6 91,-3 4 0,4 2 0,0 0 0,2 2 108,3 3 0,3-1 1,2 6-1,1-2-28,4-5 1,5-1 0,10-2 0,7 0-19,8 0 0,5-8 0,0-6 0,6-5-1,4-4 1,4-7-1,2 5 1,2-2-4,-2-4 0,-1-2 0,1-4 0,2-4-14,-2-6 0,3-3 0,-1-3 0,-2 1-14,-2-1 1,-6-1 0,0-2 0,0-3 21,-6 3 1,2-4 0,-3 0-1,-3-1 39,-2 1 0,-7-4 0,-2 4 0,-2-2 85,-5-4 0,-3-2 0,-5-2 1,-7-2-6,-4-4 0,-3 4 0,-2-4 0,-5 3-104,-1-3 1,0 6-1,-4-2 1,2 8-20,-2 4 0,-2 0 1,0 5-1,4 1-31,6 3 0,-3 10 0,1 1 0,0 3-115,0 2 0,1 0 0,7 2 0,-1 3-84,1 7 0,1 4 1,5 1-1,3 0-77,0 1 1,6-1-1,-4 3 1,5 1 307,1 2 0,0 8 0,7-11 0,3 5 0</inkml:trace>
  <inkml:trace contextRef="#ctx0" brushRef="#br0" timeOffset="3967">2498 1625 8423,'0'-18'920,"0"9"0,2 1-856,4 8 1,2 2-1,5 4 1,-1 7-64,1 8 0,9-1 0,1 5 1,0 0 36,3 4 0,-5-1 0,8 3 0,2 4-3,2 3 0,-6 3 0,-2-6 0,-1-2-47,-1-4 1,0 2-1,-5-7 1,-3-3-153,-3-2 0,-4-7-267,-8 0-203,0-9 124,0-3 1,-2-3-982,-4-9 1491,4 8 0,-14-12 0,7 7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7:23.2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86 1047 8310,'-18'0'-539,"3"-2"830,3-4 0,2 4 226,5-4 0,1 4 272,-8 2-889,8 0 0,-2 0 0,12 0 58,6 0 0,9 0 0,4 0 0,1 0-22,-1 0 0,6 0 0,-2 0 0,4 0-7,2 0 0,2 0 0,2 0 0,1 0-26,-1 0 1,-2 0-1,-4 0 1,-2-2-147,-2-4 1,-8 4-1,3-3-501,-5 3 400,-9 2 0,-4 0 179,-12 0 0,2 0 1,-8 0-1,-1 0 165,-3 0 0,-9 0 0,-2 0 0</inkml:trace>
  <inkml:trace contextRef="#ctx0" brushRef="#br0" timeOffset="318">278 820 8310,'-12'-12'-85,"1"0"0,1 6 589,-2-5-452,4 7 1,8 4-1,0 12 1,0 3 81,0 3 0,8 5 0,2 2 0,2 0 1,-1 1 0,-1 5 1,3-2-1,-1 4-67,2 2 0,-5-6 1,1 0-1,0 0-41,0-2 0,-5 6 1,5-6-1,0 0-82,-1-3 0,-5-5 1,2-1-389,-4-1 0,-2-5-868,0-1 756,0-7 0,0 2 99,0-12 0,0 2 456,0-7 0,0-9 0,0-7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7:33.41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175 393 8046,'0'-12'-199,"0"1"0,-2 1 0,-1-4 360,-3 3 1,0 5 0,6-6-96,0-1 0,0-3 1,0-1 60,0-1 0,0-1 1,0-3-1,2-1-61,4 2 1,-4 1 0,3 1 0,-3-2 49,-2-3 0,6 1-158,0 6 1,2-1-52,-2 1 1,-4 9 18,3 8 0,-3 8 1,-2 9-1,0 1 85,0-1 0,2 6 1,2 3-1,2-1-32,-2 0 0,4 4 0,-3-4 0,-1 3 20,-2 3 0,4-6 1,0 0-1,0-2-72,2 1 1,-7-1-1,5-6 1,-2 1 29,2-1 0,-4 1 0,4-1 58,-4 1 0,-2-1-17,0 1 1,-8-3 0,-4-1-12,-3-3 0,-3-7 0,1 4 0,-1-2 15,1 0 1,-1-1 0,1-5 0,0 0 27,-1 0 1,1 6-1,-1 0 1,1-2 96,-1-2 1,7-2-1,-1 0 16,-2 0 0,7-2 14,1-4-176,4 4 0,4-6 0,2 7 1,3-3-21,3-2 1,2 0 0,5 6 0,1 0-15,-1 0 1,6 0-1,1 0 1,-1 0-35,2 0 1,0 0 0,6 0-1,-1 0-9,1 0 0,0 0 1,0 0-1,-2 0-40,2 0 1,0-2 0,-2-2 0,-4-2-1,0 2 0,-5 3 0,3 1-241,-3 0 0,-5-2 377,-3-4 0,-4 4 0,-1-14 0,3 7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7:35.7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403 88 8046,'9'0'-268,"-1"-2"1,-6-2 368,4-2 0,-4-2 235,4 2 1,-4 3-15,-2-9-367,0 8 1,-2-4 0,-4 8 0,-6 0 45,-3 0 0,-5 2 1,-1 4-1,-4 6-64,-3 3 1,1 5 0,-4 1 0,2 2 24,-2-1 0,4 5 0,0 0 1,2 2 20,3 0 1,9-6 0,3 5 0,2-3 10,4-4 1,2 4 0,4-1 0,6-3-21,9-2 1,3-5-1,9 0 1,0 1 10,-2-1 0,6-1 0,-6 5 0,3-1-4,-1 1 1,-2-1-1,4 1 1,-4-1-14,-2 0 0,-1 7 1,-7-1-1,-2 0-14,-3 3 0,2-7 1,-8 6-1,-3-2 17,-1 1 0,-4 5 0,-3-6 0,-9-2 49,-7-1 1,-1 3 0,-5 0 0,0-3 31,0-7 1,4 1 0,-5-8 0,1-2 38,0-2 0,0-2 0,-2 0 0,4-2-35,-1-4 0,7-4 1,-4-7-1,3-3-52,3-3 0,-1 4 0,3-7 0,1 3 10,3 0 0,7-6 0,-2 5 0,4 3-46,2 2 1,2-5-1,4 1 1,5 2-15,5 1 0,1 5 1,1 1-1,1 3-56,4-3 1,-1 4 0,5 1-1,0 1-185,0 4 1,0 2-1,5 2 1,-5 0 286,-2 0 0,-2-8 0,-5-1 0</inkml:trace>
  <inkml:trace contextRef="#ctx0" brushRef="#br0" timeOffset="650">1258 175 8046,'0'-18'132,"0"1"1,0 0-58,0-1 1,-2 8 0,-3 5-113,-7 3 1,2 2 0,-1 0 0,-3 2 64,-2 3 1,-3-1 0,-2 10 0,-5 3-99,-1 5 0,4 9 0,-4-2 0,0 4 0,0 2 1,3 2 0,-3 1 0,2 5 48,4 2 1,3 1-1,4 5 1,5-3 11,1-1 0,2-6 1,8 3-1,4-3 3,6-8 0,5-6 1,4-9-1,5-1 0,1 1 0,-4-9 0,4-3 1,-2-4 0,-3-2 1,3 0 0,0-2 0,0-4 3,1-5 1,3-5 0,-4-3 0,2-3-1,4-1 1,-6-6-1,1 4 1,-3-2 2,0-5 1,3-1 0,-5-1-1,2-3 37,-2-4 1,-3 4-1,-4-6 1,-5 1 29,-1-5 1,-2 2 0,-8 1-1,-4 1-31,-6 4 1,-9 2 0,-4 3 0,-2 1-20,-4 3 1,0 11-1,0 9 1,3 3-33,3 3 1,2-4 0,5 2 0,1 2-212,-1 2 1,7 10-1,-1 4 1,1 3-199,1 3 0,0 5 1,6 2 421,-2 2 0,-7 2 0,3 6 0</inkml:trace>
  <inkml:trace contextRef="#ctx0" brushRef="#br0" timeOffset="934">1206 542 7756,'0'-8'559,"0"8"1,2 8 0,4 9-392,5 1 1,3-1-1,0 2 1,-3 5-51,3 5 0,1-2 0,3 0 0,-1 0-90,1 1 1,-1 1 0,1 6 0,-1-2-131,0-4 1,5 2 0,-3-6 0,-3 0-402,-1 0 1,-1-1-567,-2-7-550,-5 1 1619,-7-9 0,-15-1 0,-5-8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7:38.5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71 1206 8046,'-18'-8'0,"3"-3"-125,3-5 0,-1-1 114,7-1 0,0 6 221,6 1 0,8 5 0,3-4-244,5 3 1,1 1 0,1 6 0,1 0-152,5 0 0,-3 0 0,6 0 0,0 0-54,0 0 0,-3 0 0,3 2 0,0 2 239,0 1 0,-5 9 0,3-4 0,-8 7 0</inkml:trace>
  <inkml:trace contextRef="#ctx0" brushRef="#br0" timeOffset="231">106 1363 8090,'-8'10'0,"-4"-4"0,-3-4 44,-3-2 0,7 0 0,-1 0 820,-1 0-714,5 0-229,0 0 0,10 0 0,4 0 0,5 0 13,5 0 0,3 0 1,3 0-1,3-2-156,2-4 1,-4 4-1,6-4 1,3 4-54,0 2 0,-2-2 1,-1-2-1,0-1-302,-2 1 577,6 2 0,-6-6 0,8-2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7:45.56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68 173 7020,'-8'-10'1189,"7"-5"-1052,-5 3 1,4-3-1,4-3-49,4 1 0,-3 5 1,7 0-54,-2-1 0,5 3 0,-1 0-105,4 3 1,-5-5 0,1 6-5,1 2 0,1 4 0,0 6 1,-5 6 9,-1 3 1,-2 3 0,-6 1 0,0 2 33,0 3 0,0 1 0,0-4 0,-2 5 33,-4 1 0,-4-6 0,-7 2 0,0-3 12,-1-3 0,1 1 0,-1-1 0,3 1 61,3-1 0,-4-5 0,5-3-36,-5-1 1,5-2-149,-1-6 15,8 0 0,-2 0 78,12 0 1,4 0 0,7-2 0,1-2-45,-1-2 0,1 1 0,-1 5 0,1 0-143,-1 0 1,1 0-1,1 0 1,2 0-4,3 0 0,-1 0 1,-4-2-1,3-2 205,1-2 0,0 0 0,-5 6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7:47.60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333 121 8103,'0'-28'0,"0"5"0,0 4 15,0 1 0,0 7 1,0-1 0,-8 8 0,-4-2 0,-3 6-73,-3 6 0,-1-2 1,-3 8-1,-3 1 73,-2 3 1,6 1 0,-5 1 0,5 1 4,4 4 0,-5-3 0,11 3 0,-3-4 13,2-1 0,-1-1 0,5 1 0,0-1 52,1 1 0,1-1 0,6 1 0,0-1-60,0 1 0,2-1 0,4 1 0,5-1 9,5 0 1,1 1-1,3-1 1,1 1-6,2-1 1,2 1 0,-1-1 0,3 1-32,0-1 0,6 1 0,-6-1 0,2 1-31,0-1 0,-1 1 0,1 1 0,-6 2-23,-4 3 1,-3-1-1,-3-6 1,-3 1 30,-2-1 0,-2 1 0,-6-1 0,-2 1 17,-4-1 0,-10 1 0,-7-1 0,0-1 27,-2-5 1,3 3 0,-5-6 0,0-1 36,0 1 1,5-2 0,-1-6-1,2 0 21,-2 0 0,3 0 1,-3-2-1,3-2-68,3-2 0,5-7 1,1 1-1,-1-4-25,2-1 1,3 0 0,7-1 0,0 1-26,0-1 0,0 1 0,0-1 0,0 1-36,0-1 1,2 7 0,1-1 0,5-2-22,2-1 0,0 3 1,3 3-1,-1-1-224,1 0 0,3 6 0,1-2-28,1 5 0,-1 1 0,1 0 349,-1 0 0,1 0 0,-1 7 0,1 3 0</inkml:trace>
  <inkml:trace contextRef="#ctx0" brushRef="#br0" timeOffset="716">647 452 8103,'0'-17'-73,"0"-1"279,0 1 0,-6 0 148,0-1 0,0 1-110,6-1 0,0 1-529,0-1 166,0 9 0,6 9 0,0 11 0,-2 7 163,-2 5 1,0 4 0,2 8 0,2 0 6,-3 0 1,1 6-1,0-1 1,2 1 29,-2 2 0,-2-6 1,0 3-1,2-3-25,1-2 0,1 0 0,-4-2 1,2-4-55,2-5 1,0-11 0,-4-3 57,4-2 1,-3-5-1,7-8 1,0-7-55,0-4 1,1-7 0,7-2 0,-1-2-65,1-4 1,-1-2-1,0-2 1,-1 0-33,-4 0 0,3 2 0,-3 2 0,1 4 4,-1 2 1,4 3-1,-7 9 1,3 1-124,0-2 0,-7 7 0,7 1 102,2 4 1,-5 4 0,1 4 0,0 3 38,-1 1 0,1 6 0,4-3 0,-3 7 96,3 3 0,1 2 1,1-4-1,0 3 44,1-3 1,-3 4-1,9-1 1,-4-3-47,-1-2 0,1 5 0,2-1 1,3-4-11,-3-5 1,-2-1-1,-1-7 1,-1-2 68,1-2 1,-6-2-1,-1 0 64,3 0 0,-6-8 1,-3-3-1,-3-5 14,-2-1 1,0-3 0,0-3 0,-2-6-34,-3-4 1,1-2 0,-6 0 0,0-2-30,1-4 1,3 3-1,-6-7 1,0 0-60,3 1 1,-5 5-1,6-2 1,1 6-119,-1 6 0,0-2 1,4 8-1,-2 1-1153,3 3 705,1 2 1,4 7-1105,3 4 1628,-3 12 0,14 4 0,-7 7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7:51.1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70 315 8201,'-9'-8'-108,"-1"4"434,4-8 0,-2 6-45,-3-5 0,1 7 0,6-4-182,-2 0-143,0 6 0,14-5 1,4 7-1,3 0-54,3 0 0,5 6 0,2-1 1,2-1-23,4-2 1,-3-2 0,1 0-1,2 0-120,2 0 1,2 0 0,0 0 0,0 0-115,-1 0 0,-1-2 0,-3-2 0,-5-3 354,0-3 0,-6-2 0,7-5 0</inkml:trace>
  <inkml:trace contextRef="#ctx0" brushRef="#br0" timeOffset="331">332 53 8201,'-15'-12'-1896,"1"2"1860,2 3 0,9-1 0,-5 4 2640,0-2-2558,6 0 1,-6 8 0,8 4 35,0 6 0,0 3 1,0 5-1,0 1 20,0 2 0,6 8 0,2-2 0,0 4-72,-1 2 1,5 0 0,-4 0 0,0-2-20,-1-4 0,-1 4 0,-4-6 0,2 1-270,2-5 0,0-4-1065,-6-1-252,0-1 1576,0-7 0,0-2 0,7-24 0,3-3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7:52.9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297 103 7251,'0'-17'2,"0"-1"1,0 7 383,0-1 1,0 6-3,0-5-327,0 7 0,0-6 5,0 4 1,-2 4-81,-3-4 1,1 6 37,-8 6 1,2-2 0,-3 6 0,3-1 31,2 1 0,-5 0 0,3 3 1,-2-1 10,1 2 1,1 1 0,-4 5 0,5 1-16,1 2 1,0 6 0,4-3 0,-2 1-47,3 4 1,-1 2 0,0 2 0,-2 2 25,2 3 1,2 3 0,2 6 0,0-5-32,0-1 1,0 5-1,2-3 1,2 2 11,2-1 0,2-5 0,-5 3 1,3 1-1,-2 0 1,4 7 0,0 6-1,1-1 17,5-3 0,-4-2 0,1 3 1,3 1-1,1 2 0,-3 0 1,0-5-1,1-1-66,3 1 1,-1 5-1,-1 0 1,-2-2 27,1-1 1,-3 3 0,0 0 0,-1-2-72,1-1 1,-6-3 0,4 0-1,-3-1 134,1-5 1,0 3-1,-6-8 1,0-2 20,0-3 1,0-6 0,0-3 0,0-2 41,0-4 0,0-1 0,0-3 0,0 1-27,0-1 1,0 1-73,0-1 0,-2-5-83,-4-1 1,-3-7-43,-9 2 1,1-4 0,-1-2-1,1 0-38,-1 0 0,-5 0 0,-2-2 0,-2-2-128,-4-2 1,5-2 0,1 5 0,2-3-177,0 2 1,-1 2 0,9 0 451,3-4 0,-11-3 0,3-9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8:16.580"/>
    </inkml:context>
    <inkml:brush xml:id="br0">
      <inkml:brushProperty name="width" value="0.08" units="cm"/>
      <inkml:brushProperty name="height" value="0.08" units="cm"/>
    </inkml:brush>
  </inkml:definitions>
  <inkml:trace contextRef="#ctx0" brushRef="#br0">53 0 9211,'-12'0'-874,"1"0"1123,7 0 0,-6 0-278,4 0 34,4 0 1,-6 2 0,8 4 52,0 6 0,0 3 1,0 3-1,0-1 5,0 1 0,6 1 0,2 3 0,0 3-49,0 2 1,-1-4 0,-3 4-1,4 1-33,2-1 1,-6-6 0,3 2 0,-1-3-27,0-3 1,0 1-1,-4-3 1,2-1-54,1-3 0,1-5-274,-6 6 1,0-6-802,0 5 729,8-7 1,-4 4 443,7-8 0,1 8 0,6 1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8:17.8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331 156 8371,'11'-12'-1513,"1"0"1545,1-1 1,1-3-1,0 1 1,-5 1 365,-1 2 1,0 7-1,-4-7 68,2-2 0,-1 5-463,-5-3 1,-2 8-1,-3-2 1,-7 6-52,-4 6 0,-7-2 0,-2 8 1,-2-1 12,-4-1 0,4 9 0,-1-3 0,1 1-29,0 5 1,6-1 0,-4-1 0,1 1 17,1 2 1,0 6 0,7-4 0,3 1 18,1-1 0,6 4 0,-4-4 0,3 0-2,3 1 1,10-1 0,5-4 0,5 3 26,1-3 1,3-2-1,1-3 1,4-3-1,2-1 1,-3 0 0,5 3 0,2-1-11,2-3 0,-4 1 0,0 6 1,0-1-50,-2 1 1,0-1 0,-5 0 0,1 3 16,-2 3 1,-7-2-1,-4 9 1,-3 1 53,-3 2 1,-4-4-1,-5 0 1,-7 0-61,-4-2 0,-3 4 1,-2-8-1,-5-1 21,-1-3 0,4-1 1,-4-3-1,0-1 29,-1-3 1,7-7 0,-4 2-1,2-4-8,-1-2 1,-1-8 0,4-3-1,-3-5 9,3-1 1,7-3 0,3-1 0,-1-4-34,2-2 0,-3 5 0,7-3 0,2 2-8,2-1 1,2-1 0,0 4 0,0-2 30,0 1 0,8 3 0,4 1 9,3 1 1,8 1 0,1 5 0,-3 5-61,-1 4 1,5 0 0,2-2 0,2-2-118,0 2 1,-2 2 0,4 2-1,-3 0 177,-3 0 0,6 8 0,-12-6 0,6 6 0</inkml:trace>
  <inkml:trace contextRef="#ctx0" brushRef="#br0" timeOffset="733">767 470 8148,'0'-23'16,"0"-1"0,-2 1 0,-2 6 274,-1-1 1,-1 1 299,6-1-312,0 9-308,0 1 0,0 23 1,0 7-44,0 3 0,0 8 1,0-4-1,0 4 113,0 2 0,2 6 0,2-1 0,1-1 55,-1-2 1,4-2 0,-2 2 0,0 0-39,1-2 0,-5 3 0,6-10 0,-2-1-83,0-4 0,2-5 1,-5-5-120,3-1 1,2-8 114,-2 1 0,-4-10 0,6-7 0,-3-4-29,1-1 1,6 0 0,-4-1-1,-1 1 20,1-1 0,4-5 1,-4-2-1,1-1-41,5 1 0,-1 2 1,1 5-1,-4 1-3,-3 0 1,7-5 0,-4 3 0,1 3 4,1 1 1,0 5 5,5-2 1,1 8 0,-1-1 43,1 3 0,-7 4 1,1 3-1,-1 7 28,-1 4 1,6 1 0,-5 3 0,5 1 8,1 2 1,1 2 0,-1-3 0,1 1 8,-1-2 0,6 5 1,1-3-1,-5 0-11,-5 2 1,1-11 0,-3 3 0,1-1 5,-1-1 105,4-5 0,-12-2 0,5-10 58,-1-4 0,-2-4 0,-6-7 0,0 0-84,0-1 0,0-7 0,0-4 0,0-4 9,0-2 0,6-6 0,-1-2 0,-1-1-101,-2-5 0,-2 5 0,2-3 1,2 0-89,2 3 1,0 1-1,-6 8 1,0 2-91,0 4 1,6 4-1,-1 7 1,-1 1-224,-2 0 0,4 5 1,2 2 400,1 2 0,-5 3 0,4 5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9:42.4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1 123 8474,'0'10'-1141,"0"-3"1139,0-7 156,0 0 1,7 0-166,5 0 1,-2 0-1,1 0 8,3 0 0,1 0 1,3 0-5,-1 0 0,1 0 0,1 0 0,3 0-3,1 0 1,2 0 0,-4 0 0,5 0 6,1 0 0,-4 0 1,6 0-1,0 0 0,-2 0 1,5 2 0,-7 2 0,0 2-7,0-2 0,4-2 1,-3-2-1,-1 0-15,0 0 1,4 0 0,-6 0 0,1 0 18,1 0 1,-6 0-1,7 0 1,-1 0 5,4 0 1,-4 0 0,-2 0 0,-1 0-1,1 0 1,-4 0 0,7 0 0,-3 0-8,0 0 1,0 0 0,-5 0 0,-1 0-17,1 0 1,-1 0-1,1 0 1,-1 0 1,1 0 0,-1 0 0,1 0 1,-1 0-14,1 0 1,-1 0 0,1 0 0,-1 0 31,0 0 0,1 0 0,-1 0 5,1 0 0,-1 0 0,1 0-29,-1 0 1,1 0-1,-1 0-25,1 0 1,-1 0-1,1 0 27,-1 0 0,0 0 0,1 0 20,-1 0 1,1 0 0,-1 2 14,1 3 1,-1-3-1,1 4-1,-1-4 0,1-2-8,-1 0 0,-5 0-44,-1 0-303,-7 0 178,4 0 0,-6 0 166,4 0 0,-4-8 0,6-1 0</inkml:trace>
  <inkml:trace contextRef="#ctx0" brushRef="#br0" timeOffset="466">1572 1 7339,'16'1'90,"-3"3"0,-1 4-22,2 2 1,-5-4 0,3 3-1,2 1 20,1 0 1,-3-4 0,-1 5-68,3 3 0,2-4 0,1 1-94,0 3 1,-5-5 28,0 3 1,-8-6-1,1 6 1,-5-7 39,-5 7 1,-5-2 0,-8 3 0,1-3-13,0-2 1,-1 3 0,1-3-1,-1 0-137,1 0 0,-1 5 0,1-3 0,1 2-537,5-1 690,-5-7 0,6 12 0,-7-7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9:46.75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2428 489 8465,'0'-17'-60,"0"-1"1,6 7 0,0-1 517,-2-2 34,-2 7-744,-2-9 164,0 14 0,0 2 1,0 12-1,0 3 71,0 3 1,0 5 0,0 2-1,0 2 65,0 4 1,0 2 0,0 2-1,0 0 13,0 0 0,0 0 0,0-2 0,0-2-37,0-2 0,0-1 1,1 1-1,3-6-51,2-4 0,0-1 0,-6-1-227,0 1-573,0-9-382,0-1 1209,0-23 0,0 3 0,0-13 0,0 7 0</inkml:trace>
  <inkml:trace contextRef="#ctx0" brushRef="#br0" timeOffset="617">2673 175 8310,'0'-18'-46,"-2"7"0,-2-1-85,-2-2 0,-2 1 0,4-1 213,-2 3 0,-5 5 1,3-4 45,-2 2 0,-1-3 0,-7 5-100,1 2 0,-1 0 0,1 0 0,-1-2-45,1 3 0,-1 1 0,-1 2 0,-2 0-9,-3 0 1,-5 5 0,4 1 0,0 0 36,0 2 0,-4-4 1,3 7-1,1 1-32,0-2 1,0 5 0,1-1 0,-3 5 16,0 5 1,2 1 0,5-2 0,-1 4 25,-2 0 1,-1 12-1,7-4 1,0 4 3,-1 4 0,6-5 1,3 9-1,-1 0-10,0-3 1,6 5-1,-1-7 1,3 1-1,2 0 1,6 3-1,1-5 1,3-2-51,4-2 1,7-8 0,4 0 0,2 0 51,4-2 0,-3 4 0,3-7 0,3-3-86,5-2 0,8-3 1,-6-4-1,-3-5 31,-1 1 0,4-6 1,0 4-1,-2-6-31,-3-6 0,-3-4 0,-1-7 0,-3-1 17,2 1 0,-4-6 0,0-3 0,-2 1 8,-3 0 0,-3-6 0,-2 2 0,1-4 35,-1-2 0,-1 6 0,-3 0 0,-3-4 31,-2-6 1,-2 2 0,-6-4 0,0 4 117,0 2 1,0 0-1,-2 1 1,-2-1-17,-2 0 0,-7 6 0,1-1 0,-4-1-16,-1-2 0,-6 0 1,-1 2-1,3 2-186,2-2 0,-1 0 1,-1 0-1,-2 4-109,1 2 0,-3 1 0,0 7 0,0 0-849,-1-1 1035,-5 1 0,-4 7 0,-9 2 0</inkml:trace>
  <inkml:trace contextRef="#ctx0" brushRef="#br0" timeOffset="2083">53 2236 7500,'-12'5'-110,"1"1"1,5 0 666,-6-6-192,8 0-423,-3 0 1,9 0-21,3 0 1,-1 0 0,8 0 65,1 0 0,3 0 0,3 0 0,3 0 17,1 0 0,6-2 0,-4-2 1,2-2 10,5 3 1,6 1 0,5 2 0,0 0 7,-1 0 0,7 0 1,-2 0-1,3 0-10,2 0 1,-5 0 0,-1 0-1,3-2-12,1-4 1,-3 4-1,-2-4 1,-1 4 15,1 2 0,-6 0 0,1 0 1,-3 0-3,-2 0 0,0 0 0,0 0 0,-2 0-10,-4 0 0,-2 0 1,-5 0-1,1 0 47,-2 0 0,5 0 0,-3 0 0,-2 0 3,-1 0 0,-1 0 0,2 0 1,3 0-17,-3 0 1,-2-6 0,1 0-1,1 3 4,2 1 1,3 2 0,-5 0 0,2-2-15,-1-4 1,-3 4-1,-1-4-59,-1 4 0,0 2 19,1 0 0,-6 0 72,-1 0 72,-7 0 1,4-2 515,-8-4-572,0 4 0,-8-13-80,-4 3 0,3 5 0,-3-1 1,-1 2-76,-3 0 1,4-5 0,1 3 0,-3 0-64,-1 0 0,3-3 1,0 3 74,-1-2 1,-3 0 0,1-3 68,3 1 0,-3 6-279,3-5 172,4 7 1,2-4 95,12 8 0,4 2 1,7 4-1,1 5-1,-1 5 1,-1-4 0,-3 1 0,-1 5 15,2 3 1,1 2-1,1-5 1,-3 1 3,-1 4 1,-8-3 0,2 3 0,-5-1-75,-1 1 0,0-4 1,-1 5-1,-5-5-134,-6-2 1,-2 1-1,1-1 1,1-1-315,-1-5 0,-3 3 0,-1-6 510,-1 2 0,8-7 0,-5 5 0,5-8 0</inkml:trace>
  <inkml:trace contextRef="#ctx0" brushRef="#br0" timeOffset="2584">2498 1869 8289,'0'-18'2,"0"7"1,-2 1-1,-2 0 192,-2 1 0,0-3 404,6-5 1,0 5 482,0 0-1017,0 8 1,0-1 0,0 10-152,0 7 0,0 4 1,0 3-1,0 2 69,0 3 1,2 7 0,2-2-1,4 4 59,2 2 1,-6 0 0,3-2 0,-1-2-94,0-2 1,0-6 0,-6 4-1,2 0-156,4 0 1,-4-5-1,3 1-1165,-3-3 445,-2-3 1,-2-7 603,-3-4 0,3-6 1,-4-6 323,4-6 0,2-11 0,0-4 0</inkml:trace>
  <inkml:trace contextRef="#ctx0" brushRef="#br0" timeOffset="3132">2638 1624 8289,'-18'-11'-597,"-1"-1"321,-4-2 0,9 1 0,-4 1 0,3 4 402,-1 1 0,-1 5 1,1-6-1,3 2-41,1 0 1,1 1 0,-7 6 0,-1 3-101,-5 2 1,5 6 0,-4-4-1,1 1 46,-1 5 1,2 3 0,-6 5 0,1 1-43,5-2 0,-4 6 0,0 3 0,-1 3 65,1 2 1,2-1-1,5 3 1,1 2 124,-1 2 1,7 7 0,1-1 0,2 3-41,4 3 0,4-7 0,4 1 0,4 0-41,2-3 0,7-1 0,8-8 0,3 0-42,3 0 0,4-6 0,3-4 0,3-4-44,-2-5 0,4-5 1,-1 3-1,1-4-120,0-2 0,3 3 1,-3-5-1,0-2 0,-1-2 1,-1-10 0,-6-4 0,0-3-42,0-3 0,-6-1 0,-2-2 0,0-5-6,1-1 0,-1-2 0,2-6 0,-6 0 127,-4 0 1,-1-1 0,-1-3-1,-1-2 65,-4 2 0,-5-4 1,-7 1-1,0-1 27,0 0 1,-5-5 0,-3 3-1,-4 1 88,-7 3 1,1 2-1,-7 0 1,2 0-73,-1 6 0,-5 4 0,6 8 0,0-2-259,-2 1 0,5 5 1,-5 3-1,2 5-64,-1 1 1,1 0 0,6 4 0,-1-2-620,1 2 862,-1 3 0,1 1 0,-1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9:50.9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297 315 8062,'0'-17'-223,"0"-1"301,0 1 1,0 5 0,0 1-30,0-3 1,-5 4-1,-3-1 21,-2-3 1,4 6-146,-5 2 1,-1 5-1,-5 1 37,-1 0 1,1 0 0,-1 1-1,1 3-36,-1 2 0,1 8 0,1-3 0,3 7 26,1 5 1,0-3-1,-5 3 1,1-2 17,5 2 0,1-3 0,6 3 0,-2-1-12,2 1 1,3-4 0,1 5 37,0-5 1,1-7 0,5-3 77,6-1 0,3-2 0,3-6-36,-1 0 1,1-8 0,-1-4-1,1-1-7,-1 1 1,1-9 0,-1 3 0,-1-1-5,-5 0 1,5 1-1,-6 1 1,1-1 34,1 1 1,-2-1 0,3 1 69,-1-1 1,-8 7-168,1-1 19,-3 8 1,-2 4-1,0 12 1,0 3 36,0 3 1,6-1 0,0 1-1,0-3-30,2-3 0,-1 3 0,7-3 0,-2 4-31,1 1 0,3-7 1,1-2-1,1-3-219,-1 1 1,3 0-1,1-6 1,2 0-87,-1 0 1,-3-2 0,-2-4 344,1-5 0,7-5 0,2-1 0</inkml:trace>
  <inkml:trace contextRef="#ctx0" brushRef="#br0" timeOffset="250">717 18 6517,'-8'-9'1103,"6"1"0,-8 8-1090,4 0 1,-3 0-145,-9 0 0,7 8 1,-1 3-111,-2 5 1,5 1 0,-3 1 0,0-1-184,3 1 0,-5-1 424,8 1 0,-7-1 0,3 1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9:53.72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17 122 8062,'0'-17'-9,"0"0"0,0 5 1,0 0 247,0-1 0,0 3 0,0-2 286,0-1 1,-1 5-7,-5 2-721,4 4 1,-6 4-1,8 4 100,0 6 1,0 5-1,0 4 1,0 5 55,0 1 0,0 8 1,0 5-1,2-1-2,4-2 0,-4 4 0,4 0 0,-5-3 69,-1-1 0,2-2 0,2 0 1,2-2-22,-2-4 1,-2-3-1,-2-9-131,0 0 143,0 1 0,6-10 0,0-8 1,-1-10-7,3-6 1,-4-1 0,8 0 0,-1-1-56,-1 1 0,6-7 0,-5 1 0,5 2-13,1 1 0,-5 3 1,-1-1-1,3 1-23,2-1 0,1 7 1,1-1-50,-1-1 0,0 5 0,1 2 1,-1 4 50,1 2 0,-7 2 0,1 4 1,0 5 64,-3 5 1,-1 1 0,-8 1 0,0 1 24,0 5 0,0-5 1,0 4-1,0-3 41,0-3 1,-8 1-1,-3-1 1,-5 1 68,-1-1 1,-3-5 0,-1-3 0,-2-1 56,1-4 0,1 4 0,0-2 1,-3-3-83,3-1 1,2-2 0,1-2 0,1-3-100,-1-7 1,3 2 0,1 1 0,5-1-947,1 0 953,-6 6 0,4-11 0,-7 5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0:03.30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295 245 8062,'0'-12'-1423,"0"0"1510,0 8 66,0-3 1,0 9 0,0 3-59,0 7 0,0 9 0,0 5 0,0-1 35,0 0 1,6 6-1,0-2 1,-2 4 59,-2 2 1,0 2 0,2 2 0,1 4-97,-1 1 1,4-5 0,-2 4-1,-2-3-1,-2 1 1,4-2 0,-1-8 0,-1-4 62,-2-2 1,-2 4 0,0-5-182,0-3 0,0-1-498,0-3 174,0-7 1,0-4 0,0-12-101,0-6 0,0 2 0,0-1 91,0-3 0,0-1 1,0-3 357,0 1 0,0-9 0,0-1 0</inkml:trace>
  <inkml:trace contextRef="#ctx0" brushRef="#br0" timeOffset="416">592 245 8062,'0'-18'-141,"-2"6"0,-2 1 402,-1-3-10,-1 6 1,6-1-242,0 3 1,0 6-37,0 0 1,0 2-1,0 10 1,0 1 124,0 3 0,2 9 0,2 4 1,1 4 57,-1 2 1,4 0 0,-2 0-1,0 0-18,1 0 0,-5 5 0,4 3 0,-2 0-91,2-1 0,-4-1 0,4-6 0,-2 0-139,1 0 0,-3-8 1,4-4-382,-4-3 8,-2-3 0,0-9 1,2-8 141,4-10 0,-4-1 0,4-5 0,-4-5 322,-2-4 0,0-5 0,0-4 0</inkml:trace>
  <inkml:trace contextRef="#ctx0" brushRef="#br0" timeOffset="817">138 105 8062,'-17'-18'-18,"-1"1"213,1-1 1,5 7 534,0-1-531,9 8 0,-3-3-127,12 7 1,3-2-1,9-2 1,-1-2-55,1 2 1,1 2 0,2 2 0,5 0-16,1 0 1,2 0 0,6 0 0,2 0-40,3 0 1,-3 0 0,6 2 0,-2 2-64,0 2 0,5 0 0,-5-6 0,-2 0 41,-2 0 1,1 0-1,-1 1 1,-6 3-194,-4 2 0,-3 2 1,-7-4-6,1 2 1,-9 1 18,-3-1 1,-6-4-1,-4 6 33,-2 0 0,-1-6 0,3 5 0,-4-1 66,-2 0 1,-1 8 0,-5-3 137,5 5 0,-5 1 0,4 1 0,-3-1 0,-3 1 0</inkml:trace>
  <inkml:trace contextRef="#ctx0" brushRef="#br0" timeOffset="1216">86 996 8062,'-18'11'-9,"1"1"1,5-8 0,1 3 939,-3 1-352,6-6 0,2 6-336,12-8 1,-2 0 0,8 0 0,3 0-74,7 0 0,-3 0 1,6 0-1,0 0-55,5 0 1,3 0 0,1 0 0,1 0-138,0 0 1,6 0 0,2-2-1,-1-2-31,1-2 0,4 0 0,-3 6 1,3 0-71,1 0 0,-1 0 0,-12 0 1,0 0-15,0 0 1,-2 0 0,-4-1 0,-6-3 55,-3-2 0,-11-2-26,-3 2-78,-4 4 0,-4-5 1,-4 7-595,-5 0 0,1 0-1028,-2 0 1807,1 0 0,-7 0 0,1 0 0</inkml:trace>
  <inkml:trace contextRef="#ctx0" brushRef="#br0" timeOffset="1516">1291 349 8062,'0'-17'0,"0"-1"0,0 1 863,0 0 1,0 5 400,0 0-1531,0 8 0,0-1-65,0 10 0,2-1 0,2 8 0,1 1-86,-1 3 1,4 1 0,-2 3 417,-2 3 0,-2-3 0,-2 5 0</inkml:trace>
  <inkml:trace contextRef="#ctx0" brushRef="#br0" timeOffset="1681">1326 699 8124,'-12'0'1548,"0"0"0,9-2-2958,-3-4 729,4 4 681,2-6 0,8 0 0,1-1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0:39.09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28 347 6820,'-8'-9'1750,"4"-5"-691,-8 8-808,8 1 0,4 5 0,12 0-259,4 0 1,7 0 0,0 0-1,0 0-182,3 0 0,-5 0 0,6 0 0,0 0-87,1 0 0,-5 0 0,4-2 0,0-2-35,0-2 0,-5 0 1,1 6-1,-6-2-201,-5-4 0,4 4 513,-5-3 0,-3-5 0,0 0 0</inkml:trace>
  <inkml:trace contextRef="#ctx0" brushRef="#br0" timeOffset="333">237 155 8187,'-11'-17'-129,"1"-1"1,2 1 294,4-1 1,-4 7 0,3-1 350,1-1 0,2 3 187,2-2-528,0 1-336,0 1 0,0 4 0,0 12 117,0 6 0,2 3 0,2 3 0,3 1 57,3 4 1,-4-1 0,6 7-1,-1 2 15,-1 2 1,3 2 0,-5 0-1,2 0-25,4-1 0,-5 1 0,3 0 1,-1 0-27,-1 0 0,0 0 1,-6-2-1,2-4-137,-3-6 0,5 3 0,-2-3-1197,-2-2 1356,-2-9 0,-2-4 0,0-8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0:34.91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542 873 8280,'0'-17'-1231,"0"5"1569,0 1 0,6-1 0,-1-6 1,1 1-74,-6 0 1,0-1-26,0 1 1,0-1-212,0 1 1,0-1-47,0 1 1,0 5-1,-2 2-88,-4 3 0,3 1 0,-9 6-70,-2 0 1,5 0-1,-3 0 117,-2 0 1,-1 2 0,-3 2 0,1 3 27,-1 3 1,1 2-1,1 5 1,3 1-9,1-1 0,1 1 0,-5-1 0,3 1 17,1-1 1,6 0 0,-4 3 0,1 1 16,-1 2 0,6 1 0,-2-5 0,2 3 17,-1 1 1,3 6 0,-4-4 0,4 0-2,2 1 0,8 5 0,1-2 0,3 4 7,0 2 1,-1-6-1,7 0 1,-1 2 18,1 2 0,-1 2 0,1 0 0,-1 0-22,0 0 0,1 0 0,1 1 0,1 3-15,-3 2 0,5 6 0,-11-5 0,3 1 3,-3 0 0,3 11 0,-6-2 0,0 1 58,-1-5 1,-1 3 0,-4-5 0,2 3 26,2-3 0,5 3 0,-5-8 0,0-3 12,2-1 1,-6 2 0,6-2 0,-3-4-77,1 0 1,2-6-1,-4 2 1,2 0 13,-3-2 1,-1-1 0,-2-9-1,0 1-7,0-1 1,0-5 0,-2-3-38,-3-1 0,1 4 1,-8-6-12,-1-2 0,-3-1 1,-1 1 14,-1 2 1,1 0 0,-1-6-113,1 0 1,-1 0 0,1 0-1,-1 0-237,1 0 0,-1 0 1,1 0-1,-1 0-778,1 0 1128,0 0 0,-1 0 0,1 0 0</inkml:trace>
  <inkml:trace contextRef="#ctx0" brushRef="#br0" timeOffset="631">0 3196 7201,'0'-17'159,"0"-1"1,0 1 200,0-1 1,0 7-27,0-1-480,0 8 264,0-4 0,0 18 0,2 5 23,4 7 1,-4 3 0,6-2-1,-2 6 41,-1 4 1,3 2 0,-4-2 0,4-2-149,2-2 0,-7-1 1,5 3-1,-2-4-201,0-2 1,0-2 0,-4-5-209,3-1 1,-3 1-1417,4-1 547,-4-7 1244,-2-2 0,8-16 0,2-2 0</inkml:trace>
  <inkml:trace contextRef="#ctx0" brushRef="#br0" timeOffset="917">489 3353 8170,'0'-11'116,"-2"1"447,-3 2-322,3 2 0,-6 8-164,8 4 0,-6 4 1,0 7-1,2 3-26,2 3 1,0-4-1,-1 7 1,-3-3-169,2 0 0,0 6 0,0-6 0,-2-1-116,2-3 0,2-1 1,1-1-1,-3 1-570,-2-1 0,0 1-134,6-1 937,0-7 0,8-3 0,1-7 0</inkml:trace>
  <inkml:trace contextRef="#ctx0" brushRef="#br0" timeOffset="1417">891 3353 8180,'0'-11'0,"0"-1"113,0-2 0,0 5 1,0-3 401,0-2 1,0-1-183,0-3 0,0 1-393,0-1 0,-6 1-138,0 0 1,-5 5 0,3 2-124,-2 2 1,4 3 0,-5 5 102,-3 0 1,5 0 0,-3 0 171,-2 0 1,1 7 0,-1 5 0,4 4 47,3 1 0,-5 0 0,6 1 0,0 1 33,-1 5 1,5 1 0,-4 6 0,4-4 45,2-2 1,0 4-1,0-5 1,0-1 15,0 2 1,8-7-1,1 1 1,3-7-1,0-5 1,-7 5 0,7-6-72,2-2 0,1-4 0,1-6-59,-5-6 1,5-3 0,-6-5 0,-1-1-82,-3-2 0,4-2 1,0 3-1,-1-3-37,-3-2 1,2 6-1,-2-3 1,-1 5 99,3 1 0,-6 7 1,6 1 114,0 2 1,-4 2 0,7 8 161,3 4 1,1 4 0,5 9 0,1 3-177,2 1 1,6 2 0,-3-4 0,1 3-101,4-3 1,-4-1 0,0-3 0,0 0-294,1 1 1,-7-8 342,2-5 0,4-3 0,1-2 0</inkml:trace>
  <inkml:trace contextRef="#ctx0" brushRef="#br0" timeOffset="2215">454 175 7030,'-7'-18'-188,"5"7"1,-4-1 647,4-2 0,2-1 1,0-3-6,0 1 1,0 5 0,0 1-489,0-3 1,6 4 0,2 1 20,1 1 1,3 2 0,5 6 18,1 0 0,-9 2 0,-1 4 0,-2 5-97,0 5 0,0 9 0,-6 2 0,0 3 78,0-1 0,-8 0 0,-2 4 0,-1-2 27,-1-2 0,2-2 0,-3 4 0,1-4 5,-2-2 0,1-1 1,-1-7-1,3 1-11,-3-1 1,6 1-1,1-3-104,-1-3 111,6-4 0,2-8 0,11 0 0,5 0 11,1 0 1,1 0-1,1-2 1,3-2-102,1-2 1,6-6 0,-4 6 0,1 1-123,-1-3 0,4 6 0,-4-4 0,0 4-446,1 2 1,-3 0 641,-6 0 0,1-8 0,-1-1 0</inkml:trace>
  <inkml:trace contextRef="#ctx0" brushRef="#br0" timeOffset="2948">1555 1013 8414,'0'-17'19,"0"-1"0,0 6 1,2 1 88,3-3 0,-3-1 0,4-3 29,-4 1 1,-2 5-1,0 0 1,2 1 84,4 1 0,-4-5-206,4 3 0,-6 4 1,-6 2-127,-6 4 1,-5 4-1,-5 4 1,-3 6-74,-2 3 1,4 9 0,-4 1 0,-1 0 107,1 0 0,0 6 0,-2-2 0,6 4 38,3 2 0,3-2 0,-1-2 0,3-1 26,3 1 1,4 0 0,8 0-1,0-4 43,0-2 0,10-2 0,6-5 0,7-1 21,4 1 1,2-1-1,6 1 1,2-3-8,4-3 1,-6 3-1,1-3 1,-4 4-28,-1 1 0,0 0 0,-2 1 0,-6-1-43,-4 1 0,-7 5 1,-2 2-1,-2 1-27,-5-1 0,-3 6 0,-5-4 0,-9 2 20,-7 0 1,-1 0-1,-5 4 1,2-2 18,4-2 0,-5-13 1,1 1-1,0-3 32,0-4 0,-1-2 1,5-8-1,-2 0-19,1 0 1,3-14 0,2-4 0,1-3-34,4-4 1,-1-2-1,7-8 1,0 0-10,-2 0 1,7 0 0,-5 2 0,6 2-24,6 2 0,-3 6 1,9-5-1,2 3-71,1 4 1,3 1 0,-1 5-87,1 3 0,-1 3 0,0 5 0,1-2-262,-1 2 483,1 2 0,7 2 0,2 0 0</inkml:trace>
  <inkml:trace contextRef="#ctx0" brushRef="#br0" timeOffset="3488">2253 1188 8320,'8'-28'0,"-6"3"0,4 8 0,-4-1 148,-2 1 1,6 5 0,-1 1 319,-1-3 0,-2-2-374,-2-1 1,-2 7-154,-4 4 1,-3 5 0,-9 2 0,1 5-8,-1 6 1,1 3 0,-1 3 0,-1 1-110,-4 5 0,3-3 0,-3 8 0,2 2 128,-3 2 1,9 10 0,-5 1 0,5 3 49,7 0 1,-2-3 0,5 5 0,3-3 20,6 3 0,7-7 0,11-1 0,3-4 11,2-2 0,2-8 1,6-5-1,0-9 18,0-7 0,0-6 0,0-6 1,2-6 6,3-3 0,-9-4 1,2-5-1,-4-5-58,-1-4 0,-5-2 1,2 0-1,-4 0-1,-5 0 1,-4-5 0,-1-1 0,-5 0-8,-4-1 1,-4 3 0,-4-6 0,-7 0-41,-9 1 0,-5 5 1,-8-2-1,0 6 33,0 6 0,0 4 0,1 8 0,-1-1 3,0 1 1,8 7 0,3 4 0,5 4-94,1 2 1,1 6 0,1 2 0,3 1-204,1 5 1,8 7 0,-2 5 0,5 1 305,1 4 0,0 2 0,0 2 0</inkml:trace>
  <inkml:trace contextRef="#ctx0" brushRef="#br0" timeOffset="3698">2323 1485 8813,'6'-12'472,"0"0"1,7 8-1,-1-1-166,3 3 0,3 9 0,-1 5 0,3 4-138,3 1 0,-2 8 0,9 4 0,-1 4-167,-2 2 1,6 2 0,-6 2 0,2 0-173,0-6 0,-7 2 0,1-8 0,-4 2-375,-1 0 1,-7-10-1,-1 1-279,-2-7 1,-2-7 824,-6 6 0,0-8 0,0 4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0:41.2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559 157 7233,'0'-11'104,"0"-1"217,0 8 1,0-11-119,0 3 1,0 2-95,0-1 0,0 5 19,0-6 0,0 0-73,0-5 0,-6 5 1,-1 3-99,-3 1 0,4 2 17,-6 6 1,1 0 38,-7 0 0,3 8 1,1 3-1,4 5-10,3 1 0,-5 7 0,4 1 1,1 2 94,-1 4 1,0 4 0,4 4 0,-2 4-69,2 1 1,2 5 0,2 7-1,0 2-4,0-1 0,6 5 0,2 0 1,0 2 15,0 0 0,3-8 0,-3 4 1,2-2 4,3 1 1,-3 1-1,0-4 1,-1 2-38,1-1 0,0 3 0,3-2 0,-1-2-22,2-1 1,-5-3 0,1 0-1,0-1 0,-1-5 1,-3-3 0,4-8 0,0 2 42,-1 4 1,-5-5 0,2 3-1,-4-8-177,-2-7 1,6 1-1,0-2 1,-3-2 224,-1-1 1,-2-3 0,0 1-93,0-1 1,0-5-1,0 0-30,0 1 1,0-3 0,0 1-18,0 3 0,0 2 87,0 1 0,-2-1 0,-1-3 1,-3-1 0,-6-6 0,4 3 0,-1-1-17,-5-4 0,-1-2 1,-3-2-1,1 0-61,-1 0 0,-1 0 0,-3 0 1,-1 0-67,2 0 1,1 0 0,3-2 0,-1-2-246,1-2 1,0-2-1,-1 5 361,1-3 0,-1-8 0,1 4 0</inkml:trace>
  <inkml:trace contextRef="#ctx0" brushRef="#br0" timeOffset="2835">157 2847 8092,'-5'-12'-429,"-1"0"1,0 7 518,6-7 1,0 0-14,0-5 0,2 1 0,2 3 0,4 3-61,1 2 1,-3 1-1,6 3-78,1-2 0,3 0 0,1 8 39,1 4 1,-9 3 0,-1 11-1,-2 1 16,0 3 1,0 7 0,-6-2 0,-2 4 50,-4 2 1,-4 0 0,-7-1 0,-1 1 58,1 0 0,-1 0 1,-1-2-1,-2-2 7,-3-2 1,1-7 0,6 1-1,-1-6 86,1-5 0,-1 2 14,1-8-197,7-1 0,2-7 0,10-1-70,4-3 1,4-2 0,7 4-1,1-2-90,-1 2 1,6 2-1,3 2 1,-1 0-160,0 0 0,6-5 0,-2-1 0,4 2-738,2 2 1044,0 2 0,8-8 0,1-2 0</inkml:trace>
  <inkml:trace contextRef="#ctx0" brushRef="#br0" timeOffset="3067">577 3144 8092,'0'-12'-1,"0"0"0,-6 1 82,0-7-237,0 9 205,6 1 0,0 10 1,0 4 35,0 5 0,0-1 0,0 2 0,0 1-97,0 3 0,-2 7 1,-2 0-1,-2-1-136,3-3 0,1 0 1,0 1-1,-2-1-308,-2-3 1,0-3 455,6 5 0,0-1 0,0 1 0</inkml:trace>
  <inkml:trace contextRef="#ctx0" brushRef="#br0" timeOffset="3617">926 2690 8127,'-12'-6'0,"3"-2"160,1-2 1,0 6 0,4-3 335,-2-1-489,0 6 1,1-4-129,-1 12 0,0 6 1,6 9-1,0 4 140,0 2 0,2 2 0,2 8 0,2 2 59,-2 2 1,3 2-1,1-5 1,0 3 7,0-2 1,3-2 0,-5-2 0,0-2-25,2-4 1,-6-4 0,5-8 223,1 1-184,-6-8 0,8-10 0,-6-12 0,1-5-165,-1-7 1,4 3-1,-2-8 1,0 0-25,1 2 1,-3-5 0,6 7 0,0 0-73,-1 0 1,-3 2 0,4 5 0,0 1-70,-1-1 1,-3 6-1,6 1 77,1-3 1,3 7-1,-1 3 151,-3 8 1,4-1 0,-7 9 0,3 4-8,0 5 1,-7-2 0,5 5 0,-2-5 62,-4-2 0,-2 7 0,-2-1 0,0-2 14,0-1 1,0-3 0,0 1-1,-2-1 133,-4 1 0,2-1 1,-8-1-1,-3-3-61,-6-1 1,1-8 0,-5 3 0,2-1-82,-1 0 1,1 0-1,4-6 1,-3 0-249,-1 0 0,6 0 1,5 0-422,-2 0 0,5 0-945,-3 0 1553,8-8 0,4-2 0,10-7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0:49.09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717 525 8178,'-8'-18'-228,"6"7"0,-4-1 381,4-2 0,-3 5 322,-1-3 0,-6 6-139,6-6 0,-7 3-184,1-3 1,2 4-197,-1 8 0,5 0 0,-6 0 20,-1 0 0,3 0 0,0 2 0,1 2 24,-1 2 1,0 8-1,-3-3 1,3 5 28,2 1 0,-4 7 1,7 1-1,1 2 14,2 4 0,-4 2 1,0 2-1,2 2 15,2 3 1,2 3-1,2 8 1,2-1-36,2 4 1,8 7 0,-3-1 0,5 8-118,1 3 0,1 5 0,-1 11 1,1 1 54,-1-1 0,1-2 1,-1-1-1,0-5-125,1-1 1,-1 0-1,1-7 1,-3-1 117,-3-8 1,2-7 0,-7-7 0,1-3 45,0-2 1,4-3-1,-7-5 1,-1-2 2,-2-4 1,-2 4 0,0-4 0,0 4 29,0 2 1,-2 0-1,-4-2 1,-5-2 106,-5-2 0,5-7 0,-1-1 0,-2-5-19,-1-5 0,-5-5 1,-1 4-1,-4-2-109,-2-5 1,3-1-1,-5-2 1,0 0-193,2 0 1,-6-7 0,4-3 0,-2-2-104,2 1 0,4-1 1,7-5-1,1-1-958,-1 1 1241,1-1 0,-1 1 0,1-1 0</inkml:trace>
  <inkml:trace contextRef="#ctx0" brushRef="#br0" timeOffset="469">36 3162 8040,'-10'-18'608,"0"9"226,5 3-678,3 4 0,-6 4 0,8 4 1,0 5 22,0 5 0,2 3 1,2 4-1,1 7-177,-1 2 1,4-2 0,-2-1 0,-2 2-6,-2 2 0,4-4 0,-1-2 0,-1 0-163,-2 0 0,-2-5 0,0 1-1947,0-4 2113,8-1 0,2-8 0,7-3 0</inkml:trace>
  <inkml:trace contextRef="#ctx0" brushRef="#br0" timeOffset="717">402 3406 8134,'12'0'823,"0"0"-595,-8 0 0,3 8 0,-7 4-116,0 3 0,0 3 0,0-1 0,-2 1-97,-3-1 0,1 0 0,-6 1 1,0 1-224,1 5 0,3-5 1,-4 4-1,0-5-634,1-7 1,5 5 841,-2-4 0,-4-5 0,1 1 0</inkml:trace>
  <inkml:trace contextRef="#ctx0" brushRef="#br0" timeOffset="1257">857 3354 8076,'0'-18'216,"0"1"1,0-1 0,0 1 119,0-1 0,5 7 0,1-1-225,-2-1 1,-2-3 0,-2-1 0,0-1-147,0 1 1,0-1 0,0 1 0,0-1-241,0 1 0,-2 1 0,-2 3 1,-4 3 6,-1 2 0,3-3 0,-6 5 198,-1 2 1,3 2-1,-2 4 1,1 4 54,1 5 0,-6 5 0,7 3 0,-1 3 214,4 1 1,-2 8-1,3-4 1,1 2-5,2 0 0,2-5 0,0 3 0,0-2-82,0-4 1,0-1 0,2-3-84,4 1 1,3-3-1,9-3 1,-1-6-28,1-4 1,-7-10 0,1-6 0,2-5-63,1-4 1,3-3-1,-1 3 1,0-4-83,1 0 1,-6-4 0,-1 7 0,1 1 21,-2-2 1,-1 11 0,-5-3-54,2 1 175,8 1 0,-7 13 1,7 8-1,-4 9 178,-3 9 1,7 1 0,-2 6 0,3-2-163,3 2 0,-1-4 0,1 0 1,-1-1-272,0-5 0,1-2 0,-1-3 0,1-5 252,-1-5 0,1 4 0,-1 0 0</inkml:trace>
  <inkml:trace contextRef="#ctx0" brushRef="#br0" timeOffset="2252">752 140 7072,'-18'0'-481,"7"-2"1448,-1-3 1,2-5-640,-1-8 1,3 7 0,6 1-61,-4 2 1,4-5-309,-4 1 1,4 2-1,4 1 1,4 1-33,6 4 1,-2-4-1,1 3 1,3 1 7,1 2 1,-3 2 0,0 0 0,1 0-41,3 0 1,1 0 0,1 2 4,-1 3 0,-5-3 0,-3 6 0,-1 0 11,-4 4 0,-2 5 46,-2 6 1,-2 3 0,-2 3 0,-4-6 7,-1-4 0,3-3 0,-6-3 0,1-1 35,1 2 0,-4-5 1,7 1-1,-1 0 80,0-1 0,0-5 142,2 2-183,5 4 1,-5-8 0,12 2 0,5-6-38,5-4 0,1-2 0,1 4 0,-1-2-153,1 3 1,-1-5 0,0 2 0,1 2-108,-1 2 0,1-4 0,-1 1 0,1 1-272,-1 2 1,1 2 528,-1 0 0,1-8 0,-1-2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0:48.09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61 140 8073,'0'-17'14,"0"-1"1,0 7-1,0-1 1,0-2 105,0-1 0,5 3 0,3 3 1,4 1-4,7 4 1,-1-4 0,5 2 0,-4 2-465,-1 2 1,5 2-1,0 2 1,-1 4 346,-3 6 0,-9 3 0,-2 3 0</inkml:trace>
  <inkml:trace contextRef="#ctx0" brushRef="#br0" timeOffset="149">61 297 7865,'-18'0'218,"6"0"670,1 0 0,5 0-752,-6 0 1,10 0-1,2 0 1,10 0-335,6 0 1,9-2-1,4-1 1,6-3-1112,6 2 1,3-4 1308,9 2 0,-1-15 0,0 2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0:46.3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71 243 7396,'9'0'-69,"-1"-2"314,-8-3 0,0 1-63,0-8 0,0 0 0,0-5-39,0-1 0,0 1 1,0 0 4,0-1 0,0 6 1,0 1-160,0-3 1,0-1-1,0-3 1,0 7-4,0-1 0,0 6-313,0-6 224,0 9 0,0-3 75,0 12 1,0 3 0,0 9 22,0-1 1,0 1 0,0-1 0,2 1 29,4-1 1,-4 1-1,4-1 1,-4 0-17,-2 1 0,0 5 1,2 0-1,1 1-16,3 1 1,0-6 0,-6 5-1,0-3-51,0 2 0,0-3 0,0 3 1,0-4-41,0-1 1,0-6 0,0-1-57,0 3 1,0-5-24,0 3 1,-2-8 58,-4 2 1,2-4 2,-7-2 0,1-2 0,-3-2 149,1-2 0,6-2 91,-6 2 0,7 5 50,-7-5 1,6 2 241,-5-2-276,7 4 28,-4-6-59,8 8 0,2 0-87,4 0 1,3 0 0,9 0-1,-1 0-123,1 0 0,-1 0 0,3 0 0,1 0-106,2 0 1,2 0 0,-3 0 0,1 0-66,-2 0 0,-1 0 1,-3 0-1,1-2 271,-1-3 0,8 3 0,3-6 0</inkml:trace>
  <inkml:trace contextRef="#ctx0" brushRef="#br0" timeOffset="817">822 767 7923,'9'-17'-54,"5"-1"330,-8 1 1,0-1-219,-6 1 1,-2 5-1,-4 3-110,-6 1 0,-3 2 0,-3 6 0,1 2 14,-1 4 1,-1-2 0,-2 7 0,-3 5-8,3 5 0,-4-1 0,1 3 1,3-2 51,2 2 0,1-1 0,3 7 0,1 0 2,2-2 0,9 4 1,-3-6-1,4 1-6,2-1 1,2-2-1,4-5 1,5-1 44,5 1 1,9-1-1,4 1 1,4-1-70,2 0 0,0-1 0,-2-2 0,-2-1-82,-2 7 0,-2-3 0,2 6 0,-5-3 17,-5-3 1,-2 3-1,-1 1 1,-4 4 25,-7 2 1,-10-5-1,-7 3 1,-4-2 31,-1 0 1,-6 1 0,-2-7 0,-1 1 43,1-1 0,-4-5 0,6-3 1,-1-1 18,-1-4 0,6-2 0,-5-2 0,5-2-26,2-4 1,1-3-1,2-9 1,5 1 41,1-1 1,2-5-1,6 0 1,0 1-33,0 3 1,0-4 0,0-1 0,2 3-19,4 2 0,4 1 0,7 1-27,1-1 1,-3 7 0,-1 1 0,-3 2-94,3 4 0,-4 2 0,1 2 0,3 0-230,1 0 0,-3 0 1,0 0 348,1 0 0,3 0 0,1 0 0</inkml:trace>
  <inkml:trace contextRef="#ctx0" brushRef="#br0" timeOffset="1283">1468 907 8043,'0'-27'166,"0"3"0,0 3 0,0 0 163,0-2 1,-2 1 0,-2 9-61,-2 1 1,-2 8-1,3-2-350,-7 4 0,-4 4 0,1 4 1,-1 6-121,-1 3 0,7 3 0,-9-1 0,-1 3 21,1 3 1,9-2-1,-7 6 1,1 1 4,1-1 1,3 2 0,3 8 0,-1 1 136,0 3 0,6 0 0,-2-4 0,4 2 60,2 1 0,2 1 0,4-6 1,6-2-20,3-4 0,9-4 0,-1-7 0,0-3 58,2-3 1,3-4-1,5-10 1,-2-4 17,-2-6 0,0-3 1,6-5-1,-2-3-17,-4-6 1,4-4-1,-6-2 1,0 0-2,-3 0 0,-7-2 0,-3-1 0,-5-3-15,-1 2 0,-2-4 0,-8 3 0,-4 1-42,-6 2 1,-11-4 0,-4 0-1,-2 5-75,0 5 0,0 5 0,-4 9 0,2-1-161,2 1 0,7 7 1,-1 4-136,3 4 1,3 10-1,0 4 1,1 3 366,4 3 0,5 7 0,-1 2 0,-2 8 0</inkml:trace>
  <inkml:trace contextRef="#ctx0" brushRef="#br0" timeOffset="1500">1485 1186 8043,'12'-2'479,"0"-3"1,-7 3-114,7-4 1,0 4 0,5 4-178,1 4 0,-1 3 1,1 9-1,-1 1-200,1 5 0,-1-3 1,0 6-1,1 0-263,-1 0 0,1 1 0,-1 3 0,1-2-224,-1 2 1,-1-4 0,-3 0 0,-1 0 497,2 0 0,1-5 0,3 3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0:55.64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540 245 7935,'-12'-18'-64,"1"1"1,7 5 0,-2 1 209,4-3 0,0-2 0,-2-1 147,-2 0 1,1-1 0,5 1-42,0-1 1,-2 6-1,-2 1 37,-2-3 0,-2 5-206,2-3 0,2 8-154,-7-2 1,5 4 0,-6 2-9,-1 0 1,3 2 0,-2 4 55,-1 6 1,-1 3-1,1 3 1,3 1 35,2 4 1,-5-3 0,3 5 0,0 0 56,4 4 0,2-2 0,1 3 0,-3 1 10,2 2 1,2 7 0,4 1 0,2 0-48,2 2 1,7 1 0,-3 9-1,2-3-8,-1-3 0,1 9 0,5-2 0,1 4-39,-1 3 0,1 3 0,-1-4 0,1 2-49,-1 4 0,1 2 0,-1 0 0,0-2-70,1-2 0,-1-2 0,1 6 1,-1-2 93,1 0 0,-1 3 1,-1-8-1,-3-1 19,-1 0 0,-2-4 0,3-7 0,-3-5 19,-2-1 0,-2-2 1,-6-6-1,0-2-6,0-4 0,0 4 0,0-6 0,0 2 6,0 0 0,0 0 1,-2 4-1,-4-2 37,-6-2 1,2-7 0,-1 1-1,-3-5-20,-1-7 1,-3-1-1,1-6 1,-1 2-103,1-3 0,-6-1 0,-1-4 0,1-3-328,-2-7 1,5-4 0,-5-1-1,2 0-10,0-1 0,5 6 0,6 1 0,-1-3 424,-3-1 0,-1-3 0,-1 1 0,1-1 0</inkml:trace>
  <inkml:trace contextRef="#ctx0" brushRef="#br0" timeOffset="551">243 2969 7890,'-17'10'712,"5"-2"-219,0-8 0,3-2-194,-3-4 0,4-4-201,8-7 0,8 1 0,2 3 0,1 3-89,1 2 0,0 0 1,5 4-1,0-1-173,1 1 1,-1 2 0,1 2 0,-1 2-12,1 4 1,-1 1-1,-1 7 1,-5-2 55,-5 1 0,-4 9 0,-2 3 0,0 2 86,0 4 1,-8 2 0,-5 2 0,-8 0-18,-9 0 1,-3 0 0,-2 0 0,1-2 68,-1-4 0,6-4 0,-1-8 0,1 1 93,2-1 1,2-7-1,7-4 438,1-4-397,7-2 0,4-8-120,12-4 1,4 5 0,7-1-91,1 0 1,5 6 0,2-4-1,1 4-250,-1 2 1,4 0 0,-4 0-1,2 0-101,4 0 1,2 0 0,0 0-1,-2 0 408,-1 0 0,-1 0 0,6 0 0,0 0 0</inkml:trace>
  <inkml:trace contextRef="#ctx0" brushRef="#br0" timeOffset="851">732 3301 7890,'0'-17'847,"2"5"-338,4 0 1,-4 6-88,4-5-426,-5 7 1,-1-2 51,0 12 0,-1 4 0,-3 7 0,-4 1-70,-2-1 1,0 6 0,-3 1 0,1-3-69,-1-2 0,3 5 0,-2-1 1,1-2-274,1-1 1,-4-3 0,7 1-258,-3-1 0,6-5 1,-4-3 619,1-1 0,5 6 0,-6-5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0:54.63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16 358 8028,'0'-17'272,"0"-1"0,-2 6 1,-2 1 122,-2-3 1,2 1-1,8-1-210,2 2 0,8 9 1,-3-3-1,5 4-218,1 2 0,1-6 0,1 0 0,3 2-310,1 2 1,6 2 0,-6 0 0,0 0-146,3 0 0,-7 0 1,4 0-1,-5 2-945,-6 4 1433,-5-4 0,1 6 0,2-8 0</inkml:trace>
  <inkml:trace contextRef="#ctx0" brushRef="#br0" timeOffset="250">208 79 8028,'-12'-8'0,"3"-4"182,1-3 1,-4 3 253,6 0 1,-1 7-333,1-7 1,4 10 0,-4 2 34,4 10 0,2 5 1,2 5-1,2 3 28,2 6 0,2 4 0,-5 2 0,5 0-176,2 0 0,-6 0 0,4 2 0,-3-1-140,1-1 1,2 4-1,-4-12 1,2 2-242,-2 1 1,-3-9 0,-1 2-515,0-3 0,2-11-237,4-3 1141,-4-4 0,14-17 0,-7-5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0:53.68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400 36 7888,'0'-18'-143,"0"8"1,-2 3 171,-4 7 0,-6 0 1,-9 2-1,-4 3-1,-2 7 1,3 0-1,-3 3 1,0 5-13,0-1 1,4 1-1,-5-1 1,1 2 0,0 3 0,6 5 1,-2-4-1,5 0-16,6 0 1,3 4-1,5-5 1,-2-3 5,2-2 0,12-1 0,7-3 0,9-1-11,3-2 0,2-3 0,6 3 0,0-4-8,0 0 0,2-5 0,1 7 0,3 0 9,-2 0 0,-2 1 1,-4 7-1,-2 1-11,-2 4 0,-8-3 0,3 5 0,-7-2-59,-5 1 0,-4 1 1,-8-4-1,0 2 83,0-1 1,-8-1 0,-6 0 0,-5 3 4,-5-3 1,-7-3 0,2-5 0,-2-3 26,2-2 0,-4 3 0,4-5 0,-4-2 8,-2-2 0,6-2 0,2-2 0,0-2-12,0-2 1,7-7-1,1 1 1,5-4-41,1-1 1,5-2 0,2-3 0,4-1-63,2 2 0,0 1 0,2 3 0,4-3-84,5-3 0,5 4 0,3-5 1,3 7 28,1 5 0,2-3 0,-3 5 0,1-2-137,-2 1 0,4 7 0,-1-2 256,-3 4 0,6-6 0,0-1 0</inkml:trace>
  <inkml:trace contextRef="#ctx0" brushRef="#br0" timeOffset="697">767 402 8028,'0'-17'28,"0"-1"0,0 1 198,0 0 1,0-1 0,0 1 409,0-1-725,0 8 0,0 5 1,0 10 51,0 7 1,0 4 0,0 3 0,0 4 13,0 6 0,0 4 0,0 2 1,0 0 42,0 0 1,0 0 0,2 0 0,1-2 14,3-4 0,2 2 0,-4-6 0,2 1 19,-2-1 0,3-2 0,1-7 165,2-5 1,-6-5-142,2-12 0,1 0 1,-1-9-1,0-4-116,2-1 0,-4-5 0,5 0 0,1-2-104,0-5 1,-4 1-1,5 0 1,1 4-80,-2 2 0,5 0 1,-3 3-1,3 1 95,3 6 1,-7-1 0,1 10 0,3 0 14,7-1 0,-3 5 1,5-2-1,-5 8 128,-2 7 0,3 7 1,1 3-1,2 4 54,-1 3 0,-1-1 0,0 4 0,3-2 10,-3 2 0,-3 0 1,-5-2-1,-1-4-34,1 1 0,-5-7 0,-2 4 0,-4-3 312,-2-3-106,0-7 0,0-4 0,0-12-72,0-6 1,0-9 0,0-2-1,0-1-101,0-1 1,0-2 0,0-8 0,0 0-39,0 0 0,-2-8 0,-2-1 0,-2-3-79,2 1 1,0-1 0,1-3 0,-3 3-530,2 6 0,2 6 0,0 6-894,-4 6 1133,4 4 1,0 17 0,10 7-1,0 9 327,0 3 0,13 9 0,-2 1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0:57.87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36 140 8010,'-10'-17'368,"-4"-1"1,8 1-157,3 0 0,1 5 1,2 0 130,0-1 1,0 3-281,0-2-61,7 8 1,-3-3 0,6 9 0,-2 3 5,-4 7 0,-2 4 0,-1 3 0,3 4 71,2 6 1,0 6 0,-4 4 0,2 4-80,2 1 0,5-5 0,-5 4 0,0-2 1,2-1 1,-4 1-1,5-6 1,1-2-27,0-4 0,-5-4 67,7-7 1,-6-8-1,4-6-8,-3-8 0,-1-6 0,-4-8 0,2-1-131,2-4 1,0-2 0,-4-7-1,2 5-78,1 2 1,3-4 0,-4 6 0,2-1 50,-2-1 0,3 12 0,1-5 1,0 3-80,0-1 0,5 6 160,-1 5 0,3 3 0,3 4 1,-3 3 52,-3 7 0,4 4 1,-5 1-1,5 0 71,1 1 1,-5 5 0,-2 2 0,-1 1 25,1-1 0,-6 4 0,2-6 0,-4-1 124,-2-3 0,0 0 1,-2 3-163,-4 1 1,-4 0 0,-7-7-1,-1-3-42,1-1 0,-3-8 1,-1 2-1,-2-4-116,1-2 1,-3 0-1,2 0 1,0-2-160,-3-4 1,7 2 0,-2-8-1,5-1-274,4-3 1,3 5 0,-5 1 521,3 2 0,-1-5 0,-6 3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0:59.4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97 88 7849,'12'0'-171,"-1"0"200,-7 0 0,4-2 145,-8-4-161,0 4 1,0-8 137,0 4 11,0 5-81,0-7 14,0 0 0,0 4-37,0-8 1,0 7 74,0-7-244,0 8-53,0-4 1,2 8 131,4 0 1,-4 2 0,4 4 35,-5 6 0,1-3 1,2 5-1,2 4 12,-2 3 1,4 2 0,-2-3 0,-1 1 27,3 2 0,-4 6 0,6-5 0,-2-1-41,-5 2 1,1-6 0,0 5-1,2-5-6,-2-1 1,-2-7 0,-2 1 0,-2 0-4,-4-3 0,2 5 1,-7-8-1,-3-2-4,-2-2 0,-1-2 0,-1 1 1,1 3-5,0 2 0,-1 0 1,1-6-4,-1 0 0,1 0 16,-1 0 1,7-2 10,-1-4 30,8 4 1,4-5-50,12 7 0,3 0 1,3 0-1,-1 0-45,1 0 0,-1 0 1,1 0-1,-1 0-68,0 0 0,3 0 0,1 0 1,3 0-83,-3 0 1,-2 0 0,-1 0 0,-1 0-23,1 0 0,-1 0 0,1 0 226,-1 0 0,1 0 0,-9-8 0,-1-2 0</inkml:trace>
  <inkml:trace contextRef="#ctx0" brushRef="#br0" timeOffset="2083">1093 751 8081,'1'-17'0,"3"-1"15,2 1 0,0-1 0,-6 1 254,0 0 0,0-1 1,0 1 117,0-1 0,0 1-271,0-1 0,-2 3-241,-4 3 0,-3 4 0,-9 8 0,1 0-84,-1 0 0,-7 8 0,-4 4 0,-4 3 96,-2 3-1,6 5 1,0 2 0,0 2 36,1 4 0,-3-3 1,8-1-1,2 0 68,1 0 1,11-4-1,1 5 1,2-3 4,0-4 0,2-1 1,10-3-1,8 0 26,7 1 1,0-1-1,9 1 1,1-1-18,2 1 1,2-1 0,1 1 0,3-1 4,2 1 1,-6 1-1,-6 2 1,0 5 3,-2 1 0,4-4 0,-9 4 1,-7 0-29,-7 1 0,-6-7 0,-2 4 0,-2-2 5,-4 1 1,-9-1-1,-11-6 1,-1-1 40,-4-4 0,-2 3 0,0-5 1,2 0 28,2-5 0,8-3 0,-5-2 0,3-2 10,0-3 1,0-5 0,5-8 0,3 1-52,3-1 1,-2-1-1,7-2 1,-1-3-8,0 3 0,2-4 0,6 2 0,0 1-152,0 3 0,6 1 1,2 1-1,2-1-100,3 1 0,3 1 0,3 3 0,2 3-538,3 2 777,-1 3 0,2-3 0,2-2 0</inkml:trace>
  <inkml:trace contextRef="#ctx0" brushRef="#br0" timeOffset="2620">1494 1013 8081,'-9'-7'3,"3"-5"0,-2-4 1,0-1-1,0-1 186,1 1 0,1-6 0,6-1 0,-2 3 116,-4 2 0,4 1 0,-4 1-188,4-1 1,2 7 0,-2 1-141,-3 2 1,3 4-90,-4 10 1,4 10 0,2 9-1,0 2 4,0 4 0,2 2 0,2 2 0,3 2 58,3 4 1,0-3-1,3 7 1,-1-2 22,2-4 1,-5-8 0,1-2 0,0 0 71,0-2 0,-5-2 113,7-7 0,-6-9 0,4-5 0,-1-8-63,1-7 1,-4-13 0,5-5 0,1-4-117,-2-2 0,5 0 0,-5 1 0,2-1-27,-1 0 0,1 0 0,3 2 0,-1 4-40,-2 5 0,-7 5 0,7 2-3,2-1 1,1 10 0,3 8 60,-1 10 1,1 7-1,-1 7 1,2 3 32,5 0 1,-5 6-1,4-6 1,-1 2-43,1 0 0,-4-7 1,3 1-1,-7-4-10,-3-1 1,-6-6 105,5-1 1,-7-9 0,2-2 0,-4-10 56,-2-5 1,0-10-1,0-4 1,0-4-104,0-2 1,-2 0 0,-2-2 0,-4-2 9,-1-2 1,5-5-1,-4 3 1,2-2-166,1-3 0,-1 5 1,4 2-1,-2 7-1364,-2 4 1508,0-3 0,6-1 0,0-11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1:08.14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103 208 8059,'-6'-17'-71,"1"-1"1,-1 1 125,6-1 1,0 7 0,2 1-48,4 2 1,-3 2 0,9 6-14,2 0 1,1 0 0,3 0-1,-3 2-15,-3 4 0,3 4 0,-5 7 0,0 1 2,-4-1 1,-4 6 0,-2 3-1,0-1 14,0 0 1,-2 4 0,-4-4 0,-6 1 29,-3-1 1,-3 4 0,1-6 0,-3-1 33,-3-3 0,4-1 0,-5-1 0,5-2 92,1-3 0,7 2-2,-1-8-137,8-1 1,-2-5 0,12 0 38,6 0 1,5 0 0,5 0 0,1 0-219,-2 0 1,1 0 0,-1 0 0,2 0-200,-1 0 1,3 0 0,-2 0 0,0-2-483,3-3 847,-7 3 0,6-14 0,-7 6 0</inkml:trace>
  <inkml:trace contextRef="#ctx0" brushRef="#br0" timeOffset="214">470 488 8059,'-2'-10'1339,"-4"4"-856,4-4-658,-5 8 1,5-5 64,-4 7 0,4 2 0,-4 3 0,4 7-215,2 4 0,0 1 1,0 0-1,0 1-11,0-1 0,0 3 1,0 1-1,0 2 336,0-1 0,0-9 0,2-3 0,4-2 0,4 5 0,7-3 0</inkml:trace>
  <inkml:trace contextRef="#ctx0" brushRef="#br0" timeOffset="684">872 400 8059,'0'-17'261,"0"-1"1,0 1 0,0-1 153,0 1 0,0 5-293,0 1 1,-6-1-1,-2-4-208,-2 5 1,5 3 0,-5 6 0,0-2-86,1-2 1,3 1-1,-6 5-82,-2 0 0,-1 5 0,-3 3 1,3 2 59,3 3 0,-3 3 0,5 1 1,-2 1 151,1-1 0,5 1 0,-4-1 1,3 1 53,3-1 1,2 1 0,0-1 0,-2 1 57,-2-1 1,0 1 0,8-3 101,4-3 0,-2 1 0,8-7 39,1-2 1,-3-2 0,1-4 0,3-2-135,2-2 1,-5-7 0,1 1-1,1-3-23,3-3 1,1 3 0,-1 1 0,-2 2 13,-3-1 0,1-3-56,5-1 0,-5 7 63,0 4 0,-1 6 41,7 6 0,-7 6 0,-1 9 1,0 2-99,-1-1 1,-3-1 0,4 0 0,0 3-168,-1-3 1,-3-2 0,4-1-415,-2-1 1,3-5 0,-3-2 2,2-3 1,-1-3 0,5-10 558,-2-5 0,-8-5 0,3-1 0</inkml:trace>
  <inkml:trace contextRef="#ctx0" brushRef="#br0" timeOffset="932">1256 173 8059,'10'-17'20,"-5"-1"0,3 7 1,-2-1-1,-2-2 281,-2-1 1,4 3 0,0 1 103,-3-3 0,5-2 228,-2-1-770,8 7 0,-14 4 44,0 12 0,-2 4 1,-10 7-1,-2 1-164,-1-1 0,-3 7 0,1-1 0,-1-2-141,1-1 1,5-1 0,1 2 0,-3 3-207,-1-3 0,-1-7 604,4-3 0,-11 1 0,4 5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1:16.07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368 88 8013,'0'-12'-114,"0"1"0,0 5 199,0-6 1,0 7 183,0-7 0,0 6-32,0-6-202,0 9-139,0-5 0,-2 8 42,-4 0 0,2 0 0,-8 2 40,-1 4 1,3-3 0,0 9 0,1 0 6,-1-3 0,0 7 0,-3-4 0,1 3 32,-2 3 1,5-1 0,-1 0 0,0 1 45,1-1 0,5 1 0,-4 1 0,2 3-33,0 1 0,0 8 0,5-2 0,-3 4-16,-2 2 1,0 0-1,6 0 1,0 2 10,0 3 0,0-1 0,0 6 0,0-2 0,0-5 1,0-1-1,0 0 1,0 2 5,0 2 1,0-1 0,0-7 0,0-2 11,0-1 0,0 3 0,0 3 0,0-3-23,0 0 1,0 0 0,0 2 0,0 0 13,0 0 1,2 0 0,2 0-1,2 0-33,-2 0 0,3 0 0,-1 0 0,-2 0 1,-2 0 0,4-6 1,2 0-1,-1 2 22,1 2 0,0-4 0,-4-2 0,3 0-12,3 0 1,-6 1-1,4 3 1,-2-4 3,-1-2 0,3 6 1,-4-2-1,4 2-18,2-2 1,-7 4 0,3-4 0,-4 3 1,-2-3 1,2 4 0,2-6 0,2 2 20,-2 0 0,-2-6 0,-2 6 0,0 1 3,0-3 0,0 0 0,0-6 0,0 2-28,0-1 0,0-3 0,0-1 0,0-1-67,0 1 0,0-1 84,0 1 1,0-7 3,0 1 99,0-8 0,-8 3-66,-4-7 0,-3 2 1,-3 2-49,1 2 0,-1 0 0,1-6 0,-1 0-154,1 0 1,-2 6 0,-3 2-91,-1 1 0,0-5 0,5 4 1,1-2-1435,-1 0 1676,1-1 0,-1-5 0,1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1:51.0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619 88 7661,'-9'-2'587,"3"-4"1,4 2-329,2-7 0,0 5-112,0-6 0,0 6 0,-2-3-115,-4 1 0,4 0-266,-4 2 74,-3 4 0,-1-5 89,-8 7 1,7 0 36,-1 0 0,3 2 1,-5 1-1,4 5-17,2 2 0,-3-4 0,3 5 51,-2 3 1,5 1 0,-5 3 0,0-1 1,0 1 1,5 1-1,-5 3 1,2 1 2,4-2 1,-4 4 0,3 1 0,-1 1 2,-2 4 0,6-4 0,-4 2 0,4 0-8,2-2 1,-2 6-1,-1-3 1,-3 3 43,2 1 0,2-4 1,2-1-1,0 2-22,0 2 1,0-4 0,0 0 0,0 2-28,0 2 0,0 0 0,0-2 0,0 0 26,0 6 1,0-8 0,0 6 0,2-2-18,4 0 1,-4-4-1,5 0 1,-1 2-5,0 2 0,6 2 1,-7-2-1,1-2 8,2-2 1,-6-2-1,6 4 1,-2-1 6,-1 1 0,3-4 1,-4 2-1,2 0 26,-2-2 1,0 6 0,0-6 0,1 2 8,-1 1 0,-2-7 1,-2 4-1,0 0-48,0 0 0,6-3 1,0 3-1,-2-2 37,-2-4 1,-2 1-1,0-1 1,0 2-27,0-1 0,0 3 1,0-2-1,0-2 23,0-1 1,0-3 0,0 1-52,0-1 0,0 1 0,0-1 0,0 1-20,0-1 1,0-5 0,0-1 53,0 3 0,0 2 0,0 1-26,0 0 1,0-5 0,-2 0-59,-4 1 0,4 3 26,-4 1 0,2-1 1,-2-5-7,-5-5 0,1 2 0,-2-2-23,-1-2 0,-3-2 0,-1-2 0,-1 0-130,1 0 1,-1-2-1,1-2-588,0-2 786,-1 0 0,1-2 0,-1-1 0</inkml:trace>
  <inkml:trace contextRef="#ctx0" brushRef="#br0" timeOffset="1216">113 2760 8069,'-6'-12'0,"-2"1"40,-1-3 0,5 4 0,-4 1 315,0 1 1,6-6-70,-4 3 1,4 1 0,4-2-230,4-1 0,-2 5 1,8 0-67,1 0 0,3 7 0,1-5 0,1 4-177,-1 2 0,-5 0 0,0 2 1,-1 4 5,-1 5 0,3 5 0,-7 3 0,-2 2 110,-2 3 0,-2 7 0,-2-2 0,-4 2 52,-5-2 0,-5 4 0,-1-4 0,-3 2 32,-3-2 1,4 2-1,-5-7 1,5-3 97,1-2 0,3-1 0,1-3 80,3-3 1,5-4-37,-6-8 0,10 0 0,2 0 1,10-2-97,6-4 0,1 4 0,0-6 0,1 2-132,-1 1 1,7-7 0,-1 6-1,-2 2-263,-1 2 0,-3 2 0,3 0 0,1 0-65,2 0 1,1-2 0,-7-1 0,0-3 399,1 2 0,-1-6 0,1 0 0</inkml:trace>
  <inkml:trace contextRef="#ctx0" brushRef="#br0" timeOffset="1449">602 2987 6242,'-10'0'1682,"2"0"0,6 0-1827,-3 0 1,3 2 153,-4 4 1,-2-2-1,0 7 1,1 3-113,-1 1 0,-4 3 0,4-1 0,1 3-125,-1 3 0,-6-4 0,5 5 0,-1-5-267,4-1 1,2-1-1,0 0 495,-1 1 0,-1-8 0,13-3 0,3-7 0</inkml:trace>
  <inkml:trace contextRef="#ctx0" brushRef="#br0" timeOffset="1934">969 2812 8069,'0'-17'0,"0"-1"359,0 1 0,0-1 0,0 1 151,0 0 1,0-1-437,0 1 1,-2-1-1,-4 3-80,-6 3 1,-1 2-1,-1 6 1,2-1-371,-1 1 1,-3 4 0,-1 4 38,-1 1 0,3 9 1,1-2-1,3 3 217,-3 3 0,4 5 0,1 0 0,1-1 132,4-3 1,-4-2 0,2 1 0,3-1 12,1 1 0,2-1 0,0 1 264,0-1 1,0 1 157,0-1 1,7-7-244,5-4 0,4-6 1,1-6-154,0-6 0,1-1 0,-3-1 0,-1 2-92,-2-1 1,-3 3 0,5 0 0,-2 1-126,1-1 1,3 6 111,1-2 0,1 4 1,-1 2 103,1 0 1,-7 2 0,1 4 0,-1 6 18,-1 3 0,6 3 0,-5-1 0,3 1-112,-2-1 1,3-5 0,-5-1 0,1 1-531,1-2 1,0 3-20,5-7 1,1 0 0,-3-8 591,-3-4 0,3-11 0,-5-10 0</inkml:trace>
  <inkml:trace contextRef="#ctx0" brushRef="#br0" timeOffset="2115">1388 2533 8069,'-6'-12'75,"0"1"0,-6 5 1,5-6 455,-3-1 0,6 3 486,-2-2-1115,-3 8 0,5-1 1,-6 10-42,2 7 0,-3 9 0,3 5 0,0-1-382,0 0 0,-3 4 1,3-4 520,-2 3 0,-1-7 0,-7 4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1:54.64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647 36 8027,'17'0'-1124,"-5"0"866,0 0 461,-9 0 340,13 0-306,-14-8 1,6 4 139,-8-8-329,0 8 1,-2-3-112,-4 7 0,2 0 1,-8 0 4,-1 0 1,-3 0-1,-1 0 29,-1 0 1,7 0 0,-1 2 0,-2 2 22,-1 1 0,3 3 0,1-4 0,-3 4 28,-1 1 0,-1-3 0,2 6 1,3 0 21,-3-3 1,4 7-1,-1-5 1,-1 5-22,2 1 0,-5 1 0,5-1 35,1 1 0,-5 5 0,8 0 0,2-1-36,2-3 1,-3 1-1,-1 3 1,2 4-20,2 0 0,2 6 0,0-4 1,0 4 9,0 2 1,0 2 0,0 2-1,0 4-28,0 1 0,-2 3 0,-2 5 0,-2-1 7,2-5 0,2 3 0,2-7 0,0 3 10,0 4 1,0-5 0,0 1-1,2-3 6,4-3 0,-4 4 0,4-2 0,-2-2-7,2-3 0,-2 5 0,5 0 1,-1-2 15,-4-2 1,4-4 0,-1-2 0,1-2-19,0 2 0,4-2 1,-5 2-1,1 2 35,0-2 1,-2-6-1,-4 2 1,1-1-23,3-5 0,0-2 0,-6-1 1,0-1 1,0 1 1,0-1-1,0 1 45,0-1 1,-2-1 0,-2-3 0,-3-3 113,-3-2 0,4 3 0,-6-3-100,-1 2 1,-3-4 0,-1 3 0,-1-1-51,1-4 0,-3 4 1,-1-2-1,-2-3-113,1-1 1,3-2 0,0 2 0,-3 2-132,-1 2 1,0 0 0,5-6-1,1 0-31,-1 0 1,1 0 0,-1 0 0,1 0-676,0 0 927,7 0 0,-6-8 0,7-2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2:01.82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18 210 8098,'0'-12'-249,"0"0"44,0-1 0,0 3 0,0-2 538,0-1 1,0-3 0,0-1 80,0-1 0,0 1 588,0-1-316,0 1-710,0 0 0,-2 7 0,-2 6 1,-1 8 33,1 7 0,2 11 0,2 3 0,0 2 21,0 4 1,0 4-1,0 4 1,0 2-95,0-2 0,0-3 1,0-1-1,0 0-112,0 0 1,0-8 0,0-3 0,0-5-409,0-1 0,0-1-315,0 0 1,2-7 576,4-4 1,-5-6 0,7-6 320,0-6 0,2-11 0,7-4 0</inkml:trace>
  <inkml:trace contextRef="#ctx0" brushRef="#br0" timeOffset="249">350 332 8098,'0'10'514,"0"-3"1,-2-7-403,-4 0 0,4 2-30,-3 4 1,1-2-202,-2 8 1,4-1 0,-6 5 0,2-3-195,0-1 1,-1 0-1,3 5-158,-2 1 0,-2-1 0,4 1 471,-1-1 0,-1-7 0,6-3 0,0-7 0</inkml:trace>
  <inkml:trace contextRef="#ctx0" brushRef="#br0" timeOffset="718">699 279 8098,'0'-17'12,"0"0"1,0-1 222,0 1 1,0-1-1,0 1 153,0-1 1,-6 1-1,1-1-232,1 1 1,-4-1-1,0 1-357,-1-1 0,3 3 0,-4 1-10,2 3 0,1 7 0,1-2-200,-6 4 1,2 4 261,-1 4 0,7 4 0,-4 7 1,2 0 137,0 1 1,1-1 0,5 3-1,-2 1 59,-4 2 0,4 3 0,-4-5 0,4 2 103,2-1 1,0-1-1,2 0 3,4 3 1,-2-1 11,7-6 0,1-1 0,6-6-75,-1-10 0,-5-2 1,-1-10-1,1-2-93,-2-1 0,5-3 0,-5 1 1,1-1 18,1 1 0,-6 5 0,6 3-21,1 1 1,3 2 0,1 6-15,1 0 0,-7 2 0,1 4 0,2 5-18,1 5 1,2 1 0,1 1 0,-1-1-137,1 1 1,5-3 0,2-1 0,1-4-55,-1-3 1,12-1-1,-2-6 1,2-4-318,-1-7 543,-1-1 0,8-21 0,2 6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2:03.84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18 122 8098,'-2'-17'-63,"-4"0"1,4 5 345,-4 0 241,4 1-87,2-7-436,0 1 1,0 9-1,0 8 3,0 10 0,0 5 1,0 3-1,0 1-2,0 4 0,0-1 0,0 5 0,0 0-55,0 0 1,6 0 0,0 2 0,-2-5-158,-2-5 0,-2 6-200,0 4 0,0-3 0,0-3-220,0-4 0,0-7 630,0 0 0,8-8 0,1 3 0</inkml:trace>
  <inkml:trace contextRef="#ctx0" brushRef="#br0" timeOffset="266">385 350 7784,'0'-10'608,"0"0"1,-2 6-228,-4-2-473,4 1 0,-14 7 60,5 3 0,1 5 0,-2 8 1,1-1-183,1 0 1,-4 1 0,7-1 0,-1 3-243,0 3 1,-4-4 0,7 5-19,1-5 1,2-1 473,2-1 0,0-7 0,0-2 0</inkml:trace>
  <inkml:trace contextRef="#ctx0" brushRef="#br0" timeOffset="716">804 227 8098,'0'-17'-938,"0"-1"1513,0 1 1,0-1 0,0 1-103,0-1 1,0 1 0,0 0-282,0-1 0,-2 1-156,-4-1 0,-4 3 0,-7 3-230,-1 6 0,1 4 0,1 4 0,3 4-66,1 6 1,0 5 0,-5 6 0,-1 5 39,1-1 0,0 6 0,1-4 0,4 4 90,7 2 1,-3-6-1,2-2 1,2 0 107,2 0 0,2-5 0,2-1 55,4-7 1,-2-1 0,7-7-1,3-2 83,2-2 0,1-10 0,0-4 0,1-5-51,-1-6 0,1 3 0,-3-3 0,-1 4-9,-2 1 1,-1-1-1,7-3-15,-1-1 1,-5 2 0,-2 7 0,-1 4 30,1 3 1,-4 1 0,5 6 22,3 0 0,-4 2 0,1 4 0,1 5 8,-2 5 0,5 1 1,-3 1-1,3 1-37,3 4 1,1-5-1,3 1 1,1-5-80,-2-1 0,6 1 0,1-2 0,1-7-211,0-3 0,0-2 0,6-2 0,0-3-659,0-7 1,0-3 882,0-3 0,-1-7 0,1-2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8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53 192 6331,'0'-9'3035,"0"-7"-2884,0 4 1,0 3-227,0-3 1,0 6-62,0-5 1,2 1-14,3-2 1,-1 5 0,8 7 5,2 0 1,1 0 74,3 0 0,-7 2 0,-1 3 62,-2 7 0,3-2 1,-5 1 163,-2 3 0,-2 1 132,-2 3 0,-8-6-163,-4-1 0,-3-7 0,-2 2-8,-1-4 0,6-2 0,1 0-65,-3 0 0,6-2 0,1-2 1,1-4-49,0-1 1,0 3-1,6-6 1,0-2-20,0-1 0,0 3 1,0 1-1,0-3-48,0-1 1,2-1 0,2 2-1,4 5-146,1 1 1,-3-4 0,6 5-17,2-3 1,1 6 0,3-2 63,-1 4 1,0 4 0,-1 4 140,-4 6 1,1-3-1,-7 3 1,-2 2 11,-2 1 0,-2 3 0,0-1 107,0 1 1,0-1 0,-2 0 0,-4-1 164,-6-4 1,-3 3 0,-3-5-62,1 0 1,0-3 0,-1-5-38,1 4 1,-1-4-93,1 4 0,1-6 0,3-4 0,3-4-115,2-2 0,2-1 1,6-7-99,0 1 1,0 5 0,2 3 0,2-1-189,2 0 1,7 4 0,-1-3 90,4 1 1,1 2 0,1 6-30,-1 0 0,1 0 154,-1 0 0,-2 8-258,-3 3 0,-4 5 367,-8 1 0,-8 1 0,-2-1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87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157 315 12748,'8'10'-1471,"-6"-1"3488,4-3-2154,-4-4 0,-2 4 540,0-12 1,0 2 0,0-7-166,0-3 1,0 4-1,0-1-181,0-3 1,2-1-1,2-3 54,2 1 0,1 1 0,-3 3 0,2 1 36,-2-2 1,4-1 0,-1-3 0,1 1 163,0-1 1,0 1-1,-4 0-137,1-1 0,3 6 0,-4 1 757,2-3-1050,0 6 1,-4 1-53,3 7 1,-3 7 0,4 5 106,-4 4 0,-2-5 0,0 1 1,0 1 13,0 3 1,0 1-1,0 1 1,2 1-55,4 5 0,-4-5 1,4 6-1,-4-1 17,-2-1 1,0 8-1,2-4 1,1 2 18,3 0 0,0 0 0,-6 6 0,0 0 27,0 0 1,0-2-1,0-2 1,0-2-38,0 2 1,0-4 0,0 1 0,0-3 284,0-4 1,0-1 0,0-3-80,0 1 0,0-7 1,-2-1 311,-4-2 268,4-3-410,-5-5-660,7 0 1,0-1-1024,0-5-524,0 4 1909,0-6 0,0 0 0,0-1 0</inkml:trace>
  <inkml:trace contextRef="#ctx0" brushRef="#br0" timeOffset="1">0 856 12695,'0'10'650,"0"-2"-1140,0-8-134,0 0 427,8 0 1,-4 0-1,8 0 1,1 0 47,3 0 0,1 0 0,2 0 0,3 0 76,1 0 1,8 0 0,-2 0 0,4 0 25,2 0 0,0 2 0,2 2 0,2 2-35,2-3 1,-1-1 0,-7-2 0,-2 0 183,-2 0 1,-5 0-1,3-2 86,-2-3 1,-2 3-119,-5-4 0,-8 2-61,-5-2-512,-3 4-148,-9-6 1,-3 8-459,-8 0 1113,9 0 1,-7 0 0,6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9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 5886 7072,'-9'0'242,"1"-2"-129,8-4 1,0-3-65,0-9 0,0 1 1,0-1-1,0 1-21,0-1 0,2-1 0,2-2 0,2-3-6,-3 3 0,1-4 0,0 2 1,2-1 7,-2-1 1,4 4 0,-3-7-1,1 1 7,2 0 0,-6 4 0,6-4 0,-2 0 4,-1-1 1,3 5-1,-4-4 1,2 2-20,-2 3 0,4-3 0,-3 0 1,1 0-9,2-1 1,-6-3 0,6 4 0,-3-2-29,1-4 0,6 4 1,-4 0-1,-1-1-6,1 1 0,0 4 0,-4-6 1,4 0-4,1 2 0,-3-1 1,4 7-1,-2-4-2,-5-2 0,5 3 0,-2-3 0,0 0-6,2 0 0,-4 4 1,5-7-1,1 1-4,0 2 0,-5-4 0,5 6 0,0-2 2,0-4 0,-5 4 1,7-1-1,0 3 35,-3 4 1,5-4 0,-6-1 0,-1 1-3,1 0 1,6 0-1,-4 3 1,1-3-27,1-2 1,-1 4 0,5-5 0,-2 3 3,-3 4 0,1-4 0,5-1 1,1 1 0,-1 0 1,1 0 0,-1 3-1,1-3 8,-1-2 1,1 4-1,-1-4 1,0 1-3,1 5 1,-1 0 0,1-1-1,-3-1-5,-3 2 1,4 1-1,-5 1 1,5-2 9,1-3 1,1 1 0,-1 6-1,-1-3 7,-5-3 0,5 3 0,-5-3 0,5 4 3,1 1 1,-5 1-1,0-1 1,1 1 4,3-1 0,-5 1 0,1-1 0,0 1-4,-3 0 1,7-1 0,-6 1-1,1-1-7,1 1 1,0-1-1,5 1 1,1-3-25,-1-3 0,0 4 1,3-7-1,1 3 21,3 0 0,-1 0 1,-6 5-1,1 1 11,-1-1 0,1 1 0,-1-1 0,1 1 3,-1-1 0,-5 7 1,-1-1-1,3-2 1,1-1 0,3-3 1,-1 1-1,1 0-3,-1-1 0,1 1 0,-1-1 1,1 1-5,-1-1 1,1 1 0,-1-1-1,1 1 27,-1-1 0,0 1 1,1-1-1,-1 1 11,1 0 1,-1-1 0,-1 1 0,-3-1 3,-1 1 0,0 5 0,5 0 0,-1-1-37,-5-3 1,5-1 0,-4-1-1,3 1 3,3-1 1,-1 1 0,0-1 0,1 1 4,-1 0 1,1-1-1,-1 1 1,1-1 5,-1 1 1,3-1-1,1 3 1,2 1 4,-1 2 1,-3 1-1,-2-5 1,1 3-24,-1 1 0,1 0 1,-1-3-1,1 1-10,-1 3 0,1 5 0,1-6 0,2-1 5,3-3 1,-1-1 0,-5-1 0,1 1 0,4-1 0,-3 7 0,3-1 1,-4-2 1,-1-1 0,-1 3 1,1 1-1,-1-3-3,1-2 0,-1 1 0,2 1 0,3 3-7,1-3 0,0 1 0,-5-1 0,1 2 5,5-1 0,-5 3 0,4-2 1,-3 1 5,-3 1 1,1-5-1,1 5 1,2-2 7,3 1 0,-1 5 0,-6-4 0,3 0 17,3 1 1,-4-3 0,7-4 0,-3 3 6,0 1 0,1 3 0,-5-5 1,2 2-10,3-1 1,-1 3-1,-4-2 1,3 1 12,1 1 1,0-4 0,-5 7 0,-1-1-11,1 0 0,-1 0 0,1 5 0,-1-5-12,0-2 0,1 4 0,-1-3 0,1 1-16,-1 4 1,3-6-1,1 0 1,4-1 3,2-1 0,-5 6 1,3-3-1,0-1-5,4 0 0,-2 4 1,1-3-1,-3-1 1,-4 0 0,4 5 0,-1-5 0,-1 0 13,2 0 0,-5 5 0,5-5 1,-2 0 2,0 0 1,1 5 0,-5-5 0,2 0-12,3 1 1,-1 5 0,-5-4 0,-1 2 15,0 0 0,1-5 0,1 3 0,3 0-6,1 0 1,0-3 0,-3 5-1,1 0-1,2-2 0,3 4 0,-5-5 1,4-1-9,2 0 1,-5 4 0,3-3 0,0 1-1,4 4 0,-4-4 0,1 3 0,-3-1-9,0-2 0,2 6 1,-1-6-1,3 2 6,0 1 0,0-1 1,-5 4-1,1-2 18,-2-2 1,4-2 0,-1 5 0,-3-3 9,-2 2 1,1 0 0,1 0 0,2-4-6,-1-1 0,3 5 0,-2-4 0,1 2-21,1 0 0,-6-5 0,5 5 0,-3 2-7,2 2 0,-3 0 1,3-2-1,-4-2-16,-1 2 1,1 3-1,2 1 1,3-2 44,-3-4 1,0 4 0,1-4-1,1 4-21,-2 2 1,1-6-1,-1 0 1,2 3 9,-1 1 0,3-4 0,-2 0 0,1 2 30,1 2 0,-6-4 0,4 1 0,-3 1-14,-3 2 0,7-4 1,-1 0-1,-2 2-3,-1 2 0,-3 2 1,1-2-1,1-2 8,4-1 0,-3-1 1,3 6-1,-4 0-30,-1 0 1,-1-2 0,3-2-1,1-2 18,2 2 1,1 2 0,-7 2-1,2 0-26,5 0 1,-5 0 0,4-2 0,-3-2-4,-3-1 0,1-1 0,-1 6 0,1 0 11,-1 0 0,1 0 0,-1 0 0,1 0 2,-1 0 1,0 0 0,1 0 0,-1-2-6,1-4 0,-6 4 0,-1-4 0,3 4 6,1 2 1,-3 0 0,0 0 0,1 0 3,3 0 0,-5 0 0,1 0 0,2 0-11,1 0 1,-3 0 0,-1 0 0,3 0 7,1 0 1,3 0 0,-1 0 36,1 0 1,-1 0-5,1 0 0,-1 0 76,1 0 77,-1 0 233,-7 0-108,-2 0-409,-8 0-213,0 0-437,-8 0 1,6-2-988,-4-3 1727,4 3 0,2-6 0,0 8 0</inkml:trace>
  <inkml:trace contextRef="#ctx0" brushRef="#br0" timeOffset="1">6690 717 8609,'0'-18'104,"0"7"1,2 1-181,3 2 1,-1-3 48,8 5 0,0-6-184,5 6 0,1 0-231,-1 6 389,0 0 0,-1 2 1,-4 4 48,-7 6 0,-3-2 1,-2 1 16,0 3 0,-5-5 1,-3 1-1,0 0 144,0 0 0,-5-7 0,1 3 180,-3-4 0,-3-2-174,1 0 1,-1-2-113,1-4 0,5-1 0,2-7 0,3 2-38,3-1 1,2 3-1,2-1-74,0-3 1,0 4 0,2-1-53,4-3 0,-3 6 1,7 1-1,0 1-69,0 0 1,1 0 0,7 6 110,-1 0 0,1 2 0,-1 4 69,0 5 0,-5 5 0,-2 1 0,-2 1 36,-5-1 0,-1 1 0,-2-1 124,0 1 1,0-1 0,0 1 0,0-1 31,0 1 0,-5-7 0,-3-1 0,-2-2-32,-3-4 1,-1-1 0,0 1 0,3 2-22,-3-2 0,-1-2 0,-1-4 1,3-4-51,1-5 0,2 1 1,-1-2-1,3-1-50,0-3 1,6-1 0,-4-3 0,2-1-103,-1-2 0,3-1 1,-4 7-1,6-1-308,6 1 1,-4 5 0,5 1 148,1-3 1,2 1-1,7 1 1,1 6 75,-1 4 1,-5 2 0,-1 0-1,3 0 56,2 0 1,-1 2-1,-1 2 1,-5 4 36,-1 1 1,4 3 0,-6 6 65,-3-1 1,-1-5-1,-2-1-90,0 3 0,-2-1 0,-3 1-182,-7-2 0,2-8 1,-1 3 260,-3 1 0,-1-6 0,-3 6 0</inkml:trace>
  <inkml:trace contextRef="#ctx0" brushRef="#br0" timeOffset="2">7214 210 8102,'0'-17'-559,"0"-1"0,0 7 1,0-1 1425,0-1 0,0-3 0,0-1-630,0-1 1,0 6 0,0 1 0,2-1-171,3 2 0,-1-3 0,8 5-192,2-2 0,1 6 0,2-1 0,1 3 28,-1 2 1,3 0 0,1 0-1,2 2-54,-1 3 1,-1 3 0,0 8 0,1-1 92,-7 5 1,3 1 0,-8-2 0,-1 3 74,-3 1 0,-4 6 1,-2-4-1,-2 3 57,-4 3 1,-3-4 0,-9 0 0,1 0 4,-1 0 0,-1-3 0,-3 3 0,-1-2 0,2-4 0,3-7 0,5-2 0,1-1 151,-2-1-231,7-2-1,-9-8 0,16 0 1,0 0-1,10 0 91,5 0 0,3-6 0,1 0 0,3 2-52,1 2 1,2-4 0,-4 1 0,5 1-35,1 2 1,0 0 0,4-2 0,-2-2-35,2 2 0,-6 2 0,1 2 1,-3 0-52,0 0 1,1 0-1,-7 0-106,0 0 1,1-6-581,-1 1-165,-7-1-300,-2 6 1233,-8 0 0,0-8 0,0-2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94"/>
    </inkml:context>
    <inkml:brush xml:id="br0">
      <inkml:brushProperty name="width" value="0.11429" units="cm"/>
      <inkml:brushProperty name="height" value="0.11429" units="cm"/>
      <inkml:brushProperty name="color" value="#E71224"/>
    </inkml:brush>
    <inkml:brush xml:id="br1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105 5293 9939,'-12'0'-798,"1"0"0,5 2 1077,-6 3 0,6-3-47,-5 4 0,7-2 1,-4 0 427,0 2-420,6 0 1,-7-6-230,3 0-196,4 0 193,-6 0 0,10 0 0,4 0 41,5 0 0,-1 0 1,2 0-43,1 0 1,-3 0 0,2 0 0,1 0 42,3 0 0,1-6 0,1 0 0,-1 2-22,1 2 1,-1-4 0,1 0 0,-1 3-50,1 1 0,1-4 0,2 0 0,3 0 39,-3-2 0,4 6 0,0-3 1,1 1-8,-1-2 1,4 4 0,-4-4-1,0 2-5,1-2 1,3 4 0,-6-3 0,0 3 0,3 2 0,-7 0 1,6 0-1,-2 0-11,1 0 0,-1 0 0,-6-2 1,1-2 2,-1-2 1,1 0 0,-1 6 0,1 0 10,-1 0 1,1-2-1,-1-2 1,1-1-12,-1 1 0,1 2 0,-1 2 0,1 0-13,-1 0 0,0 0 1,1 0-1,-1 0-11,1 0 0,-1 0 0,-1-2 0,-3-2 16,-1-2 0,0 0 0,5 6 3,1 0 0,-1 0 0,1 0 0,-1 0 14,0 0 1,1-5 0,-1-1 0,3 2-7,3 2 0,-4 0 1,5-2-1,-3-2 9,2 2 1,-3 0 0,3 1-1,-3-3-42,-3 2 0,6 0 0,2 0 0,1-2 52,-1 2 1,-2-3 0,-5 1 0,1 0-21,4-2 0,-3 6 0,3-4 0,-4 3-30,-1-3 0,-1 4 1,1-6-1,-1 2 18,1 0 0,-1-1 1,1 3-1,-1-4-41,1-2 1,-1 5 0,1-5-1,-1 2 32,1 4 1,-1-4-1,0 1 1,1-1-15,-1 0 1,3-4 0,1 5 0,2-1-10,-1 0 1,3-3 0,-2 3-1,1 0-5,1 0 0,-4-5 0,6 3 0,0-2-3,1 1 0,-5 1 0,6-4 1,2 3-39,2-3 0,-4 4 0,0 1 0,0-1 26,-1 0 0,5 5 0,-6-7 0,0 0 24,-4 3 0,2-7 0,1 6 0,-1-1 18,0-1 0,4 0 0,-4-5 0,1 1 14,-1 5 0,4-5 1,-4 5-1,2-5-16,4-1 0,-3 1 1,-1 3-1,0 1-2,0-2 0,0-1 0,4-1 1,-4 3-12,-1 1 1,-1 0-1,-4-3 1,4 1 18,3 3 1,-7-1-1,2-4 1,-1 3-35,1 1 1,-4 3 0,5-5 0,-3 4 14,2 2 1,-3-5-1,3 3 1,-2-1 28,3-1 0,-5 6 0,4-6 0,-1-1 29,1-3 0,-2 5 1,6-1-1,1-2 0,-1-1 0,-4 3 0,4 1 0,-2-3-10,-3-1 0,3-3 0,0 1 1,0-1-15,1 1 0,3 5 0,-6 0 1,-2 1 1,-1 1 0,-1-5 0,2 3 0,3-2 9,-3 3 1,-1-5-1,-3 6 1,0-1 30,1-1 1,-1 1 0,1-5 0,-1 2-11,1 3 1,5 1-1,0-4 1,-1 3-25,-3-3 0,-1 1 0,-1-1 0,2 2-3,5-1 0,-5-3 0,6 1 0,-1 1-26,-1 3 0,6 1 1,-4-4-1,0 3-68,1-3 0,-3 4 0,-6-1 1,3-1 100,3 2 1,-3-5-1,3 3 25,-4-3 0,-1 3 0,-1 0-26,1-1 0,-1-3 0,1-1 26,-1-1 1,0 1-1,1-1-22,-1 1 1,1 0 0,-1-1 0,1 1-7,-1-1 0,-1 1 1,-3-1-1,1 1 5,5-1 0,-7 7 0,5-1 0,-1-2 19,0-1 1,1-3-1,0 1 1,1-1-4,-1 1 1,1 5 0,-1 1 0,1-3-8,-1-1 0,1-1 1,-1 3-1,1 1 35,-1-2 0,1-1 0,1-3-54,4 1 0,-3-1 0,3 3 0,-4 1-13,-1 3 0,-1 1 1,1-4-1,-3 3-37,-3-3 0,3 4 1,-3-1 2,4-3 1,1-1-1,1-3 35,-1 1 0,-1-1 1,-3 3-1,-1 1-7,1 3 0,-3-1 0,2-6 0,1 3 4,3 3 0,-5-3 0,1 3 0,2-3 18,1-3 1,3 1 0,-1-1 11,1 1 0,-3-1 1,-1 1-1,-3 1-9,3 5 0,-4-5 0,1 4 0,1-3 2,-2-3 1,5 1 0,-5 0 0,1 1 21,1 4 1,-2-3 0,3 3 0,-1-3-2,2-3 1,-5 3 0,3 1-1,0 2-13,-3-1 0,5-3 1,-6-1-1,1 1-21,5 5 0,-4-5 0,-1 5 1,1-5-1,0-1 0,-4 5 1,3 0-1,1-1 11,0-3 1,-6 5 0,3-1-1,-1-2 12,0-1 1,2 3 0,-4 0-1,3-1-18,3-3 0,-6-1 0,4 1 0,-2 3-6,-1 1 1,7 1-1,-4-7 3,1 1 0,1-1 0,4 1 1,-5-1-4,-1 1 1,4 5 0,-4 0 0,-1-1 2,1-3 0,4 5 0,-4-1 1,1-2 1,1-1-1,2-3 1,-5 3-1,1 3 0,-4-3 0,6 3 0,-3-3 1,5-3-1,-4 1 10,2-1 1,-1 1 0,5-1-1,-4 1-7,-3-1 0,5 7 0,-6-1 0,0-1 46,1-3 1,-3 0-1,6 3 1,-2 1 5,-4-1 1,3-3 0,1 1 0,0 1-21,0 2 1,-3 1-1,-3-7-26,4 1 0,-4-1 0,6 3 1,-2 1-45,0 3 0,-1-1 0,-3-6-26,4 1 1,2 0 0,4-1 0,-5 1 31,1-1 0,-4 1 0,6-1 31,-3 1 0,5-1 0,-6 1 0,-2-1 39,-2 1 0,4 5 0,-1 1 1,-1-3 1,-2-1 1,0-3 0,2 1-39,2-1 0,0 1 0,-6-1 0,0 1-8,0-1 0,5 1 0,1-1-9,-2 1 0,4-1 1,-2 1 2,-2-1 0,-2 1 0,0 0 55,3-1 0,-3 1 0,4-1-21,-4 1 1,-2 5 0,0 0 15,0-1 1,6-3-1,0-1-29,-2-1 1,-3 1 0,-1-1-34,0 1 1,0 0-1,0-1 21,0 1 0,0-1 0,0 1 51,0-1 1,0 1 0,0-1 20,0 1 1,-1 1 0,-3 3-1,-2 1-3,2-2 1,2 5 0,2-3 0,0-1 11,0-3 0,-6 4 1,0 1-8,3-3 1,1-1-1,2-3-74,0 1 0,-2 5 0,-2 0 33,-2-1 0,0-3-4,6-1 1,0 5-147,0 1-480,0 7-1087,0-4 596,0 8 0,2 2 1088,4 4 0,-4-4 0,6 5 0</inkml:trace>
  <inkml:trace contextRef="#ctx0" brushRef="#br1" timeOffset="1">2375 1154 6493,'-10'-8'609,"1"6"0,5-6 82,-2 0 0,-2 6-194,2-3 0,3-3 48,-9 2-405,8 0-405,-4 6 0,10 0 162,4 0 0,-2 0 0,8 0 0,1 2 69,3 4 1,1-2-1,3 6 1,1-1 46,2 1 0,6-6 0,-5 4 0,-1-3-29,2 1 1,-4 2-1,7-4 1,-1 2 9,0-2 1,-6-3 0,3 1 0,-3 2-12,2 2 1,-3 0 0,3-6 7,-4 0 0,-9-2 333,-4-4-200,-4 4 0,-2-7-95,0 3 0,-2 4-33,-4-4 1,2 2-218,-7-2-212,7 4 262,-12-5 0,12 7 100,-7 0 0,5 0 0,-4 1 37,2 5 1,2-2-1,5 6 1,-3 0 58,-2-1 0,-2-3 1,4 6-13,-2 1 0,-5 3 0,5 1 0,0 3-10,-2 3 1,4-4 0,-5 7 0,-1-3 7,0 0 1,6 1 0,-3-7-1,1 0 32,0 1 0,-6 5 0,5 0-21,-3-1 0,4-5 0,-4-3-19,3-2 1,-1-3-1,4 5-385,-2-3-581,0-7-240,6 4 1203,0-8 0,0 0 0,0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9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315 280 7652,'0'-17'-160,"0"5"718,0 0 0,-2 1 0,-1-7-273,-3 1 0,0 5 0,6 0-112,0-1 0,-6-3 0,0-1 1,2-1-125,2 1 0,-5 5 0,-3 1 1,-2-1-144,1 2 1,5-3 0,-6 5 0,-1 0-45,-3 0 0,4 3 0,1 5 1,-3 0-78,-1 0 0,-3 2 0,3 3 0,1 7 77,2 4 1,1 1-1,-5 2 1,3 3 79,1 1 0,8 8 0,-4-2 0,3 4 73,-1 2 0,0 0 0,6 0 1,0-2-31,0-4 1,2 4 0,2-6 0,4 0 22,1-3 0,3-11 1,5-3-1,1-2 6,-1-4 0,1-2 0,-1-4 138,1-4 1,-1-4-1,-1-7 1,-3-1-95,-1 1 1,-6-3 0,3-1-1,1-2-19,0 1 0,-6-3 1,3 0-1,-1 0-37,0-1 1,2 1-1,-4 4 1,2-2-25,-3 1 0,-1 3 1,0 3-334,4 5 265,-4-5 1,8 16 0,-4 0 211,5 10 0,-1 11 0,2 2 1,1 1 33,3 1 1,1-4 0,1 6 0,-1 1-30,1-1 1,5-6-1,0 2 1,-2-3-33,-1-3 0,3-5 0,0-2 0,-1-3-86,-3-3 1,-1-2 0,1-2 0,2 0-263,3 0 0,-1-8 1,-6-1-1,1-3-299,-1 0 1,-1 1 551,-4-7 0,3 1 0,-5-1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9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228 33 8242,'9'-7'-335,"1"5"616,-4-4 0,-4 2-85,4-2-220,-4 4 1,-2-4 61,0 12 1,0-2-1,0 8 12,0 1 1,-6 3 0,-2 3 0,0 3 8,1 1 1,-7 6 0,4-4 0,-1 2-5,-1 4 1,0 2 0,-5 0-1,1-1 11,5-3 0,-5-2 1,7 4-1,-3-4 26,0-2 0,3-1 0,-5-9 1,4-1 144,2-3 0,1-7-70,1 2 0,2-4 30,-8-2-173,9 0-83,-5-8-29,8 6 19,0-6 0,0 6-263,0-3 58,0 3 233,0-6 330,0 8 211,0 0-488,8 0 1,1 0-10,9 0 0,-1 0 1,1 0-1,-1 0 28,1 0 1,5 2-1,2 2 1,2 4-6,4 1 0,2-3 1,0 6-1,-2-1 32,-2-1 1,2 6 0,6-5 0,0 3 28,-4-3 1,-2 3 0,2-6 0,-2 0-74,-2-1 1,-7 5-1,1-6-206,-4-2-38,-1-2 96,-8-2 0,-5-2-551,-10-4 0,1 4-315,-8-4 0,6 4 1000,-5 2 0,7-8 0,-4-1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9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297 866 8319,'10'9'826,"-3"-3"-538,-7-12 1,0-3 0,0-9-150,0 1 0,0-1 0,0 1-51,0-1 1,0 1 0,0-1 0,0 1-132,0-1 0,-2 7 1,-1-1-1,-5 1 50,-2 1 0,4-4 1,-5 8-1,-3 3-99,-1 1 1,-3 2 0,1 0 0,-1 2-12,1 3 0,-1 5 0,1 8 0,-1 1 64,1 4 0,-1 4 0,1 8 1,-1 0 26,1 0 0,5 0 0,3 2 0,1 2 12,4 2 0,2-1 0,2-5 0,2-2 15,4-4 0,-2 0 0,7-9 0,3-5 69,1 1 1,-3-8 0,0-3-1,-1-5 141,-1-5 0,6 1 1,-7-10-1,3-3-150,0-5 0,-7-3 0,5 2 0,0-6-73,0-4 1,-5 4 0,5 0 0,-2-2-90,-4-2 1,3 3 0,1 3 0,0 2-97,0 4 1,0-5 0,-5 3 0,3 2-150,-2 1 1,0 9 185,2-1 0,-2 8 1,5 0 168,-1 8 0,0 8 1,-4 9-1,2 4 141,-3 3 0,7-5 1,2 6-1,3 0 69,3-2 1,-1 6 0,1-6 0,-1 1-122,1-5 0,1-4 0,2-1 0,3-3-111,-3-3 1,4 2 0,-1-9 0,-3-1-274,-2-2 0,5-10 0,-1-3 0,-2-5-665,-1-1 1,-5-7 936,-3 1 0,11-8 0,-4 4 0</inkml:trace>
  <inkml:trace contextRef="#ctx0" brushRef="#br0" timeOffset="1">699 27 8535,'-12'-5'1317,"0"-1"-779,1-8-463,1 12 1,0 2 0,6 12 0,-1 3-137,1 3 1,2-1 0,0 1 0,-2 1-77,-2 4 1,-6-1 0,5 5 0,-1 0-176,0 0 1,-3-5 0,3 3 0,0-2-821,0 0 1132,-5 1 0,3 1 0,-7 2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5:13.981"/>
    </inkml:context>
    <inkml:brush xml:id="br0">
      <inkml:brushProperty name="width" value="0.06" units="cm"/>
      <inkml:brushProperty name="height" value="0.06" units="cm"/>
      <inkml:brushProperty name="color" value="#004F8B"/>
    </inkml:brush>
    <inkml:brush xml:id="br1">
      <inkml:brushProperty name="width" value="0.08" units="cm"/>
      <inkml:brushProperty name="height" value="0.08" units="cm"/>
      <inkml:brushProperty name="color" value="#004F8B"/>
    </inkml:brush>
  </inkml:definitions>
  <inkml:trace contextRef="#ctx0" brushRef="#br0">87 5380 8440,'-9'2'-192,"1"2"1,0 2 15,-3-3 868,3-1-357,-8-2 1,12 0 94,-7 0-544,7 0-299,-4 0-51,8 0 420,0 0 0,8 0 48,4 0 0,1 2 0,1 2 32,-3 2 0,1 2 0,5-4 0,1 1-27,-1-1 0,1-2 0,-1 0 0,1 2-7,-1 2 1,1 0 0,-1-6 0,1 0-15,-1 0 0,1 6 0,-1-1 0,0-1-50,1-2 0,-1 4 0,1 0 0,-1-2 40,1-2 0,-1 0 1,1 2-1,-1 1 25,1-1 0,-1 4 0,1-2 1,-1-2 1,1-2 0,-1 3 0,0 1 1,1-2 2,-1-2 0,1 4 0,-1 0 0,1 0-4,-1 1 0,1-5 1,-1 4-1,1-2 2,-1 2 0,6-4 0,-1 5 0,-5-1 1,-3 0 1,-3 2 0,7-4-1,-1 2 1,1-3 0,-1 5 0,1-2 0,-1 0 3,1 2 0,-1-6 0,1 3 0,-1-1-10,1 2 1,-1-4 0,0 6 0,1-2 11,-1-1 0,1 1 1,-1-6-1,-1 2-4,-5 4 0,11-4 0,-5 4 17,3-4 0,-1-2 0,-1 0 1,-1 2-12,0 3 0,1-3 1,-1 4-1,1-4-4,-1-2 0,1 0 1,-1 2-1,1 2-19,-1 2 0,1 0 0,-1-6 0,1 0 2,-1 0 1,1 2 0,-1 1 0,2 3-3,5-2 1,-5-2 0,4-2 0,-3 0-38,-3 0 1,3 6 0,1 0 0,2-2 100,-1-2 1,-3-2-1,-2 0 1,1 0-39,-1 0 1,7 0 0,-1 0-1,-2 0-11,-1 0 1,-3 0 0,3 0 0,1 0-8,2 0 1,1 0 0,-5 0-1,2 0-7,3 0 1,1 0-1,-4 0 1,2 0-5,-1 0 1,3 0 0,0 0 0,0 0 20,1 0 0,3 0 0,-4 0 0,0 0-6,0 0 0,5 0 1,-7 0-1,0 0 11,2 0 1,-3 0 0,5 0 0,-2 0-12,-4 0 0,5 0 0,-3 0 1,0 0-9,2 0 1,-5-2-1,5-2 1,-2-2 17,1 2 0,-1 2 1,-4 2-1,3 0-5,1 0 1,0-6-1,-3 0 1,1 3-11,2 1 0,3 2 1,-5 0-1,2 0 8,-2 0 0,5 0 0,-1 0 0,0 0-4,0 0 1,5 0 0,-7 0 0,0 0-11,2 0 1,-3-2-1,5-2 1,-2-2 0,-4 2 1,5 2-1,-3 2 1,-2 0 4,-1 0 0,3-6 0,0 1 0,-1 1 26,-3 2 0,-2-4 0,1 0 0,-1 2-75,1 2 1,1 2 0,3-2 0,1-2 101,-2-1 1,-1-1-1,-3 6 1,2-2-39,5-4 0,-5 2 0,6-6 0,-1 3 0,-1 3 1,6 0 0,-4 0 0,1-4-2,-1-1 0,-2 5 0,-4-2 1,3 2 10,1-2 0,2 4 0,-3-6 0,1 3-10,-2-1 0,-1 0 0,-3 4 0,1-2-15,-1-2 0,6-1 0,1 3 1,-3-2 17,-2 2 1,-1 0 0,-1 0 0,3-2-44,3 3 1,-4-5-1,5 2 1,-5 0 0,-1-2 0,5 6 0,0-5 0,-2 1 10,-1 0 1,3-6 0,0 7-1,-1-1-7,-3-2 0,4 6 1,1-6-1,-3 2 8,-1 1 1,-3-3 0,0 4-1,1-2 17,-1 2 1,7-3-1,-1 1 1,-2 0-1,-1-2 1,-3 6 0,1-6 0,-1 3 1,1-1 0,-1-6 0,0 4-14,1-1 1,-1-1 0,1-2 0,-1 5 7,1-1 1,-1 4-1,1-6 1,-1 1-10,1-1 1,-1 4 0,1-4 0,-1 1-37,1-1 1,-1 4-1,0-4 1,1 1 15,-1-1 1,1 4-1,-1-4 1,1 1 23,-1-1 1,1 4 0,-1-3 0,1-1-3,-1 0 0,1 4 0,-1-3 1,0-1-22,1 0 1,-1 4 0,1-5 0,-1-1 8,1 2 1,-1-3 0,1 5 0,-1 0 17,1 1 1,-3-7-1,-1 4 1,-3-1-2,3-1 1,0 6 0,-1-6-1,-1 1 8,1 1 0,3-3 0,1 5 0,1 0-3,-1 0 1,1-5 0,-1 3-1,1-2 0,-1 1 0,-5-1 0,-1-3 0,3 1-1,2 2 1,1 1 0,0-7 0,1 3-1,-1 3 1,1-4 0,-1 5-1,1-5-1,-1-1 0,1 1 1,-1 3-1,1 1 13,-1-1 1,1-3-1,-1-1 1,-1-1 83,-5 1 0,5 1 0,-5 3 0,3 1-59,-2-2 1,3-1 0,-3-3-20,3 1 1,1-1 0,-3 1 0,-1 1-22,2 5 1,-1-5-1,1 5 1,-3-5-24,3-1 1,-4-1 0,1 1 0,3-1-6,1 1 1,1-1 0,-2 1 0,-3-1 11,3 1 1,-4-1 0,1 1-1,1-1 41,-2 1 1,5 0 0,-3-3 0,1-1-10,-1-2 0,1-1 0,-5 7 0,2-1-5,4 1 0,-5-1 1,3 1-1,0-1-11,-3 1 1,7 0 0,-5-3 0,3-1-14,-2-3 0,3 1 1,-3 6-1,1-1 4,-1 1 0,4-1 0,-5 1 0,5-1 11,1 1 1,-5-1-1,-1 1 1,3 0 7,2-1 0,-5 1 0,-1-1 1,0 1 32,-1-1 1,-3 1 0,4-1-30,-2 1 1,3-1-1,-5 1 1,0-1-15,2 1 0,-6 0 0,3-1 0,-1 1 0,2-1 1,-4 1-1,4-1 1,-2-1 45,2-4 0,-4 3 0,5-3 0,-1 3-9,0 3 1,0-6 0,-4-1 0,2 3 5,1 2 0,7-5 1,-6 1-1,0 2 3,1 1 1,-5 1 0,6-4-42,0-6 0,-6 3 1,4 3-1,-2 4 25,1 1 1,-1 1 0,6-1 0,-2 1-14,-4-1 0,-1 1 1,1-1-1,2-1 21,-2-4 0,4 3 0,-2-3 0,-2 4 3,-3 1 0,5-5 0,0 0 1,-2-1 46,-2-1 1,4 6 0,0-5 0,-3 3-65,-1-2 1,0 3 0,2-3-1,2 2-16,-2-3 1,-2 5-1,0-6 1,2 1 44,1 1 0,1 0 0,-6 3 1,0-1-3,0-2 0,0-6 1,0 5-1,0 3 23,0 2 1,0-5 0,0 1 0,0 0-91,0-2 0,0 5 0,0-3 0,0 4 71,0 1 1,0 1-1,0-1 1,0 1-62,0-1 0,-2-1 0,-2-3 0,-1-1-60,1 2 1,2 1-1,2 3 1,-2-2 82,-4-5 0,4 3 0,-6-6 0,3 2 18,-1 3 0,0 1 0,6-1 1,-2-1-18,-4 2 0,4 1 0,-4 3 1,4 0-22,2-1 1,-5 1 0,-1-1 0,2 1-4,2-1 0,2 1 0,0-1-2,0 1 1,-6-3 0,0-1 0,2-2 15,3 1 1,-1 3 0,-2 2 111,-2-1 0,0 1 0,6-1 0,-2 3-97,-4 3 0,4-4 0,-3 5-16,3-5 0,0-1 0,-2-1-45,-2 1 1,0-1 0,6 1-1,0 0-42,0-1 1,0 1 0,0-1 109,0 1 1,0-7-1,-2 1 1,-2 2-48,-2 1 0,1 3 1,5-3 6,0-3 1,0 4 0,0-5 0,0 5 17,0 2 0,0-1 0,0 1-3,0-1 1,-2 3 0,-2 1-1,-2 2-10,2-1 1,2 3 0,2-1 7,0-3 0,-6-2 0,1-1 1,1 0-11,2-1 0,2 6 0,-2 1 0,-2-3 23,-2-1 0,0-3 1,4 1-1,-2-3-1,-1-3 0,-3 8 0,4-7 42,-2 1 1,-2-1-1,5 5 1,-3 0 1,-2 1-1,4 2-43,-2 3 1,-2 5 11,3-6 1,1 3 0,-6-5 10,2 2 0,2 7 0,5-5-103,-5 2 1,4 0 21,-4 3 0,-2 1-54,2-8-150,1 0-827,5 3 397,0 1 0,0 10 215,0 4 1,0-2 0,0 7 0,0 3 463,0 1 0,7 3 0,3-1 0</inkml:trace>
  <inkml:trace contextRef="#ctx0" brushRef="#br1" timeOffset="1716">5484 4786 17866,'0'-17'-1739,"0"-1"0,0 7 1636,0-1 0,0 6 324,0-6 83,0 1-1135,0-7 674,0 9 1,0 9-1,0 11 1,0 5 150,0 1 1,-8 8 0,-2 5 0,-1 3-92,-1 2 0,0-1 0,-3 1 1,1 2 205,3 4 0,-1-4 1,-3 4-1,1-5 0,2-1 1,7 0-1,-5-2 1,2-4 89,4-5 0,2-5 259,2-1-101,0-9 1,0-3 351,0-12 0,0 2-580,0-7 0,2 5-141,4-6 1,-2 8-1,6-3 1,-1 1-2,1 0 1,-4 0 0,5 4 94,3-4 0,2 4 1,1-3-4,0 3 0,1 2 0,-1 0 0,1 0 32,-1 0 1,1 0 0,-1 2-1,1 2 0,-1 1 1,1 1-1,-1-4 1,1 2-193,-1 2 0,-5 0 0,-1-6 1,1 2 249,-2 3 0,5-3-315,-3 4 0,-4-2-1500,-3 2 352,-3-4 1,-2 8 1062,0-5 1,0-3 0,0 6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5:19.280"/>
    </inkml:context>
    <inkml:brush xml:id="br0">
      <inkml:brushProperty name="width" value="0.08" units="cm"/>
      <inkml:brushProperty name="height" value="0.08" units="cm"/>
      <inkml:brushProperty name="color" value="#004F8B"/>
    </inkml:brush>
  </inkml:definitions>
  <inkml:trace contextRef="#ctx0" brushRef="#br0">35 131 17866,'0'-18'-1994,"-6"1"0,1-1 1792,1 1 1,-4-1 0,2 1 76,2-1 1,2 11 0,2 7-1,0 11 32,0 11 1,0-1 0,2 8 0,2 2-30,2 2 0,0 2 0,-6 0 0,0 2 97,0 4 1,2-5 0,2 5 0,1-4 24,-1-2 0,-2 0 0,-2-2 1,0-2-263,0-2 1,0-8-1,0 3 596,0-5-72,0-9 0,6-4 0,0-14-94,-2-10 1,4-1 0,-1-8 0,3 0-114,4 0 0,-1 5 0,1-3 0,-3 2 14,3-1 1,2 1 0,-1 6 0,-1-1-4,-3 1 0,1 1 1,5 5-1,1 3 103,-1 0 1,1 6 0,-1-2 0,1 8-174,-1 8 0,1 3 0,-1 5 1,-1 1-99,-5 2 0,3 8 1,-6-4-1,-1 3 108,1-1 1,-2 0 0,-6 4 0,0-4 85,0-6 1,-8 2 0,-3-1-1,-5-3 198,-1-2 1,-1-7 0,1-2 0,-1-2 123,1-5 1,-1-1 0,1-2 0,-3 0-241,-3 0 1,4-7-1,-5-3 1,7-2-416,5 1 1,-3-1-1,3-5-251,-3-1 1,5 1-2100,4-1 2691,4 8 1,10 3 0,2 7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7:05.4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201 232 7865,'5'-16'-9,"1"1"1,-2-1 412,-4 1 1,0-1 19,0 1 1,0 0-89,0 0 0,0 4-191,0 1-513,0 7 228,-6-4 0,4 14 1,-3 2-1,3 7 101,2 5 0,0 1 0,2 5 1,1 0 23,3 6 1,3-2 0,-2 7 0,0-2 21,0-1 1,5 6 0,-3-4 0,-1-1-34,-3 1 1,2-5 0,-2 5 0,-1-5-89,-2-1 1,-2-7-1,0-2-271,0 0-123,0-5 1,0-3 278,0-14 1,0-7 0,0-8 0,0 0 228,0-1 0,-7 1 0,-2-8 0,-6-1 0</inkml:trace>
  <inkml:trace contextRef="#ctx0" brushRef="#br0" timeOffset="300">47 170 7865,'-15'-16'37,"4"1"0,2 0 0,3 0 117,3-1 1,1 6 0,2-1 231,0 0 0,0 2-167,0-1 0,2 2 0,3-5-167,5 3 1,4 6 0,1 0-1,1 2-163,-1 2 0,1 0 0,0 0 0,3 0-63,2 0 1,5 0 0,-4 0 0,0 0-4,0 0 1,5 5 0,-2 1 0,0 2-40,1-1 0,-8 2 0,4-2 0,-1 2-35,0 3 0,-1 2 1,-6 1-1,-2 1 251,-2-1 0,-6 0 0,1 0 0,-3 3 0,-2 2 0,-7-3 0,-2 6 0</inkml:trace>
  <inkml:trace contextRef="#ctx0" brushRef="#br0" timeOffset="617">16 801 7865,'-2'14'-117,"-2"-4"200,2-3 121,-5 0 1,14-6-1,3 4 1,4-3-164,1-2 0,6 0 0,1 0 0,2 0-14,3 0 1,2 0-1,2-2 1,0-1-114,0-1 1,0-2 0,-1 6 0,1 0-58,-1 0 1,-1 0-1,-1 0 1,-2 0 10,1 0 1,-4 0 0,-3 0-430,-3 0 211,-2 0 0,-8 0 79,-7 0 0,-7-2 271,-8-3 0,0 3 0,0-11 0,-1 4 0</inkml:trace>
  <inkml:trace contextRef="#ctx0" brushRef="#br0" timeOffset="1466">1032 339 7865,'6'-15'48,"-1"0"1,-1 4 0,-4 1 682,0-2 0,0-1-81,0-3 1,2 1-226,3-1 1,-3 1-693,3-1 1,-1 8-515,1 3 1,-1 3 11,5 2 0,-3 7 0,3 5 769,-3 6 0,-1 0 0,-5 2 0,0-2 0,7 4 0,2 2 0</inkml:trace>
  <inkml:trace contextRef="#ctx0" brushRef="#br0" timeOffset="1817">1094 616 7754,'0'11'1032,"0"-1"-685,0-7 1,0-3-236,0-10 1,0 2-239,0-3 0,5 7 0,1-5-432,3 2 1,-3-3-351,4 5 778,-7-1 0,4 8 0,-7 3 62,0 5 0,0-1 0,0 2 237,0 0 0,-2-4 1,-1 0 273,-2-1 0,-7-4-51,1 3 0,3-3-250,-2-2 1,4 0-569,-3 0 0,7-5-1136,2 0 1562,0 0 0,13-2 0,-4-2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7:17.21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63 139 8310,'-11'0'-57,"1"0"1,2-1 194,-3-5 1,2 5 0,6-6 140,-3-1 0,2 6 0,4-9-192,0-1 0,0 4 0,2-3-112,2-1 1,0 4 0,6-1 1,3 2 1,-5-2-1,2 2 1,2-1-141,2 1 0,1 3 0,1 4-98,-1 0 1,-1 1 0,-3 4 189,0 6 0,-3 2 0,4 5 1,-3 0 44,-2 3 1,-2 1-1,-5-3 1,0 3 42,0 2 1,-7 0 0,-4 4 0,-2-5 35,-3-1 0,1 4 0,0-4 1,0-1-19,-1-4 0,1 2 0,1-9 0,2 2 235,2-2-77,0 4-138,-6-12 1,7 3-143,5-10 0,8 1 0,7-4-33,3 1 0,1 2 0,1 3 41,-1-3 1,0 3-1,1-3 1,-1 3 12,0 2 1,0 0 0,1 0-1,-1 0-19,1 0 0,4 0 0,1 0 0,-2 0-9,-2 0 1,-2 0-1,1 0 1,-1 0-110,0 0 1,-4 0-1,-1-1-267,2-5 470,-5 5 0,6-6 0,-4 7 0</inkml:trace>
  <inkml:trace contextRef="#ctx0" brushRef="#br0" timeOffset="2750">1186 1001 7988,'5'-10'-493,"0"-1"1,1 7 0,-5-5 0,3 0 490,1 1 0,1 3 233,0-6 0,-5 1 108,5-5 0,-5 4 55,-1 2 0,0 3-218,0-4 0,-1 6 0,-5-1-122,-4 4 1,-3 1 0,-3 1 0,-1 4-112,-3 6 1,2 2 0,-2 3-1,3-1 39,1 1 0,1-1 1,-1 1-1,1-1 4,-1 0 1,7 6 0,0-1 0,2 1 10,3 1 1,-2-5-1,1 5 1,1-1-1,3-1 0,8 2 1,2-2-1,5 0 0,1-1 1,3 3-1,1-1 1,3-3-16,1-1 1,2 4 0,2-1 0,-3-1 2,-2-1 0,6-3 0,-5 0 1,1 2-42,-3 4 1,-4-4 0,-1 3 0,-3-1 40,-2 2 0,-4 1 1,-9 5-1,-3-3 46,-6-2 0,-4 6 1,-6-2-1,-5 1-25,-3-1 0,-1 1 1,-1-6-1,-1-3 2,-4 0 0,5-10 1,-2-1-1,8-2 1,3 0 0,-4-1 0,5-10 0,4-4-22,5-3 0,-1-5 0,4 0 0,-2-5-6,2 0 0,5-2 0,-1-2 0,3 3 15,2 2 0,2-5 1,1 3-1,4-2-20,1 1 1,3 5 0,5-2 0,1 2-24,3-1 0,-3 0 1,5 8-1,-1 1-44,-1 1 1,3 7 0,-5-5-1,3 2-68,-2 4 1,-2 1-1,-2 2 1,1 0-62,-1 0 1,1 2-1,-1 3 220,0 5 0,-5 2 0,-1 0 0,-2-1 0,4-2 0,-2 7 0</inkml:trace>
  <inkml:trace contextRef="#ctx0" brushRef="#br0" timeOffset="3532">2079 1094 8310,'5'-11'-394,"0"1"1,2 2-1,-3-4 764,0 1 1,3 6-1,-3-5-16,1-2 1,0 4-16,-5-3 0,0 6-301,0-6-189,0 9 1,-1-5 0,-5 8-1,-4 3-22,-4 0 1,-6 9-1,-3-1 1,1 5 32,0 3 0,-3 3 1,3-3-1,-3 6 91,-2 3 0,3 2 0,0 0 0,2 1 108,3 3 0,2 0 1,2 4-1,1-1-28,3-4 1,5-2 0,9-1 0,5 0-19,8 0 0,5-7 0,-1-6 0,5-4-1,5-3 1,2-7-1,3 5 1,1-2-4,-2-3 0,0-2 0,0-4 0,2-3-14,-2-6 0,3-2 0,0-3 0,-3 1-14,-1-1 1,-6-1 0,0-1 0,1-3 21,-6 2 1,1-3 0,-1 0-1,-4-1 39,-1 1 0,-7-4 0,-1 4 0,-2-1 85,-4-5 0,-3-1 0,-5-2 1,-5-1-6,-4-4 0,-3 3 0,-1-3 0,-5 2-104,-1-2 1,0 5-1,-3-1 1,1 6-20,-1 4 0,-2 0 1,0 5-1,3 0-31,6 3 0,-3 8 0,1 2 0,0 2-115,0 2 0,1 0 0,6 2 0,-1 2-84,1 7 0,1 3 1,4 1-1,3 0-77,0 1 1,5-1-1,-3 3 1,4 0 307,1 2 0,0 8 0,6-11 0,3 5 0</inkml:trace>
  <inkml:trace contextRef="#ctx0" brushRef="#br0" timeOffset="3967">2202 1432 8423,'0'-15'920,"0"7"0,2 1-856,3 7 1,2 1-1,5 5 1,-2 5-64,2 8 0,7-2 0,1 5 1,1 0 36,1 4 0,-3-1 0,7 2 0,1 4-3,2 2 0,-5 3 0,-2-5 0,-1-2-47,-1-3 1,0 1-1,-4-6 1,-2-2-153,-4-2 0,-3-7-267,-7 1-203,0-9 124,0-2 1,-2-2-982,-3-9 1491,3 8 0,-12-11 0,6 6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7:23.2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76 1015 8310,'-16'0'-539,"3"-2"830,2-3 0,2 3 226,5-3 0,0 3 272,-6 2-889,6 0 0,-1 0 0,10 0 58,6 0 0,7 0 0,4 0 0,1 0-22,-1 0 0,6 0 0,-3 0 0,4 0-7,2 0 0,2 0 0,1 0 0,1 0-26,0 0 1,-3 0-1,-2 0 1,-3-2-147,-2-3 1,-6 3-1,2-2-501,-4 2 400,-8 2 0,-4 0 179,-10 0 0,1 0 1,-6 0-1,-2 0 165,-2 0 0,-8 0 0,-2 0 0</inkml:trace>
  <inkml:trace contextRef="#ctx0" brushRef="#br0" timeOffset="318">245 815 8310,'-11'-11'-85,"2"1"0,0 4 589,-2-3-452,4 5 1,7 4-1,0 11 1,0 2 81,0 3 0,7 4 0,2 2 0,2 0 1,-2 1 0,0 4 1,3-1-1,-2 3-67,3 2 0,-5-6 1,0 1-1,1-1-41,0-1 0,-5 5 1,5-5-1,0 0-82,-1-3 0,-4-4 1,1-1-389,-3-1 0,-2-5-868,0 0 756,0-7 0,0 3 99,0-12 0,0 3 456,0-7 0,0-7 0,0-7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7:35.78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355 78 8046,'8'0'-268,"-1"-2"1,-5-2 368,3-1 0,-3-2 235,3 2 1,-3 2-15,-2-8-367,0 8 1,-2-4 0,-3 7 0,-5 0 45,-4 0 0,-3 2 1,-2 3-1,-3 5-64,-3 4 1,2 3 0,-5 2 0,3 1 24,-3 0 0,5 3 0,-1 1 1,2 2 20,2-1 1,9-4 0,2 3 0,2-2 10,4-3 1,1 3 0,4-1 0,5-3-21,8-1 1,2-4-1,9-1 1,-1 1 10,-1-1 0,5 0 0,-5 4 0,3-1-4,-2 1 1,-1-1-1,3 0 1,-3 0-14,-2 0 0,-1 7 1,-6-2-1,-2 0-14,-2 3 0,1-6 1,-6 5-1,-4-2 17,0 1 0,-4 5 0,-2-6 0,-8-1 49,-7-2 1,0 4 0,-5-1 0,0-3 31,0-5 1,4 0 0,-5-7 0,1-1 38,1-2 0,-1-2 0,-2 0 0,4-2-35,-1-3 0,7-4 1,-5-6-1,4-3-52,2-2 0,-1 3 0,3-6 0,0 3 10,4 0 0,5-6 0,-1 5 0,3 3-46,2 1 1,2-4-1,3 0 1,5 3-15,4 0 0,1 5 1,1 1-1,0 2-56,5-2 1,-2 3 0,5 1-1,0 1-185,0 3 1,-1 3-1,6 1 1,-6 0 286,-1 0 0,-1-7 0,-6-1 0</inkml:trace>
  <inkml:trace contextRef="#ctx0" brushRef="#br0" timeOffset="650">1109 154 8046,'0'-16'132,"0"1"1,0 0-58,0 0 1,-2 6 0,-2 4-113,-7 4 1,2 1 0,0 0 0,-4 1 64,-1 4 1,-2-2 0,-3 10 0,-4 2-99,-1 4 0,4 8 0,-4-1 0,0 3 0,1 2 1,1 1 0,-1 2 0,1 4 48,3 1 1,3 2-1,4 4 1,4-3 11,1 0 0,2-6 1,6 3-1,5-3 3,4-7 0,5-5 1,4-8-1,4-1 0,1 0 0,-4-7 0,4-2 1,-2-5 0,-3-1 1,3 0 0,0-1 0,0-5 3,1-3 1,3-5 0,-4-3 0,1-3-1,5 0 1,-6-5-1,1 3 1,-3-2 2,0-4 1,3-2 0,-4 0-1,1-2 37,-2-4 1,-2 3-1,-3-5 1,-5 1 29,-1-4 1,-2 1 0,-7 1-1,-3 1-31,-6 4 1,-7 1 0,-4 3 0,-2 1-20,-3 3 1,-1 9-1,1 8 1,2 3-33,3 3 1,2-4 0,4 1 0,1 3-212,-1 1 1,7 9-1,-2 4 1,1 2-199,2 3 0,-1 4 1,5 2 421,-1 2 0,-7 1 0,4 6 0</inkml:trace>
  <inkml:trace contextRef="#ctx0" brushRef="#br0" timeOffset="934">1063 478 7756,'0'-7'559,"0"7"1,2 7 0,3 8-392,5 1 1,2-1-1,1 1 1,-4 5-51,4 5 0,0-2 0,3 0 0,-1-1-90,1 2 1,-1 1 0,0 5 0,0-2-131,0-4 1,5 3 0,-3-6 0,-3 0-402,-1 0 1,-1-1-567,-1-6-550,-5 1 1619,-6-8 0,-13-1 0,-5-7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7:38.56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63 1192 8046,'-16'-8'0,"3"-1"-125,2-5 0,0-1 114,5-1 0,1 5 221,5 2 0,7 3 0,3-3-244,4 3 1,1 1 0,1 5 0,0 0-152,6 0 0,-4 0 0,6 0 0,0 0-54,0 0 0,-3 0 0,2 2 0,1 1 239,0 2 0,-5 7 0,3-3 0,-7 6 0</inkml:trace>
  <inkml:trace contextRef="#ctx0" brushRef="#br0" timeOffset="231">94 1330 8090,'-7'9'0,"-4"-4"0,-2-3 44,-3-2 0,6 0 0,0 0 820,-2 0-714,5 0-229,0 0 0,9 0 0,3 0 0,5 0 13,4 0 0,3 0 1,2 0-1,3-2-156,2-3 1,-4 3-1,6-3 1,2 3-54,0 2 0,-1-2 1,-2-1-1,1-2-302,-3 2 577,7 1 0,-7-5 0,8-2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7:45.56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60 152 7020,'-7'-8'1189,"6"-6"-1052,-4 4 1,3-3-1,4-3-49,3 1 0,-2 4 1,5 1-54,0-2 0,3 3 0,0 1-105,3 1 1,-5-3 0,2 5-5,0 1 0,2 4 0,-1 5 1,-4 6 9,-1 2 1,-2 3 0,-5 1 0,0 1 33,0 3 0,0 1 0,0-3 0,-1 4 33,-5 1 0,-3-6 0,-6 2 0,1-2 12,-2-3 0,1 1 0,-1-1 0,3 1 61,2-1 0,-3-5 0,4-2-36,-4-1 1,4-1-149,0-6 15,6 0 0,-1 0 78,10 0 1,4 0 0,6-2 0,1-2-45,-1-1 0,1 1 0,-1 4 0,1 0-143,-1 0 1,1 0-1,0 0 1,3 0-4,2 0 0,-1 0 1,-3-2-1,2-2 205,2-1 0,-1 0 0,-4 5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7:47.60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294 107 8103,'0'-25'0,"0"5"0,0 3 15,0 1 0,0 6 1,0 0 0,-7 6 0,-4-1 0,-2 5-73,-3 5 0,-1-1 1,-2 6-1,-3 2 73,-2 2 1,5 1 0,-3 1 0,3 1 4,4 3 0,-4-3 0,9 4 0,-2-5 13,1 0 0,0-1 0,4 1 0,-1-1 52,2 1 0,1-1 0,5 1 0,0-1-60,0 1 0,2-1 0,3 1 0,5-1 9,4 0 1,1 0-1,2 0 1,2 1-6,1-1 1,2 1 0,-1-1 0,3 1-32,0-1 0,5 1 0,-5-1 0,1 1-31,1-1 0,-1 1 0,0 0 0,-4 3-23,-5 2 1,-2-1-1,-2-5 1,-3 1 30,-2-1 0,-2 1 0,-5-1 0,-2 1 17,-3-1 0,-9 1 0,-6-1 0,-1-1 27,-1-5 1,3 4 0,-5-6 0,0-1 36,1 1 1,3-2 0,0-5-1,1 0 21,-1 0 0,2 0 1,-2-1-1,3-3-68,2-1 0,4-7 1,1 2-1,0-4-25,1-1 1,3 0 0,6-1 0,0 1-26,0-1 0,0 1 0,0-1 0,0 1-36,0-1 1,1 7 0,2-2 0,4-1-22,2-2 0,0 4 1,2 2-1,0-1-224,0 0 0,3 6 0,1-3-28,1 6 0,-1 0 0,1 0 349,-1 0 0,1 0 0,-1 6 0,1 3 0</inkml:trace>
  <inkml:trace contextRef="#ctx0" brushRef="#br0" timeOffset="716">570 398 8103,'0'-15'-73,"0"0"279,0 0 0,-5 0 148,0-1 0,0 1-110,5-1 0,0 1-529,0-1 166,0 8 0,5 8 0,0 10 0,-1 6 163,-3 4 1,1 4 0,2 7 0,1-1 6,-2 1 1,0 5-1,1 0 1,1 0 29,-1 2 0,-3-6 1,1 4-1,2-4-25,0-1 0,1 0 0,-3-2 1,2-3-55,1-5 1,0-10 0,-3-2 57,3-2 1,-2-4-1,6-8 1,-1-5-55,1-4 1,1-7 0,6-1 0,-1-2-65,1-3 1,-1-2-1,0-2 1,-1 0-33,-4 1 0,4 0 0,-4 3 0,2 3 4,-2 2 1,4 3-1,-6 7 1,3 2-124,-1-2 0,-5 5 0,5 2 102,3 3 1,-5 4 0,0 3 0,1 3 38,-1 1 0,1 5 0,3-2 0,-2 5 96,2 4 0,2 1 1,0-4-1,0 3 44,1-2 1,-3 3-1,8-1 1,-3-3-47,-1-1 0,1 4 0,1 0 1,3-5-11,-2-3 1,-2-2-1,-1-6 1,-1-1 68,0-2 1,-4-2-1,-1 0 64,2 0 0,-5-7 1,-3-3-1,-2-4 14,-2-1 1,0-3 0,0-2 0,-2-6-34,-2-3 1,1-1 0,-6-1 0,0-2-30,1-3 1,3 2-1,-6-5 1,1-1-60,2 1 1,-5 5-1,6-2 1,1 5-119,-1 5 0,0-1 1,3 7-1,-1 0-1153,2 4 705,2 1 1,2 6-1105,4 4 1628,-3 10 0,12 4 0,-6 6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7:51.1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62 278 8201,'-8'-7'-108,"-1"3"434,4-6 0,-2 4-45,-3-3 0,1 5 0,6-3-182,-3 0-143,1 5 0,12-4 1,4 6-1,2 0-54,3 0 0,4 5 0,2 0 1,2-2-23,3-1 1,-2-2 0,0 0-1,3 0-120,1 0 1,2 0 0,0 0 0,-1 0-115,0 0 0,-1-2 0,-2-1 0,-5-4 354,0-1 0,-5-3 0,6-4 0</inkml:trace>
  <inkml:trace contextRef="#ctx0" brushRef="#br0" timeOffset="331">293 47 8201,'-14'-11'-1896,"2"2"1860,2 3 0,7-1 0,-4 4 2640,0-3-2558,5 1 1,-5 7 0,7 3 35,0 6 0,0 2 1,0 4-1,0 2 20,0 1 0,5 8 0,2-3 0,0 4-72,0 2 1,3 0 0,-3 0 0,0-2-20,-1-4 0,0 5 0,-5-7 0,3 2-270,1-5 0,1-3-1065,-6-1-252,0-1 1576,0-6 0,0-2 0,6-21 0,2-3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7:52.9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262 91 7251,'0'-15'2,"0"-1"1,0 6 383,0 0 1,0 4-3,0-3-327,0 5 0,0-5 5,0 4 1,-2 3-81,-2-3 1,0 5 37,-6 5 1,1-1 0,-3 5 0,3-1 31,2 0 0,-4 1 0,2 3 1,-1-2 10,0 3 1,1 0 0,-3 4 0,4 2-16,1 1 1,0 6 0,3-3 0,-1 0-47,2 5 1,0 1 0,-1 2 0,-1 1 25,1 4 1,3 2 0,1 5 0,0-5-32,0 0 1,0 5-1,1-4 1,3 3 11,1-2 0,2-4 0,-4 3 1,2 1-1,-1 0 1,3 5 0,0 7-1,1-2 17,4-3 0,-3-1 0,1 3 1,2 0-1,1 2 0,-2 0 1,-1-4-1,2-1-66,2 1 1,-1 4-1,-1 0 1,-1-2 27,0 0 1,-2 2 0,0 0 0,-1-2-72,1 0 1,-6-3 0,4-1-1,-2 0 134,0-4 1,0 2-1,-5-7 1,0-1 20,0-4 1,0-4 0,0-3 0,0-2 41,0-4 0,0 0 0,0-3 0,0 1-27,0-1 1,0 1-73,0-1 0,-1-5-83,-5 0 1,-2-7-43,-8 3 1,2-5 0,-2-1-1,1 0-38,-1 0 0,-4 0 0,-3-1 0,0-3-128,-5-1 1,5-2 0,1 4 0,2-2-177,0 1 1,-1 3 0,7-1 451,4-4 0,-10-1 0,2-9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8:16.580"/>
    </inkml:context>
    <inkml:brush xml:id="br0">
      <inkml:brushProperty name="width" value="0.08" units="cm"/>
      <inkml:brushProperty name="height" value="0.08" units="cm"/>
    </inkml:brush>
  </inkml:definitions>
  <inkml:trace contextRef="#ctx0" brushRef="#br0">47 0 9211,'-11'0'-874,"1"0"1123,7 0 0,-6 0-278,4 0 34,3 0 1,-5 2 0,7 3 52,0 6 0,0 2 1,0 3-1,0-1 5,0 1 0,5 0 0,2 4 0,0 2-49,0 2 1,0-4 0,-4 4-1,4 0-33,2 0 1,-5-5 0,2 1 0,-1-2-27,0-4 1,1 2-1,-5-2 1,3-2-54,0-2 0,2-5-274,-6 5 1,0-4-802,0 3 729,7-5 1,-4 3 443,7-7 0,0 7 0,6 1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8:17.8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292 138 8371,'10'-11'-1513,"0"0"1545,2 0 1,0-3-1,0 1 1,-4 0 365,-1 3 1,0 5-1,-3-5 68,1-3 0,0 5-463,-5-2 1,-2 6-1,-3-1 1,-5 5-52,-4 5 0,-7-1 0,-1 6 1,-1 0 12,-5-1 0,4 8 0,0-3 0,0 1-29,0 4 1,6 0 0,-4-2 0,0 2 17,2 1 1,0 6 0,6-4 0,2 1 18,2-1 0,5 3 0,-4-3 0,3 0-2,2 1 1,9-1 0,5-3 0,4 2 26,1-3 1,3-1-1,0-3 1,4-2-1,2-2 1,-3 1 0,5 2 0,1-1-11,2-2 0,-3 1 0,-1 5 1,1-1-50,-2 0 1,-1 0 0,-3 0 0,0 3 16,-1 2 1,-7-1-1,-3 7 1,-3 2 53,-3 1 1,-3-4-1,-4 1 1,-6-1-61,-5-1 0,-1 3 1,-3-6-1,-4-2 21,-1-2 0,4-1 1,-4-3-1,1-1 29,-2-2 1,6-6 0,-3 1-1,2-3-8,-1-2 1,-1-7 0,3-3-1,-2-4 9,3-1 1,5-3 0,4 0 0,-2-4-34,2-2 0,-2 4 0,6-2 0,1 2-8,2-1 1,2-1 0,0 3 0,0-1 30,0 1 0,7 2 0,4 1 9,2 1 1,7 1 0,2 4 0,-4 5-61,0 3 1,4 0 0,1-1 0,3-2-118,0 1 1,-3 2 0,5 2-1,-4 0 177,-2 0 0,6 7 0,-11-5 0,5 5 0</inkml:trace>
  <inkml:trace contextRef="#ctx0" brushRef="#br0" timeOffset="733">676 414 8148,'0'-20'16,"0"-1"0,-2 1 0,-1 5 274,-1-1 1,-2 1 299,6-1-312,0 8-308,0 1 0,0 20 1,0 7-44,0 2 0,0 7 1,0-4-1,0 4 113,0 2 0,2 5 0,2 0 0,0-2 55,-1-1 1,4-3 0,-1 3 0,-1 0-39,1-3 0,-4 4 0,5-9 0,-2-2-83,1-2 0,1-5 1,-5-5-120,4 0 1,1-8 114,-2 2 0,-3-10 0,5-5 0,-3-5-29,1 0 1,6 0 0,-4 0-1,-1 0 20,1-1 0,4-5 1,-4-1-1,1 0-41,4 0 0,0 1 1,0 5-1,-3 1-3,-3 0 1,6-4 0,-3 2 0,1 3 4,0 1 1,1 4 5,4-1 1,1 6 0,-1 0 43,1 2 0,-7 4 1,2 2-1,-1 7 28,-2 3 1,7 1 0,-6 2 0,5 2 8,1 1 1,1 2 0,-1-2 0,1 0 8,-1-2 0,5 5 1,2-3-1,-6 1-11,-3 1 1,0-10 0,-3 3 0,2-1 5,-2-1 105,5-4 0,-12-2 0,5-8 58,-1-5 0,-2-3 0,-5-6 0,0 0-84,0 0 0,0-7 0,0-4 0,0-3 9,0-2 0,6-5 0,-2-2 0,0-1-101,-3-4 0,-1 4 0,2-2 1,2-1-89,1 4 1,0 0-1,-5 7 1,0 2-91,0 3 1,5 4-1,0 6 1,-2 1-224,-1 0 0,3 5 1,3 1 400,-1 2 0,-3 3 0,3 4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0:03.30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260 216 8062,'0'-11'-1423,"0"1"1510,0 6 66,0-2 1,0 8 0,0 2-59,0 7 0,0 7 0,0 5 0,0-1 35,0 0 1,5 6-1,1-3 1,-3 4 59,-1 2 1,0 2 0,1 1 0,2 4-97,-2 1 1,4-5 0,-2 4-1,-1-3-1,-2 2 1,3-3 0,-1-7 0,0-3 62,-2-2 1,-2 4 0,0-5-182,0-3 0,0 0-498,0-3 174,0-6 1,0-4 0,0-10-101,0-6 0,0 2 0,0 0 91,0-4 0,0 0 1,0-3 357,0 1 0,0-8 0,0 0 0</inkml:trace>
  <inkml:trace contextRef="#ctx0" brushRef="#br0" timeOffset="416">522 216 8062,'0'-16'-141,"-2"6"0,-1 0 402,-2-3-10,0 6 1,5-1-242,0 3 1,0 5-37,0 0 1,0 2-1,0 9 1,0 0 124,0 3 0,2 8 0,1 4 1,2 3 57,-2 2 1,4-1 0,-2 1-1,1 0-18,0 0 0,-4 4 0,3 3 0,-2 0-91,3-1 0,-5-1 0,5-5 0,-3 0-139,2 0 0,-4-7 1,5-4-382,-4-2 8,-2-3 0,0-8 1,1-7 141,5-9 0,-5-1 0,5-4 0,-5-5 322,-1-3 0,0-4 0,0-4 0</inkml:trace>
  <inkml:trace contextRef="#ctx0" brushRef="#br0" timeOffset="817">122 93 8062,'-15'-16'-18,"-1"1"213,1-1 1,4 6 534,1 0-531,7 6 0,-2-2-127,10 6 1,3-2-1,8-1 1,-1-3-55,1 3 1,0 1 0,3 2 0,4 0-16,1 0 1,1 0 0,6 0 0,2 0-40,2 0 1,-2 0 0,4 2 0,0 1-64,-1 3 0,4-1 0,-4-5 0,-1 0 41,-3 0 1,2 0-1,-1 1 1,-6 2-194,-3 3 0,-3 1 1,-6-4-6,1 2 1,-8 2 18,-3-2 1,-5-3-1,-4 5 33,-1 0 0,-1-5 0,2 4 0,-3-1 66,-2 0 1,0 8 0,-5-4 137,4 5 0,-4 1 0,3 1 0,-2-1 0,-3 1 0</inkml:trace>
  <inkml:trace contextRef="#ctx0" brushRef="#br0" timeOffset="1216">76 878 8062,'-16'10'-9,"1"0"1,4-6 0,2 2 939,-4 1-352,6-5 0,2 5-336,10-7 1,-1 0 0,6 0 0,4 0-74,5 0 0,-2 0 1,5 0-1,0 0-55,4 0 1,3 0 0,1 0 0,1 0-138,0 0 1,5 0 0,2-2-1,-1-2-31,1-1 0,3 0 0,-2 5 1,3 0-71,0 0 0,-1 0 0,-10 0 1,0 0-15,0 0 1,-2 0 0,-3-1 0,-6-3 55,-3-1 0,-9-2-26,-2 2-78,-5 3 0,-2-4 1,-5 6-595,-3 0 0,0 0-1028,-2 0 1807,2 0 0,-7 0 0,1 0 0</inkml:trace>
  <inkml:trace contextRef="#ctx0" brushRef="#br0" timeOffset="1516">1138 308 8062,'0'-15'0,"0"-1"0,0 1 863,0 0 1,0 4 400,0 1-1531,0 6 0,0 0-65,0 8 0,2 0 0,1 6 0,2 2-86,-2 2 1,4 1 0,-1 2 417,-3 4 0,-1-4 0,-2 5 0</inkml:trace>
  <inkml:trace contextRef="#ctx0" brushRef="#br0" timeOffset="1681">1169 616 8124,'-11'0'1548,"1"0"0,7-2-2958,-2-3 729,3 3 681,2-5 0,7 0 0,1-1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0:39.09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25 306 6820,'-7'-8'1750,"3"-4"-691,-6 6-808,6 2 0,4 4 0,11 0-259,3 0 1,6 0 0,0 0-1,1 0-182,1 0 0,-3 0 0,5 0 0,0 0-87,0 0 0,-4 0 0,4-2 0,0-1-35,0-3 0,-5 1 1,2 5-1,-6-2-201,-5-3 0,4 3 513,-4-2 0,-3-5 0,0 0 0</inkml:trace>
  <inkml:trace contextRef="#ctx0" brushRef="#br0" timeOffset="333">209 137 8187,'-10'-15'-129,"1"-1"1,2 1 294,4-1 1,-4 6 0,2 0 350,2-2 0,1 3 187,2-1-528,0 0-336,0 1 0,0 4 0,0 10 117,0 6 0,2 2 0,1 3 0,4 1 57,1 3 1,-2-1 0,4 7-1,0 1 15,-1 2 1,2 2 0,-4 0-1,2 0-25,3-1 0,-4 1 0,3 0 1,-1-1-27,-2 1 0,1 0 1,-5-2-1,1-3-137,-2-6 0,4 3 0,-2-3-1197,-1-1 1356,-3-9 0,-1-3 0,0-7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0:34.91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478 770 8280,'0'-15'-1231,"0"4"1569,0 1 0,5 0 0,-1-6 1,2 1-74,-6 0 1,0-1-26,0 1 1,0-1-212,0 1 1,0-1-47,0 1 1,0 5-1,-2 1-88,-3 3 0,2 0 0,-8 6-70,-1 0 1,4 0-1,-2 0 117,-3 0 1,0 2 0,-3 2 0,1 2 27,-1 3 1,1 1-1,1 5 1,3 1-9,0-1 0,2 1 0,-6-1 0,4 1 17,0-1 1,6 0 0,-4 2 0,1 2 16,0 1 0,4 1 0,-1-4 0,1 3 17,0 0 1,2 5 0,-3-3 0,3 0-2,2 1 0,7 5 0,1-3 0,3 4 7,-1 2 1,0-5-1,6-1 1,-1 3 18,1 1 0,-2 2 0,2-1 0,-1 1-22,0 0 0,1 0 0,1 1 0,1 2-15,-3 2 0,4 6 0,-9-5 0,2 1 3,-2-1 0,2 11 0,-5-2 0,0 1 58,-1-5 1,0 3 0,-5-5 0,3 4 26,1-4 0,5 3 0,-5-6 0,0-4 12,2 0 1,-5 1 0,5-1 0,-2-4-77,0 0 1,2-5-1,-3 1 1,1 1 13,-2-2 1,-2-2 0,-1-7-1,0 1-7,0-1 1,0-4 0,-1-3-38,-4-1 0,2 3 1,-8-4-12,0-3 0,-4 0 1,0 0 14,0 3 1,0-1 0,-1-5-113,1 0 1,-1 0 0,1 0-1,-1 0-237,1 0 0,-1 0 1,1 0-1,-1 0-778,1 0 1128,0 0 0,-1 0 0,2 0 0</inkml:trace>
  <inkml:trace contextRef="#ctx0" brushRef="#br0" timeOffset="631">0 2817 7201,'0'-15'159,"0"-1"1,0 1 200,0-1 1,0 7-27,0-2-480,0 8 264,0-4 0,0 15 0,2 6 23,3 5 1,-3 3 0,5-2-1,-2 6 41,0 3 1,2 2 0,-4-2 0,4-2-149,2-1 0,-6-2 1,4 4-1,-2-4-201,0-2 1,1-2 0,-5-4-209,4-1 1,-3 1-1417,3-1 547,-3-7 1244,-2-1 0,7-14 0,1-1 0</inkml:trace>
  <inkml:trace contextRef="#ctx0" brushRef="#br0" timeOffset="917">431 2956 8170,'0'-10'116,"-2"1"447,-2 2-322,2 2 0,-5 6-164,7 5 0,-5 3 1,-1 6-1,3 2-26,1 3 1,0-3-1,0 6 1,-4-3-169,3 1 0,-1 4 0,1-5 0,-2 0-116,1-3 0,2-2 1,1 0-1,-2 1-570,-2-1 0,-1 1-134,6-1 937,0-6 0,7-3 0,1-6 0</inkml:trace>
  <inkml:trace contextRef="#ctx0" brushRef="#br0" timeOffset="1417">785 2956 8180,'0'-10'0,"0"-1"113,0-1 0,0 4 1,0-3 401,0-1 1,0-1-183,0-3 0,0 1-393,0-1 0,-5 1-138,0 0 1,-5 5 0,3 1-124,-2 2 1,4 2 0,-5 5 102,-2 0 1,4 0 0,-3 0 171,-1 0 1,1 6 0,-2 5 0,4 3 47,3 1 0,-4 0 0,4 1 0,1 1 33,-1 4 1,4 1 0,-3 5 0,3-3 45,2-2 1,0 4-1,0-5 1,0-1 15,0 2 1,7-6-1,1 1 1,3-7-1,-1-4 1,-5 5 0,5-6-72,3-1 0,0-4 0,1-5-59,-4-6 1,4-2 0,-5-5 0,-2 0-82,-1-3 0,3-1 1,-1 3-1,0-3-37,-2-2 1,1 6-1,-2-4 1,-1 6 99,3 0 0,-5 6 1,5 1 114,0 2 1,-3 2 0,6 7 161,2 3 1,1 4 0,5 8 0,0 2-177,2 1 1,6 2 0,-3-3 0,1 2-101,3-3 1,-3 0 0,0-3 0,-1 0-294,2 1 1,-6-7 342,1-5 0,4-2 0,0-2 0</inkml:trace>
  <inkml:trace contextRef="#ctx0" brushRef="#br0" timeOffset="2215">400 154 7030,'-6'-16'-188,"4"7"1,-3-2 647,3-1 0,2-1 1,0-3-6,0 1 1,0 4 0,0 1-489,0-2 1,5 3 0,3 1 20,-1 1 1,4 2 0,4 5 18,1 0 0,-8 2 0,-1 3 0,-2 5-97,0 4 0,1 8 0,-6 2 0,0 2 78,0 0 0,-7-1 0,-2 4 0,-1-1 27,0-3 0,1-1 0,-3 3 0,2-3 5,-3-2 0,2-1 1,-1-6-1,2 1-11,-2-1 1,5 1-1,0-3-104,0-2 111,6-4 0,1-7 0,9 0 0,5 0 11,1 0 1,1 0-1,1-2 1,2-1-102,2-3 1,4-4 0,-3 4 0,1 2-123,-1-3 0,4 5 0,-4-3 0,0 3-446,1 2 1,-3 0 641,-5 0 0,1-7 0,-1-1 0</inkml:trace>
  <inkml:trace contextRef="#ctx0" brushRef="#br0" timeOffset="2948">1371 893 8414,'0'-15'19,"0"-1"0,0 5 1,1 2 88,4-4 0,-3 0 0,3-3 29,-3 1 1,-2 5-1,0-1 1,1 2 84,5 0 0,-5-5-206,5 4 0,-6 3 1,-6 2-127,-4 3 1,-5 4-1,-4 3 1,-4 5-74,0 4 1,2 7 0,-2 1 0,-2 0 107,1 0 0,0 5 0,-1-1 0,4 3 38,4 2 0,2-2 0,-1-2 0,3 0 26,2 0 1,4 0 0,7 1-1,0-5 43,0-1 0,9-1 0,5-5 0,6-1 21,4 0 1,2 0-1,5 1 1,1-3-8,4-2 1,-5 2-1,1-2 1,-4 3-28,-1 1 0,1 0 0,-3 1 0,-4-1-43,-5 1 0,-5 4 1,-2 2-1,-2 1-27,-5-1 0,-2 5 0,-4-3 0,-8 2 20,-7-1 1,0 1-1,-5 3 1,2-2 18,3-1 0,-3-12 1,-1 1-1,1-3 32,0-3 0,-1-2 1,5-7-1,-2 0-19,0 0 1,4-12 0,1-4 0,0-3-34,5-3 1,-2-2-1,7-6 1,0-1-10,-2 0 1,6 0 0,-4 2 0,5 2-24,5 1 0,-2 6 1,7-5-1,2 3-71,2 4 1,2 0 0,-1 5-87,0 2 0,0 3 0,0 5 0,1-3-262,-1 3 483,1 1 0,6 2 0,2 0 0</inkml:trace>
  <inkml:trace contextRef="#ctx0" brushRef="#br0" timeOffset="3488">1986 1047 8320,'7'-25'0,"-5"3"0,3 7 0,-3 0 148,-2 0 1,5 4 0,-1 1 319,0-2 0,-2-2-374,-2-1 1,-2 6-154,-3 4 1,-3 4 0,-8 2 0,1 4-8,-1 6 1,1 2 0,-1 3 0,-1 1-110,-3 4 0,3-3 0,-4 8 0,3 1 128,-3 2 1,7 9 0,-3 1 0,4 2 49,6 1 1,-2-4 0,4 6 0,4-4 20,4 3 0,7-6 0,9 0 0,3-5 11,2-1 0,2-7 1,4-5-1,1-7 18,0-7 0,0-5 0,0-5 1,1-6 6,4-2 0,-9-4 1,2-4-1,-3-5-58,-2-3 0,-3-2 1,1 1-1,-4-1-1,-4 0 1,-3-4 0,-1-1 0,-5-1-8,-3 0 1,-4 3 0,-3-6 0,-7 1-41,-7 0 0,-5 5 1,-7-3-1,0 7 33,0 4 0,0 4 0,1 7 0,0-1 3,-1 1 1,7 6 0,3 4 0,4 3-94,1 2 1,1 6 0,1 1 0,3 0-204,0 6 1,8 5 0,-3 5 0,5 1 305,1 3 0,0 2 0,0 2 0</inkml:trace>
  <inkml:trace contextRef="#ctx0" brushRef="#br0" timeOffset="3698">2048 1309 8813,'5'-11'472,"0"1"1,7 6-1,-2 0-166,3 2 0,3 8 0,-1 5 0,3 3-138,2 1 0,-1 7 0,7 4 0,0 3-167,-2 1 1,5 3 0,-6 1 0,3 1-173,0-6 0,-7 2 0,1-7 0,-3 1-375,-1 1 1,-6-10-1,-2 2-279,-1-6 1,-1-7 824,-6 5 0,0-6 0,0 3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0:41.23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493 138 7233,'0'-9'104,"0"-2"217,0 8 1,0-11-119,0 4 1,0 1-95,0-1 0,0 5 19,0-6 0,0 1-73,0-5 0,-6 4 1,0 3-99,-3 1 0,4 2 17,-5 5 1,0 0 38,-6 0 0,3 7 1,0 3-1,5 4-10,1 1 0,-3 6 0,3 1 1,1 2 94,-1 3 1,0 4 0,3 3 0,-1 4-69,1 1 1,2 4 0,2 7-1,0 1-4,0-1 0,6 5 0,1-1 1,0 3 15,0-1 0,3-7 0,-3 4 1,1-2 4,4 1 1,-3 1-1,0-3 1,-1 1-38,0-1 0,1 3 0,3-2 0,-2-2-22,3 0 1,-6-3 0,2 0-1,0-1 0,-1-5 1,-3-2 0,4-7 0,0 2 42,-1 3 1,-5-5 0,3 4-1,-5-8-177,-1-6 1,6 1-1,-1-1 1,-2-3 224,-2 0 1,-1-3 0,0 1-93,0-1 1,0-5-1,0 1-30,0 0 1,0-2 0,0 1-18,0 2 0,0 2 87,0 1 0,-1-1 0,-2-2 1,-2-2 0,-6-4 0,4 1 0,-1 0-17,-4-3 0,-1-2 1,-3-2-1,1 0-61,-1 0 0,-1 0 0,-2 0 1,-2 0-67,3 0 1,0 0 0,3-2 0,-1-2-246,1-1 1,1-2-1,-2 5 361,1-4 0,-1-6 0,1 3 0</inkml:trace>
  <inkml:trace contextRef="#ctx0" brushRef="#br0" timeOffset="2835">138 2510 8092,'-4'-11'-429,"-1"0"1,-1 7 518,6-7 1,0 1-14,0-5 0,2 1 0,2 2 0,3 3-61,1 2 1,-3 1-1,6 3-78,0-3 0,3 1 0,1 7 39,1 3 1,-8 3 0,-1 10-1,-2 0 16,1 3 1,-1 7 0,-5-3 0,-2 4 50,-3 2 1,-4 0 0,-6-1 0,-1 1 58,1 0 0,-1 0 1,-1-2-1,-1-2 7,-3-1 1,1-7 0,5 1-1,-1-5 86,1-4 0,-1 1 14,1-7-197,6 0 0,2-7 0,9-1-70,3-2 1,4-2 0,6 4-1,1-3-90,-1 3 1,5 1-1,3 2 1,-1 0-160,0 0 0,5-4 0,-1-2 0,3 3-738,2 1 1044,0 2 0,7-7 0,0-2 0</inkml:trace>
  <inkml:trace contextRef="#ctx0" brushRef="#br0" timeOffset="3067">509 2771 8092,'0'-10'-1,"0"-1"0,-6 1 82,1-5-237,0 7 205,5 1 0,0 8 1,0 5 35,0 3 0,0 0 0,0 2 0,0 0-97,0 3 0,-2 7 1,-2-1-1,-1-1-136,3-2 0,0 0 1,0 0-1,-2 0-308,-1-3 1,0-2 455,5 4 0,0-1 0,0 0 0</inkml:trace>
  <inkml:trace contextRef="#ctx0" brushRef="#br0" timeOffset="3617">816 2371 8127,'-10'-5'0,"2"-2"160,1-2 1,0 5 0,3-2 335,-1-1-489,0 5 1,0-3-129,0 10 0,0 6 1,5 8-1,0 3 140,0 1 0,1 3 0,3 7 0,1 1 59,-1 2 1,2 2-1,1-5 1,0 4 7,0-3 1,3-1 0,-5-3 0,0 0-25,2-5 1,-5-3 0,4-7 223,1 1-184,-5-7 0,7-9 0,-6-11 0,2-4-165,-2-6 1,4 3-1,-1-8 1,-1 0-25,1 3 1,-2-6 0,4 7 0,1 0-73,-1 0 1,-3 2 0,4 4 0,0 1-70,-1-1 1,-3 6-1,6 0 77,0-2 1,3 6-1,0 2 151,-4 8 1,4-2 0,-6 9 0,3 3-8,-1 4 1,-5-1 0,4 4 0,-2-4 62,-4-2 0,-1 6 0,-2-1 0,0-1 14,0-1 1,0-3 0,0 0-1,-2 0 133,-3 1 0,1-1 1,-6-1-1,-3-2-61,-6-2 1,2-6 0,-6 2 0,3-1-82,-1 1 1,1-1-1,3-5 1,-2 0-249,-2 0 0,6 0 1,5 0-422,-3 0 0,6 0-945,-4 0 1553,7-7 0,4-2 0,9-6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0:49.09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632 463 8178,'-7'-16'-228,"5"6"0,-3 0 381,3-3 0,-2 5 322,-1-2 0,-6 5-139,6-6 0,-7 3-184,2-2 1,1 2-197,-1 8 0,5 0 0,-6 0 20,0 0 0,2 0 0,0 2 0,1 2 24,-1 1 1,1 7-1,-4-2 1,3 4 28,2 1 0,-3 6 1,5 1-1,2 2 14,1 3 0,-3 3 1,-1 0-1,3 3 15,1 2 1,2 3-1,2 7 1,1-1-36,3 4 1,6 6 0,-2-2 0,4 8-118,1 3 0,1 4 0,-1 10 1,1 0 54,-1 0 0,0-2 1,0-1-1,0-4-125,1-2 1,-1 1-1,1-6 1,-3-2 117,-2-6 1,1-7 0,-6-5 0,1-4 45,1-1 1,2-2-1,-5-6 1,-2 0 2,-1-5 1,-2 4 0,0-3 0,0 3 29,0 2 1,-2 0-1,-3-2 1,-5-2 106,-4-1 0,4-7 0,0-1 0,-3-3-19,0-6 0,-5-3 1,0 2-1,-4-1-109,-2-4 1,3-1-1,-5-2 1,1 0-193,1 0 1,-5-6 0,3-3 0,-1-2-104,2 2 0,2-2 1,8-4-1,0-1-958,-1 1 1241,1-1 0,-1 1 0,1-1 0</inkml:trace>
  <inkml:trace contextRef="#ctx0" brushRef="#br0" timeOffset="469">32 2787 8040,'-9'-16'608,"0"8"226,5 3-678,2 3 0,-5 4 0,7 3 1,0 5 22,0 4 0,2 3 1,1 3-1,2 7-177,-2 1 1,4-2 0,-1 0 0,-3 1-6,-1 2 0,3-3 0,0-2 0,-2 0-163,-1-1 0,-2-3 0,0 0-1947,0-3 2113,7-1 0,2-8 0,6-1 0</inkml:trace>
  <inkml:trace contextRef="#ctx0" brushRef="#br0" timeOffset="717">354 3002 8134,'11'0'823,"0"0"-595,-8 0 0,3 7 0,-6 4-116,0 2 0,0 3 0,0-1 0,-1 1-97,-4-1 0,2 0 0,-6 1 1,0 1-224,1 4 0,3-5 1,-4 5-1,0-5-634,1-7 1,5 5 841,-3-3 0,-2-5 0,0 1 0</inkml:trace>
  <inkml:trace contextRef="#ctx0" brushRef="#br0" timeOffset="1257">756 2957 8076,'0'-16'216,"0"1"1,0-1 0,0 1 119,0-1 0,4 6 0,1 0-225,-1-2 1,-2-2 0,-2-1 0,0-1-147,0 1 1,0-1 0,0 1 0,0 0-241,0 0 0,-2 0 0,-2 4 1,-3 2 6,-1 2 0,3-3 0,-6 5 198,0 2 1,2 1-1,-1 4 1,0 3 54,1 5 0,-5 4 0,6 2 0,-1 4 214,4 0 1,-2 7-1,2-3 1,2 2-5,1-1 0,2-3 0,0 1 0,0-1-82,0-3 1,0-1 0,2-3-84,3 0 1,3-1-1,8-4 1,-1-5-28,1-3 1,-6-9 0,0-5 0,2-5-63,2-3 1,2-3-1,-1 3 1,-1-4-83,2 0 1,-5-3 0,-1 6 0,0 0 21,-1-1 1,-1 10 0,-5-3-54,3 1 175,6 1 0,-6 11 1,7 7-1,-5 8 178,-1 8 1,5 2 0,-1 4 0,2-2-163,3 3 0,-1-4 0,0-1 1,0 0-272,0-4 0,1-2 0,-1-3 0,1-5 252,-1-3 0,1 2 0,-1 1 0</inkml:trace>
  <inkml:trace contextRef="#ctx0" brushRef="#br0" timeOffset="2252">663 124 7072,'-16'0'-481,"6"-2"1448,0-3 1,1-3-640,-1-8 1,3 6 0,6 1-61,-5 2 1,4-4-309,-3 0 1,3 2-1,4 1 1,3 1-33,6 4 1,-2-4-1,1 2 1,2 2 7,1 1 1,-2 2 0,-1 0 0,2 0-41,2 0 1,1 0 0,1 2 4,-1 2 0,-5-2 0,-2 5 0,-1 0 11,-3 4 0,-2 4 46,-2 5 1,-2 3 0,-2 2 0,-3-4 7,-1-5 0,3-2 0,-6-2 0,2-1 35,0 1 0,-3-4 1,5 1-1,0-1 80,0 0 0,0-4 142,2 1-183,4 4 1,-4-7 0,10 1 0,5-4-38,4-5 0,1-1 0,1 4 0,-1-3-153,1 4 1,-1-5 0,-1 1 0,2 3-108,-1 1 0,1-3 0,-1 0 0,1 2-272,-1 1 1,1 2 528,-1 0 0,1-7 0,-1-2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0:48.09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54 123 8073,'0'-15'14,"0"0"1,0 5-1,0-1 1,0-1 105,0-1 0,4 2 0,3 3 1,4 1-4,6 4 1,-2-4 0,6 1 0,-5 3-465,0 1 1,5 2-1,-1 2 1,-1 3 346,-2 6 0,-8 2 0,-2 3 0</inkml:trace>
  <inkml:trace contextRef="#ctx0" brushRef="#br0" timeOffset="149">54 262 7865,'-16'0'218,"5"0"670,2 0 0,3 0-752,-4 0 1,8 0-1,2 0 1,9 0-335,5 0 1,8-2-1,4-1 1,4-2-1112,7 2 1,1-4 1308,9 1 0,-1-12 0,0 1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0:46.3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63 214 7396,'8'0'-69,"-1"-1"314,-7-4 0,0 2-63,0-8 0,0 0 0,0-4-39,0 0 0,0 0 1,0 0 4,0-1 0,0 5 1,0 2-160,0-4 1,0 0-1,0-3 1,0 6-4,0 0 0,0 5-313,0-6 224,0 8 0,0-2 75,0 10 1,0 3 0,0 8 22,0-1 1,0 1 0,0-1 0,1 1 29,5-1 1,-4 1-1,3-1 1,-3 0-17,-2 0 0,0 6 1,1-1-1,2 1-16,2 1 1,1-5 0,-6 4-1,0-2-51,0 1 0,0-2 0,0 2 1,0-3-41,0-2 1,0-4 0,0-1-57,0 2 1,0-4-24,0 3 1,-2-8 58,-4 2 1,3-3 2,-7-2 0,1-2 0,-2-1 149,0-2 0,6-3 91,-5 3 0,5 4 50,-5-4 1,4 2 241,-3-3-276,5 4 28,-3-5-59,7 7 0,2 0-87,3 0 1,3 0 0,8 0-1,-1 0-123,1 0 0,-1 0 0,2 0 0,2 0-106,1 0 1,2 0 0,-2 0 0,0 0-66,-2 0 0,0 0 1,-3 0-1,1-1 271,-1-4 0,7 3 0,2-5 0</inkml:trace>
  <inkml:trace contextRef="#ctx0" brushRef="#br0" timeOffset="817">725 676 7923,'8'-15'-54,"4"-1"330,-7 1 1,1-1-219,-6 2 1,-2 3-1,-4 3-110,-4 1 0,-3 2 0,-3 5 0,1 1 14,-1 5 1,-1-3 0,-1 7 0,-3 4-8,2 5 0,-3-2 0,1 3 1,2-1 51,3 1 0,0 0 0,2 5 0,2 1 2,2-2 0,7 3 1,-2-5-1,3 1-6,2-1 1,2-2-1,3-4 1,5-1 44,4 1 1,8-1-1,3 1 1,4-1-70,2 0 0,0-1 0,-2-2 0,-1 0-82,-3 5 0,-1-2 0,1 5 0,-3-2 17,-6-3 1,-1 3-1,-1 0 1,-3 4 25,-7 2 1,-8-5-1,-7 3 1,-3-1 31,-1-1 1,-5 1 0,-2-6 0,-1 1 43,1-1 0,-3-4 0,4-3 1,0-1 18,-1-4 0,5-1 0,-4-2 0,4-2-26,2-3 1,1-3-1,2-8 1,4 1 41,1-1 1,2-4-1,5 0 1,0 0-33,0 3 1,0-3 0,0-1 0,1 3-19,5 1 0,3 1 0,6 1-27,0-1 1,-1 6 0,-2 2 0,-2 1-94,2 3 0,-3 2 0,1 2 0,2 0-230,1 0 0,-2 0 1,-1 0 348,2 0 0,2 0 0,1 0 0</inkml:trace>
  <inkml:trace contextRef="#ctx0" brushRef="#br0" timeOffset="1283">1294 800 8043,'0'-24'166,"0"3"0,0 2 0,0 1 163,0-3 1,-2 2 0,-1 8-61,-2 0 1,-3 7-1,4-1-350,-7 3 0,-3 4 0,1 3 1,-1 6-121,-1 2 0,6 3 0,-7-1 0,-2 3 21,1 2 1,8-2-1,-6 6 1,1 1 4,1-1 1,2 1 0,3 8 0,0 0 136,-1 4 0,5-1 0,-1-4 0,3 3 60,2 0 0,2 1 0,3-5 1,6-2-20,2-3 0,8-4 0,0-7 0,-1-1 58,2-4 1,3-3-1,4-8 1,-2-5 17,-1-4 0,-1-4 1,6-3-1,-2-3-17,-3-6 1,3-3-1,-6-2 1,1 0-2,-3 0 0,-6-1 0,-2-2 0,-5-2-15,-1 2 0,-2-4 0,-7 3 0,-3 0-42,-6 3 1,-9-5 0,-4 1-1,-1 5-75,-1 3 0,1 5 0,-4 8 0,1-1-161,3 2 0,5 5 1,0 3-136,2 5 1,3 8-1,0 3 1,1 3 366,4 3 0,4 6 0,-1 2 0,-2 7 0</inkml:trace>
  <inkml:trace contextRef="#ctx0" brushRef="#br0" timeOffset="1500">1309 1046 8043,'11'-2'479,"-1"-3"1,-5 4-114,5-5 1,1 5 0,4 2-178,1 5 0,-1 2 1,1 7-1,-2 2-200,2 4 0,-1-2 1,0 5-1,1-1-263,-1 1 0,1 1 0,-1 2 0,1-1-224,-1 1 1,-1-3 0,-3 0 0,0-1 497,1 1 0,2-4 0,1 2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0:55.64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476 216 7935,'-11'-16'-64,"2"1"1,5 5 0,-1 0 209,3-3 0,0-1 0,-1-1 147,-2 0 1,0 0 0,5 0-42,0-1 1,-2 5-1,-1 1 37,-2-2 0,-2 4-206,1-2 0,3 6-154,-7-1 1,5 3 0,-6 2-9,0 0 1,2 2 0,-2 3 55,0 6 1,-2 2-1,2 3 1,2 0 35,2 5 1,-4-4 0,2 5 0,0 0 56,4 4 0,1-2 0,2 2 0,-4 2 10,3 1 1,1 6 0,4 1 0,1 0-48,3 2 1,5 1 0,-2 8-1,1-3-8,0-3 0,1 8 0,4-1 0,1 3-39,-1 3 0,0 2 0,0-3 0,1 2-49,-1 3 0,1 2 0,-1 0 0,0-2-70,1-1 0,-1-3 0,1 6 1,-1-2 93,1 0 0,-1 3 1,-1-7-1,-3-1 19,0 0 0,-2-4 0,2-6 0,-2-4 19,-2-1 0,-2-2 1,-5-5-1,0-2-6,0-3 0,0 3 0,0-5 0,0 1 6,0 1 0,0-1 1,-2 4-1,-3-1 37,-5-3 1,1-5 0,-1 0-1,-2-4-20,-1-6 1,-3-2-1,1-4 1,-1 1-103,1-2 0,-5-1 0,-2-4 0,2-3-328,-2-5 1,4-4 0,-4-1-1,2 0-10,0-1 0,4 5 0,5 2 0,0-4 424,-3 0 0,-1-3 0,-1 1 0,1-1 0</inkml:trace>
  <inkml:trace contextRef="#ctx0" brushRef="#br0" timeOffset="551">214 2617 7890,'-15'9'712,"5"-2"-219,-1-7 0,3-2-194,-2-3 0,2-4-201,8-6 0,8 1 0,0 3 0,2 2-89,1 2 0,-1 0 1,5 3-1,0 0-173,1 0 1,-1 2 0,1 2 0,-1 2-12,1 3 1,-1 2-1,-1 5 1,-4-1 55,-5 0 0,-3 8 0,-2 3 0,0 2 86,0 4 1,-7 1 0,-5 1 0,-6 1-18,-9 0 1,-2 0 0,-2 0 0,1-2 68,-1-3 0,6-4 0,-2-7 0,2 0 93,1 0 1,2-6-1,6-4 438,1-3-397,6-2 0,4-7-120,10-3 1,4 3 0,6 0-91,1 0 1,4 6 0,2-5-1,1 5-250,-1 1 1,4 0 0,-4 0-1,2 0-101,3 0 1,2 0 0,0 0-1,-2 0 408,0 0 0,-2 0 0,6 0 0,0 0 0</inkml:trace>
  <inkml:trace contextRef="#ctx0" brushRef="#br0" timeOffset="851">645 2910 7890,'0'-15'847,"2"4"-338,3 1 1,-3 4-88,3-3-426,-4 5 1,-1-1 51,0 10 0,-1 4 0,-2 6 0,-4 1-70,-2-1 1,0 5 0,-2 1 0,0-2-69,0-3 0,2 6 0,-2-2 1,2-2-274,0 0 1,-4-3 0,7 1-258,-3-1 0,6-5 1,-4-2 619,1-1 0,4 6 0,-5-5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0:54.63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14 316 8028,'0'-15'272,"0"-1"0,-2 5 1,-1 2 122,-2-4 1,1 2-1,8-2-210,1 3 0,7 7 1,-2-2-1,4 3-218,1 2 0,1-5 0,1 0 0,2 1-310,1 2 1,6 2 0,-6 0 0,0 0-146,3 0 0,-6 0 1,3 0-1,-4 2-945,-5 3 1433,-5-3 0,1 5 0,2-7 0</inkml:trace>
  <inkml:trace contextRef="#ctx0" brushRef="#br0" timeOffset="250">183 70 8028,'-10'-7'0,"2"-4"182,1-2 1,-4 2 253,6 1 1,-1 5-333,0-5 1,5 8 0,-5 2 34,5 9 0,1 4 1,1 5-1,3 2 28,1 6 0,2 3 0,-4 1 0,4 1-176,2 0 0,-6 0 0,4 2 0,-2-2-140,0 0 1,2 4-1,-3-12 1,1 3-242,-2 0 1,-2-7 0,-1 1-515,0-2 0,2-10-237,3-3 1141,-3-3 0,12-15 0,-6-5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0:53.68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353 32 7888,'0'-16'-143,"0"7"1,-2 3 171,-3 6 0,-6 0 1,-8 2-1,-3 2-1,-1 7 1,1-1-1,-1 4 1,-1 3-13,0 0 1,4 1-1,-5-2 1,1 3 0,1 2 0,4 5 1,-1-4-1,4 0-16,5 0 1,3 3-1,5-4 1,-2-2 5,1-2 0,11-2 0,6-1 0,8-2-11,3-1 0,2-3 0,5 2 0,-1-3-8,1 0 0,2-4 0,0 6 0,4 0 9,-3-1 0,-1 2 1,-4 6-1,-2 1-11,-1 3 0,-8-2 0,3 4 0,-6-2-59,-4 1 0,-4 1 1,-7-3-1,0 1 83,0-1 1,-7 0 0,-6-1 0,-3 3 4,-5-2 1,-7-3 0,3-5 0,-3-2 26,3-2 0,-4 3 0,3-5 0,-3-1 8,-2-3 0,6-1 0,1-1 0,0-3-12,0-1 1,7-7-1,0 2 1,5-4-41,0-1 1,5-2 0,2-2 0,3-2-63,2 3 0,0 0 0,2 3 0,3-3-84,5-2 0,4 3 0,3-4 1,2 6 28,1 5 0,2-3 0,-2 4 0,0-2-137,-2 1 0,4 7 0,0-2 256,-4 3 0,6-5 0,0-1 0</inkml:trace>
  <inkml:trace contextRef="#ctx0" brushRef="#br0" timeOffset="697">676 354 8028,'0'-15'28,"0"0"0,0 0 198,0 0 1,0-1 0,0 1 409,0-1-725,0 7 0,0 5 1,0 8 51,0 7 1,0 3 0,0 3 0,0 3 13,0 5 0,0 4 0,0 2 1,0 0 42,0 0 1,0 0 0,2 0 0,0-2 14,4-4 0,1 3 0,-4-6 0,3 1 19,-3-1 0,3-2 0,1-6 165,2-4 1,-5-5-142,1-10 0,1-1 1,-1-7-1,1-3-116,1-2 0,-4-4 0,5 0 0,1-2-104,0-4 1,-4 0-1,5 1 1,0 3-80,-1 2 0,5 0 1,-4 3-1,3 0 95,3 6 1,-6-1 0,0 9 0,4-1 14,5 0 0,-2 5 1,4-3-1,-4 8 128,-2 5 0,2 7 1,2 3-1,1 3 54,-1 2 0,0 0 0,0 3 0,2-1 10,-3 1 0,-2 1 1,-4-3-1,-2-3-34,2 1 0,-5-6 0,-2 3 0,-3-2 312,-2-3-106,0-6 0,0-4 0,0-10-72,0-6 1,0-7 0,0-3-1,0 0-101,0-1 1,0-2 0,0-7 0,0 1-39,0-1 0,-2-7 0,-2-1 0,-1-2-79,2 0 1,-1 0 0,1-3 0,-2 2-530,2 6 0,1 5 0,0 6-894,-3 4 1133,3 5 1,0 14 0,9 6-1,0 9 327,0 2 0,12 7 0,-2 2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0:57.87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32 124 8010,'-9'-15'368,"-3"-1"1,6 1-157,4 0 0,0 4 1,2 1 130,0-2 1,0 3-281,0-1-61,6 6 1,-2-2 0,5 8 0,-2 2 5,-4 7 0,-1 3 0,-1 3 0,2 3 71,3 5 1,-1 6 0,-3 4 0,1 3-80,2 0 0,5-3 0,-5 3 0,1-2 1,1-1 1,-4 1-1,5-5 1,1-2-27,0-3 0,-5-4 67,7-6 1,-6-8-1,4-4-8,-3-8 0,-1-4 0,-3-8 0,2-1-131,1-3 1,0-2 0,-3-7-1,2 6-78,0 1 1,3-4 0,-3 6 0,1-1 50,-2-1 0,3 10 0,2-4 1,-1 3-80,0-1 0,4 5 160,0 5 0,2 2 0,3 4 1,-3 2 52,-2 7 0,3 3 1,-5 1-1,5 0 71,1 1 1,-4 4 0,-2 2 0,-1 1 25,1-1 0,-6 3 0,2-4 0,-3-2 124,-2-2 0,0 0 1,-2 2-163,-3 1 1,-4 1 0,-6-7-1,-1-3-42,1 0 0,-2-8 1,-2 3-1,-1-5-116,1-1 1,-3 0-1,1 0 1,1-1-160,-3-5 1,6 3 0,-1-8-1,4 0-274,3-3 1,3 4 0,-4 1 521,2 2 0,0-4 0,-6 2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0:59.46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86 78 7849,'10'0'-171,"0"0"200,-7 0 0,4-2 145,-7-3-161,0 3 1,0-7 137,0 4 11,0 4-81,0-6 14,0 0 0,0 3-37,0-6 1,0 5 74,0-5-244,0 6-53,0-3 1,2 7 131,3 0 1,-3 2 0,3 3 35,-4 6 0,1-3 1,2 4-1,1 4 12,-2 2 1,4 3 0,-1-4 0,-2 2 27,3 1 0,-3 6 0,5-5 0,-2-1-41,-5 2 1,2-5 0,-1 4-1,3-4-6,-3-1 1,-1-7 0,-2 2 0,-2-1-4,-3-2 0,1 5 1,-5-8-1,-4-2-4,-1-1 0,-1-2 0,-1 1 1,1 3-5,0 1 0,0 0 1,0-5-4,-1 0 0,1 0 16,-1 0 1,6-2 10,0-3 30,6 3 1,4-4-50,11 6 0,2 0 1,3 0-1,-1 0-45,1 0 0,-1 0 1,0 0-1,0 0-68,0 0 0,3 0 0,0 0 1,4 0-83,-4 0 1,-1 0 0,-1 0 0,-1 0-23,1 0 0,-1 0 0,0 0 226,0 0 0,1 0 0,-8-7 0,-1-2 0</inkml:trace>
  <inkml:trace contextRef="#ctx0" brushRef="#br0" timeOffset="2083">963 662 8081,'1'-15'0,"3"-1"15,1 1 0,0-1 0,-5 1 254,0 0 0,0-1 1,0 1 117,0 0 0,0 0-271,0-1 0,-1 3-241,-5 2 0,-2 4 0,-7 7 0,0 0-84,-1 0 0,-6 7 0,-4 4 0,-3 2 96,-2 3-1,6 4 1,-1 2 0,0 2 36,2 3 0,-4-2 1,8-1-1,2-1 68,0 1 1,10-4-1,1 5 1,2-3 4,0-3 0,1-2 1,9-2-1,8 0 26,5 1 1,1-1-1,7 1 1,1-1-18,2 1 1,2-1 0,1 1 0,2-1 4,3 0 1,-7 2-1,-4 2 1,0 4 3,-3 0 0,5-2 0,-9 3 1,-6-1-29,-6 2 0,-5-6 0,-2 3 0,-2-2 5,-3 1 1,-8-1-1,-10-5 1,-1-1 40,-3-3 0,-2 2 0,0-4 1,1 0 28,3-5 0,6-2 0,-4-2 0,3-2 10,0-2 1,-1-5 0,6-7 0,1 1-52,4-1 1,-3 0-1,7-3 1,-1-2-8,0 2 0,2-3 0,5 2 0,0 1-152,0 2 0,5 1 1,2 1-1,2-1-100,3 1 0,2 1 0,2 3 0,3 2-538,2 2 777,-1 2 0,2-2 0,2-2 0</inkml:trace>
  <inkml:trace contextRef="#ctx0" brushRef="#br0" timeOffset="2620">1317 893 8081,'-8'-6'3,"3"-5"0,-2-3 1,0-1-1,0-1 186,0 1 0,2-5 0,5-1 0,-2 2 116,-3 3 0,3 0 0,-3 1-188,3-1 1,2 6 0,-2 1-141,-2 2 1,2 4-90,-3 8 1,3 9 0,2 8-1,0 2 4,0 3 0,2 2 0,2 2 0,2 2 58,2 3 1,1-3-1,3 7 1,-2-2 22,3-4 1,-5-6 0,0-3 0,1 1 71,0-2 0,-5-2 113,7-6 0,-6-8 0,4-5 0,-1-6-63,1-7 1,-4-11 0,5-5 0,0-3-117,-1-2 0,4 0 0,-4 1 0,2-1-27,-1 1 0,0-1 0,3 2 0,0 3-40,-3 5 0,-5 4 0,5 2-3,3-1 1,0 9 0,3 7 60,-1 9 1,1 6-1,-1 6 1,1 3 32,5 0 1,-4 5-1,3-5 1,0 1-43,0 1 0,-3-7 1,2 2-1,-6-5-10,-2 0 1,-6-5 105,5-2 1,-6-7 0,1-2 0,-3-9 56,-2-4 1,0-9-1,0-3 1,0-5-104,0 0 1,-2-1 0,-2-2 0,-3-1 9,-1-2 1,5-5-1,-4 3 1,1-1-166,2-4 0,-1 5 1,3 2-1,-1 6-1364,-3 4 1508,1-3 0,5-1 0,0-10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1:08.14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91 183 8059,'-5'-15'-71,"0"-1"1,0 2 125,5-2 1,0 6 0,2 1-48,3 2 1,-2 2 0,7 5-14,2 0 1,2 0 0,2 0-1,-3 2-15,-3 3 0,4 4 0,-6 6 0,1 1 2,-4-2 1,-3 7 0,-2 2-1,0-1 14,0 0 1,-2 3 0,-3-3 0,-5 1 29,-4-1 1,-2 4 0,2-6 0,-4 0 33,-2-4 0,3 0 0,-4-1 0,4-2 92,1-2 0,6 1-2,0-6-137,6-2 1,-1-4 0,10 0 38,6 0 1,4 0 0,4 0 0,2 0-219,-3 0 1,1 0 0,0 0 0,1 0-200,0 0 1,2 0 0,-2 0 0,0-2-483,3-2 847,-6 2 0,5-12 0,-6 5 0</inkml:trace>
  <inkml:trace contextRef="#ctx0" brushRef="#br0" timeOffset="214">414 430 8059,'-1'-9'1339,"-5"4"-856,4-4-658,-4 7 1,5-4 64,-5 6 0,4 2 0,-3 2 0,3 7-215,2 3 0,0 1 1,0 0-1,0 1-11,0-1 0,0 3 1,0 0-1,0 2 336,0 0 0,0-9 0,2-2 0,3-2 0,4 5 0,6-4 0</inkml:trace>
  <inkml:trace contextRef="#ctx0" brushRef="#br0" timeOffset="684">769 353 8059,'0'-15'261,"0"-1"1,0 1 0,0-1 153,0 1 0,0 4-293,0 2 1,-6-2-1,-1-3-208,-2 4 1,5 3 0,-5 5 0,0-1-86,2-2 1,1 0-1,-4 5-82,-3 0 0,0 5 0,-3 2 1,3 1 59,2 4 0,-2 2 0,4 1 1,-1 1 151,0-1 0,5 1 0,-4-1 1,3 1 53,2-1 1,3 0 0,-1 0 0,-2 1 57,-1-1 1,0 1 0,6-3 101,5-2 0,-3 0 0,8-5 39,0-3 1,-2-1 0,1-4 0,2-1-135,2-3 1,-4-5 0,1 0-1,0-2-23,3-3 1,1 3 0,-1 1 0,-1 1 13,-4 0 0,2-3-56,4-1 0,-5 6 63,1 3 0,-1 6 41,5 6 0,-5 4 0,-1 9 1,0 1-99,-1 0 1,-3-2 0,4 1 0,0 2-168,-1-3 1,-3-1 0,4-1-415,-2-1 1,2-5 0,-2-1 2,2-3 1,-1-2 0,5-9 558,-3-5 0,-6-4 0,2-1 0</inkml:trace>
  <inkml:trace contextRef="#ctx0" brushRef="#br0" timeOffset="932">1107 152 8059,'9'-14'20,"-5"-2"0,3 6 1,-1-1-1,-3-1 281,-1-1 1,3 2 0,1 2 103,-4-4 0,5-1 228,-1-1-770,6 6 0,-12 4 44,0 10 0,-2 4 1,-8 6-1,-3 1-164,0-1 0,-3 6 0,1-1 0,-1-1-141,1-1 1,5-2 0,0 3 0,-2 2-207,-2-3 0,0-5 604,4-4 0,-11 2 0,5 4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1:16.07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324 78 8013,'0'-11'-114,"0"1"0,0 5 199,0-5 1,0 5 183,0-5 0,0 4-32,0-4-202,0 7-139,0-4 0,-1 7 42,-5 0 0,3 0 0,-8 2 40,0 3 1,2-2 0,0 7 0,1 1 6,0-3 0,-1 6 0,-3-4 0,2 4 32,-3 2 1,5-1 0,0 0 0,-1 0 45,1 0 0,4 1 0,-3 1 0,2 2-33,0 2 0,-1 6 0,5-1 0,-2 3-16,-2 1 1,-1 1-1,6 0 1,0 2 10,0 2 0,0-1 0,0 6 0,0-2 0,0-5 1,0 0-1,0 0 1,0 1 5,0 2 1,0-1 0,0-5 0,0-3 11,0-1 0,0 3 0,0 3 0,0-3-23,0 0 1,0 0 0,0 2 0,0 0 13,0 0 1,2 0 0,2 0-1,1 0-33,-2-1 0,4 1 0,-2 0 0,-2 0 1,-1 0 0,4-6 1,1 1-1,-1 1 22,1 2 0,0-3 0,-4-2 0,4 0-12,1-1 1,-4 2-1,3 2 1,-2-3 3,0-2 0,2 5 1,-4-1-1,4 1-18,2-1 1,-6 3 0,2-3 0,-3 2 1,-2-3 1,2 4 0,1-5 0,2 2 20,-1-1 0,-2-4 0,-2 4 0,0 2 3,0-4 0,0 1 0,0-5 0,0 1-28,0-1 0,0-2 0,0-1 0,0-1-67,0 1 0,0-1 84,0 1 1,0-7 3,0 2 99,0-7 0,-7 2-66,-4-6 0,-2 1 1,-3 3-49,1 1 0,-1 1 0,1-6 0,-1 0-154,1 0 1,-2 5 0,-2 2-91,-1 1 0,0-5 0,4 4 1,1-1-1435,-1-1 1676,1-1 0,-1-4 0,1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1:51.09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546 78 7661,'-8'-2'587,"2"-3"1,5 1-329,1-6 0,0 5-112,0-5 0,0 4 0,-2-2-115,-3 1 0,3 0-266,-3 2 74,-3 3 0,-1-4 89,-7 6 1,6 0 36,0 0 0,2 2 1,-5 0-1,5 5-17,1 2 0,-3-3 0,3 3 51,-2 4 1,5 0 0,-5 3 0,0-1 1,0 1 1,5 0-1,-5 4 1,2 0 2,3-2 1,-3 4 0,3 1 0,-1 1 2,-3 4 0,7-5 0,-5 3 0,5-1-8,1-1 1,-2 5-1,-1-2 1,-2 2 43,1 1 0,3-4 1,1 0-1,0 1-22,0 2 1,0-3 0,0-1 0,0 3-28,0 1 0,0 0 0,0-2 0,0 1 26,0 4 1,0-6 0,0 5 0,1-2-18,5 0 1,-4-4-1,4 1 1,-1 1-5,0 2 0,6 2 1,-7-2-1,2-1 8,1-3 1,-6-1-1,6 3 1,-1 0 6,-2 0 0,3-3 1,-3 1-1,1 1 26,-2-2 1,1 5 0,0-5 0,0 1 8,-1 2 0,-1-7 1,-2 4-1,0 0-48,0-1 0,6-2 1,-1 3-1,-2-2 37,-1-3 1,-2 0-1,0 0 1,0 1-27,0-1 0,0 3 1,0-1-1,0-3 23,0 0 1,0-3 0,0 1-52,0-1 0,0 1 0,0-1 0,0 0-20,0 0 1,0-4 0,0-1 53,0 2 0,0 2 0,0 1-26,0 0 1,0-4 0,-2-1-59,-3 2 0,3 2 26,-3 1 0,1-1 1,-1-4-7,-5-5 0,2 2 0,-3-2-23,0-1 0,-3-3 0,-1-1 0,-1 0-130,1 0 1,-1-1-1,1-3-588,0-1 786,-1 0 0,1-2 0,-1-1 0</inkml:trace>
  <inkml:trace contextRef="#ctx0" brushRef="#br0" timeOffset="1216">100 2433 8069,'-6'-11'0,"-1"2"40,-1-4 0,5 5 0,-4 0 315,0 1 1,5-6-70,-3 3 1,3 2 0,4-3-230,3 0 0,-2 4 1,8 0-67,1-1 0,2 8 0,1-6 0,0 5-177,0 1 0,-4 0 0,0 1 1,-2 5 5,0 3 0,3 5 0,-7 3 0,-2 2 110,-1 2 0,-2 6 0,-2-1 0,-3 1 52,-5-1 0,-4 3 0,-1-4 0,-2 3 32,-4-3 1,5 2-1,-5-5 1,4-4 97,1-1 0,3-1 0,0-3 80,4-2 1,3-4-37,-4-7 0,8 0 0,2 0 1,9-2-97,5-3 0,1 3 0,0-5 0,1 1-132,-1 2 1,6-7 0,-1 6-1,-1 2-263,-2 1 0,-2 2 0,3 0 0,0 0-65,3 0 1,0-2 0,-6-1 0,0-2 399,1 2 0,-1-6 0,1 0 0</inkml:trace>
  <inkml:trace contextRef="#ctx0" brushRef="#br0" timeOffset="1449">531 2633 6242,'-9'0'1682,"2"0"0,5 0-1827,-2 0 1,2 2 153,-3 3 1,-3-1-1,1 5 1,1 4-113,-1 0 0,-3 3 0,3-1 0,0 2-125,0 4 0,-5-5 0,4 6 0,-1-6-267,4 0 1,1-1-1,1 0 495,-1 1 0,-2-7 0,12-3 0,3-6 0</inkml:trace>
  <inkml:trace contextRef="#ctx0" brushRef="#br0" timeOffset="1934">854 2479 8069,'0'-15'0,"0"-1"359,0 1 0,0-1 0,0 1 151,0 0 1,0-1-437,0 1 1,-2-1-1,-3 3-80,-5 3 1,-2 1-1,0 5 1,1 0-371,0 0 1,-3 4 0,-1 4 38,-1 0 0,2 9 1,2-3-1,2 3 217,-2 3 0,3 5 0,1-1 0,1-1 132,4-2 1,-4-2 0,1 1 0,4-1 12,0 1 0,2-1 0,0 1 264,0-2 1,0 2 157,0-1 1,6-6-244,5-4 0,3-5 1,1-5-154,0-5 0,1-2 0,-3 0 0,-1 1-92,-1 0 1,-3 2 0,4 0 0,-1 1-126,0-1 1,3 6 111,1-2 0,1 3 1,-1 2 103,1 0 1,-6 2 0,0 3 0,0 5 18,-1 4 0,5 2 0,-4-2 0,2 2-112,-2-1 1,4-4 0,-5-1 0,0 0-531,2-1 1,-1 2-20,5-5 1,1-1 0,-3-7 591,-2-3 0,2-10 0,-4-9 0</inkml:trace>
  <inkml:trace contextRef="#ctx0" brushRef="#br0" timeOffset="2115">1223 2233 8069,'-5'-11'75,"0"2"0,-6 3 1,5-4 455,-3-2 0,6 3 486,-2-1-1115,-3 6 0,4 0 1,-5 8-42,2 7 0,-3 7 0,3 5 0,0-1-382,0 0 0,-2 4 1,2-4 520,-2 3 0,-1-7 0,-6 4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1:54.64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570 32 8027,'15'0'-1124,"-4"0"866,0 0 461,-9 0 340,12 0-306,-12-7 1,5 3 139,-7-6-329,0 6 1,-2-2-112,-3 6 0,2 0 1,-8 0 4,0 0 1,-4 0-1,0 0 29,0 0 1,5 0 0,-1 2 0,-1 1 22,-1 2 0,2 2 0,1-4 0,-2 4 28,-1 1 0,-1-2 0,1 4 1,4 1 21,-4-3 1,5 6-1,-2-5 1,-1 6-22,3 0 0,-6 0 0,5 0 35,2 1 0,-6 5 0,8-1 0,1-1-36,3-2 1,-4 1-1,0 2 1,1 4-20,3-1 0,1 7 0,0-5 1,0 4 9,0 2 1,0 2 0,0 1-1,0 4-28,0 1 0,-2 2 0,-2 5 0,-1-1 7,2-5 0,1 4 0,2-7 0,0 2 10,0 5 1,0-6 0,0 2-1,2-3 6,3-3 0,-3 4 0,3-2 0,-2-1-7,3-3 0,-3 4 0,5 0 1,-1-2 15,-3-1 1,3-4 0,-1-2 0,1-1-19,0 1 0,4-1 1,-5 1-1,1 2 35,0-2 1,-2-5-1,-3 2 1,1-1-23,2-4 0,0-3 0,-5 0 1,0-1 1,0 1 1,0-1-1,0 1 45,0-1 1,-2-1 0,-1-2 0,-3-4 113,-3-1 0,4 3 0,-6-3-100,0 2 1,-4-4 0,0 3 0,0-1-51,0-3 0,-3 3 1,-1-2-1,-1-2-113,1-1 1,2-2 0,0 1 0,-2 3-132,-1 1 1,-1 0 0,6-5-1,0 0-31,-1 0 1,1 0 0,-1 0 0,1 0-676,0 0 927,6 0 0,-5-7 0,6-1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2:01.82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16 185 8098,'0'-10'-249,"0"-1"44,0-1 0,0 4 0,0-3 538,0 0 1,0-3 0,0-1 80,0-1 0,0 1 588,0-1-316,0 1-710,0 0 0,-2 6 0,-1 6 1,-2 6 33,2 7 0,1 9 0,2 3 0,0 2 21,0 3 1,0 4-1,0 4 1,0 1-95,0-2 0,0-2 1,0-1-1,0-1-112,0 1 1,0-7 0,0-3 0,0-4-409,0-1 0,0-1-315,0 0 1,2-6 576,3-4 1,-4-5 0,6-5 320,0-6 0,2-9 0,6-4 0</inkml:trace>
  <inkml:trace contextRef="#ctx0" brushRef="#br0" timeOffset="249">309 293 8098,'0'8'514,"0"-1"1,-2-7-403,-3 0 0,3 1-30,-3 5 1,2-3-202,-2 8 1,3-2 0,-5 6 0,1-4-195,1 0 1,-1-1-1,3 5-158,-3 1 0,-1-1 0,4 1 471,-2-1 0,0-6 0,5-3 0,0-6 0</inkml:trace>
  <inkml:trace contextRef="#ctx0" brushRef="#br0" timeOffset="718">616 246 8098,'0'-15'12,"0"0"1,0-1 222,0 1 1,0-1-1,0 1 153,0-1 1,-5 1-1,1 0-232,0 0 1,-3-1-1,0 1-357,-1-1 0,3 3 0,-4 0-10,2 4 0,1 5 0,0-1-200,-4 3 1,1 4 261,-1 3 0,7 4 0,-4 6 1,1 0 137,1 1 1,1-1 0,4 2-1,-2 2 59,-3 1 0,3 3 0,-3-4 0,3 1 103,2-1 1,0 0-1,2-1 3,3 3 1,-2 0 11,7-6 0,1-1 0,5-5-75,-1-9 0,-5-2 1,0-9-1,0-1-93,-1-1 0,4-3 0,-4 1 1,1-1 18,1 1 0,-6 4 0,5 3-21,2 1 1,2 2 0,1 5-15,1 0 0,-6 2 0,0 3 0,2 5-18,2 4 1,1 1 0,1 1 0,-2-1-137,2 1 1,5-3 0,1-1 0,1-3-55,-1-3 1,10-1-1,-1-5 1,2-3-318,-2-7 543,0 0 0,7-19 0,2 5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2:03.84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16 108 8098,'-2'-15'-63,"-3"0"1,3 4 345,-3 0 241,3 2-87,2-7-436,0 1 1,0 8-1,0 7 3,0 9 0,0 4 1,0 3-1,0 0-2,0 5 0,0-2 0,0 5 0,0 0-55,0 0 1,5-1 0,1 3 0,-3-5-158,-1-4 0,-2 5-200,0 3 0,0-2 0,0-2-220,0-5 0,0-5 630,0-1 0,7-6 0,1 2 0</inkml:trace>
  <inkml:trace contextRef="#ctx0" brushRef="#br0" timeOffset="266">339 309 7784,'0'-9'608,"0"0"1,-1 5-228,-5-1-473,5 1 0,-14 5 60,6 4 0,0 4 0,-2 7 1,2-2-183,0 1 1,-3 1 0,5-1 0,0 3-243,0 2 1,-3-3 0,5 4-19,2-4 1,1-1 473,2-1 0,0-6 0,0-2 0</inkml:trace>
  <inkml:trace contextRef="#ctx0" brushRef="#br0" timeOffset="716">709 200 8098,'0'-15'-938,"0"-1"1513,0 1 1,0-1 0,0 1-103,0 0 1,0 0 0,0 0-282,0-1 0,-2 1-156,-3-1 0,-4 3 0,-6 2-230,-1 6 0,1 3 0,1 4 0,2 3-66,2 6 1,-1 4 0,-4 5 0,-1 5 39,1-2 0,0 6 0,1-3 0,4 3 90,5 2 1,-2-5-1,2-3 1,1 1 107,3 0 0,1-5 0,1 0 55,5-7 1,-3 0 0,7-7-1,2-2 83,2-1 0,1-9 0,0-3 0,1-5-51,-1-6 0,1 4 0,-3-4 0,0 5-9,-3 0 1,0-1-1,6-2-15,-1-2 1,-5 3 0,-1 6 0,-1 3 30,1 3 1,-4 0 0,5 6 22,2 0 0,-3 2 0,1 3 0,0 5 8,-1 4 0,4 1 1,-2 1-1,2 1-37,3 3 1,1-4-1,2 1 1,1-5-80,-1-1 0,5 2 0,0-3 0,2-5-211,0-4 0,-1-1 0,6-1 0,0-4-659,0-5 1,0-3 882,-1-3 0,0-6 0,1-2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4:08.594"/>
    </inkml:context>
    <inkml:brush xml:id="br0">
      <inkml:brushProperty name="width" value="0.08" units="cm"/>
      <inkml:brushProperty name="height" value="0.08" units="cm"/>
    </inkml:brush>
  </inkml:definitions>
  <inkml:trace contextRef="#ctx0" brushRef="#br0">18 280 9565,'-2'10'-584,"-2"-2"103,-2-1-191,0-5 1238,6 6-703,0-8 154,0 0-59,8 0 1,2 0 8,7 0 0,1 0 0,-1 0 34,1 0 0,-1 0 0,1 0 8,-1 0 0,3 0 0,1 0 0,2 0-8,-1 0 0,-3 6 0,-2 0 0,3-2-14,3-2 0,-3-2 1,5 0-1,-2 0 33,0 0 1,3 0-1,-3 0 1,4 0-21,0 0 1,0 0-1,-5 0 1,3 0-1,2 0 0,0 0 0,4 0 0,-4 0 4,-1 0 0,3 0 1,-4 0-1,0 0 1,0 0 0,1 0 0,-5 0 0,4 0 9,2 0 0,-5 0 0,1 0 1,-2 0-5,3 0 0,-5 0 0,6-2 1,-1-2-3,-1-2 1,0 0-1,-3 6 1,1 0-8,2 0 0,6-6 0,-5 1 1,-1 1-5,2 2 1,-5 2 0,5 0 0,-2 0-2,0 0 0,3 0 1,-5 0-1,4 0 3,2 0 1,-3 0-1,5 0 1,0 0 12,-2 0 0,6 0 0,-6 0 0,2 0 5,0 0 1,-5 0 0,3 0-1,0 0-16,0 0 0,-4 0 0,5 0 0,-1 0-11,0 0 1,-4 0 0,6 0-1,0 0-3,-1 0 1,3 0-1,-6 0 1,2 0-12,4 0 0,-4 0 1,0 0-1,1 0-16,-1 0 0,-4 0 0,4 0 0,0 0-12,1 0 0,-5 0 0,4 0 0,0 0-16,0 0 0,-3 0 0,3 0 1,-2 0 22,-4 0 1,5 0-1,-3 2 1,-2 2-1,-1 1 0,3 1 1,0-6-1,0 0 26,3 0 1,-7 0 0,4 0 0,-1 0 22,1 0 1,-2 0-1,6 0 1,-1 0 23,-5 0 0,4 0 1,1 0-1,-1 0-19,0 0 0,6 0 0,-4 0 0,2 0-12,0 0 1,1 0-1,4 0 1,-1 0-5,-3 0 1,3 0 0,-6 0 0,4 0 10,4 0 0,-10 0 0,10 0 0,-2 0 17,0 0 1,2-6 0,0 1 0,0 1-10,0 2 0,-3 0 0,0-2 0,-1-2-8,5 2 0,-6 2 0,3 2 0,-4 0-39,-2 0 0,-4 0 1,6 0-1,0 0 9,-2 0 1,-1 0-1,-7 0 1,2 0 10,3 0 0,-1 6 0,-5 0 0,1-2 7,4-2 1,-3-2 0,3 0 0,-2 0 6,3 0 1,-5 0-1,4 0 1,-1 0-14,1 0 1,-2 0 0,6 0 0,-1 0 12,-5 0 0,6 0 1,0 0-1,2 0-1,0 0 0,-1 0 0,3 0 0,-2 0-15,2 0 0,-4 0 0,2 0 1,0 0-4,-2 0 1,6 0 0,-5 0 0,1 0 16,0 0 1,-6 0 0,6 0-1,2 0-10,2 0 1,2 0 0,0 0 0,0 0 11,0 0 1,0 2 0,0 2 0,0 1 0,0-1 1,0-2 0,-1-2-1,3 0 13,4 0 0,-10 0 1,4 0-1,-2 0 22,0 0 0,2 0 0,0 0 0,0 0-21,0 0 0,0 0 0,0 0 0,0 0 0,-1 0 0,7 0 0,0 0 0,-2 0-17,-2 0 1,-2-6-1,1 1 1,3 1-4,2 2 1,0 2 0,-6 0 0,0 0 10,0 0 0,-1 0 0,1 0 0,-2 0-24,-4 0 1,4 0-1,-3 0 1,3 0 15,2 0 1,-1 0-1,1 0 1,0 0-3,0 0 1,0 0-1,0 0 1,0 0 4,0 0 1,0 0-1,0 0 1,0 0 0,0 0 1,-6 0 0,0-2 0,0-2-2,-2-2 0,6 0 1,-6 6-1,2 0 0,1 0 1,-7 0-1,6 0 1,2 0-14,2 0 1,0 0 0,-2 0 0,-2 0-12,2 0 1,0 0-1,0 0 1,-2-2 26,2-4 0,-3 5 1,-1-5-1,0 4 7,0 2 0,-4 0 0,4 0 0,-1 0-8,-5 0 0,4 0 1,1 0-1,-1 0 2,0 0 0,0 0 1,-3 2-1,3 2-17,2 1 0,-6 1 0,4-6 0,-1 0-5,-1 0 1,6 0 0,-4 0-1,1 0 13,-1 0 0,6 0 0,-2 0 0,2 0 3,-2 0 0,2 0 1,-6 0-1,1 0 6,-1 0 0,6 0 1,-4 0-1,2 0 0,0 0 1,-2 0 0,5 0 0,-5 0-5,-2 0 1,4 0 0,-4 0 0,0 0-2,1 0 1,5 0 0,-4 0 0,2 0 0,0 0 0,-2 0 1,4 0-1,-2 0 1,3 0 0,-1 0 0,0 0 0,-2 0 0,2 0 1,0-6-1,0 1 1,-2 1-1,2 2 1,0 2-1,0 0 1,-2 0-2,2 0 0,-4 0 0,1 0 1,-1 0 4,0 0 1,-4 0 0,4 0 0,-1 0 28,-5 0 1,4 0 0,0 0 0,1 0-33,-1 0 0,0 0 1,-4 0-1,5 0 1,1 0 1,0 0 0,2 0-1,-4 0-5,1 0 1,-5 0 0,8-2 0,0-2-12,-2-2 1,0 0-1,-5 6 1,1 0 1,-2 0 0,1-5 0,-1-1 0,2 2 10,-1 2 1,-3 2 0,-1 0 0,-1-2-1,1-4 0,-1 4 0,0-4 1,1 4 2,-1 2 1,7 0 0,-1 0-1,-2 0-1,-1 0 0,-1 0 1,2 0-1,3 0 0,-3 0 0,4 0 1,1 0-1,1 0 3,4 0 1,0 0 0,0 0 0,-2 0-4,2 0 0,0 0 0,2-2 0,-2-1-2,0-3 1,6 0 0,-10 6 0,2 0-1,0 0 0,0 0 1,6-2-1,-2-2-1,-3-2 1,3 0 0,-4 6 0,2 0 0,-2 0 1,4 0 0,-6 0 0,2 0 0,0 0 0,-2 0 0,4 0 0,-2 0-1,3 0 1,-5 0 0,2 0 0,0 0 0,-2 0 0,4 0 0,-6 0 0,1 0 0,-1 0 0,4 0 0,-4 0 0,0 0-1,1 0 1,-1 0 0,-4 0 0,4 0 0,3 0 0,-5-5 0,4-1 0,0 2-2,0 2 0,2 2 0,4 0 0,-2 0-5,-1 0 0,-1 0 1,6 0-1,0 0 3,-1 0 1,-1 0 0,-2 0 0,-1 0-11,1 0 1,2 0 0,2-2 0,-1-2 9,1-2 1,-2 1-1,0 5 1,-2 0-5,0 0 0,6 0 0,-8-2 0,4-2-5,2-2 0,6 0 0,0 6 0,-2 0-5,-2 0 1,-3 0 0,1 0 0,0 0 2,0 0 1,0 0 0,-2 0 0,-2 0 9,-2 0 1,0 0 0,6 0 0,0 0 9,0 0 1,-6 0 0,2 0 0,2 0-2,0 0 0,6 0 0,-10 0 0,6 0-7,6 0 0,-4 0 0,4 0 0,-5 0 1,-1 0 1,0 0 0,2 0-1,2 0 51,2 0 0,-6 0 0,-6 0 0,2-2-30,2-4 0,8 4 1,-1-3-1,-1 3-4,-2 2 1,-2 0-1,0 0 1,0-2-6,0-4 0,0 4 0,1-4 1,3 4-8,2 2 0,0 0 0,-6-2 0,0-2-8,0-1 1,0-1 0,-1 6-1,1 0 0,0 0 0,-6 0 0,-1 0 0,-1 0 2,0 0 0,0 0 1,4 0-1,-4 0 1,-1 0 0,3 0 0,-4 0 0,2 0 1,4 0 1,-4 0 0,0 0 0,1 0-1,-1 0 1,0 0 0,4 0 0,-4 0 0,-2 0 0,4 0 0,-3-2 0,1-2-1,4-2 1,-6 0 0,0 6 0,-1 0 0,-1 0 0,6-2 0,-6-2 0,-1-1-1,-3 1 1,-1 2 0,1 2 0,2 0-3,3 0 1,5 0 0,-6 0 0,0-2 1,2-4 0,-3 4 0,5-4 1,0 4 6,0 2 1,-3 0-1,3 0 1,0 0 13,0 0 0,-6-6 0,3 1 0,-5 1 8,-1 2 0,5 2 0,0 0 76,-1 0 1,-9 0 63,-1 0-94,-8 0-186,3 0 0,-9 0 35,-3 0 77,-5 0 0,-8 0 0,1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4:11.1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419 173 8216,'18'0'-559,"-6"-2"0,-3-4 813,-1-5 0,-2 1 1,-6-2-73,0-1 0,0 3 1,0-2 109,0-1 0,-2 3-271,-4-1 0,2 1 1,-7-2-108,-3 6 0,4 4 0,-1 2 1,-3 0-23,-2 0 0,-1 0 0,0 2 1,-3 2 20,-3 2 0,3 8 1,-5-5-1,2 3-22,0 0 0,-3-1 1,5 9-1,-2 1 83,1 2 1,3 1-1,2-7 1,1 1 23,4-1 1,5 0-1,7 1 1,0-1-15,0 1 1,2-1-1,3 1 1,7-1 25,4 1 1,3-1 0,2 1-1,5-1-26,1 1 1,-4 1 0,4 2 0,0 3 33,1-3 1,-7 4 0,2 0 0,-3 3-1,-3 3 1,-1-4-1,-3 0 1,-3 0 18,-2 0 0,-3 0 0,-5 5 1,-2-5 40,-3-2 1,-5-2 0,-8-5 0,1-1 26,0 1 1,5-1-1,0-1 1,-1-5 126,-3-5 0,-1-4 0,-1-2-69,1 0 1,-1 0 0,1-2 0,-1-4-146,1-5 1,-1-7-1,1-3 1,0-3 40,-1 3 0,1-4 0,1 2 0,2 1-70,3 3 1,1-4 0,-3-1-345,1 3-770,8 2 679,-4 9 0,16 4 1,4 12-1,3 4-466,3-1 912,7 7 0,-6-7 0,7 9 0</inkml:trace>
  <inkml:trace contextRef="#ctx0" brushRef="#br0" timeOffset="1098">612 715 8374,'-18'-18'-187,"6"1"0,3-1 172,1 1 0,2 5 1,6 0-1,-2 1 445,-4 1 1,4-5 628,-3 3-1468,3 4 257,2 0 0,2 10 0,1 4 87,3 6 0,2 3 0,-4 5 0,2 1-4,-2 2 1,0 3 0,-1-5 0,3 4 135,-2 2 1,4-5-1,-2 3 1,0-2-27,1 0 0,-3 1 0,6-7 1,0 1-6,-1-1 1,1-5 0,4-3 0,-3-1 30,3-4 1,-5-2-1,3-2 1,2-2 45,1-4 0,-3-3 0,-2-9 1,-1-1-47,1-5 1,-4 3 0,4-8 0,-1 0 16,1 2 1,-6-6 0,2 6 0,-4-3-80,-2 1 1,0 8-1,0-2 1,0 3-24,0 3 1,0-1-502,0 1 85,0 7 1,0 4 0,0 12 318,0 6 0,0 3 0,0 5 0,1 1 85,5 2 0,-2 3 0,8-5 1,-1 4 94,-1 2 0,6-3 1,-5 3-1,5 0 46,1 0 1,1-6 0,-3 3-1,-1-5-14,-2-1 0,-1-7 0,7-1 0,-1-2-19,1-4 0,-1-2 0,-1-4 0,-3-4 23,-1-6 1,-1-11 0,5-4 0,-2-4-58,-3-4 1,-5 4 0,4-12 0,-3 2 57,-3 1 1,-2-9 0,-2 4 0,0-3-30,0-5 0,0 11 0,0-11 0,0 5-96,0 3 1,-6-3 0,1 7-1,-1 2 42,-2 2 0,6 8 0,-6 4 1,3 4 67,-1 5 1,-2 10-155,2 0 1,4 6 0,-4 6 0,4 6-64,2 3 0,0 5 0,0 3 0,0 8 118,0 8 0,2-2 1,2 6-1,4-1-2,2 5 1,-4-3 0,3 3-1,1 0 17,0-3 0,1 5 1,5-9-1,-3-1 27,-1-2 1,0-4 0,3-4 0,-1-5-31,-3-5 0,-5-4 14,6-3 123,-8-4 0,4-16 1,-8-4-18,0-3 0,1-3 0,3 1 0,2-2-184,-2-5 0,4 5 0,0-4 0,-1 1-138,1-1 1,6 4 0,-3-5-66,5 5 1,1 1 0,1 3 116,-1 3 1,1 5 0,-1 7 0,1 0 103,-1 0 0,1 9 1,-3 7-1,-1 7 107,-3 4 1,-1 2-1,4 6 1,-5 0 8,-1 0 0,-2-6 0,-6 0 1,0 2 48,0 2 1,-2-4 0,-4-1 0,-5-3 17,-5-4 0,-1-1 0,-1-3 0,1-1 40,-1-5 0,1-3 0,-3-8 0,-1 0 41,-2 0 0,-1 0 0,7-2-178,-1-4 0,1-4 0,1-7 0,3 0-42,1-1 0,8 1 0,-2-1-382,5 1 1,1-1-137,0 1 1,0-1-1,1 3 7,5 3 1,4 4-1,7 8 1,1-2 512,-1-3 0,16-5 0,4-8 0</inkml:trace>
  <inkml:trace contextRef="#ctx0" brushRef="#br0" timeOffset="1299">1956 505 8337,'-6'-19'0,"-1"-3"129,-3-1 1,4 0 0,-4 5 0,3 1 324,3-1 0,2 1 0,2-1 156,0 1-872,0-1-221,8 9 0,-4 9 1,5 11-202,-1 5 1,-2 1 683,-6 1 0,8 7 0,1 2 0</inkml:trace>
  <inkml:trace contextRef="#ctx0" brushRef="#br0" timeOffset="1650">1974 837 8304,'0'11'-561,"0"1"1749,0-8-597,0 4-571,0-8 0,0-2-238,0-4 1,7 4-146,5-4 1,-2 6-354,1 6 701,-7-4 345,4 13-277,-8-13 1,0 4-16,0-12 0,0 3-221,0-9 1,0 0-759,0-5 941,0 7 0,0 2 0,0 8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4:21.56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88 348 8291,'0'-12'-67,"0"0"1,0 6 0,0-5 382,0-3 1,0 4-1,0-1 1,0-3-138,0-1 0,0-3 0,0 1 0,0-1-31,0 1 0,0-1 1,0 1-1,0-1-72,0 1 0,6 0 0,0-1-10,-2 1 1,-3-1-218,-1 1 0,2 7 38,4 4 1,-4 14 0,4 7-1,-4 9 128,-2 3 0,6 2 0,0 6 0,-1 0-40,3 0 1,-4 0-1,6 0 1,-2-2 8,-5-4 0,5 4 0,0-4 0,0 4-100,-1 2 1,1-8 0,-4-4-1,2-1 5,-2 1 1,-2-4 98,-2 5 0,-2-5 6,-4-2 0,-4-7 1,-7-4 18,-1-4 0,1-2 0,-1 0 0,1 0 8,-1 0 1,1 0 0,0 0 24,-1 0 1,6 0-17,1 0 0,5 0 464,-6 0-429,8 0 0,-3-2 1,9-2-62,3-2 1,5 0-1,8 6-58,-1 0 0,1 0 1,-1 0-38,0 0 0,1-5 1,-1-1-1,1 2-73,-1 2 0,1 2 0,-1 0 0,1 0-102,-1 0 0,1 0 0,-1 0 0,3 0-19,3 0 0,-4 0 1,6 0-22,1 0 1,-13 0 0,5 0 305,-3 0 0,1 0 0,1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4:30.844"/>
    </inkml:context>
    <inkml:brush xml:id="br0">
      <inkml:brushProperty name="width" value="0.08" units="cm"/>
      <inkml:brushProperty name="height" value="0.08" units="cm"/>
    </inkml:brush>
    <inkml:brush xml:id="br1">
      <inkml:brushProperty name="width" value="0.06" units="cm"/>
      <inkml:brushProperty name="height" value="0.06" units="cm"/>
    </inkml:brush>
  </inkml:definitions>
  <inkml:trace contextRef="#ctx0" brushRef="#br0">416 420 12056,'-18'-8'-571,"7"4"688,-1-7 1,6 7 68,-6-2 1,9 2-388,-3-2 83,4 4 1,10-5 0,3 7 103,5 0 1,1 2 0,3 1 0,1 3 15,2-2 1,2-2-1,-3-2 1,3 0-20,2 0 0,-4 0 0,5 0 0,-3 0 40,-4 0 0,1 0 0,-1-2 0,2-2-5,-1-2 0,-9 1-239,-1 5-463,-8 0 208,3 0 0,-9 0 508,-3 0-97,3 0 0,-6-8 1,8-2-1</inkml:trace>
  <inkml:trace contextRef="#ctx0" brushRef="#br0" timeOffset="332">1044 53 11386,'0'-17'-754,"0"-1"406,0 9 1,2 1 467,4 8 0,-4 8 0,6 3 0,-2 5-76,-1 1 0,7 7 0,-4 1 1,0 0-69,-1 0 1,7 4-1,-4-3 1,-1 1 67,-3 4 1,2 2 0,0 2-1,-1 0-91,1 0 1,-2 0-1,-6 1 1,0 3-160,0 2 1,-8 0 0,-3-6 0,-5 0 15,-1-1 1,-7-4 0,-1-1 0,0-2 50,0-6 1,-4 2 0,3-11 0,1 2-110,0-3 0,-6 3 1,4-8 343,0-2 1,-14 5 0,4 1 0</inkml:trace>
  <inkml:trace contextRef="#ctx0" brushRef="#br1" timeOffset="782">189 106 8231,'-8'-12'-145,"-4"0"1,2 9 233,-1-3 0,-1 4 102,-5 2 0,-1 2-136,1 4 1,1 5 0,3 11 0,3 1 58,2-2 0,-3 0 0,5 3 1,2 5 17,2 4 0,-4 2 1,0 2-1,4 1-107,6 3 1,4 2 0,6-2 0,-1 3-252,7 1 0,-1 3 0,8-7 0,2 0-435,4 2 1,-2-8 660,10-1 0,-4 9 0,-2-6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4:36.59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34 3039 8012,'-8'-10'-620,"6"-5"1,-6 5 363,0 0 1,6 1 270,-3 3 1,5-2 0,5-6 104,7 3 0,4-1 0,1-3 1,1 1-66,-1 2 0,6 1 1,1-7-1,-1-1-16,2-4 0,-4 3 1,9-5-1,1 2-34,2-1 0,1-5 0,1 4 0,2-2-21,4-4 1,-2-2 0,5-4-1,-1-2 5,-4-2 0,6-1 1,-1 1-1,3-4 7,-1 1 0,-5-5 1,6 7-1,3-3 2,6-4 0,-3 5 1,1-1-1,-5 1 2,-1-1 1,-3 4-1,-1-4 1,-1 3-4,-4 3 0,0 2 0,0 0 0,1-2-15,-1-1 1,-2-1-1,-2 6 1,0 0 13,0 0 0,2 0 0,-1 2 1,1 2 3,-4 2 0,-2 2 0,4-4 0,-2 2 22,-4-2 0,2 0 0,-5 0 0,-1 3-7,0 3 0,4-6 0,-4 4 1,1-2-8,-1 0 0,0 2 0,-3-4 0,3 1-7,2-1 1,-6 0 0,4 0-1,-1 2-6,-1-2 0,8 4 0,-4 0 0,2 0 24,0 0 1,-5 5 0,5-1 0,0 2-12,-2-3 0,4 5 0,-8-6 1,1 1 9,1 1 1,-4-2 0,6 3 0,-1-1-10,-5 2 1,0 1 0,1 1-1,3-2 2,2-3 0,-6-1 0,3 4 0,-5-2-12,-1 1 0,5 1 0,0 0 1,-1-1-1,-3 7 0,-2-3 0,1 7 0,-3-5 3,-3-1 0,4 5 0,-5 0-8,5-1 2,-7 5-12,-1 0-267,-8 8-143,0 0 426,0 8 0,0 2 0,0 7 0</inkml:trace>
  <inkml:trace contextRef="#ctx0" brushRef="#br0" timeOffset="1149">645 6672 7890,'-18'0'-735,"1"0"0,5 0 758,1 0 0,9-6 1,0-2-1,8-2 47,3-3 1,3 3 0,5-2 0,1-1-41,-1-3 0,3-1 1,1-3-1,4-1-12,2-2 0,3-3 0,4 3 0,1-4-7,0 0 1,0-6 0,2 4 0,4-6-23,5-6 1,-1 4 0,2-5 0,-1-1-3,-1-4 1,5 3 0,-5-3 0,0-1 9,-5-3 0,-3 5 1,0-1-1,2-2 22,2-1 1,5 0-1,-3 1 1,0 4-2,-1 3 0,7-1 1,-5 4-1,1-2-2,-4 3 1,-2 1 0,-1 2 0,3-2 14,-2-4 1,-2 4-1,-4-3 1,-2 3 0,-2 2 1,0 0 0,6 0-1,0 0 10,0 0 1,0-6 0,0 1 0,2 1-15,3 2 0,-3 2 0,4 0 0,-4 0-13,-2 0 1,0 0 0,-2 0 0,-2 0-6,-2 0 0,-2 8 1,4 2-1,-4 0-16,-2-4 1,-1 4 0,-5-1 0,2 3-8,3 0 1,-1-6 0,-5 3 0,1 1 29,4 0 1,-3-4 0,3 4 0,-2-1-15,3 1 0,-5-4 0,4 6 0,-3 1 1,-3 3 0,1 2 1,-1-1-1,0 1-4,1-1 1,-3 7 0,-1-1 0,-2-2-5,1-1 1,1 3 0,-1 0 20,-1-1 0,0-3 1,5-1-6,1-1 1,-7 7-1,1 1-87,2 2-436,-7 3-148,1 5 659,-8 0 0,0 7 0,0 3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4:39.69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111 2551 7792,'-27'0'0,"3"0"-313,5 0 0,7-2 122,1-4 1,3 4 193,2-4 0,2 2 0,16-2 1,2-3 21,1-1 1,3-5 0,1 3 0,2-4 14,3-1 0,5-2 1,-4-3-1,2-3 1,4-2 1,8-2-1,2-8 1,-1-2-34,3-2 0,-4-7 1,7 1-1,3-3-5,1-3 1,5-1 0,1-2 0,4-3-10,2 3 0,2-4 0,4 2 0,-4 2 1,-5 1 0,-5 9 0,-2-1 1,-1 1-1,-5 1 0,5-4 1,-7 9-1,3-1 5,-1-2 0,7-1 0,5-7 0,0 3-1,2 1 1,-5 2 0,3-5 0,-4 1 19,-1 1 1,-9-1 0,-3 11 0,-4-3 3,-2 2 0,0 2 0,0 4 1,0 2-14,0 2 1,0 2 0,-1-4 0,1 2 20,0-2 0,0 3 0,0 1 0,-2 2-22,-4 4 1,2 1-1,-7 1 1,-1-2-1,2-3 0,-5-1 1,5 4-1,-2-3-1,0 3 0,-1 2 1,-9 1-1,-1 1-4,1-1 1,-3 3-8,2 3 1,-2 2-7,1 5 135,-3 3-371,-8-6 1,-2 10-226,-4 4 0,-2 3 470,-3 9 0,-5-1 0,7 1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4:40.77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71 2236 7872,'-27'0'-173,"3"0"-583,13 0 854,3 0 1,16-7 0,3-3-22,5 0 0,-5-3 0,1 5 0,2-2 8,1-3 0,5-3 1,1-1-1,2-1-36,-1 1 1,5-1 0,0 1 0,2-3-48,0-3 0,0 2 0,8-8 0,2-2-10,2-2 1,5-2 0,-3 0-1,1 0-6,5 0 0,0 0 1,-3-2-1,-3-2 3,-1-1 1,-5-3 0,4 4-1,-4-2 18,-2 2 1,6 3-1,-1 1 1,-1 0-9,-2 0 1,0 0-1,2 2 1,1 2-2,-1 2 1,-2 0 0,0-6 0,0 0 0,-2 0 0,4 6 1,-10 0-1,4-2 5,2-2 1,-2-2-1,-2 0 1,-4-2 11,-2-4 0,6 4 0,-4-4 0,2 5 7,1 1 1,-1 2-1,4 2 1,-2 3-19,-2 3 1,0-6 0,6 4 0,0-2-29,0 0 1,-6 6 0,0-5 0,0 1 1,-2 0 1,4 6 0,-8-5 0,-1 3 5,-3 0 1,3 0-1,-3 5 1,-3 1 1,-1-1 1,-1 1-1,-1-1 1,-1 3 37,1 3 0,-3-3 0,2 3 1,-6-2 19,5 3 147,-7 3 132,4 8 124,-8 0-780,0 0-708,-8 0 1040,6 0 0,-6 0 0,8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4:59.17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1152 717 8027,'-12'-6'181,"0"0"62,8-7 1,-5 5-93,3-4 1,4-3-157,-4 3 0,2 4 1,0 1 52,-2-1 0,-5 4 1,3-6-95,-2 3 1,5 1 0,-7 6 15,-2 0 1,5 0 0,-3 0-12,-2 0 0,5 6 0,-3 1 0,0 3 28,3 4 1,-5 1 0,6 3-1,1 1 10,-1 4 1,0-1 0,4 5 0,-2 0-2,2 0 1,3 2 0,1 6 0,0 0-22,0 0 1,0 2 0,0 2 0,0 1-3,0-1 1,0 4 0,1-2 0,3-2 22,2-3 1,2 5 0,-4 2-1,2 0 15,-2-1 0,-1 5 1,1-5-1,2 3-3,-2 4 0,-2 1 0,-2 1 0,0-3-4,0-1 1,0-5 0,0 7 0,0-1 22,0-5 0,6-4 1,0-4-1,-3 0-10,-1 0 0,-2-2 1,0-2-1,0-2 71,0 2 0,0 2 0,0 2 0,0-2-10,0-4 1,0 2 0,0-6 0,0 2-31,0 4 1,0-5 0,0-3 0,0-4 31,0-1 0,0-1 0,0 1 0,0-1-20,0 1 1,0-7 0,0 1 0,-2 1-10,-3 3 1,3-4 0,-4-1 0,2 1-18,-2-2 0,4 5 0,-6-5-66,1-1 0,-3 5 46,-7-8 0,-1 0 0,1-6 0,-1 0-40,1 0 0,-3 0 0,-1 0 0,-4 0-48,-2 0 0,3-6 1,-3-2-1,0 0-16,0 1 1,5-5-1,-1 4 1,2-2-232,-2-3 0,9 5 0,-4 0 0,3 3-574,-1-1 0,5-6 895,-1 6 0,8-7 0,-4 3 0</inkml:trace>
  <inkml:trace contextRef="#ctx0" brushRef="#br0" timeOffset="713">156 3162 8167,'-8'-12'0,"-1"1"-81,-1-3 1,-4 4-1,7 1 1,-1-1 382,0 0 1,2-1 78,6-7 0,0 7 1,2 1-416,4 2 0,4-4 0,7 7 0,1 1-20,-1 2 1,1 2 0,-1 2 0,0 2-87,1 1 1,-3 11-1,-1 0 1,-4 5 35,-3 0 1,-1 6 0,-6 2 0,-2 4 96,-3 2 0,-3 0 1,-8 0-1,1 0 135,-5 0 0,-1-6 0,2 0 0,-3 2 30,-1 2 0,0-5 0,5-7 0,1-6 218,-1-3 0,1-2 186,-1 1-544,9-3 1,3-14-1,12-1-140,5-3 0,5 6 0,1-4 0,3 2-90,3 1 1,-4-3 0,7 4 0,-3-2-265,0 2 0,8-4 0,-2 3 0,2-1-288,-2-2 0,4 6 764,-3-4 0,3-3 0,1-1 0</inkml:trace>
  <inkml:trace contextRef="#ctx0" brushRef="#br0" timeOffset="948">558 3424 8132,'-2'-10'477,"-4"4"1,2-1-270,-8 1 1,9 2-225,-3 10 1,4-2 0,2 7-10,0 3 0,-6 1 0,0 5 0,2 1-144,2 2 1,2 1 0,0-7-1,0 1-74,0-1 0,0 1 1,0-1-519,0 1 0,2-3 761,4-3 0,4-5 0,7-7 0</inkml:trace>
  <inkml:trace contextRef="#ctx0" brushRef="#br0" timeOffset="1416">924 3354 8167,'0'-17'-13,"0"5"1,-1 0 504,-5-1 0,4 3 0,-4-2-81,4-1 0,2-3 1,0-1-321,0-1 0,0 1 1,0-1-388,0 1 0,0 5 1,-2 3-44,-4 1 0,2-4 1,-7 6 95,-3 3 0,-1 3 1,-3 5-1,1 7 129,-1 4 0,7 1 1,-1 2-1,0 3 84,3 1 1,-5 6 0,6-4 0,0 1 92,1-1 1,1 4 0,6-4 0,0 0 15,0 1 1,0 3 0,0-6-44,0-2 1,8-3 0,3-7 109,5-5 0,1-4 0,1-4-56,-1-4 0,-5-3 1,0-9-1,-1 1-92,-1-1 0,3-1 1,-5-2-1,0-3-25,0 3 0,3 2 0,-3 1-57,2 1 0,-6-1 0,3 3-48,1 3 0,-4 4 163,8 8 1,-8 8-1,1 4 1,-1 5 28,2 6 0,-2-3 1,6 5-1,-1-2-168,1 1 0,-4 1 0,6-4 0,-1 2-86,-1-1 0,4-3 0,-7-3 0,3-3-948,4-1 1142,-7-8 0,9 4 0,-6-8 0</inkml:trace>
  <inkml:trace contextRef="#ctx0" brushRef="#br0" timeOffset="1647">1274 3040 8167,'0'-18'59,"0"1"1,0-1 506,0 1 1,0 5 267,0 1-900,0-1 1,-2 2 0,-2 6-197,-2 8 0,-2 6 0,4 7 1,-3 3-173,-3 3 1,4-2-1,-5 7 1,-1-3 433,2-4 0,-13 6 0,4 1 0</inkml:trace>
  <inkml:trace contextRef="#ctx0" brushRef="#br0" timeOffset="2313">750 228 8167,'0'-17'173,"0"-1"0,0 6 317,0 1 1,0 5 227,0-6-778,0 8 0,0-1-72,0 10 1,0 5 0,0 8 0,0-1 56,0 1 0,0 1 0,0 2 0,0 5 23,0 1 0,0-4 1,0 4-1,0-2-138,0-3 1,0-3 0,0-1 0,0-1-550,0 1 0,0-7 739,0 1 0,0-1 0,0 7 0</inkml:trace>
  <inkml:trace contextRef="#ctx0" brushRef="#br0" timeOffset="3265">1990 909 8167,'0'-12'-112,"0"1"1,0 5 548,0-6 1,0 7-407,0-7 1,-2 8-1,-4 0 1,-6 6-75,-3 4 1,-5 7-1,-1-1 1,-4 6 0,-2 5 1,-2-2 0,-4 8-1,2 2-19,1 2 1,7-4-1,-4 1 1,2 1 30,3 2 1,5 0 0,3-2 0,5-4 7,1-2 1,2 4 0,8-8 0,4-3 29,6-4 1,3-3 0,4 7 0,3-3-31,1-3 0,6 3 1,-4-5-1,3 2-3,3-1 0,0 1 1,0 5-1,-4 1-61,-2-1 0,4 3 1,-5 1-1,-3 4 6,-2 2 1,-9-3 0,-4 5 0,-4 2 25,-2 2 1,0-4 0,-2-2 0,-4-2 42,-6-3 0,-3 3 0,-5-2 0,-1-3 36,-2-7 0,-6 1 1,3-8-1,1-1-14,0 3 1,-4-6-1,6 4 1,1-6 36,3-6 1,1-4 0,1-7 0,-1 0 24,1-1 0,7-5 0,4-2 0,5-1-16,1 1 0,0-4 0,0 6 0,1-1-45,5-1 0,4 6 0,5-4 1,-1 3-36,-2 3 1,-1-1-1,7 3 1,1 1-124,5 2 1,-5 9-1,4-5 1,-3 2-259,-3 0 0,1 0 404,-1 6 0,0 8 0,1 2 0</inkml:trace>
  <inkml:trace contextRef="#ctx0" brushRef="#br0" timeOffset="3804">2636 1206 8167,'0'-23'0,"0"1"359,0 1 0,0 0 0,0 3 149,0 1 1,-8 7-490,-3 4 1,-5 4 0,-1 2-253,-1 0 1,1 8-1,-1 4 1,1 3 28,-1 3 1,-1 1 0,-2 2-1,-3 5-88,3 1 0,1-2 1,3 8-1,0 4 190,-1 0 1,1 2-1,1-1 1,4 5 88,7 2 1,3-6 0,2 1 0,2-3 98,3-2 1,7 0 0,11-2 0,5-6-71,-1-9 0,6-3 0,-4-9 0,6-2 143,5-2 0,-3-10 0,4-6 0,-4-7 63,-2-8 0,-6-4 0,-2-2 0,-2-2 39,-3-4 0,-3 5 0,-3-7 1,-3 2-57,-1 0 1,-8-5 0,2 5 0,-4 2-69,-2 2 0,-10 2 0,-6 2 0,-5 2-125,0 2 1,-7 8-1,1-2 1,-2 3-250,0 3 0,8 7 0,-3 4 1,5 4-166,2 2 1,-1 2 0,3 4 0,1 6-182,2 3 0,8 5 0,-1 3 0,3 6 583,2 4 0,0-6 0,7 6 0,3-6 0</inkml:trace>
  <inkml:trace contextRef="#ctx0" brushRef="#br0" timeOffset="4047">2671 1573 8167,'-12'-2'1483,"1"-4"-956,7 4 1,-2-4-395,12 12 1,1-2-1,7 10 1,-2 3-132,1 4 0,3 5 0,1-3 0,1 4-87,-1 0 0,-1 6 0,-3-6 0,-1 2-151,2 1 1,-1-3 0,1 4-1,-5-4-259,-1-2 0,0-2 0,-4-5-382,2-1 0,-1-5 877,-5 0 0,-7-8 0,-3 3 0</inkml:trace>
  <inkml:trace contextRef="#ctx0" brushRef="#br0" timeOffset="5531">4994 682 7674,'7'-17'-373,"-5"5"1,4 0 772,-4-1 1,0 3-1,2-2 89,2-1 0,0 3-275,-6-2 1,0 1 0,-2-5-111,-4 5 1,2 3-63,-8 8 0,1 0 0,-7 0-110,1 0 1,1 2 0,3 2 0,1 3-15,-2 3 1,1 2 0,-1 5 0,3 1 92,-3-1 0,0 7 0,1 1 1,3 2 24,2 4 0,-3 2 1,3 2-1,0 2-17,0 3 1,1 5 0,3 8 0,-2-1-15,2 0 1,2 7-1,2 1 1,0 2-41,0 4 1,0 2 0,0 3 0,0 3 8,0 2 0,0 0 0,0-7 0,0 1-6,0 0 1,6-8 0,0-4 0,0-3-6,1-3 0,-3 1 0,6-1 0,0 0-23,-1 1 1,-3-7 0,4-1 0,0-2 22,-1-5 1,-5-1-1,4-4 1,-2-2 10,0-2 1,-1-7 0,-5 3 35,0 0 1,0-5 17,0 3 0,-2-6 1,-3-5 24,-7-6 1,2 2 0,-1-3 0,-3-1 93,-1-2 0,-3-2 1,1-2-1,-3-2-86,-3-1 0,2-3 0,-7 4 0,1-2-23,0 2 0,4 2 0,-4 0 0,1-2-132,5-1 1,2-1-1,1 6 1,1 0-479,-1 0 1,1 0-1166,-1 0 1737,9 0 0,-7-8 0,6-2 0</inkml:trace>
  <inkml:trace contextRef="#ctx0" brushRef="#br0" timeOffset="6015">4155 3319 7947,'-17'-8'11,"5"-1"0,1-9 1,-1 1 149,2-1 0,3 7 0,7-1 0,0-2-28,0-1 0,0-3 0,1 3 1,5 1-35,6 3 1,3 1 0,3-4 0,1 5-183,5 1 1,-5 2 0,4 6 0,-3 0-114,-3 0 1,1 0 0,-1 2 0,1 4 64,-1 6 1,-5 5 0,-3 4 0,-1 3 102,-4-3 1,-2 6 0,-4 0-1,-4 2 93,-5 1 1,-5-3-1,-3 4 1,-3-4 76,-1-2 1,0 4-1,3-5 1,-1-1 48,-2 2 0,-1-7 0,5 1 1,0-6 98,1 1 0,-3-4 70,9 1-367,-3-7 1,7 4 0,6-10-1,8-2-183,3-2 1,3-1 0,6 3 0,1-2-147,4 2 1,-1-4 0,5 2 0,0 3-348,0 1 0,-6 2 683,3 0 0,11 0 0,1 0 0</inkml:trace>
  <inkml:trace contextRef="#ctx0" brushRef="#br0" timeOffset="6247">4592 3564 9142,'0'-10'1611,"-8"2"-1704,6 8 0,-7 6 0,5 2 0,-2 1-172,2 5 1,-4 7 0,2 3 0,3-1-164,1 2 1,0-3 0,-2 5-1,-2-2-886,2-4 1314,2-9 0,2 3 0,0-5 0</inkml:trace>
  <inkml:trace contextRef="#ctx0" brushRef="#br0" timeOffset="6715">4889 3179 7947,'-6'-17'66,"0"0"1,-2-1 1022,3 1-956,3 7 0,-6 4 0,8 12 0,0 7-91,0 9 1,0-1-1,0 8 1,0 2-88,0 2 1,2 0 0,2-2 0,2-2-92,-3 3 0,5 0 0,-2 3 0,-2 0 75,-2 0 0,4-8 0,0-3 1,-3-5 34,-1-1 0,-2-1 177,0 1 1,6-11 0,0-7-117,-2-9 1,4-7-1,-3-3 1,1-3-49,2-1 1,-4-2 0,6 3 0,-1-1-60,1 2 1,-4 1-1,5 3 1,1-1-67,-2 1 1,5 5 0,-5 1 0,2-1-168,-1 2 0,1 3 241,5 7 0,1 2 1,-3 3-1,-3 7 62,-6 4 1,2 3-1,-3 2 1,-1 3-46,-2-3 1,-2-2-1,0-1 196,0-1 0,-2 1 1,-3-3-1,-7-1-35,-4-3 0,-1-5 1,-1 4-1,1-2-100,0-4 0,-3 3 0,-1-1 1,-3-2-296,3-2 0,2-10 1,1-1-1,1-5-968,-1-3 1249,1 3 0,-1-19 0,1 6 0</inkml:trace>
  <inkml:trace contextRef="#ctx0" brushRef="#br0" timeOffset="7253">4644 18 9575,'0'-9'88,"0"1"1,0 10 0,0 4-114,0 5 1,0 5 0,0 1 0,-2 1-56,-3-1 0,3 3 0,-4 1 1,4 4-62,2 2 0,0-5 1,0 3-1,0-2-171,0 1 0,0-1 0,0-6-1059,0 1 1371,0-1 0,-8 1 0,-2-1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5:07.6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419 70 7910,'6'-12'-30,"0"1"28,-2-3 0,-2 5 530,-2-3-512,0 8 1,-8-4 0,-4 8 0,-3 2-100,-3 4 1,-5 2-1,0 7 1,0 1 68,-3 3 0,1 5 1,-6-3-1,4 4-39,2 2 0,-4-3 0,5 3 0,3 0 21,2 0 1,1 0 0,3 2 0,3-5 23,6-5 1,-2 4-1,3 1 6,1-3 1,9-4 0,9-5 0,5-4 2,5 0 1,1-7 0,-2 5-1,4-2 1,1 2 0,5 2 0,-4 5 0,2-1-32,-2 2 0,-2 1 0,-6 3 0,3-1-51,-3 0 0,-4 7 1,-5 1-1,-4 2 56,0 4 0,-6-4 1,3 2-1,-5 3 9,-5 1 0,1-4 0,-10 0 0,-3 2-32,-5 2 1,-3-4 0,4-2-1,-3-2 126,3-3 1,-4-5 0,2-3 0,1-5 84,3-1 1,-4-2 0,-1-6 0,3-2 16,1-4 0,3-4 1,0-7-1,-1 0-66,1-1 1,5-7-1,2-4 1,1-2-34,-1 2 1,6-4 0,-2 5-1,4-1-91,2 0 1,0 6 0,0-4-1,0 2-7,0 3 0,8 3 0,2 1 0,1 3-58,1 3 0,0-1 0,5 7 0,1 2-264,-1 2 0,1 2 0,-1 0-388,0 0 1,3 2 726,3 4 0,4 3 0,8 9 0</inkml:trace>
  <inkml:trace contextRef="#ctx0" brushRef="#br0" timeOffset="582">1048 297 7910,'0'-11'-669,"0"-1"657,0-2 1,0-1 0,-2-1 499,-4 5 0,4-5 0,-3 4-374,3-3 1,2 3 0,0 1-226,0-3 0,-8 6 37,-4 2 0,3 5 1,-3 1-1,-2 1-88,-1 5 1,-1 4-1,1 9 1,-1 3 93,-3 1 1,-3 8 0,5 0 0,1 6 58,5 4 0,-5 7 1,7-3-1,-1 1 17,4 1 1,4 0-1,4 3 1,4-1 2,6-3 1,5-9-1,4 0 1,5-8 0,1-4 0,2-7 0,6-9 0,0-1 30,0-4 1,-2-4-1,-2-8 1,-2-7 20,2-7 1,0-9 0,-2 2 0,-6-4 10,-3-2 1,3 0 0,0 0-1,-3 0 67,-7 1 0,1-1 1,-8-2-1,-2-2 14,-3-2 1,-4-5 0,-7 5 0,-10 2-104,-5 2 0,-2 0 0,-4-1 0,2-1-75,-2 6 1,0 6 0,0 11 0,2 2-67,-2 3 1,5 7 0,3-2-1,4 6-125,1 6 1,7 4 0,1 7 0,0 3-217,1 3 1,5-4 0,-2 6-1,4 1-8,2 3 1,2-4 437,4-2 0,3 4 0,9 1 0</inkml:trace>
  <inkml:trace contextRef="#ctx0" brushRef="#br0" timeOffset="949">1135 559 8223,'10'0'258,"-2"8"1,-2 2-1,0 7 1,-1 0-251,3 1 1,0-1-1,5 3 1,1 3-26,5 6 1,1 4 0,7 2 0,0 0-16,0 0 0,2 6 0,4-1 0,-2-1-43,-1-2 1,-3-4 0,2-2-1,-6-4-203,-3-1 0,-3-1 0,0-4 14,1 2 1,-6-1 0,-3-9-440,-1-1 494,-2-8 0,-8 4 0,-2-10 209,-2-4 0,-7-4 0,3-7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5:13.0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70 17 7747,'-17'0'98,"-1"-1"2009,1-5-1160,7 4-831,2-6-210,8 8 0,2 0 0,4 0 9,6 0 1,-3 0 0,3 0 0,4 0-55,5 0 1,-2 0-1,5 0 1,-3 2-2,2 4 0,-3-4 0,3 4 0,-2-5 53,3-1 1,-5 0-1,4 0 1,-3 0 40,-3 0 0,1 0 33,-1 0-295,0 0-169,-7 0 1,-2 2-760,-8 4 1236,0-4 0,-8 14 0,-2-7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5:13.9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70 53 8015,'-11'0'490,"-1"0"1,6-6-48,-5 1 0,7-3-370,-2 2 0,6 2 1,6-6-132,5 3 1,5 1 0,1 6-1,1 0-126,-1 0 0,3 0 1,1 0-1,4 0-307,2 0 1,-5 0-1,1 0 1,-2 0-72,3 0 0,-5 2 562,4 4 0,-3 3 0,-3 9 0</inkml:trace>
  <inkml:trace contextRef="#ctx0" brushRef="#br0" timeOffset="199">70 350 8015,'-17'0'340,"5"0"0,1 0 1362,-3 0-373,6 0-1378,0 0 1,22 0 0,3 0-145,3 0 1,5-6 0,0 0 0,1 3-370,-1 1 0,6 2 1,-4 0-1,2 0-83,0 0 0,-6 5 0,5 1 645,-3-2 0,6 6 0,-4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5:21.0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926 577 7334,'0'-18'281,"0"1"0,0 5 0,0 1-7,0-3 1,0 4 0,0-1 16,0-3 0,-2-1-75,-4-3 1,2 1-194,-8-1 0,7 3 0,-7 3-9,-2 6 0,5-2-18,-3 3 0,0-1 0,-5 6-80,-1 0 0,7 2 1,1 3-1,0 5 6,1 0 1,-1 5 0,-4-3 0,5 4 55,1 1 1,-4 2 0,6 3 0,1 3 26,-3 2 0,6 0 1,-6 4-1,2 0-7,0 6 0,1 0 0,5 10 1,0-1 20,0-1 1,0 5 0,0-3 0,0 3 14,0 3 0,0 3 0,0-2 1,0-3-55,0-1 1,0 1 0,0 1-1,0 1-20,0-1 0,0 0 0,2 1 0,1-1 5,3 1 0,0-1 1,-6 0-1,0 1-9,0-1 1,0-5 0,0-1 0,0 1-11,0-3 0,2-1 1,2-8-1,2 0 55,-2 0 0,-2 4 0,-2-2 1,0-6-2,0-4 0,5 2 1,1-4-1,-2 0 10,-2 1 0,4-1 0,0-4 0,-2 2 3,-2-1 0,-2 3 0,0 0 0,0 0-9,0 1 1,0-3-1,0-4 1,0 3 25,0 1 1,0-6 0,-2-5 26,-4 2 0,-2 1 0,-6 1 1,5-3 60,1-1 0,-6-8 0,3 4 3,-5-1 0,-1-5 1,-1 4-181,1-4 0,-8-4 0,-3-2-244,1-2 0,2-1 0,8 3-65,-1-2 0,1-6 0,1 5 368,4-3 0,-3-2 0,5-5 0</inkml:trace>
  <inkml:trace contextRef="#ctx0" brushRef="#br0" timeOffset="631">105 3092 8228,'-6'-18'-269,"-2"-1"0,0-3 413,1-1 0,-5 0 0,6 5 323,2 1 0,4 1 0,6 3 0,6 3-493,3 2 1,3 2-1,-1 6 1,1 0-227,-1 0 1,6 2 0,1 4 0,-3 6 15,-1 3 1,-3 9-1,-1 1 1,-3 2 54,-1 4 1,-8-4 0,1 2 0,-5 2 117,-5 2 1,-5 2 0,-8-2-1,1-2 222,0-1 1,-7-3-1,1 2 1,0-6 171,-3-4 1,7-1 0,-6-1-1,2-1 256,-1-4 0,1-5 621,5-7-1168,9 0 0,1-2 1,10-1-1,4-3-199,5 2 0,5 0 0,1 0 0,3-2-242,3 2 0,-2 2 0,9 0 0,-1-1-61,-2-3 0,6 0 0,-2 4 0,6-2 462,3-2 0,9-7 0,-4 3 0</inkml:trace>
  <inkml:trace contextRef="#ctx0" brushRef="#br0" timeOffset="848">629 3319 8035,'-12'-12'1348,"0"0"-506,9 8-897,-5-3 1,6 7 0,-2 2-34,-2 3 0,0 5 0,6 8 0,0 1-121,0 4 0,-5-3 1,-1 3-1,2-4-479,2-1 1,2-1 0,0 1 687,0-1 0,8 1 0,1-1 0</inkml:trace>
  <inkml:trace contextRef="#ctx0" brushRef="#br0" timeOffset="1267">926 3196 8228,'0'-17'0,"0"-1"8,0 1 1,0 0 0,0-1 393,0 1 0,0-1 1,0-1-123,0-5 1,-2 5 0,-2-4 0,-4 5-354,-2 7 0,5-3 0,-7 8-61,-2 2 0,-1 2 1,-3 4-88,1 4 1,1 4-1,3 9 1,1 5 39,-1 5 0,3 4 1,0 2-1,2 0 203,4-1 0,1-1 0,-1 0 0,-2-2-3,2 1 0,2 2 0,2-10 0,2-3 19,4-2 0,-2-1 0,7-3 96,3-3 0,1-6 0,3-12 24,-1-6 1,-5-9 0,0-4-1,-1-2-132,-1-4 0,4 4 0,-7-3 0,1 1-40,0 2 1,0 0 0,-4 6 0,1-3-8,-1 3 1,4 7-291,-2 3 1,2 9 276,-3 2 0,-3 13 1,4 13-1,-2 1-38,2 4 0,-4 2 0,6 2 1,-3 0-125,1 0 1,6-6 0,-4-2 0,-1-2-45,1-4 240,6 7 0,-5-9 0,9 6 0</inkml:trace>
  <inkml:trace contextRef="#ctx0" brushRef="#br0" timeOffset="1499">1275 2830 8228,'0'-18'135,"-2"1"1,-2-1 0,-2 1 327,2-1 1,2 7-1,2-1 1060,0-2-1437,0 7-328,0-1 1,0 10 0,0 4 0,0 5-139,0 5 0,-1 9 0,-3 2 0,-4 2-217,-2 0 1,6-5-1,-3 3 597,-1-2 0,6 6 0,-6-4 0</inkml:trace>
  <inkml:trace contextRef="#ctx0" brushRef="#br0" timeOffset="2165">611 18 8229,'-17'0'377,"7"-2"506,4-4-458,-3 4-479,7-6 0,-6 10 40,8 4 0,0 4 0,0 7 1,0 1 55,0-1 0,0 1 1,0-1-1,0 3-134,0 3 1,0-4-1,0 5 1,0-3-50,0 2 0,0-3 1,0 3-1,0-4-438,0-1 0,0-7 1,0 1-538,0 2 1116,8 1 0,-6-5 0,5-2 0</inkml:trace>
  <inkml:trace contextRef="#ctx0" brushRef="#br0" timeOffset="2915">1572 682 8281,'10'-12'5,"-5"0"144,-3-1 1,0-3 265,4-1 1,-2-1 247,8 1-762,-9 7-18,5 2 0,-16 16 0,-3 6 1,-7 5-40,-5 4 1,2 8 0,-6-2-1,-1 4-58,1 2 1,6 0 0,-2 0-1,1 0 149,-1 0 1,9 0-1,-3 0 1,3 0 80,5 0 0,1-2 0,8-2 0,2-2-8,4 2 1,3-6 0,9-1 0,1-5 17,4-2 1,5 1 0,5-1-1,-2 1 32,-2-1 0,0 1 0,4 1 0,-2 2-40,-2 3 0,-8 7 0,3-4 0,-7 2-124,-5 0 1,1 0 0,-7 4 0,-4-2 8,-6-2 1,-7-5 0,-11 3 0,-3 0 75,-2 0 0,-2-11 0,-6 1 0,0-3 0,0-5 0,0-1 0,2-8 0,2 0 54,2 0 1,8-8-1,-3-3 1,5-7 22,1-5 0,9 2 0,3-8 0,4-2 110,2-2 0,2-2 0,4 0 1,5 0-5,5 0 1,1 2 0,1 2-1,-1 4-116,1 1 0,1 3 1,2 6-1,3 1-430,-3 5 1,0-3 0,3 8-118,5 2 0,-10 2 1,-1 2 500,-3 0 0,1 8 0,1 2 0</inkml:trace>
  <inkml:trace contextRef="#ctx0" brushRef="#br0" timeOffset="3615">1973 996 8364,'0'-18'0,"-1"-1"322,-5-4 0,4 3 0,-4-3 1010,4 4-1177,2 9 0,0 6-351,0 16 1,0-1-1,0 15 1,0-1 63,0 4 1,6 4-1,0 4 1,-2 2-142,-3 1 0,5 7 0,0-6 0,0-1 139,2 3 1,-4-6 0,5 4 0,1-4 133,0-2 1,-6-8 0,3-4-1,-1-4 867,0-1-710,8-8 0,-7-12 0,7-14 0,-4-7-8,-3-4 1,-1-3-1,-4-4 1,2-1-33,2 0 0,2 6 1,-5 0-1,3-3-155,-2-1 1,0-1 0,0 1 0,2 1-11,-2 3 1,0 2 0,-1-2-1,3 6-28,-2 3-179,-2 3 0,0 9 136,4 8 1,-4 4 0,6 12 0,-3 3 59,1 0 1,8 3-1,-5-1 1,3 4 20,0 3 0,-1-5 1,7 6-1,-1 2 59,1 2 0,-1 0 1,1-2-1,-1 0 73,1 6 1,-1-8-1,1 4 1,-1-6-27,0-6 0,1-1 1,-3-3 216,-3 1-147,-4-8 0,-8-10 0,0-12 0,0-4-15,0-1 0,0-8 1,0-4-1,0-4-55,0-2 0,0 0 0,0 0 1,0-2 40,0-4 1,0-2-1,0-5 1,0 1-110,0-1 1,0-3-1,0-1 1,0 2-92,0 3 0,0 6 0,0 10 0,0 4-797,0 2 258,0 9 0,2 16 1,4 14-1,5 5-1023,5 5 1653,1 7 0,1 4 0,-1 9 0</inkml:trace>
  <inkml:trace contextRef="#ctx0" brushRef="#br0" timeOffset="3881">3074 1171 8364,'-12'-16'274,"0"4"1,7-3 1527,-7 3-1618,8-3 0,4 5 0,12 4 0,3 4-244,3 2 0,-1 0 0,1 0 0,-1 0-317,1 0 1,-1 2 0,1 2-1,-1 2-9,0-2 0,3-2 0,-1 0 1,1 1-14,-5 3 0,-1 0 0,3-6 0,1 0 399,-1 0 0,1 0 0,7 0 0,2 0 0</inkml:trace>
  <inkml:trace contextRef="#ctx0" brushRef="#br0" timeOffset="4817">4453 367 8364,'-2'-11'148,"-3"-1"0,3 6 89,-4-6 1,2 9 0,0-5-191,-2 0 1,-1 6 129,1-4 0,-4-1-108,-7 1 1,5 0 0,0 6-85,-1 0 0,3 0 0,-2 0-22,-1 0 0,-3 8 0,1 3 0,1 5 38,2 1 0,1 1 1,-5-1-1,3 3 6,1 3 1,6-2-1,-3 8 1,1 4-3,4 6 0,-4 4 0,2 5 0,2 1-15,3 5 1,1 1-1,0 9 1,0 2-30,0 1 0,1 3 1,3 0-1,4 0-92,2 0 1,-6 6 0,3-1 0,-1-1 86,0-2 0,2-2 0,-4-1 0,3 1 7,3 0 0,-4-8 1,4-4-1,-3-3-6,-3-3 1,0 1 0,0-3 0,2-1 25,-2-3 0,-2-5 0,-2 4 1,0-5 99,0-7 0,0 0 0,0-8 0,-2 1-20,-4-1 1,4 4 0,-6-8-1,2-3 40,1-5 0,-3-3 0,4 4 42,-2-3 1,-7-7-70,1 2 1,2-4 0,-1-2 0,-3 0-54,-1 0 1,-3-6 0,1-2-1,-1 1-8,1-1 0,-1-4 1,1 4-1,-1 1-14,1-1 0,-1-4 0,3 5 0,1-1-252,3 0 1,1 0 0,-4 4 0,5-3-857,1-3 1107,-6 6 0,5-11 0,-9 5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5:28.637"/>
    </inkml:context>
    <inkml:brush xml:id="br0">
      <inkml:brushProperty name="width" value="0.08" units="cm"/>
      <inkml:brushProperty name="height" value="0.08" units="cm"/>
    </inkml:brush>
    <inkml:brush xml:id="br1">
      <inkml:brushProperty name="width" value="0.06" units="cm"/>
      <inkml:brushProperty name="height" value="0.06" units="cm"/>
    </inkml:brush>
  </inkml:definitions>
  <inkml:trace contextRef="#ctx0" brushRef="#br0">18 191 8815,'0'-12'-709,"0"1"539,0-3 0,0-1 761,0-3 0,0 1-258,0-1 0,0 1 31,0-1 0,0 7-98,0-1 1,0 6-428,0-6 14,0 9 1,0-3-1,0 12 1,0 5 115,0 5 1,0 1-1,0 3 1,0 1 9,0 2 0,0 6 0,0-3 1,0 1-95,0 4 0,0-6 1,0-2-1,0-3-228,0-3 0,0 1 1,-2-1-949,-4 1 1291,4-1 0,-6 0 0,8 1 0</inkml:trace>
  <inkml:trace contextRef="#ctx0" brushRef="#br1" timeOffset="666">1118 732 8328,'0'-17'326,"0"-1"1,0 7-1,-2 1-244,-4 2 0,-3 2 0,-9 8-124,1 4 0,-3 4 0,-1 7 0,-4 3-40,-3 3 1,1-2-1,-4 7 1,4-1-83,2 0 0,-4 2 1,5 4-1,3-2 3,2-2 0,7-2 0,2 4 0,3-3 124,3-3 1,2-2 0,4-5 0,4-1 20,5 0 1,7-1 0,3-2 0,4-3 52,2 3 0,1 1 1,3 1-1,-2-3-44,2-1 0,2 2 0,0 7 0,-2 2-19,-2-1 0,-8-1 1,3 0-1,-7 5-58,-5 1 0,1 0 0,-7 4 0,-4-2-40,-6 2 1,-6 2-1,-7 0 1,-2-2 73,-5-2 1,-3-7 0,-8 1 0,0-4 46,0-1 1,6-3-1,0-3 1,-2-6 46,-2-4 1,4-2 0,2-2 0,2-4 97,3-6 0,5-3 0,3-5 0,4-1 37,3-2 0,1-6 1,6 3-1,0 1-98,0 0 1,8-4 0,3 5 0,5 3-117,1 2 1,1 3 0,-1 3 0,1 1-63,-1-2 1,2 7-1,3 1 1,3 4-390,2 2 0,0-2 486,3-4 0,10 4 0,-3-6 0</inkml:trace>
  <inkml:trace contextRef="#ctx0" brushRef="#br1" timeOffset="1316">1450 1169 8328,'0'-27'34,"-2"-4"1,-2 7 0,-2 3 256,2 2 0,2 1 0,2 1 1,0-1 790,0 1-1223,0 7 1,0 4 134,0 12 0,0 4 0,2 9 0,2 3-130,2 1 0,0 8 0,-6-2 1,2 4-85,4 2 1,-4 6 0,3-1 0,-1 1 116,2 2 1,-2-6 0,6 3 0,-3-3 38,-3-2 0,4-6 0,0-1 0,0-3 81,-1-4 0,1-7 249,-2-3 1,-2-9 0,5-4 0,1-11 59,0-9 0,-4-7 0,3 4 1,-1-2-198,-4-4 1,4-2 0,0-2-1,-1 0-159,1 0 0,4 2 1,-5 2-1,3 2-25,4-2 0,-5 0 0,1 2 1,0 5-113,0 5 1,-5 7 0,7 3-171,2 1 0,-5 4 0,1 10 210,-2 6 0,3 3 1,-3 4-1,2 3 83,3 1 1,3 8-1,1-4 1,1 2 35,-1 1 0,1-3 0,1 4 1,3-2 41,1 2 1,2-6 0,-4-2 0,3-1 17,-3 1 1,4-4-1,-1 3 1,-3-7-2,-2-3 0,-1-8 1,-1 2 108,1-4 1,-7-10 0,-1-6 54,-2-7 0,-2 1 0,-6-5 0,0 0-19,0-4 0,0-4 0,0-2 0,0-2-104,0-4 1,0 3 0,0-9-1,0-2-35,0-1 1,-6-8 0,0 0 0,2 1-68,2 3 0,2 9 0,0 7 0,0 5-834,0 3-1930,0 9 2774,0 4 0,8 17 0,2 9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5:27.1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208 190 8364,'-8'-17'-239,"6"-1"1,-4 1 0,4 0 179,2-1 1,0 6 231,0 1 0,8 1 0,4-2 1,3 7-201,3 3 0,-1 2 1,1 0-1,-1 2-73,1 3 0,-1 5 0,-1 8 1,-3-1 20,-1 1 1,-8 1 0,2 2-1,-5 5 41,-1 1 1,-13 2-1,-5 6 1,-3 0 50,-4 0 1,4 0-1,-9-2 1,1-2 56,2-2 1,-6 0 0,6 4 0,-2-4 96,0-6 0,9-3 1,1-5-1,5-3 713,1-6-631,5 3 0,2-13 1,10 2-220,2-5 0,7-3 0,1-2 1,5 5-114,5-1 0,-1 6 0,-4-4 0,3 4-215,1 2 1,2 0 0,-3 0 0,1 0-795,-2 0 1092,6 0 0,1-8 0,7-1 0</inkml:trace>
  <inkml:trace contextRef="#ctx0" brushRef="#br0" timeOffset="234">575 505 8364,'0'-12'552,"0"0"0,-6 7 510,0-7-1002,0 8 0,6-2 1,0 12-1,0 6-124,0 3 1,0 3-1,0-1 1,0 3-216,0 3 0,-6-4 1,0 7-1,3-3-384,1 0 0,2 0 0,-2-5 663,-4-1 0,4 1 0,-6-1 0</inkml:trace>
  <inkml:trace contextRef="#ctx0" brushRef="#br0" timeOffset="702">871 86 8364,'-1'-18'462,"-5"1"0,2-1 960,-8 1-1483,8 7 0,-3 4 0,7 12-43,0 6 0,0 9 0,0 4 0,1 2 22,5 5 0,-4 2 0,4 5 1,-4 2 46,-2-2 1,2 3-1,2 1 1,2 0 79,-2 0 1,-3-5 0,1-7 0,2-1-27,2 1 0,0-6 1,-4-4 289,4-7-128,-4-7 0,11-20 0,-7-6 0,0-7-136,2-5 0,-4 0 0,5 0 0,1 4-121,0 2 0,-5-4 1,7 5-1,0 3-30,-3 2 0,5 1 0,-6 1-191,1-1 0,3 9 183,6 3 1,-1 6 0,-1 6 0,-3 5 69,-1 5 0,-8 1 1,3 1-1,-1 1 66,0 4 1,0-3-1,-6 3 1,0-4-10,0-1 1,-8 5 0,-3 0 0,-5-3 8,-1-7 1,-7 3-1,1-6 1,0 1-118,-3 1 0,7-8 1,-4 2-1,3-4-353,3-2 0,-1-2-414,1-4 0,1-4 862,5-7 0,-5-9 0,7-1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8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53 192 6331,'0'-9'3035,"0"-7"-2884,0 4 1,0 3-227,0-3 1,0 6-62,0-5 1,2 1-14,3-2 1,-1 5 0,8 7 5,2 0 1,1 0 74,3 0 0,-7 2 0,-1 3 62,-2 7 0,3-2 1,-5 1 163,-2 3 0,-2 1 132,-2 3 0,-8-6-163,-4-1 0,-3-7 0,-2 2-8,-1-4 0,6-2 0,1 0-65,-3 0 0,6-2 0,1-2 1,1-4-49,0-1 1,0 3-1,6-6 1,0-2-20,0-1 0,0 3 1,0 1-1,0-3-48,0-1 1,2-1 0,2 2-1,4 5-146,1 1 1,-3-4 0,6 5-17,2-3 1,1 6 0,3-2 63,-1 4 1,0 4 0,-1 4 140,-4 6 1,1-3-1,-7 3 1,-2 2 11,-2 1 0,-2 3 0,0-1 107,0 1 1,0-1 0,-2 0 0,-4-1 164,-6-4 1,-3 3 0,-3-5-62,1 0 1,0-3 0,-1-5-38,1 4 1,-1-4-93,1 4 0,1-6 0,3-4 0,3-4-115,2-2 0,2-1 1,6-7-99,0 1 1,0 5 0,2 3 0,2-1-189,2 0 1,7 4 0,-1-3 90,4 1 1,1 2 0,1 6-30,-1 0 0,1 0 154,-1 0 0,-2 8-258,-3 3 0,-4 5 367,-8 1 0,-8 1 0,-2-1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87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157 315 12748,'8'10'-1471,"-6"-1"3488,4-3-2154,-4-4 0,-2 4 540,0-12 1,0 2 0,0-7-166,0-3 1,0 4-1,0-1-181,0-3 1,2-1-1,2-3 54,2 1 0,1 1 0,-3 3 0,2 1 36,-2-2 1,4-1 0,-1-3 0,1 1 163,0-1 1,0 1-1,-4 0-137,1-1 0,3 6 0,-4 1 757,2-3-1050,0 6 1,-4 1-53,3 7 1,-3 7 0,4 5 106,-4 4 0,-2-5 0,0 1 1,0 1 13,0 3 1,0 1-1,0 1 1,2 1-55,4 5 0,-4-5 1,4 6-1,-4-1 17,-2-1 1,0 8-1,2-4 1,1 2 18,3 0 0,0 0 0,-6 6 0,0 0 27,0 0 1,0-2-1,0-2 1,0-2-38,0 2 1,0-4 0,0 1 0,0-3 284,0-4 1,0-1 0,0-3-80,0 1 0,0-7 1,-2-1 311,-4-2 268,4-3-410,-5-5-660,7 0 1,0-1-1024,0-5-524,0 4 1909,0-6 0,0 0 0,0-1 0</inkml:trace>
  <inkml:trace contextRef="#ctx0" brushRef="#br0" timeOffset="1">0 856 12695,'0'10'650,"0"-2"-1140,0-8-134,0 0 427,8 0 1,-4 0-1,8 0 1,1 0 47,3 0 0,1 0 0,2 0 0,3 0 76,1 0 1,8 0 0,-2 0 0,4 0 25,2 0 0,0 2 0,2 2 0,2 2-35,2-3 1,-1-1 0,-7-2 0,-2 0 183,-2 0 1,-5 0-1,3-2 86,-2-3 1,-2 3-119,-5-4 0,-8 2-61,-5-2-512,-3 4-148,-9-6 1,-3 8-459,-8 0 1113,9 0 1,-7 0 0,6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9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 5886 7072,'-9'0'242,"1"-2"-129,8-4 1,0-3-65,0-9 0,0 1 1,0-1-1,0 1-21,0-1 0,2-1 0,2-2 0,2-3-6,-3 3 0,1-4 0,0 2 1,2-1 7,-2-1 1,4 4 0,-3-7-1,1 1 7,2 0 0,-6 4 0,6-4 0,-2 0 4,-1-1 1,3 5-1,-4-4 1,2 2-20,-2 3 0,4-3 0,-3 0 1,1 0-9,2-1 1,-6-3 0,6 4 0,-3-2-29,1-4 0,6 4 1,-4 0-1,-1-1-6,1 1 0,0 4 0,-4-6 1,4 0-4,1 2 0,-3-1 1,4 7-1,-2-4-2,-5-2 0,5 3 0,-2-3 0,0 0-6,2 0 0,-4 4 1,5-7-1,1 1-4,0 2 0,-5-4 0,5 6 0,0-2 2,0-4 0,-5 4 1,7-1-1,0 3 35,-3 4 1,5-4 0,-6-1 0,-1 1-3,1 0 1,6 0-1,-4 3 1,1-3-27,1-2 1,-1 4 0,5-5 0,-2 3 3,-3 4 0,1-4 0,5-1 1,1 1 0,-1 0 1,1 0 0,-1 3-1,1-3 8,-1-2 1,1 4-1,-1-4 1,0 1-3,1 5 1,-1 0 0,1-1-1,-3-1-5,-3 2 1,4 1-1,-5 1 1,5-2 9,1-3 1,1 1 0,-1 6-1,-1-3 7,-5-3 0,5 3 0,-5-3 0,5 4 3,1 1 1,-5 1-1,0-1 1,1 1 4,3-1 0,-5 1 0,1-1 0,0 1-4,-3 0 1,7-1 0,-6 1-1,1-1-7,1 1 1,0-1-1,5 1 1,1-3-25,-1-3 0,0 4 1,3-7-1,1 3 21,3 0 0,-1 0 1,-6 5-1,1 1 11,-1-1 0,1 1 0,-1-1 0,1 1 3,-1-1 0,-5 7 1,-1-1-1,3-2 1,1-1 0,3-3 1,-1 1-1,1 0-3,-1-1 0,1 1 0,-1-1 1,1 1-5,-1-1 1,1 1 0,-1-1-1,1 1 27,-1-1 0,0 1 1,1-1-1,-1 1 11,1 0 1,-1-1 0,-1 1 0,-3-1 3,-1 1 0,0 5 0,5 0 0,-1-1-37,-5-3 1,5-1 0,-4-1-1,3 1 3,3-1 1,-1 1 0,0-1 0,1 1 4,-1 0 1,1-1-1,-1 1 1,1-1 5,-1 1 1,3-1-1,1 3 1,2 1 4,-1 2 1,-3 1-1,-2-5 1,1 3-24,-1 1 0,1 0 1,-1-3-1,1 1-10,-1 3 0,1 5 0,1-6 0,2-1 5,3-3 1,-1-1 0,-5-1 0,1 1 0,4-1 0,-3 7 0,3-1 1,-4-2 1,-1-1 0,-1 3 1,1 1-1,-1-3-3,1-2 0,-1 1 0,2 1 0,3 3-7,1-3 0,0 1 0,-5-1 0,1 2 5,5-1 0,-5 3 0,4-2 1,-3 1 5,-3 1 1,1-5-1,1 5 1,2-2 7,3 1 0,-1 5 0,-6-4 0,3 0 17,3 1 1,-4-3 0,7-4 0,-3 3 6,0 1 0,1 3 0,-5-5 1,2 2-10,3-1 1,-1 3-1,-4-2 1,3 1 12,1 1 1,0-4 0,-5 7 0,-1-1-11,1 0 0,-1 0 0,1 5 0,-1-5-12,0-2 0,1 4 0,-1-3 0,1 1-16,-1 4 1,3-6-1,1 0 1,4-1 3,2-1 0,-5 6 1,3-3-1,0-1-5,4 0 0,-2 4 1,1-3-1,-3-1 1,-4 0 0,4 5 0,-1-5 0,-1 0 13,2 0 0,-5 5 0,5-5 1,-2 0 2,0 0 1,1 5 0,-5-5 0,2 0-12,3 1 1,-1 5 0,-5-4 0,-1 2 15,0 0 0,1-5 0,1 3 0,3 0-6,1 0 1,0-3 0,-3 5-1,1 0-1,2-2 0,3 4 0,-5-5 1,4-1-9,2 0 1,-5 4 0,3-3 0,0 1-1,4 4 0,-4-4 0,1 3 0,-3-1-9,0-2 0,2 6 1,-1-6-1,3 2 6,0 1 0,0-1 1,-5 4-1,1-2 18,-2-2 1,4-2 0,-1 5 0,-3-3 9,-2 2 1,1 0 0,1 0 0,2-4-6,-1-1 0,3 5 0,-2-4 0,1 2-21,1 0 0,-6-5 0,5 5 0,-3 2-7,2 2 0,-3 0 1,3-2-1,-4-2-16,-1 2 1,1 3-1,2 1 1,3-2 44,-3-4 1,0 4 0,1-4-1,1 4-21,-2 2 1,1-6-1,-1 0 1,2 3 9,-1 1 0,3-4 0,-2 0 0,1 2 30,1 2 0,-6-4 0,4 1 0,-3 1-14,-3 2 0,7-4 1,-1 0-1,-2 2-3,-1 2 0,-3 2 1,1-2-1,1-2 8,4-1 0,-3-1 1,3 6-1,-4 0-30,-1 0 1,-1-2 0,3-2-1,1-2 18,2 2 1,1 2 0,-7 2-1,2 0-26,5 0 1,-5 0 0,4-2 0,-3-2-4,-3-1 0,1-1 0,-1 6 0,1 0 11,-1 0 0,1 0 0,-1 0 0,1 0 2,-1 0 1,0 0 0,1 0 0,-1-2-6,1-4 0,-6 4 0,-1-4 0,3 4 6,1 2 1,-3 0 0,0 0 0,1 0 3,3 0 0,-5 0 0,1 0 0,2 0-11,1 0 1,-3 0 0,-1 0 0,3 0 7,1 0 1,3 0 0,-1 0 36,1 0 1,-1 0-5,1 0 0,-1 0 76,1 0 77,-1 0 233,-7 0-108,-2 0-409,-8 0-213,0 0-437,-8 0 1,6-2-988,-4-3 1727,4 3 0,2-6 0,0 8 0</inkml:trace>
  <inkml:trace contextRef="#ctx0" brushRef="#br0" timeOffset="1">6690 717 8609,'0'-18'104,"0"7"1,2 1-181,3 2 1,-1-3 48,8 5 0,0-6-184,5 6 0,1 0-231,-1 6 389,0 0 0,-1 2 1,-4 4 48,-7 6 0,-3-2 1,-2 1 16,0 3 0,-5-5 1,-3 1-1,0 0 144,0 0 0,-5-7 0,1 3 180,-3-4 0,-3-2-174,1 0 1,-1-2-113,1-4 0,5-1 0,2-7 0,3 2-38,3-1 1,2 3-1,2-1-74,0-3 1,0 4 0,2-1-53,4-3 0,-3 6 1,7 1-1,0 1-69,0 0 1,1 0 0,7 6 110,-1 0 0,1 2 0,-1 4 69,0 5 0,-5 5 0,-2 1 0,-2 1 36,-5-1 0,-1 1 0,-2-1 124,0 1 1,0-1 0,0 1 0,0-1 31,0 1 0,-5-7 0,-3-1 0,-2-2-32,-3-4 1,-1-1 0,0 1 0,3 2-22,-3-2 0,-1-2 0,-1-4 1,3-4-51,1-5 0,2 1 1,-1-2-1,3-1-50,0-3 1,6-1 0,-4-3 0,2-1-103,-1-2 0,3-1 1,-4 7-1,6-1-308,6 1 1,-4 5 0,5 1 148,1-3 1,2 1-1,7 1 1,1 6 75,-1 4 1,-5 2 0,-1 0-1,3 0 56,2 0 1,-1 2-1,-1 2 1,-5 4 36,-1 1 1,4 3 0,-6 6 65,-3-1 1,-1-5-1,-2-1-90,0 3 0,-2-1 0,-3 1-182,-7-2 0,2-8 1,-1 3 260,-3 1 0,-1-6 0,-3 6 0</inkml:trace>
  <inkml:trace contextRef="#ctx0" brushRef="#br0" timeOffset="2">7214 210 8102,'0'-17'-559,"0"-1"0,0 7 1,0-1 1425,0-1 0,0-3 0,0-1-630,0-1 1,0 6 0,0 1 0,2-1-171,3 2 0,-1-3 0,8 5-192,2-2 0,1 6 0,2-1 0,1 3 28,-1 2 1,3 0 0,1 0-1,2 2-54,-1 3 1,-1 3 0,0 8 0,1-1 92,-7 5 1,3 1 0,-8-2 0,-1 3 74,-3 1 0,-4 6 1,-2-4-1,-2 3 57,-4 3 1,-3-4 0,-9 0 0,1 0 4,-1 0 0,-1-3 0,-3 3 0,-1-2 0,2-4 0,3-7 0,5-2 0,1-1 151,-2-1-231,7-2-1,-9-8 0,16 0 1,0 0-1,10 0 91,5 0 0,3-6 0,1 0 0,3 2-52,1 2 1,2-4 0,-4 1 0,5 1-35,1 2 1,0 0 0,4-2 0,-2-2-35,2 2 0,-6 2 0,1 2 1,-3 0-52,0 0 1,1 0-1,-7 0-106,0 0 1,1-6-581,-1 1-165,-7-1-300,-2 6 1233,-8 0 0,0-8 0,0-2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94"/>
    </inkml:context>
    <inkml:brush xml:id="br0">
      <inkml:brushProperty name="width" value="0.11429" units="cm"/>
      <inkml:brushProperty name="height" value="0.11429" units="cm"/>
      <inkml:brushProperty name="color" value="#E71224"/>
    </inkml:brush>
    <inkml:brush xml:id="br1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105 5293 9939,'-12'0'-798,"1"0"0,5 2 1077,-6 3 0,6-3-47,-5 4 0,7-2 1,-4 0 427,0 2-420,6 0 1,-7-6-230,3 0-196,4 0 193,-6 0 0,10 0 0,4 0 41,5 0 0,-1 0 1,2 0-43,1 0 1,-3 0 0,2 0 0,1 0 42,3 0 0,1-6 0,1 0 0,-1 2-22,1 2 1,-1-4 0,1 0 0,-1 3-50,1 1 0,1-4 0,2 0 0,3 0 39,-3-2 0,4 6 0,0-3 1,1 1-8,-1-2 1,4 4 0,-4-4-1,0 2-5,1-2 1,3 4 0,-6-3 0,0 3 0,3 2 0,-7 0 1,6 0-1,-2 0-11,1 0 0,-1 0 0,-6-2 1,1-2 2,-1-2 1,1 0 0,-1 6 0,1 0 10,-1 0 1,1-2-1,-1-2 1,1-1-12,-1 1 0,1 2 0,-1 2 0,1 0-13,-1 0 0,0 0 1,1 0-1,-1 0-11,1 0 0,-1 0 0,-1-2 0,-3-2 16,-1-2 0,0 0 0,5 6 3,1 0 0,-1 0 0,1 0 0,-1 0 14,0 0 1,1-5 0,-1-1 0,3 2-7,3 2 0,-4 0 1,5-2-1,-3-2 9,2 2 1,-3 0 0,3 1-1,-3-3-42,-3 2 0,6 0 0,2 0 0,1-2 52,-1 2 1,-2-3 0,-5 1 0,1 0-21,4-2 0,-3 6 0,3-4 0,-4 3-30,-1-3 0,-1 4 1,1-6-1,-1 2 18,1 0 0,-1-1 1,1 3-1,-1-4-41,1-2 1,-1 5 0,1-5-1,-1 2 32,1 4 1,-1-4-1,0 1 1,1-1-15,-1 0 1,3-4 0,1 5 0,2-1-10,-1 0 1,3-3 0,-2 3-1,1 0-5,1 0 0,-4-5 0,6 3 0,0-2-3,1 1 0,-5 1 0,6-4 1,2 3-39,2-3 0,-4 4 0,0 1 0,0-1 26,-1 0 0,5 5 0,-6-7 0,0 0 24,-4 3 0,2-7 0,1 6 0,-1-1 18,0-1 0,4 0 0,-4-5 0,1 1 14,-1 5 0,4-5 1,-4 5-1,2-5-16,4-1 0,-3 1 1,-1 3-1,0 1-2,0-2 0,0-1 0,4-1 1,-4 3-12,-1 1 1,-1 0-1,-4-3 1,4 1 18,3 3 1,-7-1-1,2-4 1,-1 3-35,1 1 1,-4 3 0,5-5 0,-3 4 14,2 2 1,-3-5-1,3 3 1,-2-1 28,3-1 0,-5 6 0,4-6 0,-1-1 29,1-3 0,-2 5 1,6-1-1,1-2 0,-1-1 0,-4 3 0,4 1 0,-2-3-10,-3-1 0,3-3 0,0 1 1,0-1-15,1 1 0,3 5 0,-6 0 1,-2 1 1,-1 1 0,-1-5 0,2 3 0,3-2 9,-3 3 1,-1-5-1,-3 6 1,0-1 30,1-1 1,-1 1 0,1-5 0,-1 2-11,1 3 1,5 1-1,0-4 1,-1 3-25,-3-3 0,-1 1 0,-1-1 0,2 2-3,5-1 0,-5-3 0,6 1 0,-1 1-26,-1 3 0,6 1 1,-4-4-1,0 3-68,1-3 0,-3 4 0,-6-1 1,3-1 100,3 2 1,-3-5-1,3 3 25,-4-3 0,-1 3 0,-1 0-26,1-1 0,-1-3 0,1-1 26,-1-1 1,0 1-1,1-1-22,-1 1 1,1 0 0,-1-1 0,1 1-7,-1-1 0,-1 1 1,-3-1-1,1 1 5,5-1 0,-7 7 0,5-1 0,-1-2 19,0-1 1,1-3-1,0 1 1,1-1-4,-1 1 1,1 5 0,-1 1 0,1-3-8,-1-1 0,1-1 1,-1 3-1,1 1 35,-1-2 0,1-1 0,1-3-54,4 1 0,-3-1 0,3 3 0,-4 1-13,-1 3 0,-1 1 1,1-4-1,-3 3-37,-3-3 0,3 4 1,-3-1 2,4-3 1,1-1-1,1-3 35,-1 1 0,-1-1 1,-3 3-1,-1 1-7,1 3 0,-3-1 0,2-6 0,1 3 4,3 3 0,-5-3 0,1 3 0,2-3 18,1-3 1,3 1 0,-1-1 11,1 1 0,-3-1 1,-1 1-1,-3 1-9,3 5 0,-4-5 0,1 4 0,1-3 2,-2-3 1,5 1 0,-5 0 0,1 1 21,1 4 1,-2-3 0,3 3 0,-1-3-2,2-3 1,-5 3 0,3 1-1,0 2-13,-3-1 0,5-3 1,-6-1-1,1 1-21,5 5 0,-4-5 0,-1 5 1,1-5-1,0-1 0,-4 5 1,3 0-1,1-1 11,0-3 1,-6 5 0,3-1-1,-1-2 12,0-1 1,2 3 0,-4 0-1,3-1-18,3-3 0,-6-1 0,4 1 0,-2 3-6,-1 1 1,7 1-1,-4-7 3,1 1 0,1-1 0,4 1 1,-5-1-4,-1 1 1,4 5 0,-4 0 0,-1-1 2,1-3 0,4 5 0,-4-1 1,1-2 1,1-1-1,2-3 1,-5 3-1,1 3 0,-4-3 0,6 3 0,-3-3 1,5-3-1,-4 1 10,2-1 1,-1 1 0,5-1-1,-4 1-7,-3-1 0,5 7 0,-6-1 0,0-1 46,1-3 1,-3 0-1,6 3 1,-2 1 5,-4-1 1,3-3 0,1 1 0,0 1-21,0 2 1,-3 1-1,-3-7-26,4 1 0,-4-1 0,6 3 1,-2 1-45,0 3 0,-1-1 0,-3-6-26,4 1 1,2 0 0,4-1 0,-5 1 31,1-1 0,-4 1 0,6-1 31,-3 1 0,5-1 0,-6 1 0,-2-1 39,-2 1 0,4 5 0,-1 1 1,-1-3 1,-2-1 1,0-3 0,2 1-39,2-1 0,0 1 0,-6-1 0,0 1-8,0-1 0,5 1 0,1-1-9,-2 1 0,4-1 1,-2 1 2,-2-1 0,-2 1 0,0 0 55,3-1 0,-3 1 0,4-1-21,-4 1 1,-2 5 0,0 0 15,0-1 1,6-3-1,0-1-29,-2-1 1,-3 1 0,-1-1-34,0 1 1,0 0-1,0-1 21,0 1 0,0-1 0,0 1 51,0-1 1,0 1 0,0-1 20,0 1 1,-1 1 0,-3 3-1,-2 1-3,2-2 1,2 5 0,2-3 0,0-1 11,0-3 0,-6 4 1,0 1-8,3-3 1,1-1-1,2-3-74,0 1 0,-2 5 0,-2 0 33,-2-1 0,0-3-4,6-1 1,0 5-147,0 1-480,0 7-1087,0-4 596,0 8 0,2 2 1088,4 4 0,-4-4 0,6 5 0</inkml:trace>
  <inkml:trace contextRef="#ctx0" brushRef="#br1" timeOffset="1">2375 1154 6493,'-10'-8'609,"1"6"0,5-6 82,-2 0 0,-2 6-194,2-3 0,3-3 48,-9 2-405,8 0-405,-4 6 0,10 0 162,4 0 0,-2 0 0,8 0 0,1 2 69,3 4 1,1-2-1,3 6 1,1-1 46,2 1 0,6-6 0,-5 4 0,-1-3-29,2 1 1,-4 2-1,7-4 1,-1 2 9,0-2 1,-6-3 0,3 1 0,-3 2-12,2 2 1,-3 0 0,3-6 7,-4 0 0,-9-2 333,-4-4-200,-4 4 0,-2-7-95,0 3 0,-2 4-33,-4-4 1,2 2-218,-7-2-212,7 4 262,-12-5 0,12 7 100,-7 0 0,5 0 0,-4 1 37,2 5 1,2-2-1,5 6 1,-3 0 58,-2-1 0,-2-3 1,4 6-13,-2 1 0,-5 3 0,5 1 0,0 3-10,-2 3 1,4-4 0,-5 7 0,-1-3 7,0 0 1,6 1 0,-3-7-1,1 0 32,0 1 0,-6 5 0,5 0-21,-3-1 0,4-5 0,-4-3-19,3-2 1,-1-3-1,4 5-385,-2-3-581,0-7-240,6 4 1203,0-8 0,0 0 0,0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9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315 280 7652,'0'-17'-160,"0"5"718,0 0 0,-2 1 0,-1-7-273,-3 1 0,0 5 0,6 0-112,0-1 0,-6-3 0,0-1 1,2-1-125,2 1 0,-5 5 0,-3 1 1,-2-1-144,1 2 1,5-3 0,-6 5 0,-1 0-45,-3 0 0,4 3 0,1 5 1,-3 0-78,-1 0 0,-3 2 0,3 3 0,1 7 77,2 4 1,1 1-1,-5 2 1,3 3 79,1 1 0,8 8 0,-4-2 0,3 4 73,-1 2 0,0 0 0,6 0 1,0-2-31,0-4 1,2 4 0,2-6 0,4 0 22,1-3 0,3-11 1,5-3-1,1-2 6,-1-4 0,1-2 0,-1-4 138,1-4 1,-1-4-1,-1-7 1,-3-1-95,-1 1 1,-6-3 0,3-1-1,1-2-19,0 1 0,-6-3 1,3 0-1,-1 0-37,0-1 1,2 1-1,-4 4 1,2-2-25,-3 1 0,-1 3 1,0 3-334,4 5 265,-4-5 1,8 16 0,-4 0 211,5 10 0,-1 11 0,2 2 1,1 1 33,3 1 1,1-4 0,1 6 0,-1 1-30,1-1 1,5-6-1,0 2 1,-2-3-33,-1-3 0,3-5 0,0-2 0,-1-3-86,-3-3 1,-1-2 0,1-2 0,2 0-263,3 0 0,-1-8 1,-6-1-1,1-3-299,-1 0 1,-1 1 551,-4-7 0,3 1 0,-5-1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9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228 33 8242,'9'-7'-335,"1"5"616,-4-4 0,-4 2-85,4-2-220,-4 4 1,-2-4 61,0 12 1,0-2-1,0 8 12,0 1 1,-6 3 0,-2 3 0,0 3 8,1 1 1,-7 6 0,4-4 0,-1 2-5,-1 4 1,0 2 0,-5 0-1,1-1 11,5-3 0,-5-2 1,7 4-1,-3-4 26,0-2 0,3-1 0,-5-9 1,4-1 144,2-3 0,1-7-70,1 2 0,2-4 30,-8-2-173,9 0-83,-5-8-29,8 6 19,0-6 0,0 6-263,0-3 58,0 3 233,0-6 330,0 8 211,0 0-488,8 0 1,1 0-10,9 0 0,-1 0 1,1 0-1,-1 0 28,1 0 1,5 2-1,2 2 1,2 4-6,4 1 0,2-3 1,0 6-1,-2-1 32,-2-1 1,2 6 0,6-5 0,0 3 28,-4-3 1,-2 3 0,2-6 0,-2 0-74,-2-1 1,-7 5-1,1-6-206,-4-2-38,-1-2 96,-8-2 0,-5-2-551,-10-4 0,1 4-315,-8-4 0,6 4 1000,-5 2 0,7-8 0,-4-1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9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297 866 8319,'10'9'826,"-3"-3"-538,-7-12 1,0-3 0,0-9-150,0 1 0,0-1 0,0 1-51,0-1 1,0 1 0,0-1 0,0 1-132,0-1 0,-2 7 1,-1-1-1,-5 1 50,-2 1 0,4-4 1,-5 8-1,-3 3-99,-1 1 1,-3 2 0,1 0 0,-1 2-12,1 3 0,-1 5 0,1 8 0,-1 1 64,1 4 0,-1 4 0,1 8 1,-1 0 26,1 0 0,5 0 0,3 2 0,1 2 12,4 2 0,2-1 0,2-5 0,2-2 15,4-4 0,-2 0 0,7-9 0,3-5 69,1 1 1,-3-8 0,0-3-1,-1-5 141,-1-5 0,6 1 1,-7-10-1,3-3-150,0-5 0,-7-3 0,5 2 0,0-6-73,0-4 1,-5 4 0,5 0 0,-2-2-90,-4-2 1,3 3 0,1 3 0,0 2-97,0 4 1,0-5 0,-5 3 0,3 2-150,-2 1 1,0 9 185,2-1 0,-2 8 1,5 0 168,-1 8 0,0 8 1,-4 9-1,2 4 141,-3 3 0,7-5 1,2 6-1,3 0 69,3-2 1,-1 6 0,1-6 0,-1 1-122,1-5 0,1-4 0,2-1 0,3-3-111,-3-3 1,4 2 0,-1-9 0,-3-1-274,-2-2 0,5-10 0,-1-3 0,-2-5-665,-1-1 1,-5-7 936,-3 1 0,11-8 0,-4 4 0</inkml:trace>
  <inkml:trace contextRef="#ctx0" brushRef="#br0" timeOffset="1">699 27 8535,'-12'-5'1317,"0"-1"-779,1-8-463,1 12 1,0 2 0,6 12 0,-1 3-137,1 3 1,2-1 0,0 1 0,-2 1-77,-2 4 1,-6-1 0,5 5 0,-1 0-176,0 0 1,-3-5 0,3 3 0,0-2-821,0 0 1132,-5 1 0,3 1 0,-7 2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5:13.981"/>
    </inkml:context>
    <inkml:brush xml:id="br0">
      <inkml:brushProperty name="width" value="0.06" units="cm"/>
      <inkml:brushProperty name="height" value="0.06" units="cm"/>
      <inkml:brushProperty name="color" value="#004F8B"/>
    </inkml:brush>
    <inkml:brush xml:id="br1">
      <inkml:brushProperty name="width" value="0.08" units="cm"/>
      <inkml:brushProperty name="height" value="0.08" units="cm"/>
      <inkml:brushProperty name="color" value="#004F8B"/>
    </inkml:brush>
  </inkml:definitions>
  <inkml:trace contextRef="#ctx0" brushRef="#br0">87 5380 8440,'-9'2'-192,"1"2"1,0 2 15,-3-3 868,3-1-357,-8-2 1,12 0 94,-7 0-544,7 0-299,-4 0-51,8 0 420,0 0 0,8 0 48,4 0 0,1 2 0,1 2 32,-3 2 0,1 2 0,5-4 0,1 1-27,-1-1 0,1-2 0,-1 0 0,1 2-7,-1 2 1,1 0 0,-1-6 0,1 0-15,-1 0 0,1 6 0,-1-1 0,0-1-50,1-2 0,-1 4 0,1 0 0,-1-2 40,1-2 0,-1 0 1,1 2-1,-1 1 25,1-1 0,-1 4 0,1-2 1,-1-2 1,1-2 0,-1 3 0,0 1 1,1-2 2,-1-2 0,1 4 0,-1 0 0,1 0-4,-1 1 0,1-5 1,-1 4-1,1-2 2,-1 2 0,6-4 0,-1 5 0,-5-1 1,-3 0 1,-3 2 0,7-4-1,-1 2 1,1-3 0,-1 5 0,1-2 0,-1 0 3,1 2 0,-1-6 0,1 3 0,-1-1-10,1 2 1,-1-4 0,0 6 0,1-2 11,-1-1 0,1 1 1,-1-6-1,-1 2-4,-5 4 0,11-4 0,-5 4 17,3-4 0,-1-2 0,-1 0 1,-1 2-12,0 3 0,1-3 1,-1 4-1,1-4-4,-1-2 0,1 0 1,-1 2-1,1 2-19,-1 2 0,1 0 0,-1-6 0,1 0 2,-1 0 1,1 2 0,-1 1 0,2 3-3,5-2 1,-5-2 0,4-2 0,-3 0-38,-3 0 1,3 6 0,1 0 0,2-2 100,-1-2 1,-3-2-1,-2 0 1,1 0-39,-1 0 1,7 0 0,-1 0-1,-2 0-11,-1 0 1,-3 0 0,3 0 0,1 0-8,2 0 1,1 0 0,-5 0-1,2 0-7,3 0 1,1 0-1,-4 0 1,2 0-5,-1 0 1,3 0 0,0 0 0,0 0 20,1 0 0,3 0 0,-4 0 0,0 0-6,0 0 0,5 0 1,-7 0-1,0 0 11,2 0 1,-3 0 0,5 0 0,-2 0-12,-4 0 0,5 0 0,-3 0 1,0 0-9,2 0 1,-5-2-1,5-2 1,-2-2 17,1 2 0,-1 2 1,-4 2-1,3 0-5,1 0 1,0-6-1,-3 0 1,1 3-11,2 1 0,3 2 1,-5 0-1,2 0 8,-2 0 0,5 0 0,-1 0 0,0 0-4,0 0 1,5 0 0,-7 0 0,0 0-11,2 0 1,-3-2-1,5-2 1,-2-2 0,-4 2 1,5 2-1,-3 2 1,-2 0 4,-1 0 0,3-6 0,0 1 0,-1 1 26,-3 2 0,-2-4 0,1 0 0,-1 2-75,1 2 1,1 2 0,3-2 0,1-2 101,-2-1 1,-1-1-1,-3 6 1,2-2-39,5-4 0,-5 2 0,6-6 0,-1 3 0,-1 3 1,6 0 0,-4 0 0,1-4-2,-1-1 0,-2 5 0,-4-2 1,3 2 10,1-2 0,2 4 0,-3-6 0,1 3-10,-2-1 0,-1 0 0,-3 4 0,1-2-15,-1-2 0,6-1 0,1 3 1,-3-2 17,-2 2 1,-1 0 0,-1 0 0,3-2-44,3 3 1,-4-5-1,5 2 1,-5 0 0,-1-2 0,5 6 0,0-5 0,-2 1 10,-1 0 1,3-6 0,0 7-1,-1-1-7,-3-2 0,4 6 1,1-6-1,-3 2 8,-1 1 1,-3-3 0,0 4-1,1-2 17,-1 2 1,7-3-1,-1 1 1,-2 0-1,-1-2 1,-3 6 0,1-6 0,-1 3 1,1-1 0,-1-6 0,0 4-14,1-1 1,-1-1 0,1-2 0,-1 5 7,1-1 1,-1 4-1,1-6 1,-1 1-10,1-1 1,-1 4 0,1-4 0,-1 1-37,1-1 1,-1 4-1,0-4 1,1 1 15,-1-1 1,1 4-1,-1-4 1,1 1 23,-1-1 1,1 4 0,-1-3 0,1-1-3,-1 0 0,1 4 0,-1-3 1,0-1-22,1 0 1,-1 4 0,1-5 0,-1-1 8,1 2 1,-1-3 0,1 5 0,-1 0 17,1 1 1,-3-7-1,-1 4 1,-3-1-2,3-1 1,0 6 0,-1-6-1,-1 1 8,1 1 0,3-3 0,1 5 0,1 0-3,-1 0 1,1-5 0,-1 3-1,1-2 0,-1 1 0,-5-1 0,-1-3 0,3 1-1,2 2 1,1 1 0,0-7 0,1 3-1,-1 3 1,1-4 0,-1 5-1,1-5-1,-1-1 0,1 1 1,-1 3-1,1 1 13,-1-1 1,1-3-1,-1-1 1,-1-1 83,-5 1 0,5 1 0,-5 3 0,3 1-59,-2-2 1,3-1 0,-3-3-20,3 1 1,1-1 0,-3 1 0,-1 1-22,2 5 1,-1-5-1,1 5 1,-3-5-24,3-1 1,-4-1 0,1 1 0,3-1-6,1 1 1,1-1 0,-2 1 0,-3-1 11,3 1 1,-4-1 0,1 1-1,1-1 41,-2 1 1,5 0 0,-3-3 0,1-1-10,-1-2 0,1-1 0,-5 7 0,2-1-5,4 1 0,-5-1 1,3 1-1,0-1-11,-3 1 1,7 0 0,-5-3 0,3-1-14,-2-3 0,3 1 1,-3 6-1,1-1 4,-1 1 0,4-1 0,-5 1 0,5-1 11,1 1 1,-5-1-1,-1 1 1,3 0 7,2-1 0,-5 1 0,-1-1 1,0 1 32,-1-1 1,-3 1 0,4-1-30,-2 1 1,3-1-1,-5 1 1,0-1-15,2 1 0,-6 0 0,3-1 0,-1 1 0,2-1 1,-4 1-1,4-1 1,-2-1 45,2-4 0,-4 3 0,5-3 0,-1 3-9,0 3 1,0-6 0,-4-1 0,2 3 5,1 2 0,7-5 1,-6 1-1,0 2 3,1 1 1,-5 1 0,6-4-42,0-6 0,-6 3 1,4 3-1,-2 4 25,1 1 1,-1 1 0,6-1 0,-2 1-14,-4-1 0,-1 1 1,1-1-1,2-1 21,-2-4 0,4 3 0,-2-3 0,-2 4 3,-3 1 0,5-5 0,0 0 1,-2-1 46,-2-1 1,4 6 0,0-5 0,-3 3-65,-1-2 1,0 3 0,2-3-1,2 2-16,-2-3 1,-2 5-1,0-6 1,2 1 44,1 1 0,1 0 0,-6 3 1,0-1-3,0-2 0,0-6 1,0 5-1,0 3 23,0 2 1,0-5 0,0 1 0,0 0-91,0-2 0,0 5 0,0-3 0,0 4 71,0 1 1,0 1-1,0-1 1,0 1-62,0-1 0,-2-1 0,-2-3 0,-1-1-60,1 2 1,2 1-1,2 3 1,-2-2 82,-4-5 0,4 3 0,-6-6 0,3 2 18,-1 3 0,0 1 0,6-1 1,-2-1-18,-4 2 0,4 1 0,-4 3 1,4 0-22,2-1 1,-5 1 0,-1-1 0,2 1-4,2-1 0,2 1 0,0-1-2,0 1 1,-6-3 0,0-1 0,2-2 15,3 1 1,-1 3 0,-2 2 111,-2-1 0,0 1 0,6-1 0,-2 3-97,-4 3 0,4-4 0,-3 5-16,3-5 0,0-1 0,-2-1-45,-2 1 1,0-1 0,6 1-1,0 0-42,0-1 1,0 1 0,0-1 109,0 1 1,0-7-1,-2 1 1,-2 2-48,-2 1 0,1 3 1,5-3 6,0-3 1,0 4 0,0-5 0,0 5 17,0 2 0,0-1 0,0 1-3,0-1 1,-2 3 0,-2 1-1,-2 2-10,2-1 1,2 3 0,2-1 7,0-3 0,-6-2 0,1-1 1,1 0-11,2-1 0,2 6 0,-2 1 0,-2-3 23,-2-1 0,0-3 1,4 1-1,-2-3-1,-1-3 0,-3 8 0,4-7 42,-2 1 1,-2-1-1,5 5 1,-3 0 1,-2 1-1,4 2-43,-2 3 1,-2 5 11,3-6 1,1 3 0,-6-5 10,2 2 0,2 7 0,5-5-103,-5 2 1,4 0 21,-4 3 0,-2 1-54,2-8-150,1 0-827,5 3 397,0 1 0,0 10 215,0 4 1,0-2 0,0 7 0,0 3 463,0 1 0,7 3 0,3-1 0</inkml:trace>
  <inkml:trace contextRef="#ctx0" brushRef="#br1" timeOffset="1716">5484 4786 17866,'0'-17'-1739,"0"-1"0,0 7 1636,0-1 0,0 6 324,0-6 83,0 1-1135,0-7 674,0 9 1,0 9-1,0 11 1,0 5 150,0 1 1,-8 8 0,-2 5 0,-1 3-92,-1 2 0,0-1 0,-3 1 1,1 2 205,3 4 0,-1-4 1,-3 4-1,1-5 0,2-1 1,7 0-1,-5-2 1,2-4 89,4-5 0,2-5 259,2-1-101,0-9 1,0-3 351,0-12 0,0 2-580,0-7 0,2 5-141,4-6 1,-2 8-1,6-3 1,-1 1-2,1 0 1,-4 0 0,5 4 94,3-4 0,2 4 1,1-3-4,0 3 0,1 2 0,-1 0 0,1 0 32,-1 0 1,1 0 0,-1 2-1,1 2 0,-1 1 1,1 1-1,-1-4 1,1 2-193,-1 2 0,-5 0 0,-1-6 1,1 2 249,-2 3 0,5-3-315,-3 4 0,-4-2-1500,-3 2 352,-3-4 1,-2 8 1062,0-5 1,0-3 0,0 6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5:19.280"/>
    </inkml:context>
    <inkml:brush xml:id="br0">
      <inkml:brushProperty name="width" value="0.08" units="cm"/>
      <inkml:brushProperty name="height" value="0.08" units="cm"/>
      <inkml:brushProperty name="color" value="#004F8B"/>
    </inkml:brush>
  </inkml:definitions>
  <inkml:trace contextRef="#ctx0" brushRef="#br0">35 131 17866,'0'-18'-1994,"-6"1"0,1-1 1792,1 1 1,-4-1 0,2 1 76,2-1 1,2 11 0,2 7-1,0 11 32,0 11 1,0-1 0,2 8 0,2 2-30,2 2 0,0 2 0,-6 0 0,0 2 97,0 4 1,2-5 0,2 5 0,1-4 24,-1-2 0,-2 0 0,-2-2 1,0-2-263,0-2 1,0-8-1,0 3 596,0-5-72,0-9 0,6-4 0,0-14-94,-2-10 1,4-1 0,-1-8 0,3 0-114,4 0 0,-1 5 0,1-3 0,-3 2 14,3-1 1,2 1 0,-1 6 0,-1-1-4,-3 1 0,1 1 1,5 5-1,1 3 103,-1 0 1,1 6 0,-1-2 0,1 8-174,-1 8 0,1 3 0,-1 5 1,-1 1-99,-5 2 0,3 8 1,-6-4-1,-1 3 108,1-1 1,-2 0 0,-6 4 0,0-4 85,0-6 1,-8 2 0,-3-1-1,-5-3 198,-1-2 1,-1-7 0,1-2 0,-1-2 123,1-5 1,-1-1 0,1-2 0,-3 0-241,-3 0 1,4-7-1,-5-3 1,7-2-416,5 1 1,-3-1-1,3-5-251,-3-1 1,5 1-2100,4-1 2691,4 8 1,10 3 0,2 7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4:59.17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1152 717 8027,'-12'-6'181,"0"0"62,8-7 1,-5 5-93,3-4 1,4-3-157,-4 3 0,2 4 1,0 1 52,-2-1 0,-5 4 1,3-6-95,-2 3 1,5 1 0,-7 6 15,-2 0 1,5 0 0,-3 0-12,-2 0 0,5 6 0,-3 1 0,0 3 28,3 4 1,-5 1 0,6 3-1,1 1 10,-1 4 1,0-1 0,4 5 0,-2 0-2,2 0 1,3 2 0,1 6 0,0 0-22,0 0 1,0 2 0,0 2 0,0 1-3,0-1 1,0 4 0,1-2 0,3-2 22,2-3 1,2 5 0,-4 2-1,2 0 15,-2-1 0,-1 5 1,1-5-1,2 3-3,-2 4 0,-2 1 0,-2 1 0,0-3-4,0-1 1,0-5 0,0 7 0,0-1 22,0-5 0,6-4 1,0-4-1,-3 0-10,-1 0 0,-2-2 1,0-2-1,0-2 71,0 2 0,0 2 0,0 2 0,0-2-10,0-4 1,0 2 0,0-6 0,0 2-31,0 4 1,0-5 0,0-3 0,0-4 31,0-1 0,0-1 0,0 1 0,0-1-20,0 1 1,0-7 0,0 1 0,-2 1-10,-3 3 1,3-4 0,-4-1 0,2 1-18,-2-2 0,4 5 0,-6-5-66,1-1 0,-3 5 46,-7-8 0,-1 0 0,1-6 0,-1 0-40,1 0 0,-3 0 0,-1 0 0,-4 0-48,-2 0 0,3-6 1,-3-2-1,0 0-16,0 1 1,5-5-1,-1 4 1,2-2-232,-2-3 0,9 5 0,-4 0 0,3 3-574,-1-1 0,5-6 895,-1 6 0,8-7 0,-4 3 0</inkml:trace>
  <inkml:trace contextRef="#ctx0" brushRef="#br0" timeOffset="713">156 3162 8167,'-8'-12'0,"-1"1"-81,-1-3 1,-4 4-1,7 1 1,-1-1 382,0 0 1,2-1 78,6-7 0,0 7 1,2 1-416,4 2 0,4-4 0,7 7 0,1 1-20,-1 2 1,1 2 0,-1 2 0,0 2-87,1 1 1,-3 11-1,-1 0 1,-4 5 35,-3 0 1,-1 6 0,-6 2 0,-2 4 96,-3 2 0,-3 0 1,-8 0-1,1 0 135,-5 0 0,-1-6 0,2 0 0,-3 2 30,-1 2 0,0-5 0,5-7 0,1-6 218,-1-3 0,1-2 186,-1 1-544,9-3 1,3-14-1,12-1-140,5-3 0,5 6 0,1-4 0,3 2-90,3 1 1,-4-3 0,7 4 0,-3-2-265,0 2 0,8-4 0,-2 3 0,2-1-288,-2-2 0,4 6 764,-3-4 0,3-3 0,1-1 0</inkml:trace>
  <inkml:trace contextRef="#ctx0" brushRef="#br0" timeOffset="948">558 3424 8132,'-2'-10'477,"-4"4"1,2-1-270,-8 1 1,9 2-225,-3 10 1,4-2 0,2 7-10,0 3 0,-6 1 0,0 5 0,2 1-144,2 2 1,2 1 0,0-7-1,0 1-74,0-1 0,0 1 1,0-1-519,0 1 0,2-3 761,4-3 0,4-5 0,7-7 0</inkml:trace>
  <inkml:trace contextRef="#ctx0" brushRef="#br0" timeOffset="1416">924 3354 8167,'0'-17'-13,"0"5"1,-1 0 504,-5-1 0,4 3 0,-4-2-81,4-1 0,2-3 1,0-1-321,0-1 0,0 1 1,0-1-388,0 1 0,0 5 1,-2 3-44,-4 1 0,2-4 1,-7 6 95,-3 3 0,-1 3 1,-3 5-1,1 7 129,-1 4 0,7 1 1,-1 2-1,0 3 84,3 1 1,-5 6 0,6-4 0,0 1 92,1-1 1,1 4 0,6-4 0,0 0 15,0 1 1,0 3 0,0-6-44,0-2 1,8-3 0,3-7 109,5-5 0,1-4 0,1-4-56,-1-4 0,-5-3 1,0-9-1,-1 1-92,-1-1 0,3-1 1,-5-2-1,0-3-25,0 3 0,3 2 0,-3 1-57,2 1 0,-6-1 0,3 3-48,1 3 0,-4 4 163,8 8 1,-8 8-1,1 4 1,-1 5 28,2 6 0,-2-3 1,6 5-1,-1-2-168,1 1 0,-4 1 0,6-4 0,-1 2-86,-1-1 0,4-3 0,-7-3 0,3-3-948,4-1 1142,-7-8 0,9 4 0,-6-8 0</inkml:trace>
  <inkml:trace contextRef="#ctx0" brushRef="#br0" timeOffset="1647">1274 3040 8167,'0'-18'59,"0"1"1,0-1 506,0 1 1,0 5 267,0 1-900,0-1 1,-2 2 0,-2 6-197,-2 8 0,-2 6 0,4 7 1,-3 3-173,-3 3 1,4-2-1,-5 7 1,-1-3 433,2-4 0,-13 6 0,4 1 0</inkml:trace>
  <inkml:trace contextRef="#ctx0" brushRef="#br0" timeOffset="2313">750 228 8167,'0'-17'173,"0"-1"0,0 6 317,0 1 1,0 5 227,0-6-778,0 8 0,0-1-72,0 10 1,0 5 0,0 8 0,0-1 56,0 1 0,0 1 0,0 2 0,0 5 23,0 1 0,0-4 1,0 4-1,0-2-138,0-3 1,0-3 0,0-1 0,0-1-550,0 1 0,0-7 739,0 1 0,0-1 0,0 7 0</inkml:trace>
  <inkml:trace contextRef="#ctx0" brushRef="#br0" timeOffset="3265">1990 909 8167,'0'-12'-112,"0"1"1,0 5 548,0-6 1,0 7-407,0-7 1,-2 8-1,-4 0 1,-6 6-75,-3 4 1,-5 7-1,-1-1 1,-4 6 0,-2 5 1,-2-2 0,-4 8-1,2 2-19,1 2 1,7-4-1,-4 1 1,2 1 30,3 2 1,5 0 0,3-2 0,5-4 7,1-2 1,2 4 0,8-8 0,4-3 29,6-4 1,3-3 0,4 7 0,3-3-31,1-3 0,6 3 1,-4-5-1,3 2-3,3-1 0,0 1 1,0 5-1,-4 1-61,-2-1 0,4 3 1,-5 1-1,-3 4 6,-2 2 1,-9-3 0,-4 5 0,-4 2 25,-2 2 1,0-4 0,-2-2 0,-4-2 42,-6-3 0,-3 3 0,-5-2 0,-1-3 36,-2-7 0,-6 1 1,3-8-1,1-1-14,0 3 1,-4-6-1,6 4 1,1-6 36,3-6 1,1-4 0,1-7 0,-1 0 24,1-1 0,7-5 0,4-2 0,5-1-16,1 1 0,0-4 0,0 6 0,1-1-45,5-1 0,4 6 0,5-4 1,-1 3-36,-2 3 1,-1-1-1,7 3 1,1 1-124,5 2 1,-5 9-1,4-5 1,-3 2-259,-3 0 0,1 0 404,-1 6 0,0 8 0,1 2 0</inkml:trace>
  <inkml:trace contextRef="#ctx0" brushRef="#br0" timeOffset="3804">2636 1206 8167,'0'-23'0,"0"1"359,0 1 0,0 0 0,0 3 149,0 1 1,-8 7-490,-3 4 1,-5 4 0,-1 2-253,-1 0 1,1 8-1,-1 4 1,1 3 28,-1 3 1,-1 1 0,-2 2-1,-3 5-88,3 1 0,1-2 1,3 8-1,0 4 190,-1 0 1,1 2-1,1-1 1,4 5 88,7 2 1,3-6 0,2 1 0,2-3 98,3-2 1,7 0 0,11-2 0,5-6-71,-1-9 0,6-3 0,-4-9 0,6-2 143,5-2 0,-3-10 0,4-6 0,-4-7 63,-2-8 0,-6-4 0,-2-2 0,-2-2 39,-3-4 0,-3 5 0,-3-7 1,-3 2-57,-1 0 1,-8-5 0,2 5 0,-4 2-69,-2 2 0,-10 2 0,-6 2 0,-5 2-125,0 2 1,-7 8-1,1-2 1,-2 3-250,0 3 0,8 7 0,-3 4 1,5 4-166,2 2 1,-1 2 0,3 4 0,1 6-182,2 3 0,8 5 0,-1 3 0,3 6 583,2 4 0,0-6 0,7 6 0,3-6 0</inkml:trace>
  <inkml:trace contextRef="#ctx0" brushRef="#br0" timeOffset="4047">2671 1573 8167,'-12'-2'1483,"1"-4"-956,7 4 1,-2-4-395,12 12 1,1-2-1,7 10 1,-2 3-132,1 4 0,3 5 0,1-3 0,1 4-87,-1 0 0,-1 6 0,-3-6 0,-1 2-151,2 1 1,-1-3 0,1 4-1,-5-4-259,-1-2 0,0-2 0,-4-5-382,2-1 0,-1-5 877,-5 0 0,-7-8 0,-3 3 0</inkml:trace>
  <inkml:trace contextRef="#ctx0" brushRef="#br0" timeOffset="5531">4994 682 7674,'7'-17'-373,"-5"5"1,4 0 772,-4-1 1,0 3-1,2-2 89,2-1 0,0 3-275,-6-2 1,0 1 0,-2-5-111,-4 5 1,2 3-63,-8 8 0,1 0 0,-7 0-110,1 0 1,1 2 0,3 2 0,1 3-15,-2 3 1,1 2 0,-1 5 0,3 1 92,-3-1 0,0 7 0,1 1 1,3 2 24,2 4 0,-3 2 1,3 2-1,0 2-17,0 3 1,1 5 0,3 8 0,-2-1-15,2 0 1,2 7-1,2 1 1,0 2-41,0 4 1,0 2 0,0 3 0,0 3 8,0 2 0,0 0 0,0-7 0,0 1-6,0 0 1,6-8 0,0-4 0,0-3-6,1-3 0,-3 1 0,6-1 0,0 0-23,-1 1 1,-3-7 0,4-1 0,0-2 22,-1-5 1,-5-1-1,4-4 1,-2-2 10,0-2 1,-1-7 0,-5 3 35,0 0 1,0-5 17,0 3 0,-2-6 1,-3-5 24,-7-6 1,2 2 0,-1-3 0,-3-1 93,-1-2 0,-3-2 1,1-2-1,-3-2-86,-3-1 0,2-3 0,-7 4 0,1-2-23,0 2 0,4 2 0,-4 0 0,1-2-132,5-1 1,2-1-1,1 6 1,1 0-479,-1 0 1,1 0-1166,-1 0 1737,9 0 0,-7-8 0,6-2 0</inkml:trace>
  <inkml:trace contextRef="#ctx0" brushRef="#br0" timeOffset="6015">4155 3319 7947,'-17'-8'11,"5"-1"0,1-9 1,-1 1 149,2-1 0,3 7 0,7-1 0,0-2-28,0-1 0,0-3 0,1 3 1,5 1-35,6 3 1,3 1 0,3-4 0,1 5-183,5 1 1,-5 2 0,4 6 0,-3 0-114,-3 0 1,1 0 0,-1 2 0,1 4 64,-1 6 1,-5 5 0,-3 4 0,-1 3 102,-4-3 1,-2 6 0,-4 0-1,-4 2 93,-5 1 1,-5-3-1,-3 4 1,-3-4 76,-1-2 1,0 4-1,3-5 1,-1-1 48,-2 2 0,-1-7 0,5 1 1,0-6 98,1 1 0,-3-4 70,9 1-367,-3-7 1,7 4 0,6-10-1,8-2-183,3-2 1,3-1 0,6 3 0,1-2-147,4 2 1,-1-4 0,5 2 0,0 3-348,0 1 0,-6 2 683,3 0 0,11 0 0,1 0 0</inkml:trace>
  <inkml:trace contextRef="#ctx0" brushRef="#br0" timeOffset="6247">4592 3564 9142,'0'-10'1611,"-8"2"-1704,6 8 0,-7 6 0,5 2 0,-2 1-172,2 5 1,-4 7 0,2 3 0,3-1-164,1 2 1,0-3 0,-2 5-1,-2-2-886,2-4 1314,2-9 0,2 3 0,0-5 0</inkml:trace>
  <inkml:trace contextRef="#ctx0" brushRef="#br0" timeOffset="6715">4889 3179 7947,'-6'-17'66,"0"0"1,-2-1 1022,3 1-956,3 7 0,-6 4 0,8 12 0,0 7-91,0 9 1,0-1-1,0 8 1,0 2-88,0 2 1,2 0 0,2-2 0,2-2-92,-3 3 0,5 0 0,-2 3 0,-2 0 75,-2 0 0,4-8 0,0-3 1,-3-5 34,-1-1 0,-2-1 177,0 1 1,6-11 0,0-7-117,-2-9 1,4-7-1,-3-3 1,1-3-49,2-1 1,-4-2 0,6 3 0,-1-1-60,1 2 1,-4 1-1,5 3 1,1-1-67,-2 1 1,5 5 0,-5 1 0,2-1-168,-1 2 0,1 3 241,5 7 0,1 2 1,-3 3-1,-3 7 62,-6 4 1,2 3-1,-3 2 1,-1 3-46,-2-3 1,-2-2-1,0-1 196,0-1 0,-2 1 1,-3-3-1,-7-1-35,-4-3 0,-1-5 1,-1 4-1,1-2-100,0-4 0,-3 3 0,-1-1 1,-3-2-296,3-2 0,2-10 1,1-1-1,1-5-968,-1-3 1249,1 3 0,-1-19 0,1 6 0</inkml:trace>
  <inkml:trace contextRef="#ctx0" brushRef="#br0" timeOffset="7253">4644 18 9575,'0'-9'88,"0"1"1,0 10 0,0 4-114,0 5 1,0 5 0,0 1 0,-2 1-56,-3-1 0,3 3 0,-4 1 1,4 4-62,2 2 0,0-5 1,0 3-1,0-2-171,0 1 0,0-1 0,0-6-1059,0 1 1371,0-1 0,-8 1 0,-2-1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5:07.6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419 70 7910,'6'-12'-30,"0"1"28,-2-3 0,-2 5 530,-2-3-512,0 8 1,-8-4 0,-4 8 0,-3 2-100,-3 4 1,-5 2-1,0 7 1,0 1 68,-3 3 0,1 5 1,-6-3-1,4 4-39,2 2 0,-4-3 0,5 3 0,3 0 21,2 0 1,1 0 0,3 2 0,3-5 23,6-5 1,-2 4-1,3 1 6,1-3 1,9-4 0,9-5 0,5-4 2,5 0 1,1-7 0,-2 5-1,4-2 1,1 2 0,5 2 0,-4 5 0,2-1-32,-2 2 0,-2 1 0,-6 3 0,3-1-51,-3 0 0,-4 7 1,-5 1-1,-4 2 56,0 4 0,-6-4 1,3 2-1,-5 3 9,-5 1 0,1-4 0,-10 0 0,-3 2-32,-5 2 1,-3-4 0,4-2-1,-3-2 126,3-3 1,-4-5 0,2-3 0,1-5 84,3-1 1,-4-2 0,-1-6 0,3-2 16,1-4 0,3-4 1,0-7-1,-1 0-66,1-1 1,5-7-1,2-4 1,1-2-34,-1 2 1,6-4 0,-2 5-1,4-1-91,2 0 1,0 6 0,0-4-1,0 2-7,0 3 0,8 3 0,2 1 0,1 3-58,1 3 0,0-1 0,5 7 0,1 2-264,-1 2 0,1 2 0,-1 0-388,0 0 1,3 2 726,3 4 0,4 3 0,8 9 0</inkml:trace>
  <inkml:trace contextRef="#ctx0" brushRef="#br0" timeOffset="582">1048 297 7910,'0'-11'-669,"0"-1"657,0-2 1,0-1 0,-2-1 499,-4 5 0,4-5 0,-3 4-374,3-3 1,2 3 0,0 1-226,0-3 0,-8 6 37,-4 2 0,3 5 1,-3 1-1,-2 1-88,-1 5 1,-1 4-1,1 9 1,-1 3 93,-3 1 1,-3 8 0,5 0 0,1 6 58,5 4 0,-5 7 1,7-3-1,-1 1 17,4 1 1,4 0-1,4 3 1,4-1 2,6-3 1,5-9-1,4 0 1,5-8 0,1-4 0,2-7 0,6-9 0,0-1 30,0-4 1,-2-4-1,-2-8 1,-2-7 20,2-7 1,0-9 0,-2 2 0,-6-4 10,-3-2 1,3 0 0,0 0-1,-3 0 67,-7 1 0,1-1 1,-8-2-1,-2-2 14,-3-2 1,-4-5 0,-7 5 0,-10 2-104,-5 2 0,-2 0 0,-4-1 0,2-1-75,-2 6 1,0 6 0,0 11 0,2 2-67,-2 3 1,5 7 0,3-2-1,4 6-125,1 6 1,7 4 0,1 7 0,0 3-217,1 3 1,5-4 0,-2 6-1,4 1-8,2 3 1,2-4 437,4-2 0,3 4 0,9 1 0</inkml:trace>
  <inkml:trace contextRef="#ctx0" brushRef="#br0" timeOffset="949">1135 559 8223,'10'0'258,"-2"8"1,-2 2-1,0 7 1,-1 0-251,3 1 1,0-1-1,5 3 1,1 3-26,5 6 1,1 4 0,7 2 0,0 0-16,0 0 0,2 6 0,4-1 0,-2-1-43,-1-2 1,-3-4 0,2-2-1,-6-4-203,-3-1 0,-3-1 0,0-4 14,1 2 1,-6-1 0,-3-9-440,-1-1 494,-2-8 0,-8 4 0,-2-10 209,-2-4 0,-7-4 0,3-7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5:13.0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70 17 7747,'-17'0'98,"-1"-1"2009,1-5-1160,7 4-831,2-6-210,8 8 0,2 0 0,4 0 9,6 0 1,-3 0 0,3 0 0,4 0-55,5 0 1,-2 0-1,5 0 1,-3 2-2,2 4 0,-3-4 0,3 4 0,-2-5 53,3-1 1,-5 0-1,4 0 1,-3 0 40,-3 0 0,1 0 33,-1 0-295,0 0-169,-7 0 1,-2 2-760,-8 4 1236,0-4 0,-8 14 0,-2-7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5:13.9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70 53 8015,'-11'0'490,"-1"0"1,6-6-48,-5 1 0,7-3-370,-2 2 0,6 2 1,6-6-132,5 3 1,5 1 0,1 6-1,1 0-126,-1 0 0,3 0 1,1 0-1,4 0-307,2 0 1,-5 0-1,1 0 1,-2 0-72,3 0 0,-5 2 562,4 4 0,-3 3 0,-3 9 0</inkml:trace>
  <inkml:trace contextRef="#ctx0" brushRef="#br0" timeOffset="199">70 350 8015,'-17'0'340,"5"0"0,1 0 1362,-3 0-373,6 0-1378,0 0 1,22 0 0,3 0-145,3 0 1,5-6 0,0 0 0,1 3-370,-1 1 0,6 2 1,-4 0-1,2 0-83,0 0 0,-6 5 0,5 1 645,-3-2 0,6 6 0,-4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5:21.0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926 577 7334,'0'-18'281,"0"1"0,0 5 0,0 1-7,0-3 1,0 4 0,0-1 16,0-3 0,-2-1-75,-4-3 1,2 1-194,-8-1 0,7 3 0,-7 3-9,-2 6 0,5-2-18,-3 3 0,0-1 0,-5 6-80,-1 0 0,7 2 1,1 3-1,0 5 6,1 0 1,-1 5 0,-4-3 0,5 4 55,1 1 1,-4 2 0,6 3 0,1 3 26,-3 2 0,6 0 1,-6 4-1,2 0-7,0 6 0,1 0 0,5 10 1,0-1 20,0-1 1,0 5 0,0-3 0,0 3 14,0 3 0,0 3 0,0-2 1,0-3-55,0-1 1,0 1 0,0 1-1,0 1-20,0-1 0,0 0 0,2 1 0,1-1 5,3 1 0,0-1 1,-6 0-1,0 1-9,0-1 1,0-5 0,0-1 0,0 1-11,0-3 0,2-1 1,2-8-1,2 0 55,-2 0 0,-2 4 0,-2-2 1,0-6-2,0-4 0,5 2 1,1-4-1,-2 0 10,-2 1 0,4-1 0,0-4 0,-2 2 3,-2-1 0,-2 3 0,0 0 0,0 0-9,0 1 1,0-3-1,0-4 1,0 3 25,0 1 1,0-6 0,-2-5 26,-4 2 0,-2 1 0,-6 1 1,5-3 60,1-1 0,-6-8 0,3 4 3,-5-1 0,-1-5 1,-1 4-181,1-4 0,-8-4 0,-3-2-244,1-2 0,2-1 0,8 3-65,-1-2 0,1-6 0,1 5 368,4-3 0,-3-2 0,5-5 0</inkml:trace>
  <inkml:trace contextRef="#ctx0" brushRef="#br0" timeOffset="631">105 3092 8228,'-6'-18'-269,"-2"-1"0,0-3 413,1-1 0,-5 0 0,6 5 323,2 1 0,4 1 0,6 3 0,6 3-493,3 2 1,3 2-1,-1 6 1,1 0-227,-1 0 1,6 2 0,1 4 0,-3 6 15,-1 3 1,-3 9-1,-1 1 1,-3 2 54,-1 4 1,-8-4 0,1 2 0,-5 2 117,-5 2 1,-5 2 0,-8-2-1,1-2 222,0-1 1,-7-3-1,1 2 1,0-6 171,-3-4 1,7-1 0,-6-1-1,2-1 256,-1-4 0,1-5 621,5-7-1168,9 0 0,1-2 1,10-1-1,4-3-199,5 2 0,5 0 0,1 0 0,3-2-242,3 2 0,-2 2 0,9 0 0,-1-1-61,-2-3 0,6 0 0,-2 4 0,6-2 462,3-2 0,9-7 0,-4 3 0</inkml:trace>
  <inkml:trace contextRef="#ctx0" brushRef="#br0" timeOffset="848">629 3319 8035,'-12'-12'1348,"0"0"-506,9 8-897,-5-3 1,6 7 0,-2 2-34,-2 3 0,0 5 0,6 8 0,0 1-121,0 4 0,-5-3 1,-1 3-1,2-4-479,2-1 1,2-1 0,0 1 687,0-1 0,8 1 0,1-1 0</inkml:trace>
  <inkml:trace contextRef="#ctx0" brushRef="#br0" timeOffset="1267">926 3196 8228,'0'-17'0,"0"-1"8,0 1 1,0 0 0,0-1 393,0 1 0,0-1 1,0-1-123,0-5 1,-2 5 0,-2-4 0,-4 5-354,-2 7 0,5-3 0,-7 8-61,-2 2 0,-1 2 1,-3 4-88,1 4 1,1 4-1,3 9 1,1 5 39,-1 5 0,3 4 1,0 2-1,2 0 203,4-1 0,1-1 0,-1 0 0,-2-2-3,2 1 0,2 2 0,2-10 0,2-3 19,4-2 0,-2-1 0,7-3 96,3-3 0,1-6 0,3-12 24,-1-6 1,-5-9 0,0-4-1,-1-2-132,-1-4 0,4 4 0,-7-3 0,1 1-40,0 2 1,0 0 0,-4 6 0,1-3-8,-1 3 1,4 7-291,-2 3 1,2 9 276,-3 2 0,-3 13 1,4 13-1,-2 1-38,2 4 0,-4 2 0,6 2 1,-3 0-125,1 0 1,6-6 0,-4-2 0,-1-2-45,1-4 240,6 7 0,-5-9 0,9 6 0</inkml:trace>
  <inkml:trace contextRef="#ctx0" brushRef="#br0" timeOffset="1499">1275 2830 8228,'0'-18'135,"-2"1"1,-2-1 0,-2 1 327,2-1 1,2 7-1,2-1 1060,0-2-1437,0 7-328,0-1 1,0 10 0,0 4 0,0 5-139,0 5 0,-1 9 0,-3 2 0,-4 2-217,-2 0 1,6-5-1,-3 3 597,-1-2 0,6 6 0,-6-4 0</inkml:trace>
  <inkml:trace contextRef="#ctx0" brushRef="#br0" timeOffset="2165">611 18 8229,'-17'0'377,"7"-2"506,4-4-458,-3 4-479,7-6 0,-6 10 40,8 4 0,0 4 0,0 7 1,0 1 55,0-1 0,0 1 1,0-1-1,0 3-134,0 3 1,0-4-1,0 5 1,0-3-50,0 2 0,0-3 1,0 3-1,0-4-438,0-1 0,0-7 1,0 1-538,0 2 1116,8 1 0,-6-5 0,5-2 0</inkml:trace>
  <inkml:trace contextRef="#ctx0" brushRef="#br0" timeOffset="2915">1572 682 8281,'10'-12'5,"-5"0"144,-3-1 1,0-3 265,4-1 1,-2-1 247,8 1-762,-9 7-18,5 2 0,-16 16 0,-3 6 1,-7 5-40,-5 4 1,2 8 0,-6-2-1,-1 4-58,1 2 1,6 0 0,-2 0-1,1 0 149,-1 0 1,9 0-1,-3 0 1,3 0 80,5 0 0,1-2 0,8-2 0,2-2-8,4 2 1,3-6 0,9-1 0,1-5 17,4-2 1,5 1 0,5-1-1,-2 1 32,-2-1 0,0 1 0,4 1 0,-2 2-40,-2 3 0,-8 7 0,3-4 0,-7 2-124,-5 0 1,1 0 0,-7 4 0,-4-2 8,-6-2 1,-7-5 0,-11 3 0,-3 0 75,-2 0 0,-2-11 0,-6 1 0,0-3 0,0-5 0,0-1 0,2-8 0,2 0 54,2 0 1,8-8-1,-3-3 1,5-7 22,1-5 0,9 2 0,3-8 0,4-2 110,2-2 0,2-2 0,4 0 1,5 0-5,5 0 1,1 2 0,1 2-1,-1 4-116,1 1 0,1 3 1,2 6-1,3 1-430,-3 5 1,0-3 0,3 8-118,5 2 0,-10 2 1,-1 2 500,-3 0 0,1 8 0,1 2 0</inkml:trace>
  <inkml:trace contextRef="#ctx0" brushRef="#br0" timeOffset="3615">1973 996 8364,'0'-18'0,"-1"-1"322,-5-4 0,4 3 0,-4-3 1010,4 4-1177,2 9 0,0 6-351,0 16 1,0-1-1,0 15 1,0-1 63,0 4 1,6 4-1,0 4 1,-2 2-142,-3 1 0,5 7 0,0-6 0,0-1 139,2 3 1,-4-6 0,5 4 0,1-4 133,0-2 1,-6-8 0,3-4-1,-1-4 867,0-1-710,8-8 0,-7-12 0,7-14 0,-4-7-8,-3-4 1,-1-3-1,-4-4 1,2-1-33,2 0 0,2 6 1,-5 0-1,3-3-155,-2-1 1,0-1 0,0 1 0,2 1-11,-2 3 1,0 2 0,-1-2-1,3 6-28,-2 3-179,-2 3 0,0 9 136,4 8 1,-4 4 0,6 12 0,-3 3 59,1 0 1,8 3-1,-5-1 1,3 4 20,0 3 0,-1-5 1,7 6-1,-1 2 59,1 2 0,-1 0 1,1-2-1,-1 0 73,1 6 1,-1-8-1,1 4 1,-1-6-27,0-6 0,1-1 1,-3-3 216,-3 1-147,-4-8 0,-8-10 0,0-12 0,0-4-15,0-1 0,0-8 1,0-4-1,0-4-55,0-2 0,0 0 0,0 0 1,0-2 40,0-4 1,0-2-1,0-5 1,0 1-110,0-1 1,0-3-1,0-1 1,0 2-92,0 3 0,0 6 0,0 10 0,0 4-797,0 2 258,0 9 0,2 16 1,4 14-1,5 5-1023,5 5 1653,1 7 0,1 4 0,-1 9 0</inkml:trace>
  <inkml:trace contextRef="#ctx0" brushRef="#br0" timeOffset="3881">3074 1171 8364,'-12'-16'274,"0"4"1,7-3 1527,-7 3-1618,8-3 0,4 5 0,12 4 0,3 4-244,3 2 0,-1 0 0,1 0 0,-1 0-317,1 0 1,-1 2 0,1 2-1,-1 2-9,0-2 0,3-2 0,-1 0 1,1 1-14,-5 3 0,-1 0 0,3-6 0,1 0 399,-1 0 0,1 0 0,7 0 0,2 0 0</inkml:trace>
  <inkml:trace contextRef="#ctx0" brushRef="#br0" timeOffset="4817">4453 367 8364,'-2'-11'148,"-3"-1"0,3 6 89,-4-6 1,2 9 0,0-5-191,-2 0 1,-1 6 129,1-4 0,-4-1-108,-7 1 1,5 0 0,0 6-85,-1 0 0,3 0 0,-2 0-22,-1 0 0,-3 8 0,1 3 0,1 5 38,2 1 0,1 1 1,-5-1-1,3 3 6,1 3 1,6-2-1,-3 8 1,1 4-3,4 6 0,-4 4 0,2 5 0,2 1-15,3 5 1,1 1-1,0 9 1,0 2-30,0 1 0,1 3 1,3 0-1,4 0-92,2 0 1,-6 6 0,3-1 0,-1-1 86,0-2 0,2-2 0,-4-1 0,3 1 7,3 0 0,-4-8 1,4-4-1,-3-3-6,-3-3 1,0 1 0,0-3 0,2-1 25,-2-3 0,-2-5 0,-2 4 1,0-5 99,0-7 0,0 0 0,0-8 0,-2 1-20,-4-1 1,4 4 0,-6-8-1,2-3 40,1-5 0,-3-3 0,4 4 42,-2-3 1,-7-7-70,1 2 1,2-4 0,-1-2 0,-3 0-54,-1 0 1,-3-6 0,1-2-1,-1 1-8,1-1 0,-1-4 1,1 4-1,-1 1-14,1-1 0,-1-4 0,3 5 0,1-1-252,3 0 1,1 0 0,-4 4 0,5-3-857,1-3 1107,-6 6 0,5-11 0,-9 5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5:28.637"/>
    </inkml:context>
    <inkml:brush xml:id="br0">
      <inkml:brushProperty name="width" value="0.08" units="cm"/>
      <inkml:brushProperty name="height" value="0.08" units="cm"/>
    </inkml:brush>
    <inkml:brush xml:id="br1">
      <inkml:brushProperty name="width" value="0.06" units="cm"/>
      <inkml:brushProperty name="height" value="0.06" units="cm"/>
    </inkml:brush>
  </inkml:definitions>
  <inkml:trace contextRef="#ctx0" brushRef="#br0">18 191 8815,'0'-12'-709,"0"1"539,0-3 0,0-1 761,0-3 0,0 1-258,0-1 0,0 1 31,0-1 0,0 7-98,0-1 1,0 6-428,0-6 14,0 9 1,0-3-1,0 12 1,0 5 115,0 5 1,0 1-1,0 3 1,0 1 9,0 2 0,0 6 0,0-3 1,0 1-95,0 4 0,0-6 1,0-2-1,0-3-228,0-3 0,0 1 1,-2-1-949,-4 1 1291,4-1 0,-6 0 0,8 1 0</inkml:trace>
  <inkml:trace contextRef="#ctx0" brushRef="#br1" timeOffset="666">1118 732 8328,'0'-17'326,"0"-1"1,0 7-1,-2 1-244,-4 2 0,-3 2 0,-9 8-124,1 4 0,-3 4 0,-1 7 0,-4 3-40,-3 3 1,1-2-1,-4 7 1,4-1-83,2 0 0,-4 2 1,5 4-1,3-2 3,2-2 0,7-2 0,2 4 0,3-3 124,3-3 1,2-2 0,4-5 0,4-1 20,5 0 1,7-1 0,3-2 0,4-3 52,2 3 0,1 1 1,3 1-1,-2-3-44,2-1 0,2 2 0,0 7 0,-2 2-19,-2-1 0,-8-1 1,3 0-1,-7 5-58,-5 1 0,1 0 0,-7 4 0,-4-2-40,-6 2 1,-6 2-1,-7 0 1,-2-2 73,-5-2 1,-3-7 0,-8 1 0,0-4 46,0-1 1,6-3-1,0-3 1,-2-6 46,-2-4 1,4-2 0,2-2 0,2-4 97,3-6 0,5-3 0,3-5 0,4-1 37,3-2 0,1-6 1,6 3-1,0 1-98,0 0 1,8-4 0,3 5 0,5 3-117,1 2 1,1 3 0,-1 3 0,1 1-63,-1-2 1,2 7-1,3 1 1,3 4-390,2 2 0,0-2 486,3-4 0,10 4 0,-3-6 0</inkml:trace>
  <inkml:trace contextRef="#ctx0" brushRef="#br1" timeOffset="1316">1450 1169 8328,'0'-27'34,"-2"-4"1,-2 7 0,-2 3 256,2 2 0,2 1 0,2 1 1,0-1 790,0 1-1223,0 7 1,0 4 134,0 12 0,0 4 0,2 9 0,2 3-130,2 1 0,0 8 0,-6-2 1,2 4-85,4 2 1,-4 6 0,3-1 0,-1 1 116,2 2 1,-2-6 0,6 3 0,-3-3 38,-3-2 0,4-6 0,0-1 0,0-3 81,-1-4 0,1-7 249,-2-3 1,-2-9 0,5-4 0,1-11 59,0-9 0,-4-7 0,3 4 1,-1-2-198,-4-4 1,4-2 0,0-2-1,-1 0-159,1 0 0,4 2 1,-5 2-1,3 2-25,4-2 0,-5 0 0,1 2 1,0 5-113,0 5 1,-5 7 0,7 3-171,2 1 0,-5 4 0,1 10 210,-2 6 0,3 3 1,-3 4-1,2 3 83,3 1 1,3 8-1,1-4 1,1 2 35,-1 1 0,1-3 0,1 4 1,3-2 41,1 2 1,2-6 0,-4-2 0,3-1 17,-3 1 1,4-4-1,-1 3 1,-3-7-2,-2-3 0,-1-8 1,-1 2 108,1-4 1,-7-10 0,-1-6 54,-2-7 0,-2 1 0,-6-5 0,0 0-19,0-4 0,0-4 0,0-2 0,0-2-104,0-4 1,0 3 0,0-9-1,0-2-35,0-1 1,-6-8 0,0 0 0,2 1-68,2 3 0,2 9 0,0 7 0,0 5-834,0 3-1930,0 9 2774,0 4 0,8 17 0,2 9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5:27.17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208 190 8364,'-8'-17'-239,"6"-1"1,-4 1 0,4 0 179,2-1 1,0 6 231,0 1 0,8 1 0,4-2 1,3 7-201,3 3 0,-1 2 1,1 0-1,-1 2-73,1 3 0,-1 5 0,-1 8 1,-3-1 20,-1 1 1,-8 1 0,2 2-1,-5 5 41,-1 1 1,-13 2-1,-5 6 1,-3 0 50,-4 0 1,4 0-1,-9-2 1,1-2 56,2-2 1,-6 0 0,6 4 0,-2-4 96,0-6 0,9-3 1,1-5-1,5-3 713,1-6-631,5 3 0,2-13 1,10 2-220,2-5 0,7-3 0,1-2 1,5 5-114,5-1 0,-1 6 0,-4-4 0,3 4-215,1 2 1,2 0 0,-3 0 0,1 0-795,-2 0 1092,6 0 0,1-8 0,7-1 0</inkml:trace>
  <inkml:trace contextRef="#ctx0" brushRef="#br0" timeOffset="234">575 505 8364,'0'-12'552,"0"0"0,-6 7 510,0-7-1002,0 8 0,6-2 1,0 12-1,0 6-124,0 3 1,0 3-1,0-1 1,0 3-216,0 3 0,-6-4 1,0 7-1,3-3-384,1 0 0,2 0 0,-2-5 663,-4-1 0,4 1 0,-6-1 0</inkml:trace>
  <inkml:trace contextRef="#ctx0" brushRef="#br0" timeOffset="702">871 86 8364,'-1'-18'462,"-5"1"0,2-1 960,-8 1-1483,8 7 0,-3 4 0,7 12-43,0 6 0,0 9 0,0 4 0,1 2 22,5 5 0,-4 2 0,4 5 1,-4 2 46,-2-2 1,2 3-1,2 1 1,2 0 79,-2 0 1,-3-5 0,1-7 0,2-1-27,2 1 0,0-6 1,-4-4 289,4-7-128,-4-7 0,11-20 0,-7-6 0,0-7-136,2-5 0,-4 0 0,5 0 0,1 4-121,0 2 0,-5-4 1,7 5-1,0 3-30,-3 2 0,5 1 0,-6 1-191,1-1 0,3 9 183,6 3 1,-1 6 0,-1 6 0,-3 5 69,-1 5 0,-8 1 1,3 1-1,-1 1 66,0 4 1,0-3-1,-6 3 1,0-4-10,0-1 1,-8 5 0,-3 0 0,-5-3 8,-1-7 1,-7 3-1,1-6 1,0 1-118,-3 1 0,7-8 1,-4 2-1,3-4-353,3-2 0,-1-2-414,1-4 0,1-4 862,5-7 0,-5-9 0,7-1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9:42.25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70 280 8145,'-7'9'-342,"3"-1"1040,-8-8-258,8 0-665,-11 0 172,13 0 1,-4 0 0,12 0 76,5 0 1,5-2 0,1-2-1,1-1-48,-1 1 0,7 2 0,-1 0 1,-2-2-84,-1-2 1,3 0 12,0 6 0,6-2-103,-5-4 1,1 5 0,-4-5 0,3 4-101,-3 2 0,-2 0 0,-1 0 1,-1 0 296,1 0 0,-9 0 0,7 0 0,-6 0 0</inkml:trace>
  <inkml:trace contextRef="#ctx0" brushRef="#br0" timeOffset="351">18 594 7548,'-10'-8'271,"3"4"-209,7-7 0,5 5 0,3-4 0,2 2-17,3 5 0,5 1 0,3 0 1,4-2 13,3-2 0,-5 0 0,6 6 0,2 0-84,2 0 0,0 0 0,-2 0 0,-2 0-6,2 0 1,-5 0 0,-1 0 0,-2 0-95,0 0 0,1 0 0,-7 0-521,1 0 241,-9 0 1,-1 2 404,-8 4 0,0-4 0,0 6 0,0-8 0</inkml:trace>
  <inkml:trace contextRef="#ctx0" brushRef="#br0" timeOffset="849">490 105 8357,'0'-17'-457,"-6"5"1,0 0 0,0 1 1840,-2 1-1044,6-6 0,-7 9-481,3-5 1,6 4 0,0 10 162,10 4 0,7 4 1,4 7-1,3 1-10,-3-1 0,6 1 1,0-1-1,2 1-50,1-1 0,-7 0 1,6-1-1,0-1 25,-2 3 1,4-10 0,-7 9 0,-1-3-7,2-5 0,-5 7 0,3-6 14,-4-1 0,-3 1 237,-5-4 155,-3-4-407,-8 6 0,-2-14-175,-4 0 1,2 0 68,-7 6 0,5 0 0,-4 2 1,1 2 55,-1 2 0,4 7 0,-6-1 0,-1 4 33,-3 1 0,-1 6 0,-1 3 0,1 1 44,-1 4 0,1 2 1,-2 2-1,-3 0 53,-1 0 0,-2-1 0,3-1 0,-1-2-25,2-1 0,1-7 1,3 4-5,-1-2 0,3-1-690,3-7 659,-3-7 0,28-10 0,-1-10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9:45.08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452 157 8346,'0'-11'-303,"0"-1"390,0-2 1,0 5 0,0-3 194,0-2 0,0-1-132,0-3 1,0 1-460,0 0-518,0 7 778,0 2 1,-7 27 0,-5 7 51,-3 3 0,-9 2 0,-1 6 0,-2 3 45,-4 7 1,-2-2 0,-2-1 0,0 1 13,0 0 1,6-7 0,2 1-1,2-6-15,3-4 1,3-7-1,1-1 281,1-7-153,7-7 1,4-9-61,12-3 1,-4 1-251,4-8 1,-2 8-1,2-2-5,5 4 1,-1 2 0,2 0 97,1 0 0,-3 0 1,2 0-1,1 0 28,3 0 0,1 6 0,1 2 1,-1 0 60,1-1 1,5 7-1,2-2 1,2 3 14,4 3 0,-4-7 0,3 1 0,-1 3-32,-2 7 1,6-9 0,-6 5 0,0-3-20,-4 1 1,-1-1-1,-3-1 1,1-4-101,-5-2-121,-1 5 1,-5-9-860,-3 8 197,-4-9 872,-2 5 0,-8 0 0,-1 2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9:52.689"/>
    </inkml:context>
    <inkml:brush xml:id="br0">
      <inkml:brushProperty name="width" value="0.08" units="cm"/>
      <inkml:brushProperty name="height" value="0.08" units="cm"/>
    </inkml:brush>
    <inkml:brush xml:id="br1">
      <inkml:brushProperty name="width" value="0.06" units="cm"/>
      <inkml:brushProperty name="height" value="0.06" units="cm"/>
    </inkml:brush>
  </inkml:definitions>
  <inkml:trace contextRef="#ctx0" brushRef="#br0">645 994 7383,'9'-11'232,"-3"-1"0,-4 0-123,-2-5 0,0-1 0,0 1 9,0-1 1,0 7 0,0-1-21,0-1 0,-6-3 0,-1-1-5,-3-1 1,4 1-98,-6-1 1,3 1-1,-5-1 64,2 1 1,7 5-171,-7 1 1,6 7 53,-5-2 1,5 4 23,-6 2 1,0 8 0,-3 3 21,3 5 1,3 7 0,5 0 0,-2 1 42,2 1 1,2-4-1,0 6 1,-2 1 32,-2-1 0,1 2 0,5 6 0,0-2 0,0-4 0,0 4 1,0-4-1,0 6-56,0 6 1,0-4 0,0 3 0,0-1-11,0 2 0,5-4 0,1 5 0,0-1 0,2 0 1,-4 5-1,5-5 1,-1-2-16,-4-2 0,4 4 0,0-1 0,-1-1 36,1-2 1,4-2 0,-6 2-1,-1 2-23,3 1 0,-6 3 0,6-4 1,-2 4-42,-1 1 0,7 1 0,-6 1 0,0-5 35,2-4 1,-7-2 0,5 0-1,-4 0 23,-2 0 1,6-8-1,0-4 1,-2-3 12,-2-3 1,-2 6 0,0 1 0,0-3 4,0-2 1,-2-1-1,-2-1 1,-2 1-30,2-1 1,0-1 0,0-3-17,-1-1 0,-3-2 45,2 1 0,2-1 1,-8-6 23,-1 2 0,-3 0 0,-1-6 1,-1 0-9,1 0 1,-6 0-1,-1 0 1,3 0-101,2 0 0,1 0 0,1 0 1,-1 0-207,1 0 1,5 0 0,1 0-482,-3 0 1,4-6 737,-1 0 0,-1-8 0,-6 5 0</inkml:trace>
  <inkml:trace contextRef="#ctx0" brushRef="#br1" timeOffset="1366">138 3177 7807,'-9'-17'254,"3"-1"-240,12 1 1,3 1-1,9 3-38,-1 1 1,1 2 0,-1-1-1,1 5-92,-1 4 1,0 2 56,1 0 1,-3 8 0,-3 3 0,-6 7 1,-4 5 0,-2-3 1,-2 5-1,-4 0 58,-6 4 0,-3-2 0,-4 0 0,-3 1 20,-1-1 0,-2-6 0,3 2 0,-3-1 37,-2 1 1,6-9-1,-3 3 63,5-1 1,3-7 0,3 1-22,1-2 72,8-2 0,-2-8-62,12-4 0,4 4 0,7-6 0,1 2-83,-1 1 0,-5-1 0,0 6 0,1 0-143,3 0 0,1-6 0,1 0 0,-1 2-221,1 2 0,-1 2 1,1 0-1,-1 0-800,0 0 1137,1 0 0,-1 0 0,1 0 0</inkml:trace>
  <inkml:trace contextRef="#ctx0" brushRef="#br1" timeOffset="1614">557 3404 8416,'-9'0'468,"-7"0"1,12 0-683,-7 0 0,-1 0 152,-5 0 1,5 8 0,2 4 0,0 3 44,1 3 0,3-1 0,-6 1 0,1 1-108,1 4 1,-4-1 0,7 5-1,-1-2-190,0-4 1,0 1 0,4-1-717,-1 2 1031,-1 1 0,14-7 0,1 1 0</inkml:trace>
  <inkml:trace contextRef="#ctx0" brushRef="#br1" timeOffset="2099">907 3282 8656,'0'-17'293,"0"-1"0,0 1-163,0-1 1,0 7 0,0-1-69,0-2 0,0-1 0,0-3-40,0 1 1,-6 5-444,0 1 0,-8 7 163,3-2 0,-5 6 1,1 6-1,1 5 146,3 5 0,-1 1 0,-6 3 0,1 1 62,-1 2 0,7 7 1,-1-5-1,1 0 45,1 0 0,0 4 0,6-3 0,-2-1 32,3 0 0,1-2 0,2-5 123,0-1 0,2-7 18,3-4 1,3-6 0,6-6-1,-3-6-90,3-3 0,1-3 1,1 1-1,-2-1-50,-3 1 1,1-6 0,5-1 0,1 3-46,-1 2 1,-5 1 0,0 1-1,1 1-41,3 4 1,-5-1 0,-1 5 0,0 0-27,-1 1 1,-3 1 62,6 6 1,-6 8 0,3 3 0,-1 5 44,-4 1 0,4 1 0,-2 1 0,-3 2-147,-1 3 0,4-1 0,0-6 1,0 1-641,2-1 1,-4-1 762,7-5 0,1 5 0,5-6 0</inkml:trace>
  <inkml:trace contextRef="#ctx0" brushRef="#br1" timeOffset="2332">1273 3020 8431,'0'-12'-1,"0"1"1,0-3 96,0-1 1,0 3 0,0 0 175,0-1 0,0-3-119,0-1 0,0 5-340,0 1 1,0 9-1,0 2 1,0 2 0,0 9-84,0 3 1,-2 1-1,-1 5 1,-3 1-532,2 2 801,-6 1 0,0-7 0,-7 1 0</inkml:trace>
  <inkml:trace contextRef="#ctx0" brushRef="#br0" timeOffset="2996">418 86 15075,'-2'-17'-1212,"-4"-1"1,2 1 291,-8-1 616,8 9 1,-3 3 254,7 12 0,0 5 1,0 11-1,0 1-6,0-2 0,2 4 0,2 1 0,1-1-210,-1 0 1,4 0-1,-2-3 1,-2 1 228,-2-2 0,5 6 0,3 1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9:57.685"/>
    </inkml:context>
    <inkml:brush xml:id="br0">
      <inkml:brushProperty name="width" value="0.08" units="cm"/>
      <inkml:brushProperty name="height" value="0.08" units="cm"/>
    </inkml:brush>
    <inkml:brush xml:id="br1">
      <inkml:brushProperty name="width" value="0.06" units="cm"/>
      <inkml:brushProperty name="height" value="0.06" units="cm"/>
    </inkml:brush>
  </inkml:definitions>
  <inkml:trace contextRef="#ctx0" brushRef="#br0">367 156 10324,'2'-17'-535,"4"-1"1,-4 1-1,3-1 497,-3 1 0,4 5 0,0 1 191,-2-3 1,-2 4-154,-2-1 1,-2 7-139,-4-2 0,-4 12 0,-7 5 1,-2 5 15,-5 1 1,3 3 0,-8 1-1,0 4 72,2 2 1,-6 1 0,5 3 0,-1-2-41,0 2 1,8 0 0,-2 0-1,3-4 55,3-2 1,7 4-1,4-3 1,4-1 52,2 0 0,2-2 0,4-5 3,6-1 0,9-5 0,4-2 1,0-1-9,1 1 0,5 0 0,-4 3 0,2-1 5,0 2 1,-2 7 0,2 2-1,-3 1-25,-1 1 0,-6 0 1,4 6-1,-3 0 1,-3 6 0,-7-2 1,-2 6-1,-2-5-17,-1-1 0,-1 0 0,-8 0 0,-3 0 24,-3 0 1,-7-8 0,-7-3-1,1-5 50,-2-2 1,3-1 0,-7-2 0,0-5 6,2-1 1,0-2-1,6-6 1,-3-2-3,3-4 1,1-4 0,3-7 0,1-1-30,5 1 0,-3-6 0,6-3 0,1-1-29,-1-4 0,2 0 0,6 0 0,0 2-17,0-2 1,6 0-1,2 0 1,1 4 18,5 2 0,2-5 1,1 7-1,0 2-64,1 1 1,5 3 0,1 1-1,-3 3-209,-2 1 1,-1 8-1,-1-2-361,1 5 634,-1 1 0,1 7 0,-1 3 0</inkml:trace>
  <inkml:trace contextRef="#ctx0" brushRef="#br1" timeOffset="633">978 418 8175,'0'-17'-415,"0"-1"0,2 3 1,2 1 514,2 2 1,0 7 118,-6-7 0,0 6 1,2-4 29,3 3-351,-3 1 0,-2 14 0,-11 1 0,-5 5 22,-1 3 0,3-3 0,-1 11 0,-5-2 21,1 1 1,-3 13 0,1-2 0,-2 1 31,2 1 1,7 0 0,2 2 0,1 4 59,1 1 1,2-5 0,8 2 0,2-4 4,4-2 0,4-2 1,9-4-1,2-6 19,3-4 1,7-3 0,-2-4 0,4-7 99,2-3 1,0-2-1,0 0 1,-2-2-65,-4-3 0,4-5 0,-6-10 0,0-1 35,-4-2 1,-3-6-1,-3 3 1,1-1 43,-1-4 1,-1-2 0,-3-2 0,-3 0-39,-2 1 1,-2-3 0,-6-2 0,0-2-119,0 2 0,-2-3 0,-4-1 0,-6 0-119,-3 1 1,-5 1 0,-1 8 0,-2 2-107,1 2 0,-3 7 0,2 1 0,1 7-38,3 9 0,1 3 0,1 2 0,0 0-86,-1 0 1,6 7-1,3 5 1,-1 4-103,0 1 0,5 6 435,-7 1 0,8 14 0,-4-1 0</inkml:trace>
  <inkml:trace contextRef="#ctx0" brushRef="#br1" timeOffset="918">1135 767 7746,'-5'-11'-716,"-1"-1"1,0 6 1622,6-5-731,0 7 0,6-2 0,2 12 1,1 5-6,5 5 1,3 7 0,5 2 0,1 3-119,-2 3 1,1-4-1,-1 2 1,4 2-65,2 2 1,0 2 0,5 0-1,-5 0-83,-2 0 0,6-6 0,-4 0 0,0 0-183,-3-2 1,-7-2 0,-3-7 0,-5-1 276,-1 1 0,6-1 0,-5 1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30:02.685"/>
    </inkml:context>
    <inkml:brush xml:id="br0">
      <inkml:brushProperty name="width" value="0.08" units="cm"/>
      <inkml:brushProperty name="height" value="0.08" units="cm"/>
    </inkml:brush>
  </inkml:definitions>
  <inkml:trace contextRef="#ctx0" brushRef="#br0">298 1 12268,'-18'0'-756,"7"0"1,-1 0 815,-2 0 0,5 2 0,-3 1 1,1 5 75,1 2 0,-6 2 0,5 7 1,-5 2-64,-1 3 1,-1 7 0,1 0 0,-1 7-15,1 9 1,1 5-1,3 7 1,1 7-6,-2 7 1,7 1 0,1 6-1,4-1 11,2 1 1,0-1 0,2 3 0,4-8-124,5-8 1,5 1-1,1-4 1,1-1-75,-1-4 0,8-10 1,3-3-1,1-4 38,0-8 1,0 6 0,6-10-1,-2-4-102,-4-4 1,2-5-1,-6-3 1,0-3-1324,1-2 1480,-3 5 1,2-3 0,2 8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30:04.771"/>
    </inkml:context>
    <inkml:brush xml:id="br0">
      <inkml:brushProperty name="width" value="0.08" units="cm"/>
      <inkml:brushProperty name="height" value="0.08" units="cm"/>
    </inkml:brush>
  </inkml:definitions>
  <inkml:trace contextRef="#ctx0" brushRef="#br0">577 175 14339,'0'-12'-2491,"0"1"1872,0-3 0,0-1 73,0-3 0,0 1 579,0-1 0,0 7 1,0-1 87,0-2 1,0 5 163,0-3 1,-8 8-140,-4-2 1,-3 4 0,-3 2-128,1 0 0,5 0 0,1 2 0,-3 2 124,-1 2 0,3 8 0,0-3 0,1 5-60,1 1 1,-6 3 0,7 1 0,-3 4-42,0 2 0,9-3 0,-5 5 0,2 2 23,0 2 1,-2 4 0,5 3 0,-3 7 47,2 3 0,2 5 0,2 3 0,0 6-85,0 4 1,2 2 0,2 2 0,4 1-87,1 3 0,-5 2 0,4-5 1,-2 5-97,-1 2 1,7-7-1,-4 3 1,0-2-32,-1 1 0,-1-5 0,-4 2 0,2-6 11,2 0 1,0-4 0,-4 0 0,2 0 67,1 0 0,1-5 1,-6-1-1,0-4-37,0 1 0,0-11 1,0 9-1,0-6 102,0-7 0,0-3 0,0-6 0,0-3 140,0-1 1,-2-4-1,-2 6-72,-1-1 1,-9-3-171,2-6 1,3-1 0,-3-5 73,-2-5 1,5-4 0,-3-2 0,-3 0-63,-7 0 1,3 0-1,-6-2 1,-1-2-107,-3-1 1,2-7 0,-2 4-1,-2 0-808,-2 1 1045,6 1 0,-6-2 0,6-2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30:03.61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36 140 8399,'-10'-18'5,"0"1"1,6-1 138,-1 1 1,-1 5-1,6 1 27,0-3 1,2 6 0,4 1-271,5-1 1,5 6-1,1-4 1,3 4-82,3 2 1,-4 0-1,7 0 1,-3 0-80,0 0 1,6 0 0,-4 0-1,1 0 259,-1 0 0,6 0 0,-4 0 0</inkml:trace>
  <inkml:trace contextRef="#ctx0" brushRef="#br0" timeOffset="183">106 192 8399,'-18'0'-210,"6"0"1,1 0-255,-3 0 1132,-1 0-593,5 0 1,4 0 0,12-2-160,6-4 0,9 5 0,4-5 1,2 2-91,4-2 1,10 4 0,6-6 173,3 1 0,3-3 0,-1-8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29:59.985"/>
    </inkml:context>
    <inkml:brush xml:id="br0">
      <inkml:brushProperty name="width" value="0.06" units="cm"/>
      <inkml:brushProperty name="height" value="0.06" units="cm"/>
    </inkml:brush>
    <inkml:brush xml:id="br1">
      <inkml:brushProperty name="width" value="0.08" units="cm"/>
      <inkml:brushProperty name="height" value="0.08" units="cm"/>
    </inkml:brush>
  </inkml:definitions>
  <inkml:trace contextRef="#ctx0" brushRef="#br0">71 943 8412,'-18'0'-220,"3"-2"1,1-1-324,2-3 655,8 0 0,-3 4 1,9-2-4,3-2 0,11 1 1,9 5-1,2-2-51,4-4 0,2 4 0,2-4 0,0 4-84,0 2 1,0-2 0,0-2 0,-2-2-48,-4 3 0,2 1 0,-8 2 0,-1 0-57,-3 0 1,-1 0-84,-1 0-144,-7 0 235,-2 0 1,-24 7 0,-3 3 0</inkml:trace>
  <inkml:trace contextRef="#ctx0" brushRef="#br1" timeOffset="583">1206 420 11789,'9'-18'-233,"-3"1"0,-4-1 0,-2 1 272,0-1 1,0 1-375,0-1-3,0 9 0,-8 1 0,-3 10 263,-5 4 1,-1 3 0,-1 9 0,1-1 23,-1 1 0,-5 1 1,0 2-1,2 5 47,1 1 1,3-4-1,1 6 1,3 0-42,1-2 0,6 6 0,-4-5 0,3 1 55,3 0 0,2-2 0,4 4 0,5-4 87,11-2 0,1 5 0,9-7 0,-1 0-55,0 2 0,2-5 1,6 3-1,0-2 24,0 3 1,0-3-1,0 6 1,-2 0-167,-4 1 0,-6-5 0,-9 4 0,-5-2-33,-1-3 0,-2-1 0,-10 0 0,-6 3 70,-7-3 1,-14-2 0,-2-1 0,-6-1-43,0 1 1,0-7 0,1-1 0,-3 0 51,2-1 1,4-5-1,4 2 1,4-4 41,2-2 1,1-8 0,9-3-1,3-5 9,6-1 1,4-7 0,2 1 0,0 0 44,0-2 1,8 3 0,4-5 0,5 0 19,7 0 1,-3 3 0,6-3 0,-2 2-88,-3 4 1,3 1 0,-2 5 0,0 1-175,3 3 1,-13 5-1,5-4 1,-3 2-809,1 4 978,-7 2 0,7 10 0,-6 2 1</inkml:trace>
  <inkml:trace contextRef="#ctx0" brushRef="#br0" timeOffset="1366">1695 681 8448,'-10'-17'0,"2"0"-107,1-1 0,5 1 667,-4-1-423,4 1-340,2 7 0,0 10 0,0 12 0,0 3 104,0 3 0,6 1 0,1 4 0,1 6 97,0 4 0,4 2 0,-5 0 0,1 0 33,0 0 1,3 0-1,-3 2 1,0 2-14,0 1 1,3 1 0,-5-6 0,0-2-3,2-4 0,-4 2 0,5-7 146,-1-3 0,0-9-27,-2-7 1,-4-5-1,5-5 1,-1-7-89,0-4 0,8-7 1,-5-2-1,3 0 24,0-1 1,-7-5 0,5 2-1,0-2-67,0 2 0,-5-4 0,7 6 1,0 0-105,-3 4 1,5 3-1,-6 3 1,0-1-36,-1 1 0,7 5 0,-2 2-23,3 3 0,-5 3 0,-3 8 0,1 3 51,4 3 0,-2 4 0,1 7 0,3 4 118,1 2 0,-3-3 1,0 5-1,1 0 4,3-2 1,1 4 0,3-6-1,1 1 2,2-1 0,1-2 0,-7-4 0,0 1 45,1-3 0,-1 3 0,1-14 0,-1-3 86,1-1 1,-7-2 0,-1-2 0,-2-3 102,-4-7 1,-2-5 0,0-7 0,2-3-51,1 0 1,1-6 0,-6 2 0,0-6-90,0-4 1,-6-7-1,-1 3 1,-1-1-56,0-1 0,-4 6 0,5-3 0,-1 1-158,0 4 0,0 4 0,4 6 0,-1 6-388,1 3-350,-6 3 293,8 7 0,-6 4 1,8 12-1,0 6 546,0 3 0,-7 11 0,-3 1 0</inkml:trace>
  <inkml:trace contextRef="#ctx0" brushRef="#br1" timeOffset="1933">2638 88 9622,'0'-18'-1702,"2"1"1852,4-1 0,-3 3 0,9 3 59,2 6 0,1 4 0,3 2 1,-1 0-102,1 0 1,5 8 0,2 6 0,2 5-55,4 4 1,2 8 0,2-1 0,0 4-15,0 7 1,0-2 0,-2 8 0,-2 1-93,-2 3 0,-7 9 0,1 4 0,-6 4 16,-5 2 0,-4-1 0,-8 1 0,-2-2-108,-4-4 0,-10 4 1,-9-6-1,0-2 40,0-7 1,-6-3 0,3-7 0,-1 0-30,0-1 1,8-1 0,-4-6 0,1-2-118,1-4 1,0 2-1,5-8 1,1-1-55,-1-3 1,1-1 0,0-3 290,-1-3 0,-7 3 0,-2-5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30:07.1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228 105 8220,'-12'-2'18,"0"-3"1,3-5 78,-3-8 0,4 7 0,8-1-45,0-2 1,0 5 0,2-1-14,4 2 1,-2 3 0,8 5-118,1 0 0,3 0 0,1 0-37,1 0 1,-3 1-1,-3 5 1,-5 6 54,1 3 0,-6 3 1,4-1-1,-6 1 68,-6-1 0,-2 3 0,-7 1 1,-1 2 79,-3-1 0,-2 3 0,3-2 0,1-1-18,-1-3 1,-5-2 0,0 1 0,1-1 23,3 1 1,1-3 0,1-1 0,1-2 36,5 1 1,-3-3-147,8 1 5,1-7 0,14 4 0,7-8 1,7 0-105,4 0 1,2-2 0,6-2 0,2-2-549,4 3 1,-2-5 661,7 2 0,1-8 0,5 5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30:07.43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88 53 7223,'-12'-16'1604,"1"5"-1430,7-5-603,-4 14 390,8-6 1,0 16-1,0 4-46,0 3 0,-6 3 1,0-1-1,1 1-214,-3-1 0,6 6 0,-4 1-612,4-3 911,-6-2 0,6-1 0,-5-1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30:07.93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53 51 7682,'-18'-18'-1041,"1"1"1421,7 7 0,2 4-261,8 12 1,0 4 0,0 9 0,0 4-7,0 7 1,2-3 0,2 2 0,2 2-91,-2 2 0,4 2 0,-3 0 0,-1-2 12,-2-4 1,4 4 0,0-6 0,-2 0-59,-2-4 1,4-3 0,-1-3 0,-1 1 73,-2-1 31,-2-7 1,2-4 0,4-12-60,6-6 0,-3-3 0,3-3 0,2-1-41,1-4 0,-3 3 1,-1-1-1,3 5-10,1 5 1,3-1-1,-1-4 1,1 3-47,-1 1 0,1 6 0,-1-3-172,1 1 0,-1 2 214,1 6 1,-3 8-1,-3 4 1,-6 3 37,-4 3 0,-2-1 0,0 0 0,-2 3 19,-4 3 0,-4-3 0,-7 1 1,-1-6 1,1-3 1,-7 0-1,-1 3 1,0-3-17,0-6 0,-4 1 0,3-1 0,1-2-221,0-2 1,2-2 0,5 0-508,1 0 717,-1-8 0,1-1 0,-1-9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30:08.684"/>
    </inkml:context>
    <inkml:brush xml:id="br0">
      <inkml:brushProperty name="width" value="0.08" units="cm"/>
      <inkml:brushProperty name="height" value="0.08" units="cm"/>
    </inkml:brush>
  </inkml:definitions>
  <inkml:trace contextRef="#ctx0" brushRef="#br0">18 106 11705,'0'-18'-1396,"0"1"1328,0-1 1,-2 3-1,-2 1 520,-2 2-46,1 9-582,5-5 0,0 10 1,0 4 54,0 5 0,0 5 0,0 1 0,0 3 5,0 3 0,0-4 0,0 7 0,0-3-266,0 0 1,0 2-1,0-3-814,0 1 1188,0 8 1,7-4-1,3 8 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30:09.58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259 123 8449,'6'-18'0,"2"1"-305,1-1 1,-5 1 732,2-1 0,-4 7 279,-2-1-653,0 8 0,-2-4 0,-4 8-201,-5 0 0,-5 8 0,-1 4 0,-1 3 16,1 3 0,-7 5 0,1 2 0,0 0 70,-2 1 0,5-1 0,-1-4 0,5 4 28,5 3 0,1-5 0,-2 4 0,5 0 35,-1 0 0,6-5 1,-2 1-1,10-4 68,11-1 1,3-1 0,9 1 0,4-1 13,6 1 0,-3-1 1,7 1-1,-2-1-39,0 1 0,-1-1 0,-5 2 0,-2 3-61,-4 1 1,-3 2-1,-9-3 1,-1 3-145,-5 2 1,-3-4-1,-8 4 1,-4 1 132,-8-1 0,-1-4 0,-16 4 0,-2-1-43,-2-5 1,-2 2-1,-2-3 1,-2-5 55,-2 1 0,3-7 0,7 1 1,3-2 19,3-4 0,-4-4 0,6-6 0,1-6-9,3-3 0,9-3 1,4 1-1,3-3 14,-3-3 1,4 4 0,-2-5 0,8 5-7,7 1 0,7-5 0,3 0 0,4 2-59,3 1 0,-5 3 1,6-1-1,0 1-51,-2-1 1,6 3 0,-4 1 0,2 4-293,-1 3 0,3-1 397,-4 2 0,4 4 0,2-6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30:10.05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254 227 8584,'0'-29'0,"0"0"0,2 0 249,4 2 0,-4 2-250,4 7-4,-4 1 0,-4 7-218,-4 4 0,2 10 1,-7 4-1,-3 2 81,-2 3 0,-1 5 1,0 3-1,-1 4 58,1 2 1,-7-3 0,1 5 0,2 2 40,1 2 0,5 8 0,1-1 0,4-1 40,3-2 1,-1-2 0,4 0-1,0 0 6,6 0 1,2-6-1,12-4 1,5-4 118,4-5 0,2-10 0,4 0 0,-2-4 202,2-2 1,2-8 0,2-6 0,0-5-92,0-4 1,-6-9-1,-1 3 1,-1-4-80,0-2 1,-12 1 0,3-1 0,-5 0-32,-3 0 1,4-2-1,-8-2 1,-5-2-120,-4 2 1,-3 3-1,-10 1 1,-5 2-160,-4 4 0,1 3 1,-3 11-1,0 3-418,0 6 1,6 4-1,-5 2-53,1 0 0,6 8 0,-5 4 626,5 3 0,2 11 0,-1 1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30:10.26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1 8359,'-8'9'349,"6"-1"1,-6 0-1,10 1-129,4 1 1,-2 6-1,8-5 1,1 5-149,3 1 1,3 7 0,3 1 0,1 2-110,-2 4 0,0-4 0,1 2 0,1 0-206,-2-1 1,-1-1-1,-5-6 1,-1 2-555,-2-1 0,-3-3 797,3-1 0,3-1 0,-5 1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30:10.51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35 123 8619,'-11'-10'94,"-1"-8"0,8 7 0,-2-7 76,4 3 0,4 7 65,4 2 0,4 4 0,7 2 1,1 0-106,-1 0 0,7-6 1,1 1-1,0 1-244,0 2 0,6 2 0,-3 0 1,1 0-254,0 0 0,-6 0 0,4 0 0,-2 0 367,-3 0 0,5-8 0,0-2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30:11.08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420 158 8198,'7'-35'-152,"-5"8"1,4 3 0,-2 5 677,2 1 1,-4 7-351,4-1 0,-6 8 0,-6-2-253,-6 4 1,-3 4 0,-5 4 0,-3 6-87,-6 3 0,2 3 0,-2-1 0,0 3 136,1 3 1,-3-2-1,8 7 1,0-1-43,-2 0 1,7 0-1,-1 4 1,7-4 34,4-2 1,1 7 0,3-5-1,-2 0 45,2-4 1,12 2 0,7-1 0,8-1 58,5 2 0,-5-5 1,6 3-1,2-4-22,2-1 1,-4-1 0,0 1-1,0-1-29,-1 1 0,-3 5 1,-8 0-1,-1 0-116,-5 3 0,3-7 1,-8 4-1,-2-3 39,-2-3 0,-10 3 1,-6 1-1,-5 2-68,-4-1 0,-10-9 0,0-1 0,-6-1 77,0-1 0,2-2 0,4-8 0,2 0 76,2 0 1,6 0 0,-4-2 0,3-4 37,9-5 0,-1-5 0,10-3 0,3-3 84,1-1 1,4-6 0,3 4-1,9-1-26,7 1 0,1 0 1,5 4-1,-2-3-135,-4 3 1,7 2-1,-1 1 1,2 3-145,0 3 1,-2-2 0,4 7-1,-4-1 156,-1 0 0,5-6 0,-4 5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30:11.69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0 255 8408,'0'-24'-46,"0"1"1,0 0 0,0 5 0,0 1 183,0-1 0,0 7 1084,0-1-1288,8 8 1,-6-2 0,4 12 0,-4 6-22,-2 3 1,0 11-1,0 3 1,0 4 39,0 2 1,0 0 0,0 0-1,2-1-73,3 1 1,-3 0 0,4 0 0,-4 0 95,-2 0 1,2-6-1,2-2 1,2-1 148,-2-5 0,-2-2 0,-1-3 100,5-4 1,-2-5 0,6-9-1,0-5-127,-1-11 1,-3-1 0,6-8 0,1-1-65,3 1 0,-4-2 1,-1-4-1,3 2-49,1 2 1,1 0-1,-3-4 1,-1 4-88,2 5 1,1-1 0,1 2 0,-3 4-232,-1 5 0,0 0 172,5 9 1,-1 1-1,-3 10 1,-3 5 66,-2 5 1,5 3-1,-3 2 1,1 5 52,1 1 1,0 0 0,5 4 0,1-2 61,-1 2 1,1 2 0,-1 0 0,1-2 60,-1-2 0,0-7 0,1 1 1,-1-6 112,1-5 0,-1 2 0,1-9 131,-1-1 0,-7-9 0,-4-7 1,-4-6-29,-2-5 0,0 2 0,0-8 0,0-2-292,0-2 1,-2-8 0,-2 0 0,-4 0-80,-2-1 0,7 3 1,-5-6-1,2 3-215,0 3 0,-5 4 0,5 4 0,0 4-121,-2 1 1,6 3-1,-4 6-1021,4-1 150,-5 8 1280,5 10 0,2 10 0,9 8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30:12.051"/>
    </inkml:context>
    <inkml:brush xml:id="br0">
      <inkml:brushProperty name="width" value="0.08" units="cm"/>
      <inkml:brushProperty name="height" value="0.08" units="cm"/>
    </inkml:brush>
  </inkml:definitions>
  <inkml:trace contextRef="#ctx0" brushRef="#br0">245 53 15846,'0'-17'-2159,"8"1"2438,3 5 1,5 3-1,1 10 1,1 4 28,-1 5 0,1 5 1,1 3-1,3 2-345,1 3 1,2 9 0,-4 0 0,3 7-19,-3 5 1,-1 0-1,-3 5 1,-1 1-193,-5 3 0,3 10 0,-8 0 1,-3 2-21,-1-2 0,-4 4 0,-3-2 0,-7 4-149,-4 0 0,-9 3 0,-4-11 0,-4 1 72,-2-5 1,-6-4 0,1-1-1,-1-3-73,-2-3 0,4-5 0,-7-7 0,-1-2 310,3-4 0,-7 4 0,7-6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30:12.76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350 18 8495,'-11'-6'-703,"-1"0"0,0 0 698,-5 6 0,-1 0 1,1 2 100,-1 4 1,1 6 0,0 9 0,-1 4 66,1 3 0,-7 7 1,1 7-1,0 3-6,-2 3 0,5 11 1,-3 5-1,5 5-109,7 7 0,3-2 0,10 7 0,4 3 9,5 1 1,13 1-1,5-5 1,4-5-17,2-4 1,0-10 0,0-2 0,-1-4-35,1-4 0,0-5 1,0-16-1,-2-4 69,-4-1 0,2-3 0,-7-6 1,-1-1-59,2-5 1,-11 3-1,3-6-204,-1 1-72,-8-5 1,1 6 257,-3-4 0,-4-4 0,6 6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30:21.75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122 105 8240,'-17'-2'169,"-1"-4"0,7 2 0,-1-6 135,-1 3 0,3-5 1,0 4-131,2-1 1,-3 3-147,5-6 0,0 6-347,6-5 1,8 7-1,4-2-124,3 4 0,3 2 1,-3 2 165,-3 4 1,1-2 0,-7 7-1,-2 3 124,-2 1 1,-2-3 0,0 0 78,0 1 0,0 3 654,0 1 150,0 1-512,-8-9 0,4-3 1,-5-12-109,1-5 0,2-5 0,6-1-89,0-1 1,0 1 0,0-1-502,0 1 0,2 5-393,4 1 873,3 7 0,9-4 0,-1 8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30:22.29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18 158 8152,'-2'-12'202,"-4"1"0,4 5 0,-4-6-116,5-1 1,1 3 0,1 0 0,3 1-110,2-1 1,8-2-79,-3-5 1,5 5 0,1 2-36,1 3 0,-7 1 0,1 6-168,2 0 1,-7 8 206,-1 3 1,-4 5-1,-2 1 286,0 1 1,0-1 218,0 1 1,-2-3-14,-4-3 0,-3-4-314,-9-8 0,7-8 0,1-4-118,2-3 1,2 3 0,4 2-505,-3 3 0,3-7-260,-4 2 1,6 5 800,6 1 0,3 4 0,9 2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30:22.70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69 191 8202,'-18'0'-76,"3"-2"0,1-2 21,2-2 0,8-7 138,-1 1 1,5-3-1,5-3 1,7 3-172,4 3 0,1-3 0,1 3 1,-1-2-41,1 3 0,-1-3 0,0 8 1,1 0-89,-1-1 1,1 5 153,-1-4 1,-1 12 0,-5 5 76,-5 5 0,-4 1 1,-4 1 81,-4-1 0,-1 1 1,-7-1 166,2 1 0,7-9 1,-5-1 27,2 0 1,-5-6-57,1 4 0,2-6-167,-1-6 1,7-4-1,-2-7-165,4-1 0,2 1 0,0-1-320,0 1 0,8-1 416,3 1 0,5 7 0,1 2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30:23.48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245 175 8404,'0'-17'-71,"0"-1"1,0 1-179,0-1 0,0 7 1,0-1 1535,0-2-654,0 7-676,0-1 0,-2 8 0,-1 2 36,-3 4 0,-6 3 0,4 11 0,-1 1 4,-5 2 0,-1 8 0,-3-2 0,1 4 12,-1 2 0,1 8 0,-1 4 0,1 3 34,-1 2 1,1 7 0,1 1 0,5 0 12,5 0 1,4 6 0,2-4-1,2 0-22,4-3 0,3-5 1,11 0-1,1 1 104,2-3 0,8-4 0,-1-13 0,3 0 38,1 0 0,1-2 1,-2-2-1,-2-4-90,-1-1 1,-1-3 0,6-6-1,-2 1-58,-4-1 0,-4-5 1,-8-2-1,1-1-205,-1 1 0,-5-6-584,0 2-83,-9-4 1,3-2-980,-12 0 1823,4 0 0,-5-8 0,7-2 0</inkml:trace>
  <inkml:trace contextRef="#ctx0" brushRef="#br0" timeOffset="583">1206 280 8248,'0'-18'4,"0"1"1,0-1 0,0 1 82,0 0 1,0 5-1,-2 2-98,-4 2 0,-4 3 0,-7 5 0,0 2-132,-1 3 1,-5 5 0,-2 9 0,-3 3 30,-3 1 1,0 6 0,0-4-1,4 3 49,2 3 0,-4 0 1,5 0-1,3-2 54,2 2 1,7 0 0,2 0 0,3-2 16,3 2 1,2-4-1,2 0 1,2-1 35,4-5 1,5-2 0,11-1-1,3-1 45,2 1 0,2-7 0,8-1 0,2 0-58,1 0 1,1 1 0,-6 7 0,0-3-38,0-3 0,-2 9 0,-2-3 0,-6 3-19,-5 4 1,-1-3 0,-13 5 0,-2 0-102,-2 0 0,-4-4 1,-6 5-1,-9-1 105,-11 0 0,-7-4 0,-3 4 0,-3-3 51,2-9 0,2 1 0,2-9 0,0 1 0,0 0 1,6-2 0,2-8 0,4-4-12,7-6 0,1-9 1,9-4-1,0 0-2,-2-1 0,6 1 0,-1 2 0,5-4 0,3 0 0,9-1 0,-2 7 0,3-2-7,3 1 0,-7 3 1,1 1-1,1 3-139,3 3 0,3-1 0,3 5 1,1 0-305,-2 0 433,-1 3 0,5-3 0,2-2 0</inkml:trace>
  <inkml:trace contextRef="#ctx0" brushRef="#br0" timeOffset="1112">1870 385 8198,'9'-8'14,"-3"-4"1,-4-3 0,-2-3 97,0 1 0,0-1 140,0 1-531,0-1 129,0 9 0,-8 9 0,-1 11 0,-3 7 25,0 5 0,1-2 0,-7 9 0,1 1 72,-1 2 1,1 2 0,-3 1 0,1 5 88,1 6 0,-1-3 0,13 3 0,2 1 58,2 3 0,2 1 0,0-1 0,4-5 32,8-5 1,2-12-1,13-4 1,0-3 21,0-5 1,4 3 0,8-15 0,2-1-97,-3-2 0,5-4 0,-2-5 0,-2-9-36,-2-5 0,-4-5 0,-4 3 0,-4-6 74,0-4 0,-7-2 1,-1 0-1,-7-2 129,-2-3 1,-7 1 0,3-6 0,-8 2-128,-7 5 0,-5-5 1,-3 0-1,-4 1-223,-7-1 1,-2 2-1,-3 8 1,2 2-157,3 2 0,-3 8 0,4-1 0,-2 9-2,2 7 0,-2 4 1,8 4-1,2 4-9,1 5 1,3 5 0,-1 3-1,3 5 298,3 5 0,-3 4 0,5 2 0</inkml:trace>
  <inkml:trace contextRef="#ctx0" brushRef="#br0" timeOffset="1366">2079 856 8238,'-12'0'435,"1"0"1,7 2-138,-2 4 1,12-2 0,6 7 0,3 3-130,3 2 1,1 7 0,2 2-1,5 2-88,1 4 1,-4 4 0,4 4 0,-2 2-120,-3-2 1,3-1 0,-2 1-1,-1 0 26,-3-6 0,-3 0 0,-3-10 0,-3-1-959,-2-3-705,-3-9 915,-5-3 1,0-14 760,0-5 0,0-11 0,0-4 0</inkml:trace>
  <inkml:trace contextRef="#ctx0" brushRef="#br0" timeOffset="1650">2813 839 8224,'0'-18'307,"0"7"-155,0-1 1,7 2-1,5-1 1,4 3 64,1 0 1,2 6-1,5-6 1,5 3-100,4-1 1,2-2-1,0 4 1,0-2-262,0 2 0,1 1 0,1-1 0,0-2-122,-4 2 0,-10 0 0,1 0 1,-5-2-282,-1 2 0,-1 3-805,0 1 1351,-7 0 0,-2 0 0,-8 0 0</inkml:trace>
  <inkml:trace contextRef="#ctx0" brushRef="#br0" timeOffset="2249">4053 105 8196,'5'-11'17,"1"-1"0,-2-2 120,-2-1 0,4 3 0,0 1 69,-2-3 0,-4 6 0,-6 2-287,-6 4 1,-3 2 0,-5 2 0,-1 4-7,-2 6 1,-7 3 0,5 3 0,0-1-42,0 1 0,-4 1 1,3 3-1,1 3 48,0 2 0,2-4 0,7 4 1,3-1 61,1-5 0,8 4 1,-2 0-1,4 1 27,2-1 0,2-2 1,6-5-1,9 1 37,11 4 0,1-3 1,4 3-1,4-4 57,-1-1 0,3-1 1,0 1-1,2 1 6,-2 4 0,-2-3 1,-3 5-1,1 0-49,0 4 0,-8 6 0,-3 4 0,-7 2-65,-5-2 1,-4-2 0,-10-3-1,-4 1-63,-6 0 0,-5-2 1,-7-2-1,-7-5-107,-7-7 1,1 2 0,-4-11 0,4 2 64,2-1 1,0-7-1,2 0 1,2-8 46,2-7 1,8-5 0,-3-3 0,7-3 109,5-1 0,5-6 1,7 4-1,0-1 169,0 1 0,0-4 0,2 4 0,3-2 79,7-4 0,4 5 0,1 1 0,0 2-158,1 0 1,5-1 0,0 7 0,-1 1-192,-3 5 1,-1-3 0,-1 8-1,1 2-260,-1 3 1,1 1-1,-1 0 1,0 0 313,1 0 0,-1 15 0,1 4 0</inkml:trace>
  <inkml:trace contextRef="#ctx0" brushRef="#br0" timeOffset="2966">4507 507 8255,'0'-25'0,"2"-2"230,3-1 1,-3-5 0,4 6 0,-2 0 41,2 4 1,-4 3 0,6 5 0,-3 1 633,1 3-860,0 7 0,-6-2 0,0 12-177,0 5 0,0 7 1,0 5-1,0 6-44,0 4 0,0 4 1,0 2-1,0 4-10,0 1 0,6-3 1,0 5-1,-2 1 64,-3-2 0,-1-1 0,2-5 1,2 2 6,2-2 1,0-2-1,-4-4 1,2-4 56,2-6 1,7-6 239,-1-5 0,-2-6 0,-1-12-34,-1-6 1,6-9 0,-5-4 0,3 0-98,0-1 1,-7-5-1,7 2 1,0-2-32,-3 2 0,7-4 1,-6 6-1,1-2-9,1 0 1,-2 0 0,3-4 0,-3 4-19,-2 5 0,5 3 1,-3 0-1,2-1 27,-1 7 0,-5-1 0,6 10-120,1 2 1,-3 2 0,0 4 22,-3 4 0,5 4 1,-4 7-1,0 1-71,-1-1 0,7 7 0,-4 1 0,1 2 72,1 4 0,0-4 1,5 2-1,0 2 95,1 2 0,5-4 0,1 1 1,-1-1 82,2-2 0,-6 4 0,7-8 1,-3-1-4,0-3 1,-1-7-1,-9-3 274,-1-1 1,-1-4-120,7-10 0,-8 0 1,-5-9-1,-3-7-102,-2-3 0,0 2 0,0-6 0,0-4-54,0-6 0,0 2 1,0-6-1,-2 3-45,-3-1 0,3-8 1,-4 5-1,4-3-135,2 1 0,-2 1 1,-2-2-1,-2 7-35,2 3 0,2 8 0,2 2-271,0 1 1,-1 5-176,-5 9 0,4 7-23,-4 10 1,4 5 0,2 8 0,0-1-647,0 0 1231,0 1 0,8 7 0,1 2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30:28.05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85 7463,'10'-17'-177,"-3"5"1,-5 1 447,4-3-35,-4 6 0,14-5-183,-5 7 0,-1 2 0,2 8 0,1 4 2,3 1 0,7 5 0,2 7 1,2 5-62,4 1 1,2 2-1,2 8 1,2 2 3,4 1 0,-4 9 0,5-1 0,-1 7-20,0 3 0,-6 8 0,-8-2 0,0 4 1,0 2 0,-11-1 1,-1 1-1,-5 0 7,-6 0 0,-8-6 1,-4-2-1,-1-2-5,-5-3 1,-3-11-1,-5-3 1,-1-2 9,2-1 1,-6 1 0,-1-6 0,-1 0 3,0 0 1,2 0 0,-4 0 0,4-2 63,2-4 1,-5-4 0,7-7 0,2-3-26,1-3 0,3 3-110,-1-3 0,9-2-318,3 1 0,6-7 394,6 2 0,11-12 0,10-4 0</inkml:trace>
  <inkml:trace contextRef="#ctx0" brushRef="#br0" timeOffset="683">1311 365 8172,'-12'-6'200,"0"0"1,9-7 166,-3 1 1,4 2 23,2-1 1,2 1-235,4-2 0,-3 5 0,7 5 0,0-2 7,0-2 0,1 0 1,7 6-242,-1 0 0,6 0 0,1 0 0,-3 0-54,-2 0 1,5 0 0,-1 0-1,0 0-116,3 0 0,-7 0 0,6 0 0,-2 0-10,1 0 0,-1 0 0,-6 0-613,1 0 224,-1 0 1,-7 2 645,-4 4 0,-12-2 0,-6 5 0,-3-1 0,-10 14 0,-2-3 0</inkml:trace>
  <inkml:trace contextRef="#ctx0" brushRef="#br0" timeOffset="967">1258 732 8172,'-15'2'54,"1"1"247,3 3 1,5 0 268,-6-6 1,10 0-299,2 0 0,2 0 0,10-2 0,1-2-238,3-2 1,1-1 0,1 3-1,-1-2-110,1 2 0,1-4 0,2 3 0,3 1-76,-3 2 0,4-4 0,1 0 0,-1 2-87,0 2 0,4-4 0,-4 1 0,1 1-180,-1 2 0,0 2 0,-4 0-265,3 0 1,-1 0 437,-6 0 1,-7 2-1,-6 2 246,-8 1 0,0 9 0,-7-2 0,-9 3 0,-7 3 0</inkml:trace>
  <inkml:trace contextRef="#ctx0" brushRef="#br0" timeOffset="1252">1311 1168 8172,'-18'18'-219,"1"-3"0,1-1 825,5-3 814,3-7-1155,8 4 1,2-8 0,4 0-1,5 0-105,5 0 0,1 0 1,3 0-1,1-2-233,2-4 0,6 4 0,-3-3 0,1 3-96,4 2 1,-4-6 0,2 0 0,2 0-104,2-2 0,-4 6 0,-2-3 0,-1 3-24,-5 2 1,4-6 0,-2 0-169,-1 2 1,-9 2-842,-1 2 1305,-8 0 0,11 0 0,-5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30:30.43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489 410 8279,'-2'-16'0,"-2"3"-536,-1 1 1,-1 0 782,6-5 0,-6 5 486,0 1-738,0 7 1,6-2-1,0 12 115,0 5 1,0 5-1,0 1 1,0 3 20,0 3 1,0-2-1,0 8 1,0 2 31,0 2 1,6 8 0,0 0-1,0 0-33,2 1 0,-1 3 1,5 7-1,-4 1-90,0-1 1,-7 1 0,5-1-1,-2 0-93,2 1 0,-4-9 0,4-3 0,-4-4 11,-2-2 1,-2-6 0,-2-2-176,-2-2 1,-2-9-32,2-10 1,5-6 0,-5-6-209,4-6 0,2-3 0,0-5 1,0-1 455,0-2 0,8-8 0,1 4 0</inkml:trace>
  <inkml:trace contextRef="#ctx0" brushRef="#br0" timeOffset="336">437 445 8192,'-2'-20'0,"-2"-1"-39,-2-2 0,0-1 0,6 7 0,0-1 203,0 1 0,8-1 1,4 1-1,1-1 44,-1 1 0,4 7 0,-5 4 0,5 5-221,1 1 1,3 0 0,1 0 0,4 1-60,2 5 0,-3 4 0,3 7 1,0 1-86,0-1 1,-5 7 0,1 1-1,-4 0 8,-1 0 1,-1 4-1,-1-3 1,-5-1 65,-5 0 1,-4 0 0,-2-3 0,0 1 87,0-2 0,-2-1 1,-6-5-1,-7-1 22,-7-2 0,-3-3 0,2 5 0,-4-5-7,0-1 0,-6 0 1,5-4-1,-1 2-54,0-2 1,8-2 0,-2-2 0,3 0-305,3 0 1,5 0-250,0 0 587,9 0 0,3-8 0,9-2 0</inkml:trace>
  <inkml:trace contextRef="#ctx0" brushRef="#br0" timeOffset="973">1363 968 7062,'1'10'2835,"5"-4"-2647,-4-4 0,6-4 0,-8-4-195,0-5 1,0-5 0,0-1-1,0-1-99,0 1 1,0-1 0,0 1 0,0-1-84,0 1 1,-2-6 0,-2-1-1,-4 3-79,-1 1 0,-3-3 0,-5 2 0,-1 3 147,1 5 0,-1 3 0,1-2 0,-1 7 24,1 3 1,-1 2 0,1 2 0,-1 3 136,1 7 0,-1 4 0,1 3 1,0 2 99,-1 3 1,1 7 0,1-2 0,3 2-27,1-2 0,8 4 0,-2-6 0,4 2 19,2 0 0,0-2 1,2 3-1,2-7-89,2-4 1,7-3 0,-1-3 79,4-1 0,1-8 0,1 2 0,-1-6 12,0-6 1,-5-4 0,0-7 0,1-1-106,3 1 1,1-1-1,1-1 1,-1-2-117,1-3 0,-1-5 0,1 6 0,-1 0-132,1-3 0,-1 7 1,-1-4-1,-3 3-1,-1 3 0,-2 5-32,1 1 246,-3 7 0,-8 4 0,0 13 0,0 7 147,0 3 0,0 6 0,0-4 0,0 1-80,0-1 1,0-2 0,0-6 0,2 3-65,4 3 0,3-3 0,9 3-41,-1-4 0,3-9 1,1-4-1,2-4-151,-1-2 0,3 0 0,-2 0 0,0 0-310,3 0 0,-5-8 503,8-4 0,-7-3 0,3-3 0</inkml:trace>
  <inkml:trace contextRef="#ctx0" brushRef="#br0" timeOffset="1317">1991 340 6943,'-9'-33'0,"1"2"167,0 2 1,6 5 0,-4-3 0,4 2 726,2 4 0,2 1-342,4 3 0,-2 7-545,8 4 1,-9 6-184,3 6 1,-4 4 0,0 9 0,2 4 174,2 7 0,0 3 0,-6 1 0,2 3 42,3 4 0,-3-2 1,6 7-1,-2 3 31,0 1 1,2 3 0,-5-1 0,5 1 58,2-1 1,-4-2 0,5-1 0,1-4-110,-2-3 0,5-3 1,-5-8-1,2-4-133,-1-1 1,-5-11 0,4-7 115,-2 0 0,5-8 0,-1 0-428,3-10 1,3-6 0,-1-3 0,1-2-515,-1-3 0,-5-1 937,-1 2 0,1-4 0,6-8 0</inkml:trace>
  <inkml:trace contextRef="#ctx0" brushRef="#br0" timeOffset="1551">1782 567 8137,'-10'-8'-395,"-6"4"1086,5-7 0,3 5-542,2-6 0,12 6 0,6-3 0,3 1-30,3 4 0,1-4 0,4 2 1,6 2-163,4 3 1,2-1 0,0-2 0,0-2-204,0 2 1,2-4 0,2 2 0,2 1-610,-3-3 855,7 6 0,0-14 0,7 7 0</inkml:trace>
  <inkml:trace contextRef="#ctx0" brushRef="#br0" timeOffset="2266">2463 322 8263,'9'-17'14,"-1"5"1,-8 1 0,0-3 114,0-2 0,2 5 1,2-1-1,4-1 25,2-3 0,-1-3 1,5-3-1,-3-1-6,3 2 0,2 1 1,1 5-1,0 1-98,1 3 0,-6-1 0,-1-4-624,3 5 183,1-5 0,1 16 138,-4 0 1,-5 8 0,-7 11 193,0 5 0,0-3 0,0 6 0,0 0 69,0 1 1,0 1 0,0 6 0,0 1 77,0 5 0,0-2 0,0 6 0,0-1-28,0 1 0,0 1 0,0 7 0,0-1-49,0 1 1,0-9 0,0-1 0,0-2 9,0-1 1,0-5 0,0-7 0,0-3 69,0-4 1,0-7 183,0-3-64,0-7 1,0-4-1,0-11-130,0-5 1,0-7-1,0-1 1,0 3-75,0 2 1,0-5-1,2 1 1,2 0-41,2-2 1,6 5-1,-5-5 1,3 2-21,4-1 0,-5 1 1,3 4-1,2-3 31,1-1 0,3 0 0,-1 5 0,0 1 20,1-1 0,-1 7 0,1 1 0,-1 2-60,1 4 0,-1 3 0,1 1-28,-1 0 1,1 1 0,-3 5 0,-1 6 42,-3 3 0,-5 5 0,4 1 0,0 4 39,-1 3 1,-5-5 0,4 6 0,-2 2 44,0 2 1,5-4 0,-3 0 0,0 2 9,0 2 1,3 0 0,-3-2 0,0-4-14,-1-1 1,7-3 123,-2-6 1,3-1-1,3-4-77,-1-7 1,1-10 0,-1-5 0,1-2-195,-1 1 0,2-1 0,3-6 0,3 1-100,2 0 0,-4-1 1,5 1-1,-1-1 213,0 1 0,2-9 0,6-1 0</inkml:trace>
  <inkml:trace contextRef="#ctx0" brushRef="#br0" timeOffset="3317">332 2139 8085,'0'-12'-953,"0"0"1196,0-1 1,0 3 0,0-2 292,0-1 0,0 3-179,0-2 0,0 1-413,0-7-88,0 9 0,6 3 262,0 12 0,0 5 1,-6 11-1,0 3 89,0 2 1,0 2 0,0 8 0,0 2-55,0 2 1,0 5 0,0-3-1,0 0-138,0-1 0,0 5 0,0-6 0,0-3-217,0-1 0,0-2 0,0-2 0,0-4-507,0-5 0,-2-11-832,-4-1 1541,4-8 0,-6-12 0,8-12 0</inkml:trace>
  <inkml:trace contextRef="#ctx0" brushRef="#br0" timeOffset="3568">105 2121 8122,'-17'-17'0,"-1"-1"195,1 1 1,5-1-1,2 1 1,3-1 49,3 1 1,2-1-1,4 1 1,4-1-27,5 1 0,11 0 0,1-1 1,0 1-50,2-1 1,2 1-1,8-1 1,0 1-138,0-1 1,0 3 0,0 1-1,0 5-393,0 1 1,6-4 0,-1 6-1,-1 2 37,-2 2 1,-8 10 0,0 4-1,0 5-190,-1 7 1,-9 1 0,-7 6 0,-1-2 512,-1 2 0,-2 2 0,-8 2 0,0 0 0</inkml:trace>
  <inkml:trace contextRef="#ctx0" brushRef="#br0" timeOffset="3800">0 2872 9221,'18'-6'0,"-1"-1"227,1-3 1,7 0 0,4-3 0,6 3-398,6 2 0,-2-4 0,5 7 0,1 1-34,-1 2 1,-3 0 0,4-2 0,-3-2-245,-3 2 0,-2 2 448,-2 2 0,-8-7 0,-2-3 0</inkml:trace>
  <inkml:trace contextRef="#ctx0" brushRef="#br0" timeOffset="4367">716 2610 8085,'0'-17'0,"0"-1"0,0 1 144,0-1 0,0 1 0,0-3 1,0-1 116,0-2 1,8-1 0,4 7-1,3 0-195,3-1 0,-5 6 0,3 1 1,3-1-151,1 2 0,-1-3 0,-1 7-26,-1 2 1,0 2 0,1 2-79,-1 0 0,1 8 0,-3 4 23,-3 3 1,2 8 0,-9 3 0,-1-1 82,-2 0 0,4 6 0,0-4 0,-2 2 57,-2 1 0,-2-7 0,0 4 0,0 0 8,0 0 1,0-5 0,0 1 478,0-4 138,0-1 0,0-10-440,0-8 0,0-8 1,0-12-1,0-1-123,0-2 1,0-8-1,0 4 1,0-3-66,0 1 0,7 0 0,5-6 1,4 0 4,1 0 1,1 6-1,1 2 1,2 2-12,3 4 1,5 1-1,-6 3 1,-2 1 16,-1 5 0,3 3 1,0 8-1,-1 0-32,-3 0 1,-1 8 0,-3 5 0,-1 7 22,-3 3 1,-1 8 0,4-4-1,-5 2 22,-1 0 1,-2 6 0,-6 6 0,2-4-49,4-6 1,-4 0 0,3-8 0,-3-1-103,-2-3 1,0-2-636,0 1 343,0-8 0,-6-5-182,1-10 628,-1 3 0,6-14 0,0 6 0</inkml:trace>
  <inkml:trace contextRef="#ctx0" brushRef="#br0" timeOffset="4965">2079 2383 8391,'0'-17'372,"0"5"1,0 0-197,0-1 1,0 3-1,0-2-131,0-1 0,0 3 0,-2 0-297,-4 3 1,2-5-1,-8 6 1,1 0 26,1-1 0,-8 5 1,3-4-1,-6 4 91,-1 2 0,-3 8 1,0 3-1,0 5 92,-1 1 1,-3 9 0,6 1 0,0 2 51,-3 0 1,13 0-1,-3 6 1,5 0-18,1 0 0,6-2 0,0-2 0,8-4 5,8-2 0,3-3 0,3-9 0,-1-3 84,1-2 0,5-3 0,0-6 0,1-5 85,1-6 1,-6-5 0,6-5 0,-1-3 56,-1-2 0,2-8 0,-3-8 0,1 1-52,-2-1 1,-1-4 0,-3 5 0,0-3-52,1-4 1,-3-1 0,-1-2 0,-4-1-96,-2 1 1,3-1 0,-5 3 0,-2 3-75,-2 7 0,-2 3 1,0 4-1,0 4 347,0 5-360,0 5 1,-2 9 0,-2 6-41,-2 8 1,-2 8 0,5 9-1,-5 5 106,-2 1 0,6 2 0,-4 8 0,3 1-9,-1 3 0,0 8 1,6-5-1,0 3 154,0-1 1,2 1 0,2 4 0,4-3-66,1-1 0,1-3 0,4 5 0,-3-5-105,3-1 0,-1-6 1,1-6-1,-2 0-498,1-6 1,-3 2 0,1-3-410,3-3 0,-4-3 927,1-7 0,1-3 0,6-8 0</inkml:trace>
  <inkml:trace contextRef="#ctx0" brushRef="#br0" timeOffset="5350">2515 2418 8039,'-17'-8'103,"7"4"615,4-7 0,4 5-541,2-6 0,8 8 0,4-1 1,5 1-114,6-2 1,-1 2 0,7-6-1,2 1-42,2-1 1,-4 0-1,0-3 1,2 1-14,2-2 0,0-3 0,-2-4 0,-4-3-112,-1 3 1,-9 2 0,-7 1 0,-1 1-171,1-1 1,-6 1 0,0-1 0,-8 3-19,-8 3 1,-9-2 0,-4 9 0,-2 1 206,-4 2 1,3 2-1,-1 2 1,0 4 55,2 5 1,-4 5 0,6 3 0,0 2 267,-1 3 1,3 7 0,6-2 0,1 4-2,4 2 0,-1 0 0,7 0 1,2 2-160,2 3 0,10-9 1,4 2-1,5-4-95,6-1 1,4-7 0,8 0 0,0-7-273,0-8 0,0-4 0,2-2 0,2 0 287,2 0 0,7-16 0,-3-3 0</inkml:trace>
  <inkml:trace contextRef="#ctx0" brushRef="#br0" timeOffset="5636">3336 2104 8085,'0'-18'0,"0"1"192,0-1 1,0 1 0,0-1 424,0 1 1,0-1 530,0 1-1154,8 7 1,-6 10 0,4 12-1,-5 5-26,-1 7 0,0 5 0,0 10 0,0 3 39,0 3 0,0 3 1,0 9-1,0 3-80,0 2 0,0 2 0,0 6 0,0 0-141,0 0 1,0-1-1,0-1 1,2-2-54,4-2 0,-4-9 0,6-3 0,-2-11-351,0-10 0,5-6-542,-5-7 1160,0-9 0,-14-17 0,-2-11 0</inkml:trace>
  <inkml:trace contextRef="#ctx0" brushRef="#br0" timeOffset="5934">3319 2243 8053,'0'-19'240,"0"-4"1,0 3 0,0-3 0,0 4 56,0 1 1,7 1 0,5-1 0,3 1-51,3-1 1,1 9-1,3 3 1,3 4-152,2 2 1,0 2 0,4 4 0,-4 7-289,-1 9 1,-3-1 0,-6 6 0,1 0-129,-1 0 0,-7 2 0,-4 6 0,-4-2 62,-2-4 0,-8 4 0,-4-5 0,-3 1 99,-3 0 1,-7-8-1,-4 2 1,-4-3 51,-2-3 1,2-1 0,2-3 0,4-3-182,2-2 1,1-2-1,7-6 288,0 0 0,-1-8 0,1-2 0</inkml:trace>
  <inkml:trace contextRef="#ctx0" brushRef="#br0" timeOffset="6716">3738 2418 7541,'17'-8'-29,"-5"6"1,-3-5 0,1-1 422,0-4 1,3-3 0,9-3 0,3 1-66,2-1 1,-4-1 0,7-3 0,-1-3-205,-2-2 0,4 0 1,-8-4-1,-1 4-11,-3 1 0,-4-5 0,-3 4 1,-6-2-106,-4 0 0,-2 8 0,0-3 0,-2 5-178,-4 2 0,-4 1 0,-9 4 0,-2 7-97,-3 3 1,1 2 0,6 0-1,-1 2 65,1 3 0,-1 5 0,1 10 0,1 1 79,5 2 0,-3 2 0,6-1 1,0 5 36,1 4 0,1-2 0,6 2 0,2 2-11,4-4 1,-2 4 0,7-6 0,5 4 88,5 2 0,0-2 0,9-4 0,-1-6 3,-2-4 1,8-7 0,-2-2 0,6-2 78,-1-5 0,-1-6 0,-4-7 1,-2-4 29,-2-5 1,-5-4-1,3 1 1,-2-3-5,-4-2 1,-7 0-1,-2-4 1,-1 2-88,-1-2 0,4 3 0,-9-1 0,-1-2-61,-2-2 0,-2 6 1,0 4-1,0 3-178,0 3 176,0-1 1,-2 11-146,-4 7 0,4 2 0,-3 11 0,1 5 157,-2 3 0,4 4 0,-4-1 0,4 3 42,2 0 0,0 6 0,0-6 1,0 2 83,0 0 0,0-2 0,0 4 0,2-3-16,4-3 0,-4-2 1,6-5 323,-1-1 1,-3-1-45,8-5 1,-8-5-1,2-12 1,-4-5-73,-2-5 0,5-7 0,1-2 0,0-3-143,2-3 0,-4 0 1,5 0-1,1 2-218,0-2 0,-4-2 1,5 0-1,3 2-137,1 2 0,3 8 1,-1-3-1,1 5 65,-1 1 0,1 7 1,-1 1-1,1 2 55,-1 4 0,1 4 1,-1 6 68,1 6 1,-1 5-1,-1 7 1,-3 3 35,-1 0 0,-6 6 0,3-4 1,-1 4 4,-4 2 0,4 0 0,-3-2 0,-1-2 7,-2-2 1,0-6 0,2 5 0,2-3-131,-2-4 0,-2-2-73,-2-1 0,0-6-417,0-1 1,-2-7 599,-4 2 0,4-12 0,-6-4 0</inkml:trace>
  <inkml:trace contextRef="#ctx0" brushRef="#br0" timeOffset="7750">5571 2208 8085,'12'-11'-478,"0"-1"624,1-1 1,-3 3 0,0-2 272,-3-1 1,5-3-378,-6-1 1,0-1-124,-6 1 1,-10 5 0,-5 2-43,-7 3 1,-3 1-1,2 6 1,-5 0 56,1 0 0,-6 0 0,4 0 1,-4 2-22,-2 4 0,2-3 0,2 9 0,2 2 18,-2 1 0,6 5 1,2 1-1,3 4 41,3 2 1,-1-5 0,3 3 0,3-2 36,6 0 1,4 1-1,4-7 1,4 1-10,6-1 0,5-7 1,5-4-1,3-4 3,2-2 1,8 0-1,6-2 1,-3-4-26,-1-6 1,-2-3 0,0-3 0,0 1 104,0-1 0,0-5 0,-2-2 0,-2-2 93,-2-4 0,-2-2 1,2-2-1,-5-2 0,-5-4 0,-1 2 0,-1-5 1,-1-1-68,-5 0 1,3-1 0,-8-7-1,-3 3-67,-1 3 1,0-9 0,2 6 0,2 1-146,-2 6 1,-2 9 0,-2 4 0,0 7-43,0 4 1,-2 9 0,-4 4 89,-6 4 0,-1 10 1,-1 4-1,3 3-15,-3 3 1,0 7 0,1 4 0,3 4 112,2 2 1,3 8-1,5 3 1,0 5 111,0 1 1,0 2 0,0 3 0,0 3-55,0 2 1,7 0-1,3 6 1,2-2-60,-1 0 0,1-4 0,5-16 1,1-5-30,-1-4 1,-1-4-1,-3-4-586,-1-6 22,-8-11 0,4-6-85,-8-12 636,0-4 0,0-7 0,0-1 0</inkml:trace>
  <inkml:trace contextRef="#ctx0" brushRef="#br0" timeOffset="8151">5991 2226 7882,'17'-8'-437,"0"4"1,1-5 773,-1 1 1,1-4 0,1 4 0,3-1-29,1-5 0,2-1 0,-2-3 1,5 1-233,-1-1 0,4-5 0,-6 0 0,0-1-115,0-1 0,-3 6 0,-9-7 0,-3 3-186,-2 0 1,-2 0 0,-6 5 0,-2 1 35,-4-1 0,-6 1 0,-9 1 0,-2 5 131,1 5 1,-3 4 0,0 4 0,0 4 62,-1 5 0,3 5 0,6 1 1,-1 3 118,1 3 0,-1 2 0,3 6 0,3 0 63,6 6 0,4-2 0,2 8 0,0-3-141,0 1 1,2 0-1,4-6 1,6 0-41,3 0 1,3-8-1,-1-4 1,3-3-95,3-3 0,-2-7 1,6-4-1,1-4-244,-1-2 0,2-2 0,6-4 0,-2-6 331,-4-3 0,12-3 0,-5 1 0</inkml:trace>
  <inkml:trace contextRef="#ctx0" brushRef="#br0" timeOffset="8652">6549 2086 8028,'0'-17'-11,"-2"-1"0,-1 1 91,-3-1 0,0 1 1,6-1 156,0 1 0,6 5 0,2 1 0,1-1-105,5 2 1,-4 1 0,1 5 0,3-2-173,1 2 0,-3 2 1,0 2-78,1 0 0,-3 2 0,0 4 0,-3 6-34,-3 3 1,4 4 0,-2 3 0,-2 3 61,-2 2 0,-2-4 1,0 7-1,0-1 30,0-2 1,0 4-1,0-6 1,0 0 44,0 1 1,0-3 0,0-6 0,0 1 62,0-1 0,-2-5 161,-4 0 0,2-11 15,-8-1 0,8-7 0,-1-11 0,3-1-119,2-4 1,0 1 0,0-7-1,2 0-98,3 2 0,-1-6 0,8 4 0,0-4-9,-3-2 1,7 2 0,-5 2 0,5 4-67,1 1 1,1-3 0,-1 8 0,1 3 23,-1 5 1,1 9 0,-1-2-1,1 4-22,-1 2 0,1 2 0,-3 6 0,-1 7 28,-3 7 0,-5 7 1,4-4-1,-2 2 43,-4 4 0,-3 2 0,-1 2 0,2 0 6,4 0 1,-4 0 0,4-2-1,-4-2-53,-2-2 1,0-6 0,0 5-97,0-3 0,-2-4-668,-4-9 208,4-4 597,-6-16 0,8-2 0,0-7 0</inkml:trace>
  <inkml:trace contextRef="#ctx0" brushRef="#br0" timeOffset="9035">7335 1265 8037,'0'-35'0,"0"1"-104,0-1 0,2 2 0,2 4 0,4 5 563,2 5 0,-1 1 1,5 1-1,-4-1 974,-3 1-1303,7 7 1,-6 4 0,3 12-179,-5 6 0,-4 9 0,-2 6 0,0 6 212,0 10 1,0 0 0,0 3 0,0 5-90,0 5 0,0 4 0,0 6 0,0-4-163,0-2 0,0 6 0,0 0 1,0 6-131,0 4 1,0 3-1,0-7 1,0-6 48,0-4 1,2-3 0,2-9 0,2-5 124,-2-10 1,3-8 0,1-12-101,2-3 0,1-4 1,7-10 102,-1-4 1,1-4 0,-1-7 0,3-3-204,3-3 1,-2 2 0,8-8-1,1-1-235,-3 3 1,-2-6 0,-8 4 478,1-4 0,7-9 0,2-3 0</inkml:trace>
  <inkml:trace contextRef="#ctx0" brushRef="#br0" timeOffset="9283">7143 1527 8240,'0'-11'178,"0"-1"92,0-2 0,0 5 0,2-3 0,4 0 46,6 3 0,3-5 0,5 6 0,1 1-267,2-1 0,14-4 0,0 5 0,4-1-266,1 0 0,7-6 0,-3 5 0,5-3-512,1 0 0,-5 7 729,-1-7 0,-7 0 0,4-5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8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53 192 6331,'0'-9'3035,"0"-7"-2884,0 4 1,0 3-227,0-3 1,0 6-62,0-5 1,2 1-14,3-2 1,-1 5 0,8 7 5,2 0 1,1 0 74,3 0 0,-7 2 0,-1 3 62,-2 7 0,3-2 1,-5 1 163,-2 3 0,-2 1 132,-2 3 0,-8-6-163,-4-1 0,-3-7 0,-2 2-8,-1-4 0,6-2 0,1 0-65,-3 0 0,6-2 0,1-2 1,1-4-49,0-1 1,0 3-1,6-6 1,0-2-20,0-1 0,0 3 1,0 1-1,0-3-48,0-1 1,2-1 0,2 2-1,4 5-146,1 1 1,-3-4 0,6 5-17,2-3 1,1 6 0,3-2 63,-1 4 1,0 4 0,-1 4 140,-4 6 1,1-3-1,-7 3 1,-2 2 11,-2 1 0,-2 3 0,0-1 107,0 1 1,0-1 0,-2 0 0,-4-1 164,-6-4 1,-3 3 0,-3-5-62,1 0 1,0-3 0,-1-5-38,1 4 1,-1-4-93,1 4 0,1-6 0,3-4 0,3-4-115,2-2 0,2-1 1,6-7-99,0 1 1,0 5 0,2 3 0,2-1-189,2 0 1,7 4 0,-1-3 90,4 1 1,1 2 0,1 6-30,-1 0 0,1 0 154,-1 0 0,-2 8-258,-3 3 0,-4 5 367,-8 1 0,-8 1 0,-2-1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87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157 315 12748,'8'10'-1471,"-6"-1"3488,4-3-2154,-4-4 0,-2 4 540,0-12 1,0 2 0,0-7-166,0-3 1,0 4-1,0-1-181,0-3 1,2-1-1,2-3 54,2 1 0,1 1 0,-3 3 0,2 1 36,-2-2 1,4-1 0,-1-3 0,1 1 163,0-1 1,0 1-1,-4 0-137,1-1 0,3 6 0,-4 1 757,2-3-1050,0 6 1,-4 1-53,3 7 1,-3 7 0,4 5 106,-4 4 0,-2-5 0,0 1 1,0 1 13,0 3 1,0 1-1,0 1 1,2 1-55,4 5 0,-4-5 1,4 6-1,-4-1 17,-2-1 1,0 8-1,2-4 1,1 2 18,3 0 0,0 0 0,-6 6 0,0 0 27,0 0 1,0-2-1,0-2 1,0-2-38,0 2 1,0-4 0,0 1 0,0-3 284,0-4 1,0-1 0,0-3-80,0 1 0,0-7 1,-2-1 311,-4-2 268,4-3-410,-5-5-660,7 0 1,0-1-1024,0-5-524,0 4 1909,0-6 0,0 0 0,0-1 0</inkml:trace>
  <inkml:trace contextRef="#ctx0" brushRef="#br0" timeOffset="1">0 856 12695,'0'10'650,"0"-2"-1140,0-8-134,0 0 427,8 0 1,-4 0-1,8 0 1,1 0 47,3 0 0,1 0 0,2 0 0,3 0 76,1 0 1,8 0 0,-2 0 0,4 0 25,2 0 0,0 2 0,2 2 0,2 2-35,2-3 1,-1-1 0,-7-2 0,-2 0 183,-2 0 1,-5 0-1,3-2 86,-2-3 1,-2 3-119,-5-4 0,-8 2-61,-5-2-512,-3 4-148,-9-6 1,-3 8-459,-8 0 1113,9 0 1,-7 0 0,6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9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 5886 7072,'-9'0'242,"1"-2"-129,8-4 1,0-3-65,0-9 0,0 1 1,0-1-1,0 1-21,0-1 0,2-1 0,2-2 0,2-3-6,-3 3 0,1-4 0,0 2 1,2-1 7,-2-1 1,4 4 0,-3-7-1,1 1 7,2 0 0,-6 4 0,6-4 0,-2 0 4,-1-1 1,3 5-1,-4-4 1,2 2-20,-2 3 0,4-3 0,-3 0 1,1 0-9,2-1 1,-6-3 0,6 4 0,-3-2-29,1-4 0,6 4 1,-4 0-1,-1-1-6,1 1 0,0 4 0,-4-6 1,4 0-4,1 2 0,-3-1 1,4 7-1,-2-4-2,-5-2 0,5 3 0,-2-3 0,0 0-6,2 0 0,-4 4 1,5-7-1,1 1-4,0 2 0,-5-4 0,5 6 0,0-2 2,0-4 0,-5 4 1,7-1-1,0 3 35,-3 4 1,5-4 0,-6-1 0,-1 1-3,1 0 1,6 0-1,-4 3 1,1-3-27,1-2 1,-1 4 0,5-5 0,-2 3 3,-3 4 0,1-4 0,5-1 1,1 1 0,-1 0 1,1 0 0,-1 3-1,1-3 8,-1-2 1,1 4-1,-1-4 1,0 1-3,1 5 1,-1 0 0,1-1-1,-3-1-5,-3 2 1,4 1-1,-5 1 1,5-2 9,1-3 1,1 1 0,-1 6-1,-1-3 7,-5-3 0,5 3 0,-5-3 0,5 4 3,1 1 1,-5 1-1,0-1 1,1 1 4,3-1 0,-5 1 0,1-1 0,0 1-4,-3 0 1,7-1 0,-6 1-1,1-1-7,1 1 1,0-1-1,5 1 1,1-3-25,-1-3 0,0 4 1,3-7-1,1 3 21,3 0 0,-1 0 1,-6 5-1,1 1 11,-1-1 0,1 1 0,-1-1 0,1 1 3,-1-1 0,-5 7 1,-1-1-1,3-2 1,1-1 0,3-3 1,-1 1-1,1 0-3,-1-1 0,1 1 0,-1-1 1,1 1-5,-1-1 1,1 1 0,-1-1-1,1 1 27,-1-1 0,0 1 1,1-1-1,-1 1 11,1 0 1,-1-1 0,-1 1 0,-3-1 3,-1 1 0,0 5 0,5 0 0,-1-1-37,-5-3 1,5-1 0,-4-1-1,3 1 3,3-1 1,-1 1 0,0-1 0,1 1 4,-1 0 1,1-1-1,-1 1 1,1-1 5,-1 1 1,3-1-1,1 3 1,2 1 4,-1 2 1,-3 1-1,-2-5 1,1 3-24,-1 1 0,1 0 1,-1-3-1,1 1-10,-1 3 0,1 5 0,1-6 0,2-1 5,3-3 1,-1-1 0,-5-1 0,1 1 0,4-1 0,-3 7 0,3-1 1,-4-2 1,-1-1 0,-1 3 1,1 1-1,-1-3-3,1-2 0,-1 1 0,2 1 0,3 3-7,1-3 0,0 1 0,-5-1 0,1 2 5,5-1 0,-5 3 0,4-2 1,-3 1 5,-3 1 1,1-5-1,1 5 1,2-2 7,3 1 0,-1 5 0,-6-4 0,3 0 17,3 1 1,-4-3 0,7-4 0,-3 3 6,0 1 0,1 3 0,-5-5 1,2 2-10,3-1 1,-1 3-1,-4-2 1,3 1 12,1 1 1,0-4 0,-5 7 0,-1-1-11,1 0 0,-1 0 0,1 5 0,-1-5-12,0-2 0,1 4 0,-1-3 0,1 1-16,-1 4 1,3-6-1,1 0 1,4-1 3,2-1 0,-5 6 1,3-3-1,0-1-5,4 0 0,-2 4 1,1-3-1,-3-1 1,-4 0 0,4 5 0,-1-5 0,-1 0 13,2 0 0,-5 5 0,5-5 1,-2 0 2,0 0 1,1 5 0,-5-5 0,2 0-12,3 1 1,-1 5 0,-5-4 0,-1 2 15,0 0 0,1-5 0,1 3 0,3 0-6,1 0 1,0-3 0,-3 5-1,1 0-1,2-2 0,3 4 0,-5-5 1,4-1-9,2 0 1,-5 4 0,3-3 0,0 1-1,4 4 0,-4-4 0,1 3 0,-3-1-9,0-2 0,2 6 1,-1-6-1,3 2 6,0 1 0,0-1 1,-5 4-1,1-2 18,-2-2 1,4-2 0,-1 5 0,-3-3 9,-2 2 1,1 0 0,1 0 0,2-4-6,-1-1 0,3 5 0,-2-4 0,1 2-21,1 0 0,-6-5 0,5 5 0,-3 2-7,2 2 0,-3 0 1,3-2-1,-4-2-16,-1 2 1,1 3-1,2 1 1,3-2 44,-3-4 1,0 4 0,1-4-1,1 4-21,-2 2 1,1-6-1,-1 0 1,2 3 9,-1 1 0,3-4 0,-2 0 0,1 2 30,1 2 0,-6-4 0,4 1 0,-3 1-14,-3 2 0,7-4 1,-1 0-1,-2 2-3,-1 2 0,-3 2 1,1-2-1,1-2 8,4-1 0,-3-1 1,3 6-1,-4 0-30,-1 0 1,-1-2 0,3-2-1,1-2 18,2 2 1,1 2 0,-7 2-1,2 0-26,5 0 1,-5 0 0,4-2 0,-3-2-4,-3-1 0,1-1 0,-1 6 0,1 0 11,-1 0 0,1 0 0,-1 0 0,1 0 2,-1 0 1,0 0 0,1 0 0,-1-2-6,1-4 0,-6 4 0,-1-4 0,3 4 6,1 2 1,-3 0 0,0 0 0,1 0 3,3 0 0,-5 0 0,1 0 0,2 0-11,1 0 1,-3 0 0,-1 0 0,3 0 7,1 0 1,3 0 0,-1 0 36,1 0 1,-1 0-5,1 0 0,-1 0 76,1 0 77,-1 0 233,-7 0-108,-2 0-409,-8 0-213,0 0-437,-8 0 1,6-2-988,-4-3 1727,4 3 0,2-6 0,0 8 0</inkml:trace>
  <inkml:trace contextRef="#ctx0" brushRef="#br0" timeOffset="1">6690 717 8609,'0'-18'104,"0"7"1,2 1-181,3 2 1,-1-3 48,8 5 0,0-6-184,5 6 0,1 0-231,-1 6 389,0 0 0,-1 2 1,-4 4 48,-7 6 0,-3-2 1,-2 1 16,0 3 0,-5-5 1,-3 1-1,0 0 144,0 0 0,-5-7 0,1 3 180,-3-4 0,-3-2-174,1 0 1,-1-2-113,1-4 0,5-1 0,2-7 0,3 2-38,3-1 1,2 3-1,2-1-74,0-3 1,0 4 0,2-1-53,4-3 0,-3 6 1,7 1-1,0 1-69,0 0 1,1 0 0,7 6 110,-1 0 0,1 2 0,-1 4 69,0 5 0,-5 5 0,-2 1 0,-2 1 36,-5-1 0,-1 1 0,-2-1 124,0 1 1,0-1 0,0 1 0,0-1 31,0 1 0,-5-7 0,-3-1 0,-2-2-32,-3-4 1,-1-1 0,0 1 0,3 2-22,-3-2 0,-1-2 0,-1-4 1,3-4-51,1-5 0,2 1 1,-1-2-1,3-1-50,0-3 1,6-1 0,-4-3 0,2-1-103,-1-2 0,3-1 1,-4 7-1,6-1-308,6 1 1,-4 5 0,5 1 148,1-3 1,2 1-1,7 1 1,1 6 75,-1 4 1,-5 2 0,-1 0-1,3 0 56,2 0 1,-1 2-1,-1 2 1,-5 4 36,-1 1 1,4 3 0,-6 6 65,-3-1 1,-1-5-1,-2-1-90,0 3 0,-2-1 0,-3 1-182,-7-2 0,2-8 1,-1 3 260,-3 1 0,-1-6 0,-3 6 0</inkml:trace>
  <inkml:trace contextRef="#ctx0" brushRef="#br0" timeOffset="2">7214 210 8102,'0'-17'-559,"0"-1"0,0 7 1,0-1 1425,0-1 0,0-3 0,0-1-630,0-1 1,0 6 0,0 1 0,2-1-171,3 2 0,-1-3 0,8 5-192,2-2 0,1 6 0,2-1 0,1 3 28,-1 2 1,3 0 0,1 0-1,2 2-54,-1 3 1,-1 3 0,0 8 0,1-1 92,-7 5 1,3 1 0,-8-2 0,-1 3 74,-3 1 0,-4 6 1,-2-4-1,-2 3 57,-4 3 1,-3-4 0,-9 0 0,1 0 4,-1 0 0,-1-3 0,-3 3 0,-1-2 0,2-4 0,3-7 0,5-2 0,1-1 151,-2-1-231,7-2-1,-9-8 0,16 0 1,0 0-1,10 0 91,5 0 0,3-6 0,1 0 0,3 2-52,1 2 1,2-4 0,-4 1 0,5 1-35,1 2 1,0 0 0,4-2 0,-2-2-35,2 2 0,-6 2 0,1 2 1,-3 0-52,0 0 1,1 0-1,-7 0-106,0 0 1,1-6-581,-1 1-165,-7-1-300,-2 6 1233,-8 0 0,0-8 0,0-2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94"/>
    </inkml:context>
    <inkml:brush xml:id="br0">
      <inkml:brushProperty name="width" value="0.11429" units="cm"/>
      <inkml:brushProperty name="height" value="0.11429" units="cm"/>
      <inkml:brushProperty name="color" value="#E71224"/>
    </inkml:brush>
    <inkml:brush xml:id="br1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105 5293 9939,'-12'0'-798,"1"0"0,5 2 1077,-6 3 0,6-3-47,-5 4 0,7-2 1,-4 0 427,0 2-420,6 0 1,-7-6-230,3 0-196,4 0 193,-6 0 0,10 0 0,4 0 41,5 0 0,-1 0 1,2 0-43,1 0 1,-3 0 0,2 0 0,1 0 42,3 0 0,1-6 0,1 0 0,-1 2-22,1 2 1,-1-4 0,1 0 0,-1 3-50,1 1 0,1-4 0,2 0 0,3 0 39,-3-2 0,4 6 0,0-3 1,1 1-8,-1-2 1,4 4 0,-4-4-1,0 2-5,1-2 1,3 4 0,-6-3 0,0 3 0,3 2 0,-7 0 1,6 0-1,-2 0-11,1 0 0,-1 0 0,-6-2 1,1-2 2,-1-2 1,1 0 0,-1 6 0,1 0 10,-1 0 1,1-2-1,-1-2 1,1-1-12,-1 1 0,1 2 0,-1 2 0,1 0-13,-1 0 0,0 0 1,1 0-1,-1 0-11,1 0 0,-1 0 0,-1-2 0,-3-2 16,-1-2 0,0 0 0,5 6 3,1 0 0,-1 0 0,1 0 0,-1 0 14,0 0 1,1-5 0,-1-1 0,3 2-7,3 2 0,-4 0 1,5-2-1,-3-2 9,2 2 1,-3 0 0,3 1-1,-3-3-42,-3 2 0,6 0 0,2 0 0,1-2 52,-1 2 1,-2-3 0,-5 1 0,1 0-21,4-2 0,-3 6 0,3-4 0,-4 3-30,-1-3 0,-1 4 1,1-6-1,-1 2 18,1 0 0,-1-1 1,1 3-1,-1-4-41,1-2 1,-1 5 0,1-5-1,-1 2 32,1 4 1,-1-4-1,0 1 1,1-1-15,-1 0 1,3-4 0,1 5 0,2-1-10,-1 0 1,3-3 0,-2 3-1,1 0-5,1 0 0,-4-5 0,6 3 0,0-2-3,1 1 0,-5 1 0,6-4 1,2 3-39,2-3 0,-4 4 0,0 1 0,0-1 26,-1 0 0,5 5 0,-6-7 0,0 0 24,-4 3 0,2-7 0,1 6 0,-1-1 18,0-1 0,4 0 0,-4-5 0,1 1 14,-1 5 0,4-5 1,-4 5-1,2-5-16,4-1 0,-3 1 1,-1 3-1,0 1-2,0-2 0,0-1 0,4-1 1,-4 3-12,-1 1 1,-1 0-1,-4-3 1,4 1 18,3 3 1,-7-1-1,2-4 1,-1 3-35,1 1 1,-4 3 0,5-5 0,-3 4 14,2 2 1,-3-5-1,3 3 1,-2-1 28,3-1 0,-5 6 0,4-6 0,-1-1 29,1-3 0,-2 5 1,6-1-1,1-2 0,-1-1 0,-4 3 0,4 1 0,-2-3-10,-3-1 0,3-3 0,0 1 1,0-1-15,1 1 0,3 5 0,-6 0 1,-2 1 1,-1 1 0,-1-5 0,2 3 0,3-2 9,-3 3 1,-1-5-1,-3 6 1,0-1 30,1-1 1,-1 1 0,1-5 0,-1 2-11,1 3 1,5 1-1,0-4 1,-1 3-25,-3-3 0,-1 1 0,-1-1 0,2 2-3,5-1 0,-5-3 0,6 1 0,-1 1-26,-1 3 0,6 1 1,-4-4-1,0 3-68,1-3 0,-3 4 0,-6-1 1,3-1 100,3 2 1,-3-5-1,3 3 25,-4-3 0,-1 3 0,-1 0-26,1-1 0,-1-3 0,1-1 26,-1-1 1,0 1-1,1-1-22,-1 1 1,1 0 0,-1-1 0,1 1-7,-1-1 0,-1 1 1,-3-1-1,1 1 5,5-1 0,-7 7 0,5-1 0,-1-2 19,0-1 1,1-3-1,0 1 1,1-1-4,-1 1 1,1 5 0,-1 1 0,1-3-8,-1-1 0,1-1 1,-1 3-1,1 1 35,-1-2 0,1-1 0,1-3-54,4 1 0,-3-1 0,3 3 0,-4 1-13,-1 3 0,-1 1 1,1-4-1,-3 3-37,-3-3 0,3 4 1,-3-1 2,4-3 1,1-1-1,1-3 35,-1 1 0,-1-1 1,-3 3-1,-1 1-7,1 3 0,-3-1 0,2-6 0,1 3 4,3 3 0,-5-3 0,1 3 0,2-3 18,1-3 1,3 1 0,-1-1 11,1 1 0,-3-1 1,-1 1-1,-3 1-9,3 5 0,-4-5 0,1 4 0,1-3 2,-2-3 1,5 1 0,-5 0 0,1 1 21,1 4 1,-2-3 0,3 3 0,-1-3-2,2-3 1,-5 3 0,3 1-1,0 2-13,-3-1 0,5-3 1,-6-1-1,1 1-21,5 5 0,-4-5 0,-1 5 1,1-5-1,0-1 0,-4 5 1,3 0-1,1-1 11,0-3 1,-6 5 0,3-1-1,-1-2 12,0-1 1,2 3 0,-4 0-1,3-1-18,3-3 0,-6-1 0,4 1 0,-2 3-6,-1 1 1,7 1-1,-4-7 3,1 1 0,1-1 0,4 1 1,-5-1-4,-1 1 1,4 5 0,-4 0 0,-1-1 2,1-3 0,4 5 0,-4-1 1,1-2 1,1-1-1,2-3 1,-5 3-1,1 3 0,-4-3 0,6 3 0,-3-3 1,5-3-1,-4 1 10,2-1 1,-1 1 0,5-1-1,-4 1-7,-3-1 0,5 7 0,-6-1 0,0-1 46,1-3 1,-3 0-1,6 3 1,-2 1 5,-4-1 1,3-3 0,1 1 0,0 1-21,0 2 1,-3 1-1,-3-7-26,4 1 0,-4-1 0,6 3 1,-2 1-45,0 3 0,-1-1 0,-3-6-26,4 1 1,2 0 0,4-1 0,-5 1 31,1-1 0,-4 1 0,6-1 31,-3 1 0,5-1 0,-6 1 0,-2-1 39,-2 1 0,4 5 0,-1 1 1,-1-3 1,-2-1 1,0-3 0,2 1-39,2-1 0,0 1 0,-6-1 0,0 1-8,0-1 0,5 1 0,1-1-9,-2 1 0,4-1 1,-2 1 2,-2-1 0,-2 1 0,0 0 55,3-1 0,-3 1 0,4-1-21,-4 1 1,-2 5 0,0 0 15,0-1 1,6-3-1,0-1-29,-2-1 1,-3 1 0,-1-1-34,0 1 1,0 0-1,0-1 21,0 1 0,0-1 0,0 1 51,0-1 1,0 1 0,0-1 20,0 1 1,-1 1 0,-3 3-1,-2 1-3,2-2 1,2 5 0,2-3 0,0-1 11,0-3 0,-6 4 1,0 1-8,3-3 1,1-1-1,2-3-74,0 1 0,-2 5 0,-2 0 33,-2-1 0,0-3-4,6-1 1,0 5-147,0 1-480,0 7-1087,0-4 596,0 8 0,2 2 1088,4 4 0,-4-4 0,6 5 0</inkml:trace>
  <inkml:trace contextRef="#ctx0" brushRef="#br1" timeOffset="1">2375 1154 6493,'-10'-8'609,"1"6"0,5-6 82,-2 0 0,-2 6-194,2-3 0,3-3 48,-9 2-405,8 0-405,-4 6 0,10 0 162,4 0 0,-2 0 0,8 0 0,1 2 69,3 4 1,1-2-1,3 6 1,1-1 46,2 1 0,6-6 0,-5 4 0,-1-3-29,2 1 1,-4 2-1,7-4 1,-1 2 9,0-2 1,-6-3 0,3 1 0,-3 2-12,2 2 1,-3 0 0,3-6 7,-4 0 0,-9-2 333,-4-4-200,-4 4 0,-2-7-95,0 3 0,-2 4-33,-4-4 1,2 2-218,-7-2-212,7 4 262,-12-5 0,12 7 100,-7 0 0,5 0 0,-4 1 37,2 5 1,2-2-1,5 6 1,-3 0 58,-2-1 0,-2-3 1,4 6-13,-2 1 0,-5 3 0,5 1 0,0 3-10,-2 3 1,4-4 0,-5 7 0,-1-3 7,0 0 1,6 1 0,-3-7-1,1 0 32,0 1 0,-6 5 0,5 0-21,-3-1 0,4-5 0,-4-3-19,3-2 1,-1-3-1,4 5-385,-2-3-581,0-7-240,6 4 1203,0-8 0,0 0 0,0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9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315 280 7652,'0'-17'-160,"0"5"718,0 0 0,-2 1 0,-1-7-273,-3 1 0,0 5 0,6 0-112,0-1 0,-6-3 0,0-1 1,2-1-125,2 1 0,-5 5 0,-3 1 1,-2-1-144,1 2 1,5-3 0,-6 5 0,-1 0-45,-3 0 0,4 3 0,1 5 1,-3 0-78,-1 0 0,-3 2 0,3 3 0,1 7 77,2 4 1,1 1-1,-5 2 1,3 3 79,1 1 0,8 8 0,-4-2 0,3 4 73,-1 2 0,0 0 0,6 0 1,0-2-31,0-4 1,2 4 0,2-6 0,4 0 22,1-3 0,3-11 1,5-3-1,1-2 6,-1-4 0,1-2 0,-1-4 138,1-4 1,-1-4-1,-1-7 1,-3-1-95,-1 1 1,-6-3 0,3-1-1,1-2-19,0 1 0,-6-3 1,3 0-1,-1 0-37,0-1 1,2 1-1,-4 4 1,2-2-25,-3 1 0,-1 3 1,0 3-334,4 5 265,-4-5 1,8 16 0,-4 0 211,5 10 0,-1 11 0,2 2 1,1 1 33,3 1 1,1-4 0,1 6 0,-1 1-30,1-1 1,5-6-1,0 2 1,-2-3-33,-1-3 0,3-5 0,0-2 0,-1-3-86,-3-3 1,-1-2 0,1-2 0,2 0-263,3 0 0,-1-8 1,-6-1-1,1-3-299,-1 0 1,-1 1 551,-4-7 0,3 1 0,-5-1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9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228 33 8242,'9'-7'-335,"1"5"616,-4-4 0,-4 2-85,4-2-220,-4 4 1,-2-4 61,0 12 1,0-2-1,0 8 12,0 1 1,-6 3 0,-2 3 0,0 3 8,1 1 1,-7 6 0,4-4 0,-1 2-5,-1 4 1,0 2 0,-5 0-1,1-1 11,5-3 0,-5-2 1,7 4-1,-3-4 26,0-2 0,3-1 0,-5-9 1,4-1 144,2-3 0,1-7-70,1 2 0,2-4 30,-8-2-173,9 0-83,-5-8-29,8 6 19,0-6 0,0 6-263,0-3 58,0 3 233,0-6 330,0 8 211,0 0-488,8 0 1,1 0-10,9 0 0,-1 0 1,1 0-1,-1 0 28,1 0 1,5 2-1,2 2 1,2 4-6,4 1 0,2-3 1,0 6-1,-2-1 32,-2-1 1,2 6 0,6-5 0,0 3 28,-4-3 1,-2 3 0,2-6 0,-2 0-74,-2-1 1,-7 5-1,1-6-206,-4-2-38,-1-2 96,-8-2 0,-5-2-551,-10-4 0,1 4-315,-8-4 0,6 4 1000,-5 2 0,7-8 0,-4-1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04:14:30.79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297 866 8319,'10'9'826,"-3"-3"-538,-7-12 1,0-3 0,0-9-150,0 1 0,0-1 0,0 1-51,0-1 1,0 1 0,0-1 0,0 1-132,0-1 0,-2 7 1,-1-1-1,-5 1 50,-2 1 0,4-4 1,-5 8-1,-3 3-99,-1 1 1,-3 2 0,1 0 0,-1 2-12,1 3 0,-1 5 0,1 8 0,-1 1 64,1 4 0,-1 4 0,1 8 1,-1 0 26,1 0 0,5 0 0,3 2 0,1 2 12,4 2 0,2-1 0,2-5 0,2-2 15,4-4 0,-2 0 0,7-9 0,3-5 69,1 1 1,-3-8 0,0-3-1,-1-5 141,-1-5 0,6 1 1,-7-10-1,3-3-150,0-5 0,-7-3 0,5 2 0,0-6-73,0-4 1,-5 4 0,5 0 0,-2-2-90,-4-2 1,3 3 0,1 3 0,0 2-97,0 4 1,0-5 0,-5 3 0,3 2-150,-2 1 1,0 9 185,2-1 0,-2 8 1,5 0 168,-1 8 0,0 8 1,-4 9-1,2 4 141,-3 3 0,7-5 1,2 6-1,3 0 69,3-2 1,-1 6 0,1-6 0,-1 1-122,1-5 0,1-4 0,2-1 0,3-3-111,-3-3 1,4 2 0,-1-9 0,-3-1-274,-2-2 0,5-10 0,-1-3 0,-2-5-665,-1-1 1,-5-7 936,-3 1 0,11-8 0,-4 4 0</inkml:trace>
  <inkml:trace contextRef="#ctx0" brushRef="#br0" timeOffset="1">699 27 8535,'-12'-5'1317,"0"-1"-779,1-8-463,1 12 1,0 2 0,6 12 0,-1 3-137,1 3 1,2-1 0,0 1 0,-2 1-77,-2 4 1,-6-1 0,5 5 0,-1 0-176,0 0 1,-3-5 0,3 3 0,0-2-821,0 0 1132,-5 1 0,3 1 0,-7 2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5:13.981"/>
    </inkml:context>
    <inkml:brush xml:id="br0">
      <inkml:brushProperty name="width" value="0.06" units="cm"/>
      <inkml:brushProperty name="height" value="0.06" units="cm"/>
      <inkml:brushProperty name="color" value="#004F8B"/>
    </inkml:brush>
    <inkml:brush xml:id="br1">
      <inkml:brushProperty name="width" value="0.08" units="cm"/>
      <inkml:brushProperty name="height" value="0.08" units="cm"/>
      <inkml:brushProperty name="color" value="#004F8B"/>
    </inkml:brush>
  </inkml:definitions>
  <inkml:trace contextRef="#ctx0" brushRef="#br0">87 5380 8440,'-9'2'-192,"1"2"1,0 2 15,-3-3 868,3-1-357,-8-2 1,12 0 94,-7 0-544,7 0-299,-4 0-51,8 0 420,0 0 0,8 0 48,4 0 0,1 2 0,1 2 32,-3 2 0,1 2 0,5-4 0,1 1-27,-1-1 0,1-2 0,-1 0 0,1 2-7,-1 2 1,1 0 0,-1-6 0,1 0-15,-1 0 0,1 6 0,-1-1 0,0-1-50,1-2 0,-1 4 0,1 0 0,-1-2 40,1-2 0,-1 0 1,1 2-1,-1 1 25,1-1 0,-1 4 0,1-2 1,-1-2 1,1-2 0,-1 3 0,0 1 1,1-2 2,-1-2 0,1 4 0,-1 0 0,1 0-4,-1 1 0,1-5 1,-1 4-1,1-2 2,-1 2 0,6-4 0,-1 5 0,-5-1 1,-3 0 1,-3 2 0,7-4-1,-1 2 1,1-3 0,-1 5 0,1-2 0,-1 0 3,1 2 0,-1-6 0,1 3 0,-1-1-10,1 2 1,-1-4 0,0 6 0,1-2 11,-1-1 0,1 1 1,-1-6-1,-1 2-4,-5 4 0,11-4 0,-5 4 17,3-4 0,-1-2 0,-1 0 1,-1 2-12,0 3 0,1-3 1,-1 4-1,1-4-4,-1-2 0,1 0 1,-1 2-1,1 2-19,-1 2 0,1 0 0,-1-6 0,1 0 2,-1 0 1,1 2 0,-1 1 0,2 3-3,5-2 1,-5-2 0,4-2 0,-3 0-38,-3 0 1,3 6 0,1 0 0,2-2 100,-1-2 1,-3-2-1,-2 0 1,1 0-39,-1 0 1,7 0 0,-1 0-1,-2 0-11,-1 0 1,-3 0 0,3 0 0,1 0-8,2 0 1,1 0 0,-5 0-1,2 0-7,3 0 1,1 0-1,-4 0 1,2 0-5,-1 0 1,3 0 0,0 0 0,0 0 20,1 0 0,3 0 0,-4 0 0,0 0-6,0 0 0,5 0 1,-7 0-1,0 0 11,2 0 1,-3 0 0,5 0 0,-2 0-12,-4 0 0,5 0 0,-3 0 1,0 0-9,2 0 1,-5-2-1,5-2 1,-2-2 17,1 2 0,-1 2 1,-4 2-1,3 0-5,1 0 1,0-6-1,-3 0 1,1 3-11,2 1 0,3 2 1,-5 0-1,2 0 8,-2 0 0,5 0 0,-1 0 0,0 0-4,0 0 1,5 0 0,-7 0 0,0 0-11,2 0 1,-3-2-1,5-2 1,-2-2 0,-4 2 1,5 2-1,-3 2 1,-2 0 4,-1 0 0,3-6 0,0 1 0,-1 1 26,-3 2 0,-2-4 0,1 0 0,-1 2-75,1 2 1,1 2 0,3-2 0,1-2 101,-2-1 1,-1-1-1,-3 6 1,2-2-39,5-4 0,-5 2 0,6-6 0,-1 3 0,-1 3 1,6 0 0,-4 0 0,1-4-2,-1-1 0,-2 5 0,-4-2 1,3 2 10,1-2 0,2 4 0,-3-6 0,1 3-10,-2-1 0,-1 0 0,-3 4 0,1-2-15,-1-2 0,6-1 0,1 3 1,-3-2 17,-2 2 1,-1 0 0,-1 0 0,3-2-44,3 3 1,-4-5-1,5 2 1,-5 0 0,-1-2 0,5 6 0,0-5 0,-2 1 10,-1 0 1,3-6 0,0 7-1,-1-1-7,-3-2 0,4 6 1,1-6-1,-3 2 8,-1 1 1,-3-3 0,0 4-1,1-2 17,-1 2 1,7-3-1,-1 1 1,-2 0-1,-1-2 1,-3 6 0,1-6 0,-1 3 1,1-1 0,-1-6 0,0 4-14,1-1 1,-1-1 0,1-2 0,-1 5 7,1-1 1,-1 4-1,1-6 1,-1 1-10,1-1 1,-1 4 0,1-4 0,-1 1-37,1-1 1,-1 4-1,0-4 1,1 1 15,-1-1 1,1 4-1,-1-4 1,1 1 23,-1-1 1,1 4 0,-1-3 0,1-1-3,-1 0 0,1 4 0,-1-3 1,0-1-22,1 0 1,-1 4 0,1-5 0,-1-1 8,1 2 1,-1-3 0,1 5 0,-1 0 17,1 1 1,-3-7-1,-1 4 1,-3-1-2,3-1 1,0 6 0,-1-6-1,-1 1 8,1 1 0,3-3 0,1 5 0,1 0-3,-1 0 1,1-5 0,-1 3-1,1-2 0,-1 1 0,-5-1 0,-1-3 0,3 1-1,2 2 1,1 1 0,0-7 0,1 3-1,-1 3 1,1-4 0,-1 5-1,1-5-1,-1-1 0,1 1 1,-1 3-1,1 1 13,-1-1 1,1-3-1,-1-1 1,-1-1 83,-5 1 0,5 1 0,-5 3 0,3 1-59,-2-2 1,3-1 0,-3-3-20,3 1 1,1-1 0,-3 1 0,-1 1-22,2 5 1,-1-5-1,1 5 1,-3-5-24,3-1 1,-4-1 0,1 1 0,3-1-6,1 1 1,1-1 0,-2 1 0,-3-1 11,3 1 1,-4-1 0,1 1-1,1-1 41,-2 1 1,5 0 0,-3-3 0,1-1-10,-1-2 0,1-1 0,-5 7 0,2-1-5,4 1 0,-5-1 1,3 1-1,0-1-11,-3 1 1,7 0 0,-5-3 0,3-1-14,-2-3 0,3 1 1,-3 6-1,1-1 4,-1 1 0,4-1 0,-5 1 0,5-1 11,1 1 1,-5-1-1,-1 1 1,3 0 7,2-1 0,-5 1 0,-1-1 1,0 1 32,-1-1 1,-3 1 0,4-1-30,-2 1 1,3-1-1,-5 1 1,0-1-15,2 1 0,-6 0 0,3-1 0,-1 1 0,2-1 1,-4 1-1,4-1 1,-2-1 45,2-4 0,-4 3 0,5-3 0,-1 3-9,0 3 1,0-6 0,-4-1 0,2 3 5,1 2 0,7-5 1,-6 1-1,0 2 3,1 1 1,-5 1 0,6-4-42,0-6 0,-6 3 1,4 3-1,-2 4 25,1 1 1,-1 1 0,6-1 0,-2 1-14,-4-1 0,-1 1 1,1-1-1,2-1 21,-2-4 0,4 3 0,-2-3 0,-2 4 3,-3 1 0,5-5 0,0 0 1,-2-1 46,-2-1 1,4 6 0,0-5 0,-3 3-65,-1-2 1,0 3 0,2-3-1,2 2-16,-2-3 1,-2 5-1,0-6 1,2 1 44,1 1 0,1 0 0,-6 3 1,0-1-3,0-2 0,0-6 1,0 5-1,0 3 23,0 2 1,0-5 0,0 1 0,0 0-91,0-2 0,0 5 0,0-3 0,0 4 71,0 1 1,0 1-1,0-1 1,0 1-62,0-1 0,-2-1 0,-2-3 0,-1-1-60,1 2 1,2 1-1,2 3 1,-2-2 82,-4-5 0,4 3 0,-6-6 0,3 2 18,-1 3 0,0 1 0,6-1 1,-2-1-18,-4 2 0,4 1 0,-4 3 1,4 0-22,2-1 1,-5 1 0,-1-1 0,2 1-4,2-1 0,2 1 0,0-1-2,0 1 1,-6-3 0,0-1 0,2-2 15,3 1 1,-1 3 0,-2 2 111,-2-1 0,0 1 0,6-1 0,-2 3-97,-4 3 0,4-4 0,-3 5-16,3-5 0,0-1 0,-2-1-45,-2 1 1,0-1 0,6 1-1,0 0-42,0-1 1,0 1 0,0-1 109,0 1 1,0-7-1,-2 1 1,-2 2-48,-2 1 0,1 3 1,5-3 6,0-3 1,0 4 0,0-5 0,0 5 17,0 2 0,0-1 0,0 1-3,0-1 1,-2 3 0,-2 1-1,-2 2-10,2-1 1,2 3 0,2-1 7,0-3 0,-6-2 0,1-1 1,1 0-11,2-1 0,2 6 0,-2 1 0,-2-3 23,-2-1 0,0-3 1,4 1-1,-2-3-1,-1-3 0,-3 8 0,4-7 42,-2 1 1,-2-1-1,5 5 1,-3 0 1,-2 1-1,4 2-43,-2 3 1,-2 5 11,3-6 1,1 3 0,-6-5 10,2 2 0,2 7 0,5-5-103,-5 2 1,4 0 21,-4 3 0,-2 1-54,2-8-150,1 0-827,5 3 397,0 1 0,0 10 215,0 4 1,0-2 0,0 7 0,0 3 463,0 1 0,7 3 0,3-1 0</inkml:trace>
  <inkml:trace contextRef="#ctx0" brushRef="#br1" timeOffset="1716">5484 4786 17866,'0'-17'-1739,"0"-1"0,0 7 1636,0-1 0,0 6 324,0-6 83,0 1-1135,0-7 674,0 9 1,0 9-1,0 11 1,0 5 150,0 1 1,-8 8 0,-2 5 0,-1 3-92,-1 2 0,0-1 0,-3 1 1,1 2 205,3 4 0,-1-4 1,-3 4-1,1-5 0,2-1 1,7 0-1,-5-2 1,2-4 89,4-5 0,2-5 259,2-1-101,0-9 1,0-3 351,0-12 0,0 2-580,0-7 0,2 5-141,4-6 1,-2 8-1,6-3 1,-1 1-2,1 0 1,-4 0 0,5 4 94,3-4 0,2 4 1,1-3-4,0 3 0,1 2 0,-1 0 0,1 0 32,-1 0 1,1 0 0,-1 2-1,1 2 0,-1 1 1,1 1-1,-1-4 1,1 2-193,-1 2 0,-5 0 0,-1-6 1,1 2 249,-2 3 0,5-3-315,-3 4 0,-4-2-1500,-3 2 352,-3-4 1,-2 8 1062,0-5 1,0-3 0,0 6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15:19.280"/>
    </inkml:context>
    <inkml:brush xml:id="br0">
      <inkml:brushProperty name="width" value="0.08" units="cm"/>
      <inkml:brushProperty name="height" value="0.08" units="cm"/>
      <inkml:brushProperty name="color" value="#004F8B"/>
    </inkml:brush>
  </inkml:definitions>
  <inkml:trace contextRef="#ctx0" brushRef="#br0">35 131 17866,'0'-18'-1994,"-6"1"0,1-1 1792,1 1 1,-4-1 0,2 1 76,2-1 1,2 11 0,2 7-1,0 11 32,0 11 1,0-1 0,2 8 0,2 2-30,2 2 0,0 2 0,-6 0 0,0 2 97,0 4 1,2-5 0,2 5 0,1-4 24,-1-2 0,-2 0 0,-2-2 1,0-2-263,0-2 1,0-8-1,0 3 596,0-5-72,0-9 0,6-4 0,0-14-94,-2-10 1,4-1 0,-1-8 0,3 0-114,4 0 0,-1 5 0,1-3 0,-3 2 14,3-1 1,2 1 0,-1 6 0,-1-1-4,-3 1 0,1 1 1,5 5-1,1 3 103,-1 0 1,1 6 0,-1-2 0,1 8-174,-1 8 0,1 3 0,-1 5 1,-1 1-99,-5 2 0,3 8 1,-6-4-1,-1 3 108,1-1 1,-2 0 0,-6 4 0,0-4 85,0-6 1,-8 2 0,-3-1-1,-5-3 198,-1-2 1,-1-7 0,1-2 0,-1-2 123,1-5 1,-1-1 0,1-2 0,-3 0-241,-3 0 1,4-7-1,-5-3 1,7-2-416,5 1 1,-3-1-1,3-5-251,-3-1 1,5 1-2100,4-1 2691,4 8 1,10 3 0,2 7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30:23.48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245 175 8404,'0'-17'-71,"0"-1"1,0 1-179,0-1 0,0 7 1,0-1 1535,0-2-654,0 7-676,0-1 0,-2 8 0,-1 2 36,-3 4 0,-6 3 0,4 11 0,-1 1 4,-5 2 0,-1 8 0,-3-2 0,1 4 12,-1 2 0,1 8 0,-1 4 0,1 3 34,-1 2 1,1 7 0,1 1 0,5 0 12,5 0 1,4 6 0,2-4-1,2 0-22,4-3 0,3-5 1,11 0-1,1 1 104,2-3 0,8-4 0,-1-13 0,3 0 38,1 0 0,1-2 1,-2-2-1,-2-4-90,-1-1 1,-1-3 0,6-6-1,-2 1-58,-4-1 0,-4-5 1,-8-2-1,1-1-205,-1 1 0,-5-6-584,0 2-83,-9-4 1,3-2-980,-12 0 1823,4 0 0,-5-8 0,7-2 0</inkml:trace>
  <inkml:trace contextRef="#ctx0" brushRef="#br0" timeOffset="583">1206 280 8248,'0'-18'4,"0"1"1,0-1 0,0 1 82,0 0 1,0 5-1,-2 2-98,-4 2 0,-4 3 0,-7 5 0,0 2-132,-1 3 1,-5 5 0,-2 9 0,-3 3 30,-3 1 1,0 6 0,0-4-1,4 3 49,2 3 0,-4 0 1,5 0-1,3-2 54,2 2 1,7 0 0,2 0 0,3-2 16,3 2 1,2-4-1,2 0 1,2-1 35,4-5 1,5-2 0,11-1-1,3-1 45,2 1 0,2-7 0,8-1 0,2 0-58,1 0 1,1 1 0,-6 7 0,0-3-38,0-3 0,-2 9 0,-2-3 0,-6 3-19,-5 4 1,-1-3 0,-13 5 0,-2 0-102,-2 0 0,-4-4 1,-6 5-1,-9-1 105,-11 0 0,-7-4 0,-3 4 0,-3-3 51,2-9 0,2 1 0,2-9 0,0 1 0,0 0 1,6-2 0,2-8 0,4-4-12,7-6 0,1-9 1,9-4-1,0 0-2,-2-1 0,6 1 0,-1 2 0,5-4 0,3 0 0,9-1 0,-2 7 0,3-2-7,3 1 0,-7 3 1,1 1-1,1 3-139,3 3 0,3-1 0,3 5 1,1 0-305,-2 0 433,-1 3 0,5-3 0,2-2 0</inkml:trace>
  <inkml:trace contextRef="#ctx0" brushRef="#br0" timeOffset="1112">1870 385 8198,'9'-8'14,"-3"-4"1,-4-3 0,-2-3 97,0 1 0,0-1 140,0 1-531,0-1 129,0 9 0,-8 9 0,-1 11 0,-3 7 25,0 5 0,1-2 0,-7 9 0,1 1 72,-1 2 1,1 2 0,-3 1 0,1 5 88,1 6 0,-1-3 0,13 3 0,2 1 58,2 3 0,2 1 0,0-1 0,4-5 32,8-5 1,2-12-1,13-4 1,0-3 21,0-5 1,4 3 0,8-15 0,2-1-97,-3-2 0,5-4 0,-2-5 0,-2-9-36,-2-5 0,-4-5 0,-4 3 0,-4-6 74,0-4 0,-7-2 1,-1 0-1,-7-2 129,-2-3 1,-7 1 0,3-6 0,-8 2-128,-7 5 0,-5-5 1,-3 0-1,-4 1-223,-7-1 1,-2 2-1,-3 8 1,2 2-157,3 2 0,-3 8 0,4-1 0,-2 9-2,2 7 0,-2 4 1,8 4-1,2 4-9,1 5 1,3 5 0,-1 3-1,3 5 298,3 5 0,-3 4 0,5 2 0</inkml:trace>
  <inkml:trace contextRef="#ctx0" brushRef="#br0" timeOffset="1366">2079 856 8238,'-12'0'435,"1"0"1,7 2-138,-2 4 1,12-2 0,6 7 0,3 3-130,3 2 1,1 7 0,2 2-1,5 2-88,1 4 1,-4 4 0,4 4 0,-2 2-120,-3-2 1,3-1 0,-2 1-1,-1 0 26,-3-6 0,-3 0 0,-3-10 0,-3-1-959,-2-3-705,-3-9 915,-5-3 1,0-14 760,0-5 0,0-11 0,0-4 0</inkml:trace>
  <inkml:trace contextRef="#ctx0" brushRef="#br0" timeOffset="1650">2813 839 8224,'0'-18'307,"0"7"-155,0-1 1,7 2-1,5-1 1,4 3 64,1 0 1,2 6-1,5-6 1,5 3-100,4-1 1,2-2-1,0 4 1,0-2-262,0 2 0,1 1 0,1-1 0,0-2-122,-4 2 0,-10 0 0,1 0 1,-5-2-282,-1 2 0,-1 3-805,0 1 1351,-7 0 0,-2 0 0,-8 0 0</inkml:trace>
  <inkml:trace contextRef="#ctx0" brushRef="#br0" timeOffset="2249">4053 105 8196,'5'-11'17,"1"-1"0,-2-2 120,-2-1 0,4 3 0,0 1 69,-2-3 0,-4 6 0,-6 2-287,-6 4 1,-3 2 0,-5 2 0,-1 4-7,-2 6 1,-7 3 0,5 3 0,0-1-42,0 1 0,-4 1 1,3 3-1,1 3 48,0 2 0,2-4 0,7 4 1,3-1 61,1-5 0,8 4 1,-2 0-1,4 1 27,2-1 0,2-2 1,6-5-1,9 1 37,11 4 0,1-3 1,4 3-1,4-4 57,-1-1 0,3-1 1,0 1-1,2 1 6,-2 4 0,-2-3 1,-3 5-1,1 0-49,0 4 0,-8 6 0,-3 4 0,-7 2-65,-5-2 1,-4-2 0,-10-3-1,-4 1-63,-6 0 0,-5-2 1,-7-2-1,-7-5-107,-7-7 1,1 2 0,-4-11 0,4 2 64,2-1 1,0-7-1,2 0 1,2-8 46,2-7 1,8-5 0,-3-3 0,7-3 109,5-1 0,5-6 1,7 4-1,0-1 169,0 1 0,0-4 0,2 4 0,3-2 79,7-4 0,4 5 0,1 1 0,0 2-158,1 0 1,5-1 0,0 7 0,-1 1-192,-3 5 1,-1-3 0,-1 8-1,1 2-260,-1 3 1,1 1-1,-1 0 1,0 0 313,1 0 0,-1 15 0,1 4 0</inkml:trace>
  <inkml:trace contextRef="#ctx0" brushRef="#br0" timeOffset="2966">4507 507 8255,'0'-25'0,"2"-2"230,3-1 1,-3-5 0,4 6 0,-2 0 41,2 4 1,-4 3 0,6 5 0,-3 1 633,1 3-860,0 7 0,-6-2 0,0 12-177,0 5 0,0 7 1,0 5-1,0 6-44,0 4 0,0 4 1,0 2-1,0 4-10,0 1 0,6-3 1,0 5-1,-2 1 64,-3-2 0,-1-1 0,2-5 1,2 2 6,2-2 1,0-2-1,-4-4 1,2-4 56,2-6 1,7-6 239,-1-5 0,-2-6 0,-1-12-34,-1-6 1,6-9 0,-5-4 0,3 0-98,0-1 1,-7-5-1,7 2 1,0-2-32,-3 2 0,7-4 1,-6 6-1,1-2-9,1 0 1,-2 0 0,3-4 0,-3 4-19,-2 5 0,5 3 1,-3 0-1,2-1 27,-1 7 0,-5-1 0,6 10-120,1 2 1,-3 2 0,0 4 22,-3 4 0,5 4 1,-4 7-1,0 1-71,-1-1 0,7 7 0,-4 1 0,1 2 72,1 4 0,0-4 1,5 2-1,0 2 95,1 2 0,5-4 0,1 1 1,-1-1 82,2-2 0,-6 4 0,7-8 1,-3-1-4,0-3 1,-1-7-1,-9-3 274,-1-1 1,-1-4-120,7-10 0,-8 0 1,-5-9-1,-3-7-102,-2-3 0,0 2 0,0-6 0,0-4-54,0-6 0,0 2 1,0-6-1,-2 3-45,-3-1 0,3-8 1,-4 5-1,4-3-135,2 1 0,-2 1 1,-2-2-1,-2 7-35,2 3 0,2 8 0,2 2-271,0 1 1,-1 5-176,-5 9 0,4 7-23,-4 10 1,4 5 0,2 8 0,0-1-647,0 0 1231,0 1 0,8 7 0,1 2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30:28.05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85 7463,'10'-17'-177,"-3"5"1,-5 1 447,4-3-35,-4 6 0,14-5-183,-5 7 0,-1 2 0,2 8 0,1 4 2,3 1 0,7 5 0,2 7 1,2 5-62,4 1 1,2 2-1,2 8 1,2 2 3,4 1 0,-4 9 0,5-1 0,-1 7-20,0 3 0,-6 8 0,-8-2 0,0 4 1,0 2 0,-11-1 1,-1 1-1,-5 0 7,-6 0 0,-8-6 1,-4-2-1,-1-2-5,-5-3 1,-3-11-1,-5-3 1,-1-2 9,2-1 1,-6 1 0,-1-6 0,-1 0 3,0 0 1,2 0 0,-4 0 0,4-2 63,2-4 1,-5-4 0,7-7 0,2-3-26,1-3 0,3 3-110,-1-3 0,9-2-318,3 1 0,6-7 394,6 2 0,11-12 0,10-4 0</inkml:trace>
  <inkml:trace contextRef="#ctx0" brushRef="#br0" timeOffset="683">1311 365 8172,'-12'-6'200,"0"0"1,9-7 166,-3 1 1,4 2 23,2-1 1,2 1-235,4-2 0,-3 5 0,7 5 0,0-2 7,0-2 0,1 0 1,7 6-242,-1 0 0,6 0 0,1 0 0,-3 0-54,-2 0 1,5 0 0,-1 0-1,0 0-116,3 0 0,-7 0 0,6 0 0,-2 0-10,1 0 0,-1 0 0,-6 0-613,1 0 224,-1 0 1,-7 2 645,-4 4 0,-12-2 0,-6 5 0,-3-1 0,-10 14 0,-2-3 0</inkml:trace>
  <inkml:trace contextRef="#ctx0" brushRef="#br0" timeOffset="967">1258 732 8172,'-15'2'54,"1"1"247,3 3 1,5 0 268,-6-6 1,10 0-299,2 0 0,2 0 0,10-2 0,1-2-238,3-2 1,1-1 0,1 3-1,-1-2-110,1 2 0,1-4 0,2 3 0,3 1-76,-3 2 0,4-4 0,1 0 0,-1 2-87,0 2 0,4-4 0,-4 1 0,1 1-180,-1 2 0,0 2 0,-4 0-265,3 0 1,-1 0 437,-6 0 1,-7 2-1,-6 2 246,-8 1 0,0 9 0,-7-2 0,-9 3 0,-7 3 0</inkml:trace>
  <inkml:trace contextRef="#ctx0" brushRef="#br0" timeOffset="1252">1311 1168 8172,'-18'18'-219,"1"-3"0,1-1 825,5-3 814,3-7-1155,8 4 1,2-8 0,4 0-1,5 0-105,5 0 0,1 0 1,3 0-1,1-2-233,2-4 0,6 4 0,-3-3 0,1 3-96,4 2 1,-4-6 0,2 0 0,2 0-104,2-2 0,-4 6 0,-2-3 0,-1 3-24,-5 2 1,4-6 0,-2 0-169,-1 2 1,-9 2-842,-1 2 1305,-8 0 0,11 0 0,-5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30:30.43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489 410 8279,'-2'-16'0,"-2"3"-536,-1 1 1,-1 0 782,6-5 0,-6 5 486,0 1-738,0 7 1,6-2-1,0 12 115,0 5 1,0 5-1,0 1 1,0 3 20,0 3 1,0-2-1,0 8 1,0 2 31,0 2 1,6 8 0,0 0-1,0 0-33,2 1 0,-1 3 1,5 7-1,-4 1-90,0-1 1,-7 1 0,5-1-1,-2 0-93,2 1 0,-4-9 0,4-3 0,-4-4 11,-2-2 1,-2-6 0,-2-2-176,-2-2 1,-2-9-32,2-10 1,5-6 0,-5-6-209,4-6 0,2-3 0,0-5 1,0-1 455,0-2 0,8-8 0,1 4 0</inkml:trace>
  <inkml:trace contextRef="#ctx0" brushRef="#br0" timeOffset="336">437 445 8192,'-2'-20'0,"-2"-1"-39,-2-2 0,0-1 0,6 7 0,0-1 203,0 1 0,8-1 1,4 1-1,1-1 44,-1 1 0,4 7 0,-5 4 0,5 5-221,1 1 1,3 0 0,1 0 0,4 1-60,2 5 0,-3 4 0,3 7 1,0 1-86,0-1 1,-5 7 0,1 1-1,-4 0 8,-1 0 1,-1 4-1,-1-3 1,-5-1 65,-5 0 1,-4 0 0,-2-3 0,0 1 87,0-2 0,-2-1 1,-6-5-1,-7-1 22,-7-2 0,-3-3 0,2 5 0,-4-5-7,0-1 0,-6 0 1,5-4-1,-1 2-54,0-2 1,8-2 0,-2-2 0,3 0-305,3 0 1,5 0-250,0 0 587,9 0 0,3-8 0,9-2 0</inkml:trace>
  <inkml:trace contextRef="#ctx0" brushRef="#br0" timeOffset="973">1363 968 7062,'1'10'2835,"5"-4"-2647,-4-4 0,6-4 0,-8-4-195,0-5 1,0-5 0,0-1-1,0-1-99,0 1 1,0-1 0,0 1 0,0-1-84,0 1 1,-2-6 0,-2-1-1,-4 3-79,-1 1 0,-3-3 0,-5 2 0,-1 3 147,1 5 0,-1 3 0,1-2 0,-1 7 24,1 3 1,-1 2 0,1 2 0,-1 3 136,1 7 0,-1 4 0,1 3 1,0 2 99,-1 3 1,1 7 0,1-2 0,3 2-27,1-2 0,8 4 0,-2-6 0,4 2 19,2 0 0,0-2 1,2 3-1,2-7-89,2-4 1,7-3 0,-1-3 79,4-1 0,1-8 0,1 2 0,-1-6 12,0-6 1,-5-4 0,0-7 0,1-1-106,3 1 1,1-1-1,1-1 1,-1-2-117,1-3 0,-1-5 0,1 6 0,-1 0-132,1-3 0,-1 7 1,-1-4-1,-3 3-1,-1 3 0,-2 5-32,1 1 246,-3 7 0,-8 4 0,0 13 0,0 7 147,0 3 0,0 6 0,0-4 0,0 1-80,0-1 1,0-2 0,0-6 0,2 3-65,4 3 0,3-3 0,9 3-41,-1-4 0,3-9 1,1-4-1,2-4-151,-1-2 0,3 0 0,-2 0 0,0 0-310,3 0 0,-5-8 503,8-4 0,-7-3 0,3-3 0</inkml:trace>
  <inkml:trace contextRef="#ctx0" brushRef="#br0" timeOffset="1317">1991 340 6943,'-9'-33'0,"1"2"167,0 2 1,6 5 0,-4-3 0,4 2 726,2 4 0,2 1-342,4 3 0,-2 7-545,8 4 1,-9 6-184,3 6 1,-4 4 0,0 9 0,2 4 174,2 7 0,0 3 0,-6 1 0,2 3 42,3 4 0,-3-2 1,6 7-1,-2 3 31,0 1 1,2 3 0,-5-1 0,5 1 58,2-1 1,-4-2 0,5-1 0,1-4-110,-2-3 0,5-3 1,-5-8-1,2-4-133,-1-1 1,-5-11 0,4-7 115,-2 0 0,5-8 0,-1 0-428,3-10 1,3-6 0,-1-3 0,1-2-515,-1-3 0,-5-1 937,-1 2 0,1-4 0,6-8 0</inkml:trace>
  <inkml:trace contextRef="#ctx0" brushRef="#br0" timeOffset="1551">1782 567 8137,'-10'-8'-395,"-6"4"1086,5-7 0,3 5-542,2-6 0,12 6 0,6-3 0,3 1-30,3 4 0,1-4 0,4 2 1,6 2-163,4 3 1,2-1 0,0-2 0,0-2-204,0 2 1,2-4 0,2 2 0,2 1-610,-3-3 855,7 6 0,0-14 0,7 7 0</inkml:trace>
  <inkml:trace contextRef="#ctx0" brushRef="#br0" timeOffset="2266">2463 322 8263,'9'-17'14,"-1"5"1,-8 1 0,0-3 114,0-2 0,2 5 1,2-1-1,4-1 25,2-3 0,-1-3 1,5-3-1,-3-1-6,3 2 0,2 1 1,1 5-1,0 1-98,1 3 0,-6-1 0,-1-4-624,3 5 183,1-5 0,1 16 138,-4 0 1,-5 8 0,-7 11 193,0 5 0,0-3 0,0 6 0,0 0 69,0 1 1,0 1 0,0 6 0,0 1 77,0 5 0,0-2 0,0 6 0,0-1-28,0 1 0,0 1 0,0 7 0,0-1-49,0 1 1,0-9 0,0-1 0,0-2 9,0-1 1,0-5 0,0-7 0,0-3 69,0-4 1,0-7 183,0-3-64,0-7 1,0-4-1,0-11-130,0-5 1,0-7-1,0-1 1,0 3-75,0 2 1,0-5-1,2 1 1,2 0-41,2-2 1,6 5-1,-5-5 1,3 2-21,4-1 0,-5 1 1,3 4-1,2-3 31,1-1 0,3 0 0,-1 5 0,0 1 20,1-1 0,-1 7 0,1 1 0,-1 2-60,1 4 0,-1 3 0,1 1-28,-1 0 1,1 1 0,-3 5 0,-1 6 42,-3 3 0,-5 5 0,4 1 0,0 4 39,-1 3 1,-5-5 0,4 6 0,-2 2 44,0 2 1,5-4 0,-3 0 0,0 2 9,0 2 1,3 0 0,-3-2 0,0-4-14,-1-1 1,7-3 123,-2-6 1,3-1-1,3-4-77,-1-7 1,1-10 0,-1-5 0,1-2-195,-1 1 0,2-1 0,3-6 0,3 1-100,2 0 0,-4-1 1,5 1-1,-1-1 213,0 1 0,2-9 0,6-1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34:04.08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451 332 8249,'-12'0'137,"0"0"1,7 0 384,-7 0 1,6-2-198,-6-3 1,3 1-131,-3-8-336,-3 8 0,13-2 1,-4 12-1,4 8-2,2 7 1,0 8 0,2 12 0,2 8 97,1 7 1,9 6 0,-4 8 0,1 0-19,1-1 1,-8 1-1,2-4 1,-4-6 10,-2-7 1,0-14 0,0-4 0,0-10-406,0-6 212,-8-9 0,6-4 0,-4-12 1,4-8-129,2-7 0,0-6 373,0-8 0,-8-8 0,-1-1 0</inkml:trace>
  <inkml:trace contextRef="#ctx0" brushRef="#br0" timeOffset="249">49 193 8311,'-8'-27'-5,"0"1"0,-3 9 0,3 1 294,0 5 0,6-5 1,-2 5-144,8-5 0,6 4 0,7 3 0,3 1-136,3 4 1,4-4 0,8 2 0,0 3-18,0 1 1,0 2-1,0 0 1,2 2-178,4 3 0,-5 5 1,5 9-1,-4 3-202,-2 1 0,-6 6 0,-2-4 0,-3 3-26,-9 3 0,1 2 1,-11 2 411,-1-1 0,6 9 0,0 2 0</inkml:trace>
  <inkml:trace contextRef="#ctx0" brushRef="#br0" timeOffset="500">84 1048 8643,'-18'8'600,"9"-6"0,9 6 0,11-8 0,5 0-604,1 0 1,9 0 0,3 0 0,4 0-445,2 0 0,0 6 0,-1 0 1,1-3-112,0-1 0,2-2 1,2 0-1,2 0-505,-2 0 1064,-3 0 0,-1-7 0,0-3 0</inkml:trace>
  <inkml:trace contextRef="#ctx0" brushRef="#br0" timeOffset="1065">678 926 8198,'-12'-17'0,"2"-3"-105,3-3 0,1 4 0,6-5 1,0 5 693,0 1 0,0-1 0,2-2 1,2-3-442,1 3 1,15 2-1,-3 3 1,3 3-221,-1 1 1,-1 2 0,-1-1 0,0 5-192,1 4 1,-1 2 0,1 0-1,-1 2 44,1 4 1,-3 3 0,-1 11-1,-4 3 24,-3 6 0,-1 2 0,-4 0 0,2-2 122,2 2 1,0 2-1,-6 0 1,0-2 68,0-2 1,0-7-1,0 1 1,0-3 86,0-3 1,0 0 297,0 1-124,0-8 1,0-10 0,0-12-1,0-4-132,0-1 0,2-8 1,1-2-1,5-3-68,2 1 0,-4 0 0,3-6 0,1 0-76,0 0 0,0 2 0,3 2 0,-1 4-74,1 2 0,1 2 0,0 7-40,-3 5 0,1 3 0,5 8 1,-1 2-28,-5 4 0,5 3 1,-6 11-1,1 1 147,1 2 1,0 6-1,5-3 1,-1-1 13,-5 0 1,3 6 0,-6-4 0,-1 1 15,1-5 1,-2 2-1,-6-2 1,0-1-46,0-3 1,0-1-187,0-1 0,0-5-1075,0-1 568,0-7 721,0 4 0,-8-8 0,-2 0 0</inkml:trace>
  <inkml:trace contextRef="#ctx0" brushRef="#br0" timeOffset="1681">1760 856 8311,'0'-17'-345,"0"-1"0,0 1 0,0-1 882,0 1 1,0 5-1,0 1 1,0-3-99,0-1 1,0 3 0,0 0-409,0-1 0,0-3-336,0-1 0,-1 7 1,-5 4 4,-6 4 1,-3 4 0,-3 4-1,1 6-47,-1 3 1,-5 9 0,0 1-1,1 2 186,3 4 0,-1 2 1,1 2-1,0 0 156,3 0 0,2 0 0,-1 0 0,3 0 106,6-1 1,5-1 0,1-2 0,1-3-83,5-3 0,10-2 0,7-7 0,-2-5 53,-1-5 0,3-4 0,2-4 0,1-6 41,-1-9 1,0-2 0,-4-11 0,3-1-28,-3-2 1,-2-3 0,-1-3-1,-1-4-21,1-2 1,-3 1 0,-1-5 0,-4 1-20,-3-7 1,-1 9 0,-6-7 0,0 3 7,0 0 0,0-3 0,0 3 0,0 3 23,0 6 0,-2 6 1,-2 6-1,-3 4 68,-3 0 0,4 11-85,-6-3 1,7 11-128,-7 0 0,8 6 1,-2 6-1,4 6-101,2 3 1,2 10-1,2 4 1,4 4 167,2 2 0,1 8 0,7 4 1,-1 3 68,1 3 1,-7-1-1,1 2 1,2 3 7,1 1 0,3 0 0,-3-6 0,-1 1-43,-3-1 0,-5-11 1,4-4-1,-2-4-297,-5-8-397,-1-11 1,-2-9-68,0-10 0,2-5 727,4-8 0,4-7 0,7-2 0</inkml:trace>
  <inkml:trace contextRef="#ctx0" brushRef="#br0" timeOffset="2084">2249 839 8311,'-17'8'-599,"5"-6"865,1 3 1,7-1 307,-2 2 0,6-4-385,6 4 0,4-4 0,7-4 0,2-2-197,5-2 1,-3-7-1,8 1 1,0-4 15,-2-1 1,4-1 0,-7 1-1,-3 0-65,-2-1 1,-1-5 0,-3 0-144,-3 1 1,-4 3 0,-8 1 75,0 1 0,-8 7 0,-5 4 0,-7 4-43,-3 2 0,-8 8 0,4 4 0,-2 3 156,-1 3 0,9 5 0,-4 2 1,2 1 50,-1-1 1,3 4 0,7-4 0,5 2-9,1 4 1,2 0 0,6 0 0,2-3 33,4-3 1,4-2 0,7-4 0,0 1-46,1-3 1,7 3-1,2-13 1,2 1-162,1 0 0,-1-2 0,6-6 1,-1-2-465,1-4 1,6-6 603,0-11 0,15-4 0,-1-8 0</inkml:trace>
  <inkml:trace contextRef="#ctx0" brushRef="#br0" timeOffset="2366">2861 682 8010,'-8'-16'0,"-2"3"-25,1 1 1,-5 0 936,8-5 0,-2 7-792,3 4-208,3 4 0,-4 10 0,10 4 0,3 3 97,3 3 1,-6 9-1,4 6 1,0 8 72,3 3 0,-3 5 0,0 9 0,-1 6-109,5 4 0,-4 4 0,0 2 0,-3 1-83,1-1 0,0 2 1,-6-8-1,0-12-209,0-12 1,0-9 0,0-6-218,0-5 1,0-15 535,0-9 0,-8-15 0,-1-12 0</inkml:trace>
  <inkml:trace contextRef="#ctx0" brushRef="#br0" timeOffset="2633">2878 839 8210,'-10'-29'-57,"5"0"1,-3 1 0,2-1 0,2 6 717,2 4 0,4 1 0,4 1-528,6-1 0,3 7 0,5 1 0,1 2-155,2 4 0,6 2 0,-3 2 1,1 2-122,4 4 0,-6 10 1,0 9-1,-2 2-29,1 4 0,-7-4 0,-7 2 0,-2 2-32,-4 2 1,-2 2-1,-4-2 1,-4-2 128,-6-2 1,-3-7 0,-3 3 0,-1-4 45,-5-3 1,5 3 0,-6-11 0,2 0-173,-1-5 1,1 3 0,5-2-153,1-2 1,7-4-1,4-6 353,5-6 0,1-11 0,0-4 0</inkml:trace>
  <inkml:trace contextRef="#ctx0" brushRef="#br0" timeOffset="3431">3280 979 8311,'-12'0'0,"1"0"-103,-3 0 869,6 0-373,-7 0 1,21-2 0,-3-4 0,7-4-341,2 0 1,1-7 0,9 1 0,1-5-35,-2 0 0,5-4 0,-3-1 0,-2 1-245,-1 0 0,-3-4 0,0 5 0,1 1-96,-1-2 1,-7 6 0,-4-5-141,-4 5 0,-4 3 251,-4 5 1,-4 3-1,-7 8 1,-1 2 129,1 4 1,-4 3-1,1 9 1,5-1 85,-1 1 0,3-1 0,-1 1 0,4 1-28,3 4 0,1-3 0,6 5 0,0-2 38,0 1 0,0-1 0,2-4 0,4 3 2,5 1 1,5 0 0,1-7 0,1-3 64,-1-1 0,2-6 1,3 3 27,1-1 0,0-2 0,-5-8 0,1-4-52,5-5 1,-5-5 0,6-1 0,-2-3 1,1-3 0,-1 4 0,-5-5 0,-1 3-16,0-2 0,-5 3 0,0-3 1,-1 4-70,-1 1 0,4 1 0,-9-1 1,-1 1-11,-2-1 1,-2 7-144,0-1 39,0 8 0,0 4 0,0 12 0,0 3 142,0 3 0,-2 1 0,-2 2 0,-1 3 82,1-3 1,2 4 0,2-1 0,0-3 112,0-2 0,0 5 1,0-1 82,0-2 1,2-1 86,4-3 1,-3-7-171,9-4 1,-6-6-1,4-6-139,-3-6 1,5-3 0,-4-5-1,2-1-72,3-2 0,-3-1 1,0 5-1,-1-2 16,1-3 0,0-5 0,3 6 0,-1 2-54,1 1 0,-3 3 0,2-1 1,-1 1-25,-1-1 1,6 9-1,-5 3-42,5 4 0,1 2 0,1 2 0,-1 4 75,1 5 0,-7 7 0,1 3 1,2 4 48,1 2 0,-3-3 0,-3 3 0,-1 0-12,-4 0 1,-2 0-1,-2 3 1,0-7-11,0-4 1,0-1-491,0-1-1059,0 1 287,0-9 1277,0-1 0,0-8 0</inkml:trace>
  <inkml:trace contextRef="#ctx0" brushRef="#br0" timeOffset="4031">4677 839 8190,'10'-8'475,"-3"4"110,-7-7 0,0-1-392,0-6 1,0 1 0,0 0-349,0-1 1,0 6 0,-1 1-166,-5-3 0,-4 1 1,-7-1-1,-1 4-25,1 3 1,-1 1 0,1 6 0,-1 0 160,1 0 0,-1 2 1,1 4-1,-1 7 114,1 8 1,-1-1 0,1 5 0,-1 0 50,1 4 1,5 4 0,3 2 0,1-2 78,4-4 0,2 2 1,2-7-1,2-3 33,4-1 1,4-5 0,7-3 0,0-6 11,1-5 0,5-1 1,1-1-1,-3-5 35,-2-6 1,1-9 0,1-5-1,2-1 66,-1-4 0,-5-2 0,-3-2 1,-3-2 21,3-3 0,0 1 0,-3-8 0,-3 1-121,0 1 0,-6-5 1,3 1-1,-3-5-78,-2-4 1,0 1 0,0 11 0,0 5-107,0 4 1,0 4-301,0 4 193,-7 12 0,5 17 0,-4 11 0,4 5 42,2 1 0,0 7 1,0 1-1,0 4 94,0 8 0,2 0 0,2 9 1,2 3 103,-3 1 1,5 8 0,0 2-1,0 1 45,-1-1 1,1 4 0,-4-6 0,4-4-74,2-5 1,-7-6 0,5-10-1,-2-4-224,0-6 1,6-9 8,-7-3 1,3-9-1,-4-2-436,2-10 0,0-5 623,-6-3 0,7-7 0,3-2 0</inkml:trace>
  <inkml:trace contextRef="#ctx0" brushRef="#br0" timeOffset="4398">5061 944 9743,'12'-6'160,"-1"0"1,1-8-1,6 3 1,-1-5-154,1-1 0,1-1 0,2 1 0,3-3-179,-3-3 1,-2 2-1,-3-6 1,-3 1-84,-1 5 0,-8-4 1,2 2-1,-4 1-2,-2 3 1,-8 9-1,-4 2 1,-3 3 19,-3-1 1,-1 0-1,-2 8 1,-3 4 208,3 5 1,2 5 0,1 1 0,1 1 164,-1-1 0,3 3 1,1 3-1,4 4 71,3 0 0,1 6 0,6-4 0,0 2 13,0-1 0,7 1 0,7-6 1,5 0-36,5 0 1,5-1 0,-4-9 0,2-1-173,4-3 1,-4-7 0,1 2 0,-1-4-477,0-2 1,-4 0-1,6-2 1,0-2-214,-1-2 0,3-7 675,-8 1 0,8-11 0,-4-4 0</inkml:trace>
  <inkml:trace contextRef="#ctx0" brushRef="#br0" timeOffset="4900">5620 856 8311,'-8'-9'98,"4"-5"0,-7 6 1,-1-1 218,2-5 0,1 4 0,5-1-76,-2-3 1,0 4-1,6-1 19,0-3 0,0 4 1,2-1-252,4-3 0,-2 6 0,6 1 1,-1 1-215,1 0 1,-4 0-1,5 6 5,3 0 1,2 0 0,-1 2 0,-1 4-42,-3 6 1,-1 3 0,4 5 0,-5 1 145,-1 2 0,4 6 0,-7-3 1,-1-1 71,-2 0 1,0 4 0,2-6-1,2-1 81,-2-3 1,-2-1-1,-2-1 286,0 1 149,0-1 1,0-9-299,0-8 0,2-8 0,2-11 1,1-3-170,-1-1 1,4-8 0,-2 2 0,0-4-52,1-2 1,-3 0-1,6 0 1,0 0-7,-1 0 1,1 0 0,4 2-1,-3 2-29,3 2 1,-4 10-1,1-1 1,3 9-2,1 3 0,-3-4 1,0 6-67,1 3 0,3 8 0,-1 7 1,-1 5 78,-2 7 0,-9-3 0,5 8 1,-2 0 51,0-2 0,0 6 0,-6-3 0,0 1 77,0-2 1,0 4-1,0-6 1,0 2-62,0 0 1,0-6 0,0 5 0,0-3-141,0-4 1,0-7 0,0-3-446,0 3 1,0-6 1,0-2 563,0-12 0,0-12 0,0-9 0</inkml:trace>
  <inkml:trace contextRef="#ctx0" brushRef="#br0" timeOffset="5249">6458 158 8218,'0'-18'0,"-2"1"44,-3-1 0,3 7 885,-4-1 0,2 8-849,-2-2 0,4 6 0,-4 6 1,4 6 107,2 3 0,0 11 0,0 3 0,0 6-4,0 5 0,2 3 0,2 6 0,4-3-114,2 3 0,-6 1 0,3 3 1,-1-1-135,0 0 1,0 1-1,-4-1 1,2 0-67,1 1 1,1-7 0,-4-1 0,2-2-35,2-4 1,0-10 0,-6-6 0,2-4-76,3-1 1,-1-8-23,8-5 0,-6-3 0,5-4-16,3-3 1,2-5-1,-1-8 1,-1-1-778,-3-4 1054,1 3 0,13-13 0,2 6 0</inkml:trace>
  <inkml:trace contextRef="#ctx0" brushRef="#br0" timeOffset="5466">6319 402 8311,'-18'-2'303,"1"-3"0,5 3 63,0-4 0,10 4 1,2 2-169,10 0 1,13 0-1,5 0 1,1 0-189,0 0 1,6 0 0,6 0 0,-1 0-399,3 0 1,-6 0 0,4 2 0,-5 2 387,-1 1 0,8 1 0,2-6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34:36.1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36 227 8434,'0'-12'-52,"-2"3"228,-4 1 1,4 0 153,-4 2 1,3 4-16,-3-3-603,4 3 156,-6 2 1,8 2-1,0 3 45,0 7 1,0-2-1,2 1 1,2 3 44,2 2 0,5 1 0,-3 1 0,0-1 35,0 0 0,5 1 0,-3-1 0,1 1 8,1-1 1,0 1-1,5-1-11,1 1 0,-1-3 0,1-1 0,-1-4 1,1-3 1,-7-1 0,1-6 0,1 0 33,3 0 0,1 0 1,1 0-21,-1 0 1,1 0 0,-1-2-3,1-4 1,-1 2-1,1-7-3,-1-3 0,1 5 1,-1-1-2,1 2 0,-7 0 0,1 4-1,1-1 1,3-3 0,1 4 0,1-2 1,-1 2 0,1-4 0,-1 3 0,1-1 0,-1-2 0,3 6 0,1-6 0,2 3-1,-1-1 1,3-2 0,0 4 0,2-2-10,4 2 1,-4-3 0,1 1 0,-1 2 4,0 2 1,-4-4 0,4 0 0,0 2 2,1 3 0,-5 1 0,4 0 0,-2 0-2,-3 0 0,3 0 1,-2 0-1,-1 0-3,-3 0 0,0 0 0,3 0 0,1 0-20,-2 0 1,-1 0 0,-3 0-1,3 0 5,3 0 1,-4 0-1,5 0 1,-5 0 16,-2 0 1,3 0 0,1 1 0,2 3 12,-1 2 1,-3 0-1,-1-4 1,-1 2 28,1 2 0,-1 1 0,1-1-30,-1 6 1,0-2-1,1-1 1,-1 1 13,1 0 0,-6-5 0,-1 5 0,3 0 119,1 0 0,3 1 1,-1 7-93,1-1 1,-3-5 0,-1-1 0,-3 1-29,3-2 1,-4 5-1,1-3-23,3 3 1,-4 1-1,-1-2 1,-1-3-26,-4 3 0,4-4 14,-2 1 1,-1-5 6,-5 6 2,0-8 257,0 3 169,0-7-362,0 0 0,0-7-208,0-5 0,0 2 61,0-1 0,0-1 0,0-6-44,0 1 0,2 1 0,2 3 0,2 1 107,-2-1 0,4 3 0,-1-2 0,1-1 36,0-3 1,6 1 0,-5 1 0,3 2-14,0-1 1,-1-3 0,7 1 0,-1 1 39,1 3 1,-1-1 0,0-4 0,1 5 9,-1 5 0,1-2 1,-1 0-1,3 1-1,3-1 1,-4 2 0,5 4 0,-3-2-29,2-2 0,-3 1 0,3 5 0,-4 0-15,-1 0 1,1 0 0,3 0 0,1 0-12,-2 0 1,-1 0 0,-3 0 0,1 0-12,-1 0 0,1 5 1,-1 1-1,0-2 10,1-2 0,-1 4 1,1 0-1,1-2 6,5-2 1,-5 3 0,4 1-1,-1-2 1,1-2 1,-4 4 0,7 0 0,-3-1 10,0 3 0,2-6 0,-3 4 0,3-2-2,2 2 1,0-4 0,4 5-1,-2-1 18,2 0 0,2 0 1,2-6-1,0 2-45,0 4 0,-6-4 1,0 3-1,2-1 41,2 2 0,2-4 0,-2 4 0,-2-4 39,-1-2 0,-1 0 1,6 0-1,-2 0-25,-4 0 0,4-2 0,-6-2 0,2-2-27,0 2 0,-2-4 0,4 3 0,-4 1-7,-1 2 0,3-4 1,-4 0-1,0 0-6,0-1 0,-1 5 0,-7-6 0,1 2 0,-1 0 1,1-5 0,-1 3 46,0-2 1,1 0 0,-3-3 0,-1 3 53,-2 2 1,-6-5-1,3 1-46,-1-3 0,0-1 1,-4 3-1,1 1-23,-1-2 1,-2 5 0,-2-3 0,0-2-15,0-1 1,6 3 0,0 1 0,-2-3-65,-2-2 1,-2 5 0,2 1-349,3 2-447,-3-5-910,6 11 1755,-8-6 0,0 8 0,0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34:39.61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10 507 8163,'0'10'1157,"0"-3"0,0-9 0,2-1-1042,4-3 1,-2-2 0,8 4 0,1-2-230,3 2 1,7-3 0,2 1 0,1 2-32,-1 2 0,4-4 1,-4 0-1,2 2-365,4 3 0,-5 1 1,-1 0-1,-2 0-330,0 0 1,1 0 0,-7 0 839,1 0 0,-9 0 0,7 0 0,-6 0 0</inkml:trace>
  <inkml:trace contextRef="#ctx0" brushRef="#br0" timeOffset="300">63 734 8100,'-8'10'122,"-2"-3"571,-7-7 1,5 6 662,1 0-1066,7 0 1,4-6 0,11 0 0,5 0-206,1 0 0,3 0 0,1 0 1,2 0-206,-1 0 0,3 0 0,0 0 0,0 0-258,1 0 0,3-6 0,-6 0 0,-2 2 127,-1 2 1,-3 2 0,1-2-1,-1-1-151,1-3 0,-1 0 70,1 6 1,-9-2-933,-3-4 1264,-4 4 0,-2-13 0,0 5 0</inkml:trace>
  <inkml:trace contextRef="#ctx0" brushRef="#br0" timeOffset="841">1390 193 8100,'0'-12'169,"-2"2"1,-2 1 591,-2-1 0,1 4 576,5-6-707,-8 8-683,6-11 0,-6 15 0,8 0-27,0 10 1,0 5 0,2 5 0,2 1 74,2 2 1,2 10 0,-5 0 0,3 6 146,-2 0 1,0 3 0,0 1-1,2 0-98,-2 0 1,-2-1 0,-2-5 0,0 2-143,0 0 1,0-14 0,0 4-1791,0-8 1239,0-3 0,0-10 1,0-8-1,0-10 649,0-6 0,0-1 0,-8-16 0,-2-4 0</inkml:trace>
  <inkml:trace contextRef="#ctx0" brushRef="#br0" timeOffset="1048">1338 175 8100,'0'-17'350,"0"-1"1,0 7 0,0-1 22,0-2 1,2 5 0,2-3-1,3 0-278,3 3 0,2-5 0,7 8 1,4 0 2,6-1 1,1 3-1,1-6 1,4 2-340,1 4 0,-8 2 0,6 2 1,1 0-306,4 0 0,-8 0 0,2 2 0,-6 2 56,-5 2 1,-3 8-1,-3-3 1,-3 3 489,-1-2 0,-8 11 0,4-4 0</inkml:trace>
  <inkml:trace contextRef="#ctx0" brushRef="#br0" timeOffset="1315">1390 437 7970,'-17'0'-299,"5"0"1539,0 0 0,7 0 387,-7 0-1401,8 0 0,4 0 1,12 0-266,3 0 1,5 0 0,1 0 0,2 0-146,-1 0 1,3 0 0,0 0 0,0 0-288,0 0 1,5 0 0,-5 0-1,0 0-15,0 0 1,4 0 0,-3 0 0,-1 2 114,0 4 0,-2-4 0,-5 4 0,-1-4 371,1-2 0,-1 5 0,1 1 0,-1 0 0,1-6 0</inkml:trace>
  <inkml:trace contextRef="#ctx0" brushRef="#br0" timeOffset="1718">1355 891 8172,'-11'0'944,"1"-2"427,2-4-1032,2 4 0,8-11 1,4 7-201,6 2 1,3 2 0,3 0 0,1-2-151,4-1 1,-1-1-1,5 6 1,0 0-51,0 0 0,2 0 1,4 0-1,-2 0-120,-2 0 0,1 0 0,4 0 0,1 0 92,0 0 1,0 0-1,0 0 1,-2 0-36,-4 0 0,4 0 0,-6 0 0,1 0-84,-5 0 1,-4 0-450,-1 0 382,-9 0 0,-3 0-38,-12 0 1,-3 0 0,-9 0-1026,1 0 1338,7 0 0,-13 0 0,3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34:37.71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577 576 7884,'17'-7'59,"-7"5"0,3-8 313,-7 4 1,0-4-165,-6-7 0,0 5-241,0 1 0,0 5 1,-2-4-1,-4 0-35,-5 1 1,-5 5-1,-1-2 1,-1 2-4,1-2 1,-7 4-1,-1-3 1,0 3 8,0 2 1,-6-6 0,2 0 0,-2 2 5,1 2 1,-2 4 0,2 4-1,-3 4 34,-2-1 1,6 7-1,2-5 1,2 5 14,4 1 0,1 7 0,3-1 0,1 0-24,5 3 0,-3-7 1,8 4-1,2-3-21,2-3 0,2 3 1,0 1 53,0 2 0,8 0 0,4-5 0,3-3 4,3-3 1,-5-2-1,5-6 2,7 1 0,-2 1 0,1-6 0,-5 0-3,-2 0 1,3-2 0,1-3 0,3-5-15,-3 0 0,4-5 0,-2 1 0,1-5 6,1-5 0,-4-1 0,6 4 0,-1-4 32,-5-3 1,-2 5 0,-1-6 0,-1-2 69,1-2 1,-1-2 0,1 0 0,-3 2 12,-3 4 1,1-8 0,-7 6 0,-2 0-54,-2-2 0,-2 6 0,0-2 0,0 0-10,0 1 1,-2 3 0,-2 8 0,-4-1 40,-1 1 0,3-1 0,-4 1 98,3-1 1,-1 9-167,2 3-122,4 4 0,-6 10 0,8 3 50,0 5 0,0 1 0,0 1 0,0-1 40,0 1 0,0 1 0,2 3 0,2 3 56,2 2 1,2 2 0,-4 6 0,3 0 60,3 0 1,-4 0 0,3 2-1,1 1-25,0 3 0,-4 2 0,3-4 0,1 1 66,0-1 0,-4 4 1,3-2-1,-1-4 12,-4-6 0,4 0 1,-2-8-1,-3-2 65,-1-1 37,-2-3-493,0 1 0,0-11-1035,0-7 205,0-7 0,0-5-683,0 0 1744,0 8 0,0-19 0,0 4 0</inkml:trace>
  <inkml:trace contextRef="#ctx0" brushRef="#br0" timeOffset="416">1153 192 8115,'0'-17'1452,"-2"7"-831,-4 4-597,4 4 1,-5 4 0,7 4 15,0 6 1,0 3 0,0 5 0,0 1 74,0 2 1,0 8 0,0-2 0,0 4 47,0 2 1,0 0 0,0-2 0,0-2-45,0-2 1,0 0-1,1 4 1,3-4-134,2-5 1,0-5 0,-6-1 0,0-1-370,0 1 1,0-7-1205,0 1 612,0-8 1,2 2 324,4-12 0,-4-4 650,4-7 0,-5-9 0,-1-1 0</inkml:trace>
  <inkml:trace contextRef="#ctx0" brushRef="#br0" timeOffset="684">1101 192 8235,'0'-17'335,"0"-1"1,0 7 0,0-1 76,0-2 0,0 5 0,0-3-138,0-2 1,0 5-1,2-1-201,3 2 1,-1-3 0,8 5 0,3 0-270,7-2 1,-1 6-1,6-6 1,0 3-98,1-1 1,-1 0-1,4 6 1,-2 0-17,2 0 1,-6 0-1,0 0 1,-3 2-280,-5 4 1,5-2-1,-13 7 588,1 3 0,-2 1 0,-8 3 0,0-1 0,0 1 0</inkml:trace>
  <inkml:trace contextRef="#ctx0" brushRef="#br0" timeOffset="967">1101 402 7711,'-18'0'2954,"10"0"-2750,8 0 0,10 0 1,11 0-1,3 0-218,-3 0 0,6 0 1,0 0-1,3 0-128,-1 0 1,-2 0 0,4 0 0,-4 0-146,-2 0 0,4 0 0,-3 0 0,-1 0-304,0 0 0,-2 0 0,-5 0-240,-1 0 0,1 6 831,-1-1 0,-7 1 0,-10 2 0,-10 2 0</inkml:trace>
  <inkml:trace contextRef="#ctx0" brushRef="#br0" timeOffset="1333">1153 786 8104,'-17'0'-256,"-1"0"1336,1 0 1,5 0 455,0 0-1148,8 0 0,-1 0 0,9 2-235,1 4 0,9-4 0,-1 3 0,7-3-200,3-2 1,6 0-1,-3 0 1,1 0-96,4 0 1,-4 0 0,2 0 0,2 0-79,2 0 0,2 0 1,0 0-1,0 0 58,0 0 1,-2 0 0,-2 0 0,-4 0 3,-2 0 1,4 0 0,-5 0-152,-3 0-3,-2 0 30,-9 0 0,-4 0-471,-12 0 0,2 0 47,-7 0 0,5-5 706,-6-1 0,8 0 0,-4 6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34:48.11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70 996 8100,'-11'-2'-32,"1"-4"26,2-6 0,-3 3 94,5-3 0,0 0 84,6-5 0,0 5 0,2 3-113,4 1 1,-2 0 0,7 4-1,3-4-71,1-1 0,-3 5 0,0-2 0,1 4-54,3 2 1,1 0 0,1 0 0,-1 0-86,1 0 1,-1 0 0,1 2 72,-1 4 0,-1 5 1,-5 11-1,-5 1 50,-4-2 1,-2 5 0,0-1 0,0 2 42,0 4 0,-8 0 0,-3 0 1,-5-2 34,-1 2 1,-7-3 0,1 1 0,0 0 27,-3-2 1,7 0 0,-4-6-1,3 1 35,3-7 1,1 3 0,3-9 323,1 1 33,8-2-411,-3-8 1,8 0-1,5-2 1,6-2-67,3-2 0,3 0 1,-1 6-1,1 0 0,-1 0 0,1 0 1,1 0-1,2 0-55,3 0 0,-1 0 0,-5 0 0,-1 0-29,0 0 1,1 2 0,-1 2-2,1 2 0,-1 0-335,1-6 191,-1 0 1,-7-2-423,-4-4 1,-4 2-251,-2-7 908,0-1 0,0-5 0,0-1 0</inkml:trace>
  <inkml:trace contextRef="#ctx0" brushRef="#br0" timeOffset="581">1013 664 8100,'-17'0'22,"5"0"1,1 0 380,-3 0 0,4 0 532,-1 0-731,7-8 0,-2 0-226,12-3 1,4 3 0,7 6 0,0-2-60,1-2 0,-1 1 0,1 5 1,1 0-85,5 0 1,-5 0 0,6 0-1,-2 0 4,1 0 0,-1 0 1,-4 0-1,3 0 82,1 0 0,0 5 0,-5 1 0,-1-2 65,1-2 1,-7-2 0,1 0 15,2 0-222,-7 0-755,1 0 576,-8 0 1,0-2 398,0-4 0,8 4 0,2-5 0</inkml:trace>
  <inkml:trace contextRef="#ctx0" brushRef="#br0" timeOffset="1131">1991 245 8024,'2'-16'318,"4"5"1,-4 1 408,4 4-505,-4 4-183,-2-6 1,0 10-1,0 4 1,0 6 71,0 3 1,0 5 0,0 3 0,0 6-46,0 4 1,0 2 0,0 2-1,0 2-22,0 2 0,0 7 0,0-3 0,0 1-106,0 1 0,6-8 1,0 1-1,-3-3-84,-1-2 0,-2-8 0,0-3 0,0-5-298,0-2 1,0-5-200,0 0 1,0-10 333,0-2 0,0-2 1,0-10-1,-2-1 309,-3-3 0,3-1 0,-14-9 0,6-1 0</inkml:trace>
  <inkml:trace contextRef="#ctx0" brushRef="#br0" timeOffset="1364">1939 297 8100,'0'-17'28,"0"-1"0,0 1 287,0-1 0,0-5 1,0 0-7,0 1 1,6 3 0,2 2-1,-1-1-129,1 1 0,6 1 0,-3 3 0,5 1-136,1-2 1,7 5 0,1-1 0,0 2-154,0 4 0,6 2 0,-2 2 1,3 0-239,-3 0 0,4 8 0,-4 4 0,2 3-166,-2 3 0,2 1 1,-10 2-1,-3 3 62,-5-3 1,-3-1 0,2-1 450,-7 4 0,5-3 0,0 5 0</inkml:trace>
  <inkml:trace contextRef="#ctx0" brushRef="#br0" timeOffset="1633">2009 524 8100,'-12'10'941,"1"-4"75,7 3-843,-4-7 1,10 6-1,4-8 1,5 0-130,5 0 1,7 0-1,2 0 1,1 0-142,-1 0 0,4 0 1,-4 0-1,0 0-285,1 0 0,5 0 1,-4 0-1,2 0-51,0 0 0,-2 0 0,2 0 0,-5 0 32,-5 0 1,-2 0 0,1 0 400,-1 0 0,-7 0 0,6 8 0,-7 2 0</inkml:trace>
  <inkml:trace contextRef="#ctx0" brushRef="#br0" timeOffset="1933">2061 943 8100,'-17'0'15,"1"2"1,3 2 0,1 2 621,-2-2 1,5 0-53,-3 2 0,8-2-240,-2 7 1,6-7-1,8 2-252,10-4 0,1-2 0,10 0 1,2 0-176,2 0 0,2 0 0,0 2 1,0 2-173,0 1 0,0 1 0,-2-6 1,-2 0-7,-2 0 0,-2 0 1,4 0-1,-4 0-61,-1 0 0,-3 0 0,-6 0-149,1 0 0,-8-2-141,-5-4 0,-3 3 611,-2-9 0,0 8 0,0-11 0,0 5 0</inkml:trace>
  <inkml:trace contextRef="#ctx0" brushRef="#br0" timeOffset="2299">2917 839 8106,'0'-18'224,"-2"3"1,-2 1 969,-2 2-548,1 9-619,5-5 1,0 10 0,0 5 28,0 11 0,0-1 0,0 7 1,0-3-27,0 2 1,2 4 0,1 6-1,3-1-79,-2-3 0,-2-2 1,-2 4-1,2-2 7,4 2 0,-4-6 1,4-2-1,-5-3-69,-1-3 0,0 1 0,0-1-564,0 1 461,0-9 0,2-1 1,2-10-445,2-4 0,0 3 658,-6-9 0,8 0 0,1-5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37:31.20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36 53 6404,'-6'-11'1617,"0"-1"-1531,0 8 1,0-6-46,0 4-142,1 5-116,5-7 1,0 10 213,0 4 1,0 3 0,0 9-1,0-1 36,0 1 0,0-1 0,0 1 0,0 1-5,0 4 1,0-3 0,2 5 0,1-2-6,3 0 0,0 8 1,-6-1-1,0 1-21,0-2 0,2 4 0,2-4 1,2 2 20,-2-2 0,-2 4 1,-2-4-1,0 4-20,0 2 0,0-6 0,0-2 0,0 0 4,0 1 0,0-5 0,2 4 0,1-2 23,3-3 0,0 3 0,-6-2-18,0-2 1,0-1-1,0-3 1,0 1 14,0-1 0,0 1 1,0-1-13,0 1 0,0-7-25,0 1-2,0 0 35,0 5 1,0-5 20,0-1-47,0-7 1,0 6-39,0-4-12,0-4 25,0 5-79,0-7 133,0 0 4,8 0 0,-4 0 10,7 0 0,-5 0-24,6 0 1,-1 0-1,7 0-17,-1 0 0,1 0 0,-1 0 0,1 0-2,-1 0 0,3 0 0,1 0 0,2 0-13,-1 0 1,-1 0 0,2 2 0,4 2 10,1 2 0,-1 0 1,-4-6-1,4 0 13,0 0 0,6 0 0,-5 0 0,1 0-6,0 0 0,-2 0 0,4 0 0,-4 0 25,-2 0 1,4-6 0,-3 0 0,-1 2-26,0 2 1,0 2 0,-3 0-1,1 0 3,-2 0 0,1 0 1,-1-1-1,2-3 3,-1-2 0,3 0 0,0 6 0,0 0 3,1 0 0,3 0 0,-6-2 0,0-2-8,2-2 1,-5 1 0,5 5 0,-2 0 11,1 0 1,-1 0 0,-4 0 0,3 0-15,1 0 1,2 0-1,-3 0 1,1 0-3,-2 0 0,4-2 1,1-2-1,-1-2 3,0 2 1,0 2 0,-3 2 0,1 0-1,-2 0 1,5 0-1,-3 0 1,-2 0-4,-1 0 0,-3 0 1,0 0-1,1 0-27,-1 0 1,1 0 25,-1 0 1,1 0 89,-1 0 212,-7 0-231,-2 0 1,-10 0-445,-4 0 0,2 0-383,-8 0 0,7 0 265,-7 0 0,6-2 493,-5-4 0,-1-3 0,-6-9 0</inkml:trace>
  <inkml:trace contextRef="#ctx0" brushRef="#br0" timeOffset="542">1695 926 7608,'-2'-15'518,"-4"3"1,2-1-200,-8 7 1,9-2-180,-3 2-91,4 4 0,4-5-124,4 7 1,-3 1 0,9 3 0,0 4 17,-3 2 1,7-1 0,-3 5 0,7-2 48,3 1 1,0 1 0,-3-1-1,1-1 11,3 2 0,-1-5 0,-4 1 0,3 0-18,1 0 1,0-5 0,-5 5 0,-1-2-21,1-4 1,-7 3 0,1-1-41,1-2 270,-5-2-131,0-2 0,-10 0 1,-4 0-53,-6 0 1,3 0-1,-3 0-70,-1 0 0,-3 0 0,-1 2 3,-1 4 1,6-4 0,1 6 0,-3-3 36,-1 1 0,3 6 0,0-4 0,-1 1 3,-3 5 1,5-4 0,-1 1 0,-2 1 28,-1-2 0,-1 5 0,3-5 0,1 1-3,-1 1 0,-1 0 1,0 3-1,5-1-13,1-3 1,-4-5 0,5 4 0,-1 0-45,0-1 0,0-5 1,4 4-648,-1 0 39,-1-6 0,6 7 654,0-3 0,0-4 0,0 6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37:59.78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243 507 7629,'0'-12'-113,"0"1"0,0 5 196,0-6 296,0 8-401,0-11-2,0 13 1,0-4-1,-2 10 36,-4 2 1,4 9 0,-3 1 0,3 5 16,2 1 0,0 5 0,0 2 0,0 6 27,0 5 0,0-3 0,0 6 1,0-2 10,0 0 1,0 5 0,2-5-1,1-2-46,3-2 0,0-3 0,-4-1 0,2-3-37,2-7 1,0-4-1,-6-1-322,0-1-77,0-7 0,0-4 172,0-12 1,0 2 0,0-8-1,0-1 243,0-3 0,0-9 0,0-2 0,0-8 0</inkml:trace>
  <inkml:trace contextRef="#ctx0" brushRef="#br0" timeOffset="468">68 437 7629,'-11'-15'-496,"1"1"1,0 2 890,1-1 0,3 3 584,-6-2-834,8 1 1,-1 1 0,12 4-172,11 4 0,1 2 0,10 0 0,2 0-20,2 0 1,4 6-1,6 2 1,7 0-48,7-1 1,3 7 0,-4-2 0,4 5-25,2 6 1,0-1 0,2 5 0,-7 0 33,-9 0 0,1 4 0,-9 8 0,-3 2-22,-6-2 0,-13 3 1,-12-1-1,-4-2 64,-2-2 1,-2-8 0,-6 0 0,-8 0 96,-5-2 0,-10 4 1,2-7-1,-4-1 20,-2 2 0,-6-5 0,0 3 0,1-4-25,-3-1 0,4-1 1,-5-1-1,-1-3 13,0-1 1,5-6 0,-5 3 0,2-1-42,4-4 0,10-2 1,6-2-1,4-2-55,1-4 1,3 2-74,3-7 0,-2 5-176,9-6 0,1 8 77,10-1 1,3 3 0,9 2 0,-1-2 203,1-4 0,5 4 0,0-4 0,8-4 0,-4 1 0</inkml:trace>
  <inkml:trace contextRef="#ctx0" brushRef="#br0" timeOffset="950">1221 1118 7629,'0'18'-254,"0"-7"670,0 1 1,2-8-332,4 2 0,4-12 0,7-4 1,0-1-99,1-1 0,-1 0 1,3-5-1,1-3 8,2-3 0,8 4 0,-1-7 0,1 3-66,-2 0 1,2-2 0,-8 3 0,-2-1 57,-1 2 0,-9 1 0,-1 3 0,-2-1-62,-4 1 1,-4 1-1,-6 3 1,-8 3-5,-7 2 0,0 1 0,-8 3 0,-2-2 78,-2 2 1,3 2 0,1 4 0,0 2 39,2 2 0,0 7 1,6-1-1,-3 3 8,3 3 0,3-1 0,5 1 1,3 1 55,2 5 0,3-5 0,5 4 0,2-1 24,3 1 1,5-4 0,8 5 0,1-5-26,4-2 1,10 1-1,10-1 1,0-1-98,-1-5 0,7-3 0,-3-8 0,3 0-80,-3 0 0,9 0 0,-9-2 0,-1-2-276,0-1 0,-9-9 0,5 2 0,-6-3 11,-6-3 0,-4 1 0,-9-1 1,-2 1 339,-3 0 0,-7-9 0,4-1 0</inkml:trace>
  <inkml:trace contextRef="#ctx0" brushRef="#br0" timeOffset="1250">2024 804 6649,'0'-18'861,"0"1"1,0 0-469,0-1 0,0 6-197,0 1 1,-2 7-209,-3-2 1,3 6-1,-4 6 32,4 6 1,2 5 0,0 6 0,0 6 30,0 4 0,0 4 0,2 4 0,2 6 4,2 3 0,5 10 0,-3 4 0,0 4-65,0 2 0,-1-2 0,-3-2 1,4-4 0,2-2 1,-6-7-1,1-9 1,-1-3-502,2-8 0,-4 0-422,4-10 534,-4-7 0,-2-16 0,0-14 0,0-5 398,0-5 0,0-14 0,0 1 0</inkml:trace>
  <inkml:trace contextRef="#ctx0" brushRef="#br0" timeOffset="1583">1972 944 7629,'0'-26'39,"-2"7"1,-2-4 0,-2 3 104,3 3 1,1-1 0,2 1 0,2-1 28,3 1 0,5 5 1,7 1-1,3-1-73,3 2 0,-1-3 0,7 7 0,2 2-134,2 2 1,7 2 0,3 0 0,0 2-47,0 4 0,-3 4 0,-5 7 0,-2 2-2,-4 5 1,-4-3-1,-9 6 1,-4 0-121,-7 1 1,-3-5 0,-4 4 0,-5-2 145,-11-3 1,-5 3 0,-8-2 0,0-2 49,-6-1 0,2-5 0,-6-1 0,4-4-67,3-3 0,1-1 0,2-4 0,3 2-95,3 2 1,2 0-129,5-6 0,9-8 296,3-4 0,6-3 0,6-3 0,7 3 0,9 3 0,5-11 0,8 3 0</inkml:trace>
  <inkml:trace contextRef="#ctx0" brushRef="#br0" timeOffset="1999">2618 979 7629,'16'11'-600,"-5"1"0,3-6 1318,-8 5 0,7-7-513,-1 2 1,-2-6 0,1-4 0,3-4-89,1-1 0,-1-3 1,2-5-1,3-1-119,0 1 0,7-3 0,-3-1 0,0-2-60,2 1 0,-3-3 0,5 0 1,-2 0-19,-4-1 0,-3-3 1,-4 4-1,-5 0-148,-1 0 0,-2 1 0,-8 7 1,-4-1 101,-6 1 1,-3 5-1,-5 3 1,-1 1 77,-2 4 1,-6 2-1,5 4 1,3 2 5,2 2 1,-5 7-1,1-1 1,4 3 110,5 3 1,-1-1-1,5 3 1,-2 1 24,1 2 0,7 3 0,-2-5 1,4 4 83,2 2 0,8 2 0,3 4 0,5-2-30,1-1 1,7-7 0,1 4 0,2-2-67,4-3 1,0-5 0,0-3 0,-2-5-62,2-1 1,2-2 0,0-6-1,-2 0-277,-2 0 1,-1-2-1,1-4 1,-6-4-174,-4 1 1,-1-7-1,-3 5 1,-3-7 428,-6-5 0,4 3 0,-1-5 0</inkml:trace>
  <inkml:trace contextRef="#ctx0" brushRef="#br0" timeOffset="2543">3334 821 7629,'6'-11'257,"0"-1"0,0 6 1,-4-3 86,3 1 1,-3-6-262,4 3 0,2 1 0,0 0-243,1 2 1,-3 3-35,6 5 1,0 0 0,3 2 93,-3 3 0,3 5 1,-5 8-1,2-1 64,-1 0 1,-5 7 0,4 1 0,-2 0 9,-5 0 1,5 5 0,-2-5 0,-2 0 35,-2 0 1,-2-2 0,0-5 0,0-1 71,0 1 1,0-6 249,0-1 0,0-9-249,0-2 1,0-2 0,0-11 0,0-5 7,0-3 0,0-4 1,2 3-1,2-1-24,1 2 0,3-5 1,-4 3-1,4 0-97,2-2 1,-1 5-1,5-3 1,-1 3-58,7 3 0,-3 1 0,7 5 0,-3 3 47,2 0 0,-3 6 0,5-3 1,-2 3-15,0 2 0,1 7 0,-5 5 0,2 4 40,3 1 1,-1 8 0,-6 2 0,-1 2 23,-4 1 1,1-3 0,-7 4 0,0-4-40,2-2 0,-6-2 0,3-3-48,-3 3 0,-4-5 0,-1 1-261,-3-5 1,-2-11-78,2 3 0,4-6 0,-4-6 415,4-5 0,2-12 0,0 3 0,0-5 0</inkml:trace>
  <inkml:trace contextRef="#ctx0" brushRef="#br0" timeOffset="3164">4469 786 7590,'0'-11'223,"0"-1"0,-2 2 0,-1-3 0,-3 1-131,2-1 1,-6-3-1,0-1-30,1-1 1,-7 3 0,7 1 0,-3 4-220,0 3 1,1-5-1,-7 6 1,1 2-68,-1 2 0,1 2 0,-1 0 0,1 2 70,-1 4 1,1 4-1,-1 7 1,1 3 72,0 3 1,5 4-1,2 6 1,2-2 25,5-2 1,-5 6 0,2 4 0,4-4 95,6-4 1,6-4 0,7 2-1,1-5 10,-1-5 1,2-7-1,3-3 1,1-1 40,-2-4 0,5-4 1,-3-6-1,0-6 15,2-3 1,-5-4-1,3-5 1,-4-5-12,-1-4 1,-3-2 0,-1 0 0,-4 0 22,-2 0 1,3-5-1,-5-3 1,-2-2-96,-2-3 0,-2-3 1,0-3-1,0-2-10,0-2 0,0-1 0,0 7 0,-2 2-17,-4 3 1,4-2 0,-6 11 0,3 5 130,-1 7 1,-2 9 231,2 5-394,4 5 0,-6 14 0,8 7 0,0 7 81,0 8 1,0 4 0,0 4 0,2 6-42,4 9 0,2 3 0,6 9 0,-3 0-19,3-2 1,-3 8 0,3-4 0,2 3 23,-3-1 0,1-9 0,3-3 0,-1-6-9,-5-3 1,3-10 0,-8-2-1,-2-10-50,-2-6 0,-2-7-324,0 0 6,0-9 0,0-3-155,0-11 1,0-5 0,0-1 520,0-1 0,0-7 0,7 6 0,3-6 0</inkml:trace>
  <inkml:trace contextRef="#ctx0" brushRef="#br0" timeOffset="3706">5185 664 7629,'6'-17'0,"0"-1"-21,-2 1 0,-2 5 0,-2 1 0,0-3 228,0-2 0,2 5 0,2-1 0,2-1 76,-3-3 0,-1 4 0,-2 1 226,0-3-613,0-1 0,-7 5 0,-5 4 0,-4 4-75,-1 2 1,0 2-1,-3 4 1,-1 4 4,-3-1 0,-1 13 0,4-5 0,-2 4 53,1 5 0,3-5 1,1 6-1,1-2 71,-1-3 1,7-3 0,1-1 0,2-1 65,5 1 1,1-1 0,4 1 25,3-1 1,5-7 0,7-3 0,3-1 16,3 0 1,-3 0 0,5-6 0,-2 2-41,0 4 1,6-4-1,-5 5 1,-3-1-19,-1 0 0,3 8 0,0-3 0,-2 5-30,-1 1 1,-9 1 0,-1-1 0,-2 1 4,-4-1 0,-2 2 0,-2 3 0,0 1 61,0-2 0,-8-1 0,-4-3 1,-5 1 16,-6-1 1,1-1 0,-5-3 0,0-3 57,0-2 1,0-2-1,-4-6 1,3 0-4,3 0 0,0-2 0,6-4 0,-1-6-84,5-3 1,3-3 0,0 1 0,7-1-59,3 1 1,2-1 0,0 1-63,0-1 0,2 3 0,1 1-232,3 3 1,8 7-1,-3 0-570,5 8 897,1-2 0,1 13 0,-1-5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38:04.81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4402 750 7629,'2'-16'-246,"1"3"362,3 1 0,0 6-116,-6-5 0,0 5 0,-2-4-3,-4 2 0,-3 3-1,-9 5 1,1 0 0,-1 0 0,3 2-24,3 3 0,-3 5 0,3 8 0,-2-1 44,3 0 1,-5 3 0,6 1 0,-1 4-7,-1 3 0,8 1 0,-1 6 0,3-2-14,2-4 0,0 4 0,0-6 1,2 2 33,3 0 0,5-8 1,7 3-1,1-7-28,-1-5 0,1-4 0,1-8 0,3 0-11,1 0 1,0-2-1,-5-4 1,-3-6 5,-3-3 0,1-9 0,-5-1 0,0 0-3,0 0 1,-2-6 0,-6 4 0,0-3 3,0 1 0,-2 2 1,-2-4-1,-4 4 6,-2 2 1,-1 1 0,-7 7-1,1-1 45,-1 1 0,-1 1 0,-3 5 1,-1 5-116,2 4 0,1 2 0,3 0-74,-1 0 0,9 2 0,1 4 0,2 5-72,0 5 0,1 1 0,7 1 1,3-1 83,7 1 0,3-1 0,3 1 0,-1-1 127,1 1 0,7-1 0,2 1 0</inkml:trace>
  <inkml:trace contextRef="#ctx0" brushRef="#br0" timeOffset="567">4699 925 7629,'-6'-18'60,"0"1"1,0 5 0,6 0 0,-2-1 103,-4-3 0,4 5 0,-3-1 0,3-2-15,2-1 0,0 3 0,2 1-147,3-3 1,5 0 0,6 1 0,-3 3-105,-1 2 1,-1 3 0,7 5-113,-1 0 0,1 1 0,-1 3 108,1 2 0,-7 14 1,1-3-1,0 4 72,-3 5 1,5-5-1,-8 8 1,-2 0 51,-2-2 0,3 4 0,1-5 0,-2-1 76,-2 0 0,-2-2 0,0-3 51,0 3 1,0-4 0,-2 3 262,-4-9-205,4 3 1,-7-16-1,5 0-91,-2-10 1,0-5-1,6-3 1,0 1-96,0-1 0,0-5 0,0 0 0,2-1-81,4-1 0,2 6 0,5-6 0,-1 1-55,2 1 0,1-2 1,3 3-1,-1-1 15,0 2 1,1 1 0,1 5 0,3 1-9,1 3 1,0 5-1,-5-4 1,-1 2 15,1 4 0,-1 3 0,1 2 51,-1 5 0,-1 4 1,-3 9-1,-3 3 43,-2 1 1,-3 2-1,-3-3 1,2 3 56,2 2 1,0-4 0,-6 4 0,2 1 84,4-1 1,-4-6-1,3 2 1,-1-1 106,2 1 1,-4-9-1,6 3-184,0-1 0,-5-9 0,9-1-61,2-4 1,7-2 0,2-2 0,1-4-182,1-5 0,-4-7 0,8-3 1,2-2-366,2 1 1,4 1-1,0 0 544,-2-3 0,12-7 0,-11 4 0</inkml:trace>
  <inkml:trace contextRef="#ctx0" brushRef="#br0" timeOffset="1299">6602 1012 7629,'0'10'-66,"0"5"0,2-15 0,2 0 165,2-10 1,2-5-1,-5-5-1,3-3 0,6 4 0,-4-4 0,-1 3-2,1 3 1,4-7 0,-4 1 0,-1 0-18,1-2 1,4 5 0,-6-3-1,-3 3 4,-1 3 0,4 0 0,0-1-60,-2 1 1,-2 5-315,-2 0 1,0 10 249,0 2 0,-2 14 0,-2 9 0,-2 1 26,2 1 1,-3 4 0,1 12 0,2 3 105,2 1 1,-4 7 0,0-1 0,2 7-12,2 4 0,4 10 1,2 9-1,4 3-79,2-3 0,1 3 0,5-7 0,-2-1 9,-3-4 1,-5-14-1,4-19 1,-3-8-362,-3-8-130,-2-3 1,-2-13 0,-2-7 182,-3-9 1,1-9-1,-6-3 1,0-4 297,1-3 0,-3-8 0,-6-9 0</inkml:trace>
  <inkml:trace contextRef="#ctx0" brushRef="#br0" timeOffset="1583">6707 1029 7629,'0'-29'59,"0"0"1,0 2-1,0-4 1,0 4 159,0 2 0,0-5 1,2 7-1,2 2-83,2 1 0,7 3 0,-1 1 0,3 3-47,3 1 0,1 2 0,4-1 0,5 5-128,-1 4 1,6 2 0,-4 2 0,4 4-107,2 5 1,-6 7-1,-2 3 1,-2 5 34,-3 1 0,-9-4 1,-3 6-1,-2 0-33,-4-2 0,-4 4 0,-6-7 0,-8-1 73,-7 2 1,0-5 0,-7 3-1,1-4-35,0-1 0,-2-1 0,-6-1 1,2-5-55,4-5 0,-2 2 1,8-2-205,1-2 1,5-4 362,5-6 0,12-4 0,18-15 0,9-2 0</inkml:trace>
  <inkml:trace contextRef="#ctx0" brushRef="#br0" timeOffset="2002">7440 785 7629,'10'-8'-10,"-2"-4"136,0-3 0,-6-3 0,3 1 79,-3 0 1,-4 5-188,-3 0 1,3 6-1,-6-3-232,0 1 0,4 2-52,-7 6 1,5 8-1,-4 4 171,2 3 1,3 4 0,3 3 0,-2 3 26,-2 2 1,-2 2 0,4 6-1,-2 0 50,3 0 0,1-2 0,2-2 0,0-2 82,0 2 0,2-5 0,1-3 1,5-4 0,2-1 0,2-3 0,7-3 0,2-6-25,3-4 0,5-4 0,-4-6 0,0-8 22,0-5 0,-1-8 0,-7 4 0,1-2 65,-1-5 0,-7 0 0,-4-3 1,-5 2-59,-1 3 1,-7-1-1,-5 6 1,-3 0-43,-3 0 1,-7 1 0,-2 9 0,0 1-67,3 3 1,-1 7 0,2-2-1,1 4-175,3 2 0,7 0 0,1 2-198,-3 4 1,6 4-1,3 7 412,3 0 0,9 1 0,3-1 0,8 1 0</inkml:trace>
  <inkml:trace contextRef="#ctx0" brushRef="#br0" timeOffset="2268">7964 698 7629,'0'-18'112,"0"1"1,-5-1-1,-1 1 1,2-1 293,2 1 1,2-1 0,-2 3-1,-2 1 612,-2 3-1034,0 7-66,-1-4 0,5 16 0,-4 5 0,4 9-27,2 7 0,2 6 1,2 3-1,4 3-158,1-2 1,-5 4-1,4-1 1,-2 1-109,0 0 1,5-8-1,-5-8 1,-2 0-884,-2 0 1258,-2-5 0,0-5 0,8-17 0,1-10 0</inkml:trace>
  <inkml:trace contextRef="#ctx0" brushRef="#br0" timeOffset="2433">8087 331 7629,'-8'-10'30,"4"-5"1,-6 3 0,1-2 425,-1 3 0,6-5-272,-2 5-405,4 3 0,2 2 0,0 12 0,2 5-171,4 5 1,2 7-1,5 2 392,-1 3 0,0 8 0,5 9 0</inkml:trace>
  <inkml:trace contextRef="#ctx0" brushRef="#br0" timeOffset="2966">8244 960 8642,'0'-18'0,"0"1"221,0-1 0,0 1 0,2-1 1,2-1-61,1-5 0,1 3 1,-4-6-1,4 2-101,6 3 0,-3-3 0,3 2 0,2 3-171,1 7 0,8-3 0,1 7 1,-3-1-157,-2 4 1,-1 4 0,-1 2-1,1 2 33,-1 4 1,1 6 0,-3 9 0,-1 4 108,-2 2 0,-9 2 0,5 6 0,-2 0 92,0 0 1,0-2 0,-6-2 0,0-4 61,0-1 0,0 3 0,-2-6 73,-4-2 1,2-3 0,-6-5 238,3-1 0,-5-10-172,6-2 1,0-8-1,6-9 1,0-1-90,0 1 0,0-8 0,0-2 0,2-3-120,4 1 1,4 0 0,7-6 0,-1 2-7,-5 4 1,11-4 0,-5 6-1,3 0 8,-1 4 1,0 3 0,3 3 0,1-1 33,-2 1 1,5 7-1,-3 4 1,-2 4 1,-1 2 0,-3 10 1,-1 6-1,-3 7 10,-1 4 0,-2 0 0,3 4 0,-3-2 8,-2 2 0,-3 2 0,-3 2 0,2-2-18,2-4 1,0 2 0,-6-7 0,0-1-67,0 2 0,0-11 0,0 3 0,-2-3-1112,-4-4 750,4-3 0,-11-9 0,7-3 430,2-7 0,2-11 0,-6-5 0,-2-6 0</inkml:trace>
  <inkml:trace contextRef="#ctx0" brushRef="#br0" timeOffset="3266">9362 156 7629,'-8'-27'-671,"6"2"0,-4 7 1269,4 1 1,-4-1-1,0 1 727,3-1-1252,1 9 1,2 3 0,0 12-1,0 7 52,0 9 1,0 5 0,0 10-1,0 3-62,0 7 0,0 5 0,0 5 0,0 3-159,0 2 1,2-4-1,1 6 1,3 0 6,-2-2 1,-2 0-1,-2-5 1,0-1-103,0-6 1,0 1 0,0-12 0,-2-4-42,-4-4 1,4-10-1,-5 0 1,1-5-481,0-4 1,-2-9 711,2 3 0,4-12 0,-3-5 0,3-13 0,2-3 0</inkml:trace>
  <inkml:trace contextRef="#ctx0" brushRef="#br0" timeOffset="3501">9152 610 7629,'-8'-17'1111,"0"-1"-470,-3 1 0,3-1-542,8 1 1,8 1 0,3 3 0,5 3-120,1 2 0,9-3 1,3 5-1,4 0-113,2-2 0,0 6 1,0-3-1,1 1-404,5-2 0,-4 4 0,4-4 1,-2 4 92,1 2 1,-3-2-1,2-2 444,-8-2 0,2-7 0,-6 3 0</inkml:trace>
  <inkml:trace contextRef="#ctx0" brushRef="#br0" timeOffset="4333">9938 628 7629,'6'-12'353,"-1"0"0,3 1-114,-2-7 1,-4 7 0,4-1-119,-4-2 1,-4 5-173,-4-3 0,-4 8 1,-7-2 22,-1 4 0,-5 2 0,-2 2 0,0 2-41,-1 2 1,1 6 0,4-5 0,-4 3 29,-3 4 1,7 1 0,-2 3 0,3-3 29,3-3 0,-1 3 0,3-3 9,3 4 0,-1 1 27,7 1 1,8-3 0,9-3-1,7-6-7,5-5 0,-1 5 0,7 0 0,2-2-65,2-2 1,0 0 0,-2 2 0,-2 2-82,2-3 0,2 7 1,2 2-1,-2 3-4,-4 3 0,-4-1 0,-7 3 0,-1 3-4,1 6 1,-9-2-1,-3 0 1,-6 1 133,-6-1 0,-3-4 1,-9 4-1,-1-2 65,-5-3 1,-3-5 0,-8-3-1,0-5 148,0-1 1,6 0 0,2-4-1,2 2-37,4-2 1,-5-4 0,3-6 0,4-6-45,5-3 0,1-3 0,7 1 1,2-1-88,2 1 1,2-1 0,0 1-225,0-1 0,2 7 0,4 1-384,5 2 1,5 2-305,1 6 867,1 0 0,-1 16 0,1 3 0</inkml:trace>
  <inkml:trace contextRef="#ctx0" brushRef="#br0" timeOffset="7633">420 2514 7609,'-12'-18'59,"1"1"1,1-1-1,-4 1 1,5 0 236,1-1 0,-6 1 0,4-1-239,1 1 1,-5-1 0,6 1-36,-1-1 0,-3 3 0,-5 3-84,-1 6 1,1 4-1,-1 2 1,1 0-57,-1 0 0,1 8 0,-1 4 0,1 3 51,-1 3 1,1 5-1,0 2 1,1 2 49,4 4 0,-1 0 0,5 1 1,0-5 23,1-2 1,1 4-1,6-4 1,2 0 11,3 1 1,-1-3 0,8-7 0,2-3 25,1-1 0,3-8 1,1 1-1,2-3 91,3-2 0,-1-7 0,-6-5 0,1-4-61,-1-1 1,1 0 0,-1-3 0,1-1-27,-1-2 1,-1-7-1,-3 7 1,-1 0-84,1-2 1,-5 5 0,0-3 0,-2 4-270,0 1 0,1 1-318,-1-1 544,-4 8 1,8 16-1,-6 12 1,2 1 108,-3 1 0,7 3 0,0 0 0,1 0 19,1 3 1,0-7-1,5 4 1,-1-3 33,-5-3 0,11 1 0,-5-1 1,3-1-6,-1-5 1,-2-3 0,1-8 0,-1 0 2,1 0 1,-1-8 0,1-3 0,-1-5-40,1-1 0,-3-3 0,-1-1 0,-4-4-35,-3-3 1,5 5 0,-6-4 0,0 0-19,1 0 0,-5 5 1,4-1 98,-4 4-269,-2 1 0,0 10 37,0 8 0,0 8 0,0 10 0,0-1 137,0 1 0,0 1 1,0 2-1,2 3 20,4-3 1,-2 4 0,5-2 0,1-1-10,0-3 1,-4-1-1,5-1 24,3 1 0,-6-7 1,-1-1 473,1-2-323,-6-2 0,12-14 1,-9-4-1,-1-3-170,-2-3 0,4 1 0,2-1 1,0-1-49,-1-4 1,5 3 0,-4-3 0,1 3-131,5 3 0,0 0 0,-1 1 0,-1 2 55,1 3 0,-3 7 0,2-2 0,1 4 70,3 2 1,1 2 0,1 4 0,-1 6 71,1 3 0,-1 3 0,3-1 1,1 2 39,2 5 0,6-5 1,-3 4-1,1-3 13,4-3 0,2-1 1,2-5-1,0-5-62,0-4 1,5-2 0,1 0-1,-2 0-37,-2 0 1,-2-10-1,0-5 1,0-6-1,-1-1 0,-6 1 0,-5 0 0,-6-5 1,-5-1 1,2 0 0,-9-2 0,-3 4-56,-5-1 0,-7 5 0,-10-6 0,-1 2-51,-2 3 1,-6 3 0,5 3 0,3 3-71,2 1 1,-5 8 0,1-2 55,2 5 0,1 2 0,3 5 0,1 6 115,5 3 0,-3 3 0,8 1 0,0 3 42,-1 1 1,5 6-1,-4-4 1,4 1 3,2-1 0,0 6 1,0-4-1,2 2-23,4 0 1,-2-7-1,5 1 1,1-6 26,0-5 0,1 2 0,7-9 166,-1-1 0,1-10 0,-1-5 1,1-5-38,-1-1 1,1-7 0,-1-1-1,1-2 14,-1-4 1,-5-8 0,-1-2 0,1 3-49,-2 1 0,-1-6 0,-5-3 1,2-5-100,-2-1 0,-2-1 0,-2 1 1,0 0-158,0-1 0,-6 5 0,-2 5 0,1 10-7,-1 6 0,-6 3 80,3 7 0,1 7-150,-2 4 1,8 12-1,-1 8 174,3 7 1,2-1 0,0 5-1,2 0 37,3 4 1,5 4 0,6 2 0,-3 2 34,-1 4 1,-1 1 0,7 7-1,-1-2 130,1 1 1,-1 2 0,-1 3 0,-3-1-96,-1 1 0,-2-3 0,3-3 0,-3-7-111,-2-3 1,0-2-1,-5-2-294,3-4-924,0-3 741,-6-17 0,0-3 1,0-12 514,0-5 0,0-13 0,0-3 0</inkml:trace>
  <inkml:trace contextRef="#ctx0" brushRef="#br0" timeOffset="8216">3389 2199 7629,'-18'-17'0,"1"-2"0,1-3 0,3-1 203,1 2 0,2 1 1,-3 1-1,3-3 252,2-1 1,2 0-1,6 5-202,0 1 0,8 1 0,2 3 0,2 3-193,-1 2 0,1 3 0,7 5 1,3 0 4,1 0 1,0 0 0,-5 0 0,-1 2-177,1 3 1,-1 5-1,-1 9 1,-3 3-116,-1 1 1,-8 6 0,2-4 0,-5 3 79,-1 3 1,-7-4 0,-7 2 0,-5 2 130,-5 2 1,-5 0 0,4-2 0,-2-2-10,-4 2 1,0-4 0,0 2-1,2 1 31,-2-3 1,5-4 0,5-9 0,6-5 60,3-1 48,8 6 0,4-12 1,14 3-1,7-3 50,8-2 1,4 0 0,2 0 0,0 0-101,0 0 1,0 0 0,2 0 0,1 0-152,3 0 1,0-6-1,-4 1 1,0 1-94,-2 2 1,1-4-1,-12 0 1,-3 0-1178,-2-1 786,-1 5 1,-10-12 171,-8 8 0,-8-2 0,-10 5 397,1-3 0,-8-8 0,-2 5 0</inkml:trace>
  <inkml:trace contextRef="#ctx0" brushRef="#br0" timeOffset="8832">3563 1745 7037,'0'-17'0,"0"-1"-269,0 1 0,0 0 0,0-1 649,0 1 0,-2-1 0,-3 1-241,-7-1 0,-4 7 1,-1 1-1,0 0-95,-1 0 1,-5 7 0,-2-3-1,-3 4-14,-3 2 1,-2 0-1,-2 0 1,-1 2-13,-5 4 0,2 3 1,-8 9-1,-1 1 5,-3 4 1,1 5 0,1 7-1,5-1-49,1 1 1,0 6-1,5 2 1,-1 1 55,6 5 1,6 1 0,11 3 0,3 1 57,1 4 1,8-3-1,0 3 1,10-4-1,11-1 1,5-1 0,11-2 0,4-3-16,0-6 1,1-10 0,3-4 0,6 0-53,3 0 0,4-5 0,3 1 0,3-4-112,2-1 0,-4-3 0,4-1 0,0-4 1,0-3 1,-7-1 0,-1-6 0,-5-2 11,-1-4 0,1-3 1,-3-9-1,-5-1 50,-4-4 0,-2 1 1,-2-7-1,-2-2 56,-2-2 1,-8 4-1,5 0 1,-3-4 15,0-6 1,-2 2 0,-7-3 0,-4 3-55,-3 2 0,-1-8 1,-6-2-1,0-1-19,0-1 0,-6 1 0,-1-7 0,-3 1-24,-4 0 0,-7 7 0,-2 4 0,1 6 9,3 6 1,0 2-1,-3 6 1,-1-1-29,2 7 1,-5-1 0,3 10 0,0 1-97,-2-3 0,5 6 0,-3-4 0,4 6-55,1 6 1,-7-2 0,-2 5 222,0-1 0,-14 6 0,4-5 0</inkml:trace>
  <inkml:trace contextRef="#ctx0" brushRef="#br0" timeOffset="10168">5153 2269 7629,'-6'-11'0,"-2"-1"-25,-2-2 0,-1 5 1,-7-1 42,1 2 0,5 2-99,0 6 0,1 2 25,-7 4 0,3 4 1,3 7-1,6 1 54,4-1 1,-3 1 0,-1 1 0,2 3-17,2 1 1,4 2-1,2-2 1,4 5 22,1-1 1,3 4 0,5-6 0,1 0-8,-1 0 0,1-1 0,-1-7 1,1-1 16,-1-5 1,1-3 0,-1-8-1,1 0 12,-1 0 0,-1-2 0,-3-4 0,-1-5-21,1-5 0,-5-3 1,0-5-1,-2-5 17,0-4 1,-1-2 0,-5-1 0,0-3 4,0-2 0,-5 0 1,-3 6-1,-2 0-22,-4 0 0,-1 1 1,-3 1-1,-1 3 2,-4 7 1,3 4 0,-3 3 0,4 5-5,1 5 0,1 4 1,-1 4-35,1 4 1,1 5-1,5 11 1,5 3-18,4 2 1,2-4-1,0 4 1,2 1 2,4-1 0,3 0 1,9 4-1,-1-4 7,1-2 1,7-1-1,4-7 1,2 1 45,-2-1 1,4-7 0,-4-4-1,4-4 77,2-2 1,0 0 0,0-2 0,0-4 47,0-6 0,-6-9 0,0-3 1,0 3-19,-2 2 1,5-5 0,-9 1 0,-2 0-45,-1-2 0,-9 5 1,-1-3-1,0 5-33,-1 7 0,-5-5 0,2 5-53,-4-5-117,-2 6 1,0 5 66,0 10 0,-6 5 0,0 8 0,2-1 68,2 1 1,2 1 0,0 2 0,0 5 0,0 1 0,6-4 1,0 4-1,0 0 15,2 0 1,-6 1-1,5 3 1,-1-4 13,0-2 1,6-2 0,-6-5 247,-3-1-60,-1 1 0,0-9 0,2-5-143,2-8 1,0-5 0,-6-9-1,2-1-43,4-4 0,-4 3 0,5-5 1,-1 2-52,0-1 1,6-1 0,-5 4 0,3-2-32,4 1 1,-5 1 0,3 0 0,2-3-43,1 3 0,-3 3 1,-1 5-1,3 3 7,1 2 0,1 1 0,-2 3 1,-3-2 5,3 2 1,1 10-1,3 5 82,-1 5 0,-5 7 0,0 3 0,-1-1 52,-1 0 0,3 6 0,-5-4 0,0 2 3,0 0 0,3-7 0,-5 3 0,0-2-46,2 1 1,-4-1-211,7-6 1,-5-7-1,6-4-112,1-4 1,3-2 0,1-2 0,3-4-371,3-6 0,-4-3 676,5-3 0,-5-7 0,-1-2 0</inkml:trace>
  <inkml:trace contextRef="#ctx0" brushRef="#br0" timeOffset="11384">6515 2427 7313,'0'17'-57,"0"0"0,2-5 276,4 0 1,-3-8 0,9 1-133,2-3 0,3-7 0,5-3 0,3-2-116,2-4 0,2-7 0,6-4 1,0-2 61,0-4 1,0-2 0,0-2 0,0 0 3,0 0 1,-1-2 0,-1-4 0,-2-3 33,-1-1 1,-11-5-1,0 5 1,-5-2-71,0 1 1,-7 1 0,-1-1 0,-4 5 74,-2 4 0,-6 2 0,-1 2 0,-3 4-73,-4 6 0,5 5 0,-1 5 0,0 3-64,0 2 1,5 2-1,-7 8-12,-2 4 1,5 2 0,-3 7 0,0 1 7,3 3 1,-5 5 0,8-1 0,0 6 38,-1 4 1,5 8 0,-4 1 0,4 1 0,2 0 0,0 11 0,0-1 1,0 3 76,0 4 0,8-6 1,3 5-1,5-3 63,1 2 1,7-11 0,-1-1-1,0-9 32,2-8 0,-5-6 0,3-11 1,-3-6 33,-3-4 0,-1-4 0,-3-4 0,-1-6-85,1-3 0,3-8 0,-1-3 0,-1 1-87,-2 0 0,-7-6 0,5 2 0,0-4-141,0-2 1,-7 2 0,3 2 0,-2 2-46,2-2 0,-4 5 0,4 3 0,-4 4-226,-2 1 168,0 9 1,0 3 0,0 14-1,0 7 201,0 6 1,0 10-1,0-3 1,0 1 23,0 0 0,0 0 1,0 6-1,2-2 40,3-4 1,3 2 0,6-8-1,-3-1 9,3-3 1,2-1-1,1-3 1,0-3 62,1-7 0,-1-3 0,1-2 0,-1-2-57,1-3 1,-1-5-1,1-9 1,1-3-8,4-1 1,-5-2 0,1 3 0,-5-3 72,-1-2 1,3 4-1,1-4 1,-1 1-48,-4 5 1,1-4 0,-7 1 0,0 3 107,2 2 1,-6 1 107,3 1-388,-3 7 1,-8 4 0,-1 12-1,-3 4 75,-4-1 0,5 13 0,-3-5 0,0 5 39,3 3 1,-5 2-1,6 8 1,1 0 67,-1 0 0,2 6 1,6 1-1,0 5 12,0 7 0,0 4 0,0 8 0,2 0-62,4 6 0,-2 6 0,7 9 1,1 0 113,-2 1 0,3-9 0,-7-3 0,-2-4-286,-2-2 0,-2-8 0,0-6 1,0-9-11,0-13 1,-2-1 0,-4-9 130,-6-3 1,-9-3 0,-2-7 0,0-5-10,-3-4 1,-1-10 0,-8-5 0,2-7-23,4-3 0,-4-8 0,6 2 1,0-4-29,4-2 0,3 0 0,5 0 0,1-2-5,2-4 0,8 3 0,-1-7 0,3 2 81,2 4 0,7 3 0,5 1 0,6 0 2,5 0 0,2 6 0,6 0 0,0-1-166,6 3 0,-2-4 1,8 8-1,-3 2-386,1 1 1,6 1 559,-6-5 0,15 5 0,-2-6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38:10.06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489 560 6622,'6'-12'124,"0"0"1,0 6-1,-4-3 251,4 1 1,-5-6 0,5 3-190,-4-5 0,-2-1 1,0-1-1,0 1-48,0-1 0,0 1 1,0-1-1,2 1 3,4 0 1,-4-1-1,4 1-98,-4-1 0,-2 1 0,0-1 102,0 1 0,0-1 24,0 1-498,0 7 1,0 4 174,0 12 1,2 10-1,2 9 1,3 2 132,3 4 0,-4 8 1,4 4-1,-1 1-100,1 5 1,-6-7 0,4 1 0,-3-2-18,1 0 0,2-1 0,-4-5 1,2 0-91,-2 0 1,-2-6 0,-4-2 0,-2-1 9,-2-5 0,-6-2 0,4-3 1,1-2 217,-1-3 0,-4-5 0,5 4 0,-3-3 0,-2-1 0,-5-6 0</inkml:trace>
  <inkml:trace contextRef="#ctx0" brushRef="#br0" timeOffset="318">402 996 6302,'-12'0'3477,"1"0"-3336,7 0 0,-2 0 0,14 0-90,9 0 0,3 0 0,7 0 0,0 0-202,0 0 1,2 0-1,8 0 1,2 0 4,2 0 1,-1-6-1,-5 1 1,-2 1-79,-4 2 1,3 2 0,-9 0 0,-2 0-238,-1 0 1,-9 0-76,1 0 0,-10 0 412,-2 0 0,-8 0 0,-9 0 0,-1 0 124,1 0 0,7 0 0,-13-8 0,3-2 0</inkml:trace>
  <inkml:trace contextRef="#ctx0" brushRef="#br0" timeOffset="949">821 123 7629,'-11'-12'-497,"1"1"1,0-1 691,0 2 0,5-3 0,-7 5-10,-2-2 1,5 4 0,-3-3 0,-2 1-158,-1 4 1,1 0 0,-1 0 0,-5-1-45,1 1 0,-2 2 1,-1 4-1,-3 2 26,-2 1 1,4 9 0,-6-2 0,-3 3-60,-1 3 1,-1 5 0,-1 2 0,0 2 29,0 4 0,0 2 1,0 4-1,0 4 24,0 5 0,6 5 1,2 3-1,2 4 10,3 7 1,5-3-1,5 0 1,6-2 8,4-4 1,10-2 0,6-3 0,5-3-55,4-1 1,12-8 0,-2 2 0,2-7 21,4-4 1,2 1 0,-2-8 0,3-2-28,3-1 1,-4-5-1,5-1 1,3-5-30,1-1 1,6-2 0,-1-6-1,-5 0 12,1 0 1,-9-6 0,1-2-1,-4-1 18,-4-5 1,4-7 0,-12-4 0,2-1 1,0 1 0,-8-6 1,3 0-1,-5-6 6,-1-4 0,-3 1 0,-1 3 0,-5-2 55,-1-2 0,-2-5 1,-6 3-1,0 0 18,0 1 0,0-7 0,-2 3 1,-2-3 24,-2 2 0,-7 3 1,1 5-1,-3-2-36,-3 2 1,1 10-1,-1 6 1,1 4 17,-1 1 0,-5 1 0,-2-1 0,-1 3-66,1 3 0,-4 2 0,6 7 0,1-3-123,3 2 1,2 2-1,-1 2-864,1 0 999,-1 0 0,9 8 0,1-6 0,8 5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41:09.98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402 70 8043,'11'-6'-1951,"1"0"2311,-8 0 0,6 1 0,-6-3-29,1-2 1,1 4 30,-6-5-87,0 7-351,-8-4 1,-1 8 0,-9 0 38,1 0 0,5 2 0,0 4 0,-3 5 13,-6 5 0,1 1 0,-3 1 1,2-1 5,-3 1 1,5 5 0,-6 4 0,-1 4 31,-3 6 1,4 8 0,0-3 0,2 5 22,-1 7 1,3-1 0,7 5-1,5-2 9,1 2 1,2-9 0,8 3-1,4-3-27,5-4 0,5 3 0,3-7 1,3-2 7,1-3 1,6-1-1,-4 0 1,1-2-25,-1-4 1,0 4 0,-2-5 0,5 1 2,-1 0 0,0-8 1,-6 2-1,2-5 5,-1-6 0,-3 3 0,-1-5 0,-1 1 44,1 1 1,-7-8-50,1 2-93,0-4-604,-3-2-563,-1 0 539,-8 0 715,0 0 0,-8-8 0,-1-2 0</inkml:trace>
  <inkml:trace contextRef="#ctx0" brushRef="#br0" timeOffset="566">838 349 8076,'0'-11'-64,"-2"1"107,-3 2-141,3 2 81,-6 6 0,6 0 1,-2 2 52,-2 4 1,0 4 0,6 9 0,0 3 88,0 1 0,0 10 1,2 0-1,2 8-34,2 3 1,6 3-1,-5 5 1,1 1-8,0-1 1,4 0 0,-5 1 0,1-3-20,0-3 1,0-5-1,-4-7 1,1-2-32,-1-4 1,-2 3 0,-2-9-319,0-2-487,0-9 229,0-4 0,0-10 127,0-4 0,0 2 415,0-8 0,0 1 0,0-7 0</inkml:trace>
  <inkml:trace contextRef="#ctx0" brushRef="#br0" timeOffset="1068">1362 367 8372,'0'-12'22,"0"0"174,0-1 1,0 3-226,0-1 0,-2 7 10,-3-2 0,1 6-36,-8 6 1,0 3 81,-5 9 0,-1 1-127,1 5 0,-6-3 0,-3 8 1,1 2 45,0 2 1,-6-4-1,4 0 1,-2 2 59,0 2 1,5-4-1,-3-1 1,2-3 61,4-4 1,1-1 0,3-3 226,-1 0-79,1 1-180,7-1 0,4-7 80,12-4 0,-2-4-48,8-2 0,-1 6 0,7 1-24,-1 3 0,1-4 1,-1 4-1,1-1 34,-1 1 1,6 2 0,1 5-1,-1 1-51,2-1 1,-4 1 0,7-1-1,-1 0-134,0 1 1,2-1-1,6 1 1,-2-1 55,-4 1 1,2-1 0,-6 1-1,1-3-176,-1-3 0,-8 1 1,-5-7-1,0 0-560,-3 2 1,7-6 786,-5 4 0,-3-12 0,0-4 0</inkml:trace>
  <inkml:trace contextRef="#ctx0" brushRef="#br0" timeOffset="1614">1554 856 8296,'-17'-18'-319,"5"1"1,3-1 229,1 1 0,-4-1 1492,6 1-1089,1 0 1,6 7-374,5 4 0,-2 12 0,6 7 86,-2 9 1,3-3-1,-5 6 1,0 1-12,2 3 0,-4-2 1,5 0-1,-1 0 18,-4 0 0,4-3 0,-2 3 0,-3-2-15,-1-4 1,4-1 0,0-3 0,-2 1 83,-2-1 1,-2 1 168,0-1 0,0-9-125,0-8 1,0-8 0,0-11-152,0-5 1,0 3-1,0-8 1,2 0-30,4 2 0,-5-6 0,5 6 0,-2-3-111,2 1 1,-2 2 0,6-4 0,-1 4 86,1 2 0,-4 1 1,5 7-1,1 0-69,-2-1 0,5 8 0,-3 5 36,4 3 1,-5 2 0,1 0 0,-1 2 100,-1 3 1,6 7-1,-5 9 1,5 5 25,1 1 1,-1 0-1,-3 4 1,-3-2-5,-2 2 0,4 2 0,-5 0 1,1-2 8,0-2 0,0-5 0,-5 3 0,3-2-107,-2-4 1,-2-1-802,-2-3 482,0-7 0,0-4 1,-2-10-27,-4-2 0,4-8 0,-3 3 410,3-5 0,2-9 0,0-2 0</inkml:trace>
  <inkml:trace contextRef="#ctx0" brushRef="#br0" timeOffset="1999">2113 821 8372,'0'-18'125,"0"1"1,0 5 0,0 1 134,0-3 1,6-1-75,0-3 1,0 6-117,-6 1 0,2 7-282,3-2 0,-3 6 0,4 6 75,-4 6 0,-2 5 0,0 4 1,0 5 104,0 1 0,0-4 0,0 6 0,0 2 70,0 2 0,0 2 0,0 0 0,2-2 4,4-4 1,-4 4-1,6-6 1,-3 0 35,1-3 1,8-5 0,-2-3 37,3-5 0,4-3 0,3-8 0,1-2-114,-2-4 1,-1-9 0,-3-10 0,1-1-18,-1 1 0,-1-6 0,-3 4 0,-3-2 29,-2 0 0,-2 1 1,-8-3-1,-2 4 2,-2 2 0,-10 0 0,1 3 1,-8-1-17,-5 2 0,5 3 0,-4 5 1,0 3-98,0 2 1,5-3 0,-1 3-1,4 0-233,1 0 1,7 3-103,-1 5 1,8 2-1,0 3 36,8 7 1,6-2 0,7-1 395,1-1 0,7 6 0,2-5 0</inkml:trace>
  <inkml:trace contextRef="#ctx0" brushRef="#br0" timeOffset="2614">2637 821 8372,'0'-18'-87,"-2"1"331,-4-1 1,4 1-62,-3 0 0,3-1 484,2 1-905,0 7 1,0 4 163,0 12 1,0 6 0,0 9 0,0 2 131,0-2 0,2 7 0,2-1 1,3 2-32,3 0 1,-4-2-1,4 4 1,-1-4-1,1-1 1,-4 3 0,3-6 0,1-2-6,0-1 0,-4-3 0,3 1 177,-1-1-99,6-7 0,-7-10 1,5-12-1,-4-5-115,0-7 1,-6 3-1,3-8 1,-3-2-60,-2-2 1,6 4 0,0 0 0,-2 0-13,-2 2 1,-2-1 0,2 7 0,2-2-44,1 1 1,1 9 0,-4 3-114,4 2 1,-2 3 164,8 5 0,-7 7 0,7 7 1,0 5 174,-3 5 0,7 1 0,-4-4 1,3 4 0,3 3 0,-3-1 0,-1 4 0,-3-2-18,3 2 1,1-4-1,3 0 1,-1-2 26,1-3 1,-1-9-1,1-3 202,-1-2 1,1-2-1,-3-8-148,-3-4 1,-2-10 0,-7-9 0,3 0-65,-2 0 0,-2-6 1,-2 2-1,0-4-21,0-2 0,0 2 0,0 2 0,-2 3-91,-4 3 1,2-4-1,-5 6 1,1 1-786,4 3 162,-6 2-677,1-1 460,-1 8 0,2 5 1,8 10 853,0 7 0,16 4 0,3 1 0</inkml:trace>
  <inkml:trace contextRef="#ctx0" brushRef="#br0" timeOffset="3141">3406 838 8346,'-2'-15'-456,"-2"1"383,-2 3 1,0-1 0,8-6 183,4 1 0,-2 0 0,7 1 21,3 4 0,-4-1-187,1 7 1,1 0 0,4 8 43,-5 4 1,3 4-1,-6 9 1,-1 4 61,1 6 1,4-1 0,-5 1 0,1 2-84,0 2 1,4 2 0,-7 0 0,1-2 0,2-4 1,-4 2 0,6-8 0,-3-2 86,-3-1 0,-2-3 208,-2 1 0,0-11 0,0-7-53,0-9 1,0-7 0,0-3 0,0-3-138,0-1 1,0-8-1,0 2 1,0-4-27,0-2 1,0 2 0,0 2 0,0 4-61,0 2 0,2-6 0,4 3 1,4 1-51,-1 4 0,7 4 1,-4 1-1,3 1 39,3-1 1,-1 8-1,2 5 1,3 3 2,1 2 0,2 0 0,-3 2 0,1 5 19,-2 11 0,-1-1 0,-5 9 0,-1-1-3,-3 4 0,-1-2 0,4 2 1,-5 0 87,-1-2 1,0 6-1,-4-3 1,2 1-129,-3-2 0,-1 2 0,-2-8 0,0-2-150,0-1 1,0-9-275,0 1-37,0-8 0,0 2-390,0-12 895,0 4 0,0-14 0,0 7 0</inkml:trace>
  <inkml:trace contextRef="#ctx0" brushRef="#br0" timeOffset="3716">4960 838 8287,'17'0'123,"1"0"1,-7 0 272,1 0 1,-6-2 0,4-3 88,-3-7 0,-1-4 0,-6-3-235,0-4 0,-2 7 1,-2-5-1,-1-1-205,1 3 0,-4 0 0,0 1 0,0 1-271,1-1 1,-7 1 0,4-1 0,-1 1-148,-1-1 0,0 3 1,-5 3-1,0 4-8,-1 1 1,1 5-1,-1-2 1,1 6 244,-1 4 0,1 9 0,-3 1 0,-1 7 159,-2 4 1,-1 2 0,9 8 0,1 2 173,3 2 1,5 1 0,-4-3 0,2 4 78,5 1 0,1-7 0,4 0 0,3-8-81,7-3 1,-2-5-1,1-9 1,3-7 10,1-3 0,3-2 1,-1-2-1,-1-3-138,-4-7 0,3-4 0,-3-3 0,3-2-176,3-3 0,-3-7 1,-1 2-1,-3-2-116,3 2 1,-4-2 0,1 6-1,3 0 46,1-1 1,-3 3 0,0 8 0,1 1 40,3 2 1,-5 8 0,1-1 0,2 3 72,1 2 0,3 2 0,-1 5 0,1 9 180,-1 5 0,1 10 0,-1-4 0,0 3-5,1-1 0,-3-2 1,-1 4-1,-2-4-48,1-2 1,3 4-1,-1-5 1,-1-3-41,-2-2 1,-3-7-1,5-2-323,-2-3 0,-1-1-35,7-6 1,-1-5 0,1-3 0,-1-2-375,0-4 1,-5-1 708,0-3 0,7-7 0,8-2 0</inkml:trace>
  <inkml:trace contextRef="#ctx0" brushRef="#br0" timeOffset="4184">5746 594 8139,'2'-18'-71,"4"1"1,-4-1-1,5 1 68,1-1 0,-6 1 0,4 0 0,-2 1 874,2 4 1,-5-3-569,5 3 0,-6 4-587,-6 3 1,1 3 0,-11 4 0,-3 3 184,-1 7 1,1 4 0,-1 1 0,-1 1 15,-2-1 0,0 2 1,7 3-1,2 1 43,3-2 0,5-1 0,-4-1 0,3 3 91,3 1 0,2 0 0,2-5 0,2-1 18,3 1 0,5-1 0,8 0 0,1-1-43,4-4 1,-1 3 0,7-3 0,2 3-73,2 3 0,-6-7 1,-2 1-1,-2 2 10,1 1 1,-1 3 0,-5-3 0,-3-1 35,-3-3 0,1 1 78,-7 5 0,-2-5 0,-10-2 0,-7-2 69,-9-5 0,-3-1 1,-6-2-1,2 0-87,-2 0 1,4 0 0,-1 0 0,1 0-244,0 0 0,6 0 0,-2 0 0,3 0-1060,3 0 1243,-1 0 0,1-7 0,-1-3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41:16.61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398 252 8194,'0'-17'-601,"0"-1"1000,0 1 1,0 5-1,0 1-56,0-3 1,0 4-269,0-1 0,-2 1-141,-4-2 1,-3 5-1,-9 9 1,-1 3-60,-5 7 1,3 4 0,-8 3 0,-2 4-4,-2 6 0,0-1 0,2 1 0,4 2 44,2 2 0,1 2 0,7-2 0,1-4 81,5-6 0,-3 2 0,8-2 1,4 1 4,6 1 1,6-11-1,9 3 1,5-1-1,5-1 0,4-3 0,2-3 1,1 1 11,5 0 0,-4 0 0,4 3 0,-2-1-21,1 1 0,-3 3 0,4 3 0,-6 3-27,-6 1 0,2 2 0,-8-4 0,-3 5 14,-7 1 1,-5-6 0,-8 2 0,0-3 56,0-3 0,-2 1 1,-6-1-1,-7 1 190,-6-1 1,-10-5-1,1-2 1,-3-3 26,-2-3 0,1 4 0,-3-2 0,-2-2-93,-2-2 1,0-4-1,6-4 1,2-4-221,4 0 1,-2-5-1,8 5 1,4-1-269,5-1 0,0 0-590,9-5 1,1 7 451,10 4 0,3 4 0,9 4 465,-1 4 0,8-4 0,3 6 0</inkml:trace>
  <inkml:trace contextRef="#ctx0" brushRef="#br0" timeOffset="384">922 252 8310,'0'-17'-11,"0"-1"0,-2 1 0,-2-1 340,-2 1 0,1 5 1,3 3 919,-4 1-1076,4 2 1,-6 8-220,8 4 0,0 9 0,0 9 1,0-1 64,0 2 0,0 2 1,0 8-1,2 2 124,4 4 0,-2-2 0,5 7 0,-1 3-12,-4 1 0,4 8 1,0 3-1,-1-1-88,1 0 1,0-4 0,-4-7-1,2-5-89,-3-1 1,-1-4 0,-2-10 0,2-8-207,4-7 1,-4-4 0,6-7-411,0 3 1,-4-2 0,7-10-114,3-5 0,-6-5 0,-1-1 775,1-1 0,-6 1 0,6-1 0</inkml:trace>
  <inkml:trace contextRef="#ctx0" brushRef="#br0" timeOffset="598">695 549 8310,'-17'0'-196,"-1"0"869,1 0 1,5-6 232,0 1 0,10-9-781,2 2 1,8 3 0,12-1 0,3 2-302,6 4 0,4 0 1,4 1-1,4-3-182,5 2 1,5 2 0,1 2 0,0 0-281,1 0 1,-1 0-1,1 0 638,-1 0 0,0 8 0,1 1 0</inkml:trace>
  <inkml:trace contextRef="#ctx0" brushRef="#br0" timeOffset="1550">1621 794 8310,'2'-12'216,"3"0"1,-3 1 0,4-7-3,-4 1 1,-2 5 0,0 1-1,-2-1-84,-4 2 1,4-5-1,-5 3-226,-1-3 1,-2-3 0,-7 1-112,-1-1 1,1 8 0,-1 5-1,1 3 23,-1 2 1,1 0 0,-1 2 0,1 3 21,-1 7 0,-1 9 1,0 5-1,-1-1 119,5 0 0,3 6 0,-1-2 1,3 4 75,2 2 0,2 0 1,6-2-1,0-2-14,0-2 0,0-7 1,2 1-1,4-4 70,6-1 0,3-9 0,3-3 62,-1-4 0,1-4 0,-3-4 0,-1-7-96,-3-8 1,-1-1 0,4-5 0,-3 0-110,3 0 0,-4 3 0,-1-3 0,1 0-71,0 0 0,-1 6 0,5-3 0,-4 5-120,-3 1 0,5 7 1,-4 1 82,1 2 0,-3 2 0,6 6 0,0 2 119,-3 4 1,7 6-1,-5 9 1,5 3 89,1-3 0,1 4 0,-1 0 1,1 1-14,-1-1 0,7-2 0,-1-5 0,-2-1 28,-1 0 1,-3-5-1,1-2 1,-1-2 55,0-5 0,1-3 1,-1-5-1,1-7-38,-1-4 1,1-3 0,-3-4 0,-1-6-17,-2-4 1,-3-2-1,5-2 1,-4-2-60,-3-2 1,5-7-1,-4 1 1,-1-3-25,1-3 1,-2 1 0,-6 0-1,0-3 3,0-3 0,0 6 0,0-1 1,0 11 61,0 5 0,0 10 1,0 3 107,0 5 1,0 11-204,0 8 0,-2 8 1,-2 9-1,-2 1 16,3-1 0,1 8 1,2 5-1,0 3 38,0 1 1,0 9 0,2 2 0,1 3 48,3 5 0,6-5 0,-4 12 0,-1 1-14,1 3 1,6-2 0,-3 2 0,5-2 12,1-6 0,3 0 1,1-17-1,4-4-48,3-4 1,-7-17-1,4-3 1,-2-7 27,1-4 1,7-8 0,-4-3 0,2-7-8,0-5 0,-6-4 0,5-8 1,-1 0-62,0 0 1,-6 0 0,1 0 0,-7 0-92,-3 0 1,-8 0 0,1 1 0,-3 1-37,-2 3 0,-2-1 1,-3 8-1,-7 0 67,-4-2 1,-1 7 0,0-1 25,-1 5 1,1 10-1,1 0 52,4 8 0,-3 6 0,5 7 1,1 3 111,3 3 1,4-2 0,2 9 0,0 1 32,0 2 0,0 2 0,2 1 0,4 3-71,5 2 0,5 0 1,1-6-1,1 0-160,-1 0 0,2-6 0,3-2 1,1-2-255,-2-4 1,5-9 356,-3-6 0,8-4 0,-4-2 0</inkml:trace>
  <inkml:trace contextRef="#ctx0" brushRef="#br0" timeOffset="1782">2075 322 8263,'-18'0'97,"7"-2"0,-1-2 1620,-2-1-1426,7-1 0,9 6 1,13 0-1,8-2-194,4-4 1,5 4 0,8-4-1,5 4-446,0 2 0,5-2 0,-1-2 0,5-1-615,4 1 1,6 2 963,-6 2 0,8-8 0,-4-2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41:23.31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53 260 8064,'10'0'-139,"-3"-8"0,-7 5 313,0-9-405,0 8 171,0-4 0,-2 10 1,-2 4 57,-1 6 0,-1 5 0,6 5 0,0 1 82,0-2 1,0 6 0,0 2 0,0 2-25,0-1 1,8 3 0,3-4 0,3 2-46,-3-2 0,5-2 0,-4-8 0,3 1 39,3-5 0,-1-7 0,1 2 1,-1-2 23,0-5 1,-5-1 0,0-4 0,-1-3-43,-1-7 0,4-4 1,-8-3-1,-1-2-40,3-3 1,-6-1-1,4 4 1,-4-4-45,-2-3 0,0 1 0,0-4 1,0 4-1,0 2 0,-8-4 1,-4 3-1,-3-1-26,-3-4 1,-5 4 0,0 0 0,0 2-11,-3 3 0,7 3 0,-4 3 0,3 3 123,3 1 1,-1 8 0,1-1-87,-1 3 1,7 2-1,1 2-2,2 3 0,2 5 0,6 8 0,2 1 51,4 4 0,-2-3 0,8 3 0,1-4 31,3-1 0,1 1 0,3 3 1,1 1 30,2-2 0,3-7 1,-5-3-1,2 1-25,-1-2 0,3 3 0,-2-7 0,0-2 10,3-2 0,-5-4 1,6-2-1,-2-4-49,-3-1 1,-3-3-1,-1-5 1,-1-1-33,0 1 0,-1-3 1,-2-1-1,-5-2-63,-1 1 0,4 1 0,-7 0 0,-1-3 0,-2 3 0,-2 2 0,0 1 0,0 1-28,0-1 0,0 1 0,-2 1 91,-3 4 0,3 3 0,-6 5 70,0-2 0,6 2 0,-4 10 43,4 6 0,2 3 0,0 3 47,0-1 1,0-5 0,0-1-19,0 3 1,6 2-1,2-1 1,2-1 67,3-3 0,1-5 0,-1 4 1,-1-2-80,2-5 1,7 1 0,2 0 0,-1 2-118,-3-2 1,-2 0 0,1 0-1,-1 1 32,1-1 1,-1 6 0,1 2-4,-1 3 1,-5 5 0,-2 1 0,-3 2 58,-3-1 1,-2 5 0,0 2-1,2 2 58,2-2 0,0 4 0,-6-6 1,0 2-23,0 0 1,0-7 0,2 1 0,1-4 32,3-1 0,8-8 0,-2-5-178,3-3 0,4-2 0,3-2 1,3-3-302,2-7 0,4-4 1,8-1-1,2 0-1475,-2-1 1819,-3 1 0,-1-9 0,0-1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41:25.41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0 393 8295,'6'-12'0,"0"1"-8,-2-3 1,4-2 0,-3-1 513,-1 0 0,-2 5 325,-2 0-637,0 8-292,0-3 0,0 14 1,0 7-1,0 7 131,0 8 1,2 6 0,4 4 0,4 6 29,-1 5 0,5-1 0,-6 11 0,0-2-20,-1 0 1,5 2 0,-4-3-1,-1-1-159,1-6 1,4-7 0,-6-12-1146,-2-2 896,-2-7 1,-2-7-1,-2-13 1,-2-8-884,-2-3 1248,-8-11 0,-3-7 0,-10-8 0</inkml:trace>
  <inkml:trace contextRef="#ctx0" brushRef="#br0" timeOffset="333">105 253 8295,'-6'-19'0,"-1"-3"54,-3-1 1,4 2 0,-4 7 0,3 3 555,3-3 0,-4 4-414,2-1 0,8 7 1,12-2-188,7 4 1,0 2 0,6 2 0,1 4-72,-1 5 1,8-1 0,5 2 0,-1 1-107,-2 3 1,-2 3-1,0 3 1,-2 3-40,-4 2 0,-6-6 0,-9 5 0,-4-3 78,-3 0 1,-1 2 0,-8-3 0,-3 1 114,-7-2 0,-11-1 0,-8-1 1,-6 2 35,-4 3 1,-6-3 0,7-7-1,1-3-4,2 3 1,-2-4 0,2-1-1,6-1-227,4-4 1,4 4 0,5-2-466,1-3 452,7-1 0,4-2 0,12 0 0,8 0 222,7 0 0,6 0 0,8 0 0</inkml:trace>
  <inkml:trace contextRef="#ctx0" brushRef="#br0" timeOffset="727">769 690 7960,'-6'-12'0,"-2"2"623,-2 3 0,5-1 0,-7 2-455,-2-6 1,5 5-1,-1-1 1,0 2-369,1 0 1,3 0-1,-6 6-55,-1 0 0,3 0 0,0 2 80,2 4 1,-3 4 0,5 9 0,0 3 5,-2 1 1,6 8-1,-3-2 1,3 4 159,2 2 0,0 0 0,0 2 1,0 0 1,0-2 1,7 7 0,5-13 0,4-3 88,1-5 0,1-6 0,1-3 0,2-6 98,3-4 0,1-4 1,-4-4-1,2-6-70,-1-3 0,-5-10 0,-3-2 0,-4-3-34,-3 1 0,-1 0 0,-6-6 1,-2 0-90,-4 0 0,-3 2 0,-9 2 0,-1 4-81,-5 2 0,5-2 0,-4 7 0,3 5-296,3-1 1,-1 9-131,1 1 1,7 6-1,4 6 248,5 5 1,8 5 0,7 1 271,7 1 0,-1-1 0,5 1 0</inkml:trace>
  <inkml:trace contextRef="#ctx0" brushRef="#br0" timeOffset="948">1136 672 8295,'-2'-17'0,"-2"-3"239,-2-3 0,0 4 0,4-5 306,-4 5 1,4 2-1,-3-1 606,3 1-1094,2 7 0,0 4 1,0 12-175,0 6 0,2 9 1,1 4-1,5 2-9,2 4 1,-4-3 0,5 1 0,1 4-174,-2 5 0,3-1 0,-7 4 1,0-4-227,2-2 0,-6-6 0,3 0 0,-3 0-569,-2-2 1094,0-9 0,8-3 0,2-5 0</inkml:trace>
  <inkml:trace contextRef="#ctx0" brushRef="#br0" timeOffset="1131">1258 323 8295,'-2'-23'147,"-4"-1"1,2-5-1,-6 6 1286,3 2-1286,1 1 0,8 12-480,4 8 1,3 14 0,9 11 0,-1 2-1769,1 5 2101,-1 8 0,1 5 0,-1 7 0</inkml:trace>
  <inkml:trace contextRef="#ctx0" brushRef="#br0" timeOffset="1678">1467 1022 8324,'0'-12'714,"0"0"-412,0-1 0,0-3 0,0-1 0,0-1-21,0 1 1,2-7-1,2 1 1,4 0-188,2-2 0,-5 3 0,7-5 1,0 0-119,-3 0 1,7 5 0,-4 1 0,3 6-347,3 3 1,-1 6 0,1-4 79,-1 3 1,0 7 0,1 7-1,-3 3 88,-3 4 0,2 7 1,-7 4-1,1 1 152,0-1 1,4 6-1,-7-4 1,1 2 60,2 0 1,-6-7 0,4 3-1,-4-2 123,-2 0 1,0 1 610,0-7-425,0-7 0,0-10 0,0-12 0,0-3-221,0-3 1,0-5-1,0-2 1,0-1-127,0 1 1,0-6 0,2 4 0,3-2-85,7 0 1,4 7 0,-1-3 0,1 2-37,1 0 1,-3-1-1,9 9 1,-4 3 11,-1 6 0,-1 2 1,1 1 43,-1-3 0,-1 8 1,-3 9-1,-1 7 67,2 5 0,-5-2 0,1 9 0,0-1-11,-1-2 0,-5 6 1,4-4-1,-2 2-2,0-2 1,0 4-1,-6-6 1,0 0-94,0-3 1,0-5 0,0-1-729,0-1 640,0-7 0,0-4 0,0-12 1,0-6 217,0-3 0,0-3 0,7-15 0,3-4 0</inkml:trace>
  <inkml:trace contextRef="#ctx0" brushRef="#br0" timeOffset="1931">2445 166 8295,'0'-25'-102,"0"-5"0,-5 5 1,-1 2-1,2 4 858,2 1 0,2 6-88,0 1 1,0 9-850,0 2 0,0 4 0,0 11 1,2 7 219,4 3 0,-2 6 0,7 8 1,3 3-27,1 3 0,-3 7 0,0 7 0,1-1-116,3 2 0,-1 2 0,-3 6 1,-4-2-55,-1-2 1,-3-6 0,6 2-1,-2-5 146,-4-11 1,3-7-1,-1-8 1,0-5-278,2-5 81,-6-9 0,7-4 0,-5-12 0,2-6-25,-2-3 1,-2-3 0,-2 1 231,0-1 0,0-7 0,0-2 0</inkml:trace>
  <inkml:trace contextRef="#ctx0" brushRef="#br0" timeOffset="2148">2375 340 8338,'-11'0'724,"1"2"-278,2 4-270,3-4 1,12 6-1,5-8 1,5 0-179,7 0 0,3-2 1,8-2-1,2-2-325,3 2 1,5 0-1,7 1 1,3-3 326,3 2 0,-4-6 0,6 1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41:28.83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507 286 8020,'-6'-12'-814,"0"1"1174,2-3 1,2 4-1,0-1-24,-3-3 0,3 4 0,-4-1-48,4-3 0,2-1-252,0-3 1,-6 1 0,-2-1-273,-1 1 1,3 5 131,-6 1 0,0 7 0,-5 0-40,-1 8 0,1 0 1,2 9-1,1 5 95,2 3 1,6 10 0,-3-2-1,1 4 111,4 2 0,2 8 0,2 3 0,0 7 60,0 5 1,8 0-1,4 10 1,3 6-9,3 3 0,-1 3 0,2 3 0,3-1-100,1 1 1,0-11 0,-5-6 0,-1-8-79,1-7 1,-1-9 0,-1 1 0,-5-6-119,-5-10 0,-4-6 1,-2-3-1,0-1-147,0 1 0,-2-6 1,-4-3-135,-5-1 0,-11-2 1,-3-6 462,-2 0 0,-2-8 0,-6-2 0</inkml:trace>
  <inkml:trace contextRef="#ctx0" brushRef="#br0" timeOffset="218">0 1037 8299,'0'-18'177,"0"1"0,0-1 0,0 1 329,0 0 0,0-1 0,0 1-301,0-1 0,2 1 1,4 1-1,6 3-268,3 1 1,3 8-1,1-4 1,4 2-243,6 1 1,10-1 0,6 6 0,3 0-238,7 0 1,3 0 0,-2 0 0,2 0-1083,-1 0 1624,-3 0 0,-9-8 0,-3-2 0</inkml:trace>
  <inkml:trace contextRef="#ctx0" brushRef="#br0" timeOffset="1101">786 688 8299,'0'-18'12,"0"6"0,0 1 117,0-3 0,0-1 0,0-3 279,0 1 0,0-1-536,0 1-212,0-1 255,0 9 0,0 9 0,2 11 1,2 7-45,2 5 0,0-2 1,-6 9-1,2 1 100,3 2 1,-1 2 0,6-1 0,0 1-33,-1 0 0,-3 0 0,6-2 0,-1-4 60,-1-5 1,6-5 0,-5-2 80,5 1 1,-4-8 0,-1-6 0,1-8 102,-2-8 1,5-5-1,-5-5 1,1-3-86,1-2 0,-6-2 0,4-6 0,-1 0-55,1 0 1,-6 0 0,4 0 0,-3 2-71,1 4 0,2-2 0,-4 8 0,2 1-156,-2 3 0,-2 7 1,-1 3-171,5 1 1,-4 4 0,4 10 254,-4 5 1,-2 5 0,0 3 0,2 3 54,4 1 1,2 6 0,5-4 0,-1 2 10,1 4 0,1 2 0,-1 2 0,-1 0 100,2 0 1,1-6 0,5 0 0,1 1-21,2-3 1,1-8-1,-7-9 1,0-2 43,1-5 1,-1-3 0,1-5 0,-1-7 0,-1-5 1,-3-7-1,-1-5-31,2-4 1,-7-2 0,1 0-1,-2 0 29,0 0 1,0 1-1,-6 1 1,0 1-120,0 3 0,0 6 0,0-4 0,0 2-59,0 3 0,-2 11 14,-4 5 0,4 6-128,-4 6 0,2 5 1,0 11-1,-1 3 174,1 2 1,4-4-1,4 6 1,3 3 68,3 1 0,-4 1 0,5 1 0,1 0-10,-2 0 1,5-6-1,-3 0 1,2 1 112,-3-3 0,5-2 220,-5-8 0,-1-7-19,2-4 0,-8-14 1,1-7-1,-3-9-319,-2-3 1,0 0-1,2-4 1,2 2-77,2-2 1,6-6-1,-5 0 1,1 4-52,0 0 0,6 2 0,-3 0 1,3 4-179,-3 2 0,5 3 0,-4 9 0,3 3 72,3 2 1,-1 2 0,0 8 197,1 4 0,-1 10 1,1 9-1,-1 2 101,1 4 0,-7 2 0,-1 2 0,0 0 40,0 0 0,-1 0 1,3 0-1,-4-2-101,-1-4 0,-5 4 0,4-6 0,-4 0-743,-2-4-134,0-3 611,0-10 0,0-10 0,0-12 234,0-4 0,8-9 0,2-2 0</inkml:trace>
  <inkml:trace contextRef="#ctx0" brushRef="#br0" timeOffset="1434">2498 618 8309,'0'-18'247,"0"1"0,0 5 0,0 1 31,0-3 0,0 4 0,-2-1-210,-4-3 1,2 0 0,-8 1-256,-1 1 0,3 8 1,-2-1-1,-1 3-130,-3 2 1,-1 2 0,-1 3-1,1 9 182,-1 7 1,1 1-1,2 5 1,1 0 123,2 0 0,3 4 1,-3 8-1,4 4 159,0 1 0,6-5 0,-1 2 1,5-4 11,3-2 0,11-2 0,-1-4 1,9-6-111,3-4 0,4-9 0,8-4 1,3-4-165,3-2 1,2-8 0,3-4 0,-1-5-342,-3-6 1,-1-4 0,1-8 454,-5 0 0,-4 0 0,-2 0 0</inkml:trace>
  <inkml:trace contextRef="#ctx0" brushRef="#br0" timeOffset="1736">2987 146 8299,'0'-29'150,"0"2"0,-2 2 1244,-4 3-734,4 3 1,-6 5-573,8 9 1,0 1-1,0 17 1,0 5-190,0 3 0,2 10 1,2-2-1,2 4 72,-2 2 0,3 8 0,-1 1 0,-2 3-71,-2 0 1,-2-3 0,2 5 0,2-3-124,2 3 0,0-1 0,-6-1 1,0-4-1,0-1 0,5-5 1,1 4-1,0-6-220,2-6 0,-6-4 0,6-7-178,-1-1 0,-3-7 621,8-4 0,-8-12 0,3-4 0,-7-7 0</inkml:trace>
  <inkml:trace contextRef="#ctx0" brushRef="#br0" timeOffset="1933">2795 513 8299,'-10'-2'173,"2"-4"165,0-5 0,6 1 1,-1 0 58,6 2 0,1-3 1,8 3-1,2 0-258,1 0 1,8-3-1,3 3 1,1 0-285,4 1 0,10-7 0,5 4 1,5-1-595,1-1 1,2 6 0,4-6 0,5 1 738,-1 1 0,6-5 0,-6 5 0</inkml:trace>
  <inkml:trace contextRef="#ctx0" brushRef="#br0" timeOffset="2185">3493 408 8023,'-12'-6'155,"1"1"1,7-9 472,-2 2 1,4 3 44,2-3-546,0 8 1,6 4 0,2 12-1,0 3-36,-1 3 0,5 1 1,-6 2-1,0 5-112,1 1 1,-5 2 0,6 6 0,-2-2-229,0-4 1,0 4-1,-6-6 1,1 0-927,5-3 0,-4 1-71,4-2 1246,4-7 0,-1-9 0,9-7 0</inkml:trace>
  <inkml:trace contextRef="#ctx0" brushRef="#br0" timeOffset="2350">3580 129 8299,'-11'-18'0,"1"1"237,2-1 1,1 7-1,3-1 762,-2-2-1441,0 7 1,8 1-1,4 10 1,5 5-389,5 7 1,1-2 829,1 9 0,7 4 0,2 0 0</inkml:trace>
  <inkml:trace contextRef="#ctx0" brushRef="#br0" timeOffset="2735">4000 461 8621,'-8'-18'559,"6"6"1,-4 1-272,4-3 1,2-1-1,-2-3-212,-4 1 0,4-1 0,-3 1-607,3-1 357,2 9 1,-2 1 0,-4 10-16,-6 4 1,3 9-1,-1 10 1,0 3 115,0 3 1,7 7 0,-3 3 0,2 0 49,-2 2 0,4-1 0,-4 7 1,4-5-2,2-1 0,8-4 0,4-8 1,3-6 91,3-5 0,-1-1 0,1-13 1,1-4 71,4-6 0,-3-8 1,3-9-1,-4-6 2,-1-6 0,-6 2 0,-3-10 1,-1 4-29,-4 2 0,-2-4 0,-4 3 0,-4 3-57,-6 0 0,-9 0 0,-2 0 0,0 3-288,-3 7 1,7 4 0,-4 3 0,3 5-432,3 5 1,5 4 0,2 4-152,3 4 1,1 3 812,6 9 0,0-1 0,0 1 0</inkml:trace>
  <inkml:trace contextRef="#ctx0" brushRef="#br0" timeOffset="3252">4209 495 8299,'0'-17'297,"0"0"1,0-1 0,0 1 0,0-1-139,0 1 1,2 5-1,2 0 1,4-1-66,1-3 1,3-1-1,6 1 1,-1 3-266,0 1 1,1 2-1,-1-1-93,1 5 1,-1 4 0,-1 4 29,-4 4 0,1 0 1,-5 9-1,0 6 116,-1 5 0,5-3 0,-6 6 1,0 2 50,1 2 0,-3-4 0,6 0 0,0 0 46,-1-1 0,-5 3 1,4-8-1,-2-2 120,0-1 0,0 3 617,-6 0-279,0-7 1,0-16 0,-2-12-1,-2-3-173,-2-3 1,-6-5 0,6 0 0,3-1-235,1-1 0,2 4 1,0-6-1,0-1-154,0 1 1,0 4 0,2-4-1,3 2-33,7 3 1,-2 1 0,1-1 0,3-1 90,1 2 0,3 7 0,-1 5 0,3-1-22,3 0 0,-4 6 0,5 0 1,-5 6 52,-1 4 1,-1 10-1,1-1 1,-1 9 46,0 3 0,-5 2 0,-2 6 0,0 0-17,-1 0 1,-5-1 0,2 3 0,-4 2-29,-2 2 0,0 0 0,0-6 0,0 0-117,0-1 0,0-6 0,-2-7 0,-2-6-200,-2-3 164,0-8 1,6 2 0,0-12-223,0-6 0,0-5 408,0-6 0,0-5 0,0-6 0</inkml:trace>
  <inkml:trace contextRef="#ctx0" brushRef="#br0" timeOffset="3701">5327 321 8299,'0'-18'74,"0"1"1,0-1 290,0 1 1,0 0 0,0-1-23,0 1 1,0-1 0,0 1 37,0-1 0,-2 7-362,-4-1 0,-4 8 0,-7 0-204,-1 8 1,-1 6 0,-2 7 0,-4 3 0,-3 3 1,5-2 0,-4 6 0,2 1 124,3-1 0,-3 0 1,4 4-1,3-4 35,5-2 0,7-1 0,-4-7 0,2 1 36,5-1 1,3-1 0,5-3 0,9-3-23,7-2 1,5-1 0,5-3-1,-2 2-2,2-2 0,0 4 0,0-1 0,-2 1-109,2 0 1,-6 6-1,-2-3 1,-3 5 32,-3 1 1,-5 1 0,-2-1-1,-3 1 64,-3-1 0,-2 2 1,-4 3-1,-3 1 196,-7-2 1,-4-1 0,-3-5-1,-2-1 28,-3-2 1,-7-3 0,4 3 0,-2-6-138,0-4 0,8 4 0,-5-1 1,3-1-219,0-2 0,-1-4 0,7-4-665,0-5 1,1-5-1,4-1 820,7-1 0,3-7 0,2-2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41:34.83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36 53 8111,'-12'-12'325,"0"0"0,9 7 154,-3-7-564,4 8 1,4-4 0,4 10 83,5 4 1,5 4-1,1 7 1,3 3-53,3 3 0,-2-2 1,8 10-1,0 4 57,-1 4 0,5 10 1,-4-3-1,2 7-31,-2 5 1,-2 4 0,-8 8 0,1 0-61,-5-1 1,-9 1-1,0 0 1,-4 0 32,-2 0 0,-2-8 0,-4-2 0,-5-4 62,-5-3 1,-1 1 0,-1-13 0,1 0 17,-1 1 0,-5-5 0,0 4 0,1-4 56,3-2 0,1-8 0,1-4 0,1-3 41,5-3 0,-3 0 0,6-1 0,1-2-55,-1-3 0,-4-5 0,4 4-149,-1-2 1,3-3-133,-6-5-288,8 0-448,-11 0 949,13 0 0,-6 0 0,8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2:45.88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80 35 8097,'-12'0'196,"1"0"1,5 0 277,-6 0 1,6 0 0,-3-2 185,1-4 0,0 4-114,2-3-578,4 3 0,2 0 0,12-2 0,3-2-75,3 2 0,1 2 0,5 2 1,5 0-171,4 0 0,2 0 0,0 0 0,0 0-6,-1 0 1,1 0 0,0 0 0,0 2-185,0 4 0,-2-4 1,-4 6-1,-5-2-153,-5-1 1,-7 3 619,-1-2 0,1 4 0,5 7 0</inkml:trace>
  <inkml:trace contextRef="#ctx0" brushRef="#br0" timeOffset="286">80 297 8097,'0'18'729,"0"-1"95,-8-7-469,6-2 1,-4-8-253,12 0 0,4 0 1,7 0-1,3 0-126,3 0 0,-2 0 0,7 0 0,-1 0-86,0 0 1,0 0 0,4 0-1,-2 0-174,2 0 0,0 0 0,-2 0 1,-3 0-159,-1 0 0,-6 0 0,5 1-733,-5 5 1174,-2-4 0,-7 8 0,-4-4 0,4-4 0,-1 5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2:43.50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717 856 6284,'10'0'1970,"-1"0"-1756,-3 0 1,-4-2 22,4-3 0,-4 1-101,-2-8 0,0 6-112,0-5 1,-8 7-31,-4-2 1,-5 4-1,-4 2 1,-5 0-23,-1 0 0,-2 0 1,-8 2-1,-2 4 32,-1 5 1,-9 5-1,3 1 1,-3 1-6,3-1 0,-3 7 1,8 1-1,2 0-2,3 0 0,3 6 1,4-3-1,5 1-51,5 0 1,3-8 0,5 4 0,5-1-34,4-1 1,4 0-1,4-5 1,5-1 40,5 1 1,1-1 0,1 0 0,-1-1 13,1-4 0,5 1 0,2-7 0,0-2 13,1-2 0,5-2 0,-2 0 0,2 0 0,-2 0 1,4-8 0,-4-5-1,4-7-39,2-3 0,-2-8 0,-2 2 0,-2-4 1,2-2 0,-4 0 0,0-2 0,-1-2-11,-5-2 0,-2 1 0,-1 5 0,-1 0 66,1 0 1,-6-2-1,-3-2 1,-1-2 74,-4 3 1,-2 1 0,-2 0 0,0-2 86,0-2 0,0-5 1,0 3-1,0 0-8,0 1 0,0 3 1,0 6-1,0 2-55,0 0 1,0-4-1,0 10 1,0-1 44,0 1 1,0 2-1,0 5-88,0 1 1,0 5 282,0 1-443,0 7 0,0-2 0,0 12 37,0 5 1,0 7 0,0 3 0,0 4 126,0 3 0,0 1 0,0 8 0,0 1 56,0 3 0,6 8 0,-1-3 0,1 5 20,2 1 0,-4 1 0,6-1 0,-1 0-45,1 1 1,-4 5 0,4 0 0,-1-4 23,1-5 0,0-1 0,1-7 0,-3-2-12,0-2 1,-6-4-1,4-2-11,-4-2 0,-2-8-296,0 3-427,0-5-508,0-9 127,0-2 1,-6-16 1013,0-4 0,-8-3 0,5-3 0</inkml:trace>
  <inkml:trace contextRef="#ctx0" brushRef="#br0" timeOffset="748">1433 350 8163,'10'-8'-1721,"-3"4"2240,-7-7 1,0 5 896,0-6-514,0 8-811,0-11-104,0 13 1,0-4-1,0 12 66,0 5 1,0 11 0,0 3 0,0 2 16,0 4 0,0 2 0,0 4 1,2 4 7,4 5 1,-4 5-1,6-1 1,-2-1-27,0-3 0,-1-5 0,-3 4 1,2-2-55,2-5 1,0-3-1,-6-6 1,0-5-84,0-5 1,6-1 0,-1-1-476,-1 0-641,-2-7-234,-2 6 815,0-14 0,0 3 620,0-10 0,-7-13 0,-3-9 0</inkml:trace>
  <inkml:trace contextRef="#ctx0" brushRef="#br0" timeOffset="1066">1468 263 8163,'-10'-18'151,"4"1"74,4-1 0,-3 7 0,-1-1 30,2-2 1,2-1-1,4-3 8,4 1 1,-2 1 0,7 3-1,3 1-177,1-1 0,5 3 1,1 0-1,4 0-146,3 1 1,-5 3 0,6-4 0,2 2-169,2 5 1,2 1 0,-2 2-1,-2 0-61,-2 0 0,-2 2 1,2 1-1,-5 5-29,-5 2 1,-7 2 0,-1 3-1,1-1-26,-2-3 0,-3 1 0,-7 5 0,-2 1 344,-3-1 0,-5 1 0,-8-1 0,1 1 0</inkml:trace>
  <inkml:trace contextRef="#ctx0" brushRef="#br0" timeOffset="1350">1485 455 8163,'-7'17'-62,"3"-1"280,-8-5 1,6 3 703,-5-8-635,7 0 0,4-6 1,11 0-1,5 0-134,1 0 0,7 0 0,1 0 0,0 0-158,0 0 1,4 0 0,-3 0-1,-1 0-45,0 0 0,6 0 0,-4 0 0,2 0-236,1 0 0,-7 0 0,4 0 0,-2 0-216,-3 0 0,-3 0 1,-2 0-290,1 0 0,-3 2 477,-3 3 0,-4 5 0,-10 8 314,-4-1 0,2-5 0,-7-1 0,-9 1 0,-7 5 0</inkml:trace>
  <inkml:trace contextRef="#ctx0" brushRef="#br0" timeOffset="1717">1503 1066 8163,'-8'17'-42,"4"1"280,-7-1 0,5-7 0,-4-2 910,2 0-528,2-6 0,8 7-387,4-3 1,-2-4 0,8 6 0,1-2-213,3-1 1,7 3 0,2-4 0,1 2-128,-1-2 0,6 0 0,-2 0 1,4 1 76,2-1 0,2-2 0,2-2 0,1 0-143,-1 0 1,-4 0 0,-4 0 0,-4 0 3,-2 0 0,1-6 1,-5 1-80,2 1 0,-5 0-336,-7-2 15,-7 4 215,4-6 1,-8 10-197,0 4 1,2-4 548,4 4 0,4-4 0,7-2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2:52.63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85 245 7909,'-11'0'1162,"-1"0"-1122,8 0 0,-5 0-146,3 0 1,4 2 127,-4 4 0,4 3 0,2 9 0,2 1 15,4 4 0,-2 10 0,5 12 1,-1 4-40,-4 5 0,6 4 1,-1 0-1,3 4 12,0 1 0,-6-5 0,3-10 1,-1-3 38,-4-2 1,4-3 0,-2-7-139,-3-4 0,1-5 1,0-11-472,2-1-60,0-8 0,-6-4 299,0-12 1,0 2 0,0-1 320,0-3 0,-8-9 0,-2-4 0</inkml:trace>
  <inkml:trace contextRef="#ctx0" brushRef="#br0" timeOffset="268">85 297 8126,'0'-17'38,"0"-1"0,0 7 0,0-1 1,0-2 181,0-1 1,0-3-1,0 1-102,0 0 0,8-1 0,2 1 0,2 1 57,-1 4 0,3-3 1,7 3-1,4-1-185,3 1 1,1-2 0,8 9 0,1 1-161,3 2 0,0-4 0,-6 0 1,0 2-163,0 2 1,-2 8 0,-2 2 0,-6 2-62,-6 3 0,-5 3 0,-14 1 0,0 3 393,0 3 0,-8-4 0,-4 5 0,-11 3 0,-4 0 0</inkml:trace>
  <inkml:trace contextRef="#ctx0" brushRef="#br0" timeOffset="533">103 507 8126,'-16'11'-1254,"3"-1"2468,1-2 262,8-2-1337,-3-6 1,14-6-1,5 0 1,5 2-100,7 2 1,-3 2 0,6 0 0,0 0-33,1 0 1,1 0 0,4 0 0,-2 0-238,-2 0 1,0 0 0,6 0-1,-2 0-145,-4 0 0,4 0 1,-6 2-1,0 2-31,-3 2 0,-5 6 0,-2-5 1,-1 3 404,-4 4 0,-5 1 0,-7 3 0,-2-1 0,-3 1 0,-5 7 0,-8 2 0</inkml:trace>
  <inkml:trace contextRef="#ctx0" brushRef="#br0" timeOffset="834">173 1048 8126,'-20'16'-635,"-1"-3"1,-2-3 679,1-2 0,9 0 1,1-5-1,-1 3 875,-3-2 1,4-2 426,1-2-1181,7 0 0,-2 0 1,12 0-1,6 0-79,3 0 1,8 0 0,3 0 0,1 0-156,4 0 1,2 0-1,2 0 1,2 0-34,3 0 1,-1 0 0,6 0-1,-1 0 25,1 0 0,0-2 0,3-2 0,-3-2-34,-2 3 0,-3 1 0,-5 2 1,-2 0-135,-4 0 0,-3 0 0,-9 0-1246,0 0 1006,-7 0 0,-4 0 0,-12 0 484,-5 0 0,3 0 0,-8 0 0,7 0 0</inkml:trace>
  <inkml:trace contextRef="#ctx0" brushRef="#br0" timeOffset="1184">924 926 8126,'-10'-2'-1861,"2"-2"2791,1-2 0,5-1-353,-4 1 0,2 4 3,-2-4-687,4 4 0,-6 4 0,8 4 111,0 5 1,2 5-1,2 1 1,2 3 41,-2 3 1,4-2 0,-3 9 0,-1 1 60,-2 2 1,4-4 0,0 2-1,0 4-134,2 3 0,-7 3 1,5-8-1,-4-2 102,-2-2 1,0-5-1,0 3-229,0-2 1,0-2-1151,0-5 302,0-8 1,0-5 1001,0-10 0,-8-5 0,-1-8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2:49.38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71 245 8588,'0'17'82,"0"1"1,0-1 0,0 4 0,0 7-17,0 6 1,0 13 0,0 0 0,2 3-37,4 2 0,-3 7 0,7-1 0,-2-4 4,-4-5 1,3-1 0,-1-9-1,-2-6-184,-2-8 1,-2 0-418,0-1 48,0-1 0,-2-13 133,-4-4 1,4-6 0,-5-6 62,-1-6 0,6-3 323,-4-3 0,-4 1 0,1-1 0</inkml:trace>
  <inkml:trace contextRef="#ctx0" brushRef="#br0" timeOffset="367">18 157 6264,'-9'-2'1367,"3"-3"0,4 1-1169,2-8 1,0 6-1,2-5-172,4-3 0,3 0 0,11 1 0,3 1-123,6-1 1,4 3 0,2 0-1,0 2-47,0 5 1,6-5-1,-1 2 1,-1 2 5,-2 2 0,-2 2 1,-2 0-1,-4 0-158,-6 0 0,-3 6 0,-5 2 1,-3 1 51,-6 5 1,-4-4 0,-2 1 0,-2 3 243,-4 1 0,-4 11 0,-7 1 0</inkml:trace>
  <inkml:trace contextRef="#ctx0" brushRef="#br0" timeOffset="651">106 419 8126,'-12'12'-1841,"0"-2"2584,-1-3 1,5 1 29,2-2 0,2-4-630,-1 4 0,5-4 1,0-2 66,9 0 0,7 0 1,3 0-1,2 0-125,3 0 0,5 0 0,-4 0 1,2 0-279,4 0 0,0 0 0,0 0 0,-1 0 69,1 0 1,-4 0 0,2 0 0,0 0-122,-2 0 0,4 0 0,-8 0 0,-1 0-279,-3 0 0,-3 2 0,-3 1 219,-1 3 1,-8 8 0,2-2 304,-4 3 0,-4 1 0,-4-5 0,-12 13 0,-9-5 0</inkml:trace>
  <inkml:trace contextRef="#ctx0" brushRef="#br0" timeOffset="934">158 978 8126,'-27'27'0,"2"-5"-213,-1-9 0,13 1 0,-5-8 1,5-1 845,3 3 0,0-6-128,5 4 1,5-4-237,0-2 1,7 0 0,13 0-149,3 0 1,-2 0 0,8 0 0,1 0-198,-3 0 1,6 0-1,-4 0 1,4-2-83,2-4 0,0 4 1,-2-4-1,-2 4-23,-2 2 1,0 0-1,6 0 1,-2 0 52,-4 0 1,-4 0-1,-7 2 1,-1 2-438,1 2 0,-3 2-532,-3-2 1097,-4-4 0,-8 13 0,0-5 0</inkml:trace>
  <inkml:trace contextRef="#ctx0" brushRef="#br0" timeOffset="1434">734 1031 6292,'-2'9'2285,"-1"-5"-1742,-3-8 1,0-5 0,6-9-353,0 1 0,2-1 0,4 1-159,5-1 1,5 3-1,1 1 1,3 4-65,3 3 1,-4-1-1,7 4 1,-3-2-184,0 2 0,6 4 0,-5 4 0,-3 4-119,-2 2 0,-3 7 0,-4 8 0,-7 1 130,-3-1 0,-2 6 0,-4-2 0,-5 6 177,-9 6 0,-5-5 0,2 5 0,-5-4 26,-1-2 0,4-6 1,-4-2-1,0 0 100,-1 1 0,7-13 0,0 3 1,5-5 621,5-3-166,-1-2-425,2-8 0,4-2 1,12-2-34,6-2 1,3 0-1,3 6 1,-1 0-80,1 0 0,5 0 1,2 0-1,1 0-101,-1 0 1,4 0 0,-4 0 0,2 0 52,4 0 0,-4 0 0,1 0 0,-1 0-50,0 0 0,-4 0 1,4 0-1,-1 0-33,-5 0 1,-2 0 0,-1 2-961,-1 4-573,-7-4 1646,-2 6 0,0-1 0,1 3 0</inkml:trace>
  <inkml:trace contextRef="#ctx0" brushRef="#br0" timeOffset="2098">2079 681 8126,'-17'0'0,"1"-2"-32,5-4 1,-5 5 0,4-5 410,-3 4 0,-3-4 335,1 0 1,-1-2 72,1 3-518,-1 3-347,9-6 1,3 8 0,12 0 0,5 0-96,5 0 0,3 0 1,5 0-1,3 0 85,0 0 0,6 0 0,-4 0 0,6 0 12,6 0 0,-10 0 0,4 0 0,-2 0-2,0 0 1,2 0 0,0 0 0,-1 0-48,1 0 0,-5 0 1,-1 0-1,0 0 14,-2 0 1,-2 0 0,-7 0-89,-1 0 1,-5 0-22,-1 0 0,-9 0-159,-2 0 0,-2 0 29,-9 0 1,5 2 349,-6 4 0,8-4 0,-3 5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2:56.67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70 7848,'10'0'1233,"5"0"-1123,-3 0 1,3-2-1,3-2 1,-1-1-103,1 1 0,7 0 0,4 0 0,4-2-69,2 2 0,0-4 1,2 3-1,1-1-39,3-2 0,0 6 1,-6-4-1,0 4-93,0 2 1,-8 0 0,-4 0-605,-3 0 489,-3 0 0,-9 2 0,-8 2 165,-10 2 1,-5 2-1,-3-4 1,1 1 142,-1-1 0,1 6 0,-1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2:57.03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53 0 8089,'-17'10'11,"-1"-4"1,8-2 514,5 1-127,3-3-258,2 6 1,7-8 0,5 0 0,4 0-75,1 0 1,2 0 0,3 0 0,1 0-153,-2 0 1,7 0-1,-1 0 1,2 0 26,0 0 1,-6 0 0,4 0 0,1 0 17,-1 0 0,0 0 0,2 0 1,-4 0-9,0 0 1,-5 0 0,3 0 0,-3 0-78,-3 0 0,-5 0-281,-1 0-448,-7 0 272,4 0 0,-10 0 582,-4 0 0,-3 0 0,-9 0 0,1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3:04.25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524 70 8128,'10'-8'-1696,"6"5"1951,-5-9 1,-3 6 207,-2-6 1,-4 7-328,-2-7 0,-2 8 0,-4-2-148,-6 4 1,-9 2 0,-4 2 0,-2 2 77,-4 2 0,-2 8 0,-2-3 1,0 5 3,0 1 1,0 1 0,2-1-1,2 1 28,2-1 0,0 6 1,-4 1-1,4-1-20,5 2 1,5-4 0,1 9 0,3-1-75,3-2 0,5-2 0,7-7 0,1-1 96,5 0 0,10 5 0,7-3 0,0-3-18,3-1 1,1 1-1,8 1 1,0 1-63,0-1 1,0-5 0,-1-1 0,1 3-72,0 2 1,0 1-1,-2 2 1,-2 3-60,-2 1 1,-7 6-1,1-4 1,-6 3-77,-5 3 1,-4-4 0,-8 0-1,0 0-69,0 0 1,-14 0 0,-3 5-1,-5-5 118,-3-2 0,0 0 1,-8-4-1,2 3 140,0-3 1,-6-1 0,8-5 0,-4-3 112,-2-6 0,6-5 1,2-1-1,0 0 22,-1 0 0,7-7 0,-2-5 0,5-5-79,7-7 1,-5 3 0,6-6 0,1 2-10,3 3 0,4-3 0,2 0 0,0 0-54,0-1 1,6 3 0,2 6 0,1-1-49,5 1 1,1 1 0,3 3 0,1 3-68,5 2 1,-5-4 0,6 7 0,-2 1-117,1 2 0,1 2 1,-4 0-1,3 0-322,-3 0 1,4 0 556,-2 0 0,9 0 0,-5 0 0</inkml:trace>
  <inkml:trace contextRef="#ctx0" brushRef="#br0" timeOffset="951">944 280 6825,'0'-12'1048,"0"0"1,0 7-471,0-7 0,0 0-171,0-5 1,0 5-411,0 1-228,0 7 186,0-4 0,0 16 0,0 5 1,0 9 132,0 7 1,0 6 0,0 5-1,0 7-53,0 3 0,5 5 0,1 3 1,-2 4 2,-2 0 1,0 4 0,2-10 0,2-3-70,-2-5 1,-2-9-1,-2 0 1,0-8-81,0-8 0,1-11-25,5-6 1,-4-6 115,4-6 0,2 2 0,0-8 0,-1-1-27,1-3 0,6-7 1,-3 0-1,3-1-14,-2-1 1,3 6-1,-5-4 1,1 1-21,1-1 0,-2 4 0,3-7 0,-3 3 30,-2 0 1,3-1 0,-3 7-1,0 0-18,0-1 1,3 6-1,-3 1-78,2-3-44,2-1 0,5 5 117,0 4 1,-5 6 0,-2 6 0,-1 4 89,1-1 0,2 13 0,5-5 1,1 3 91,-1-1 0,7 4 1,1 2-1,2 1-10,4-1 0,-4 4 0,2-4 0,2 1 12,2-1 0,0 4 0,-2-6 1,-4-3 11,-1-7 0,3 3 0,-4-7 31,2 1 0,-5-2 0,1-8-113,-4 0 1,-9-2-1,-2-2 1,-2-4-52,-1-1 0,1-3 0,-6-6 0,0 1 15,0-1 0,0 1 0,0-2 0,0-3-84,0-1 0,0-8 0,0 2 0,0-4 71,0-2 0,0 0 0,0 0 1,0-2 32,0-4 1,0 5 0,0-5 0,0 2 20,0-2 1,-6 4-1,1-1 1,1 5 23,2 3 1,2 9-1,-2-2 1,-2 3 23,-2 3-937,0 7 189,6 3 0,0 8 0,0 5 0,2 6 655,4 3 0,-4 3 0,6-1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3:01.97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455 36 7470,'18'0'-1023,"-7"-6"2352,1 0-971,-8-7-345,3 11 1,-14-6-1,-5 8 1,-3 0-28,-3 0 0,1 2 0,-3 2 0,-1 3-18,-2 3 0,-3 2 0,5 3 0,-2 1-12,1 1 0,-3-7 1,2 11-1,1 1 40,3-3 0,2 2 1,-1 1-1,1 1 24,-1-2 0,7 1 0,1-1 0,2 2 20,4-1 1,2-3-1,2-1 1,2-1 26,4 1 0,4-7 1,7 1-1,3-1-37,3-1 0,-4 6 1,7-7-1,-1 3 18,4 0 1,-2-3 0,0 5 0,0-2-54,1 1 0,-5 3 0,4 3 0,-2 2-71,-3 3 1,-9 1-1,-3-4 1,0 5 15,-1 1 0,-5 2 0,0 6 0,-8-2-80,-7-4 1,-5 4-1,-1-6 1,-3 0 108,-3-4 1,1-3 0,-5-3-1,0-1 39,0-4 0,6 1 0,-5-7 0,3-2 99,0-2 1,0-2 0,5 0 0,1-2-8,-1-4 0,1-4 0,-1-7 0,1 1-26,-1 5 1,1-5 0,-1 4 0,3-3 56,3-3 0,-1 1 1,7 0-1,2-1-81,2 1 0,2-1 0,2-1-41,4-5 0,3 7 0,9-2 0,1 5-39,5 0 0,-5 5 1,6-3-1,-1 0-140,-1 3 0,0 1 0,-4 8 0,3 0-346,1 0 0,0 0 516,-5 0 0,7 8 0,2 1 0</inkml:trace>
  <inkml:trace contextRef="#ctx0" brushRef="#br0" timeOffset="680">1154 333 8249,'11'-2'-587,"1"-4"1,-2 2 0,3-6 997,-1 3 0,-8-1 84,2 2 0,-5 2-29,-1-8-481,0 9 0,-7-5 0,-5 8-47,-3 0 1,-3 8 0,-1 3 0,-3 5-92,-1 1 0,-6 1 0,6 1 0,-1 4 104,-1 6 0,4 6 1,-8 6-1,0 6 83,1 3 0,3 5 0,8 3 0,-1 4 49,1 0 0,7-2 1,4-8-1,6-1 1,6-4 1,10-11 0,9-8 0,2-5 15,4-8 1,2 1 0,2-10 0,2-2-17,4-2 1,-5-2 0,3-4 0,-6-6-75,-4-8 1,0-5-1,6 0 1,0-4-7,0 0 0,-6-8 0,-1 2 1,-3-6-88,-4 0 0,-1 2 0,-3 0 0,-1-2 84,-5-1 1,-3-3 0,-8 4 0,-2-3-4,-4-3 1,-4 6 0,-9-4-1,-4 3 38,-6-1 0,-2 0 1,0 6-1,1 2-7,-1 4 0,4-2 0,0 8 1,2 1-102,3 3 0,9 7 0,1 3-59,-1 1 0,3 4 0,0 10 0,3 6-228,3 3 1,-4 4 0,2 3 0,2 3 358,2 2 0,2 2 0,0 6 0</inkml:trace>
  <inkml:trace contextRef="#ctx0" brushRef="#br0" timeOffset="1000">1206 752 6311,'0'-18'2826,"0"7"-1667,0-1 0,-2 6-600,-4-5-428,4 7 0,2 2 1,12 12-1,3 3-60,3 6 1,-1 9 0,3-3 0,3 2-115,6 4 1,2 8 0,0 2 0,-2-1 2,2 3 1,-3-6 0,-1 4 0,0-4-33,0-2 1,-11-6 0,1-2-159,-1-2 1,-9-2-1467,-1-5 484,-4-9 1,-4-3 430,-4-12 0,4 3 781,-3-9 0,3 0 0,2-5 0</inkml:trace>
  <inkml:trace contextRef="#ctx0" brushRef="#br0" timeOffset="1482">2394 717 8249,'-18'0'45,"1"0"607,-1 0-552,1 0 0,1-2 85,5-4 1,5 4 0,12-4-119,5 4 0,5 2 1,3-1-1,2-3-130,3-2 1,7 0-1,-2 6 1,4 0 29,2 0 0,0 0 0,2 0 0,1 0-71,3 0 0,-6 0 0,-6-2 0,0-2 7,-1-2 1,3 1 0,-8 5-1,-2 0-44,-1 0 0,-9 0 30,1 0-40,-8 0-699,-4 0-561,-2 0 1411,-6-8 0,8 6 0,0-6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4:11.10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435 1 8072,'12'0'-919,"-1"0"1634,-7 0-598,4 0 0,-16 6 0,-4-1-24,-3-1 1,-3 4 0,1 0 0,-2 1-24,-5 5 0,5 0 0,-6-1 0,1-1-15,1 1 1,-6 9 0,4 1 0,-2-2-9,-5-1 0,7-1 0,0 3 1,2 1-51,-1-2 1,7-1 0,7-3-2,3 1 1,-5-1-1,6 0-38,2 1 0,10-1 0,6-1 40,3-4 0,5 1 0,1-5 0,4 0 57,2-1 1,-3 1-1,5-4 1,0 4-31,-2 2 0,6-5 0,-4 7 1,4 2-17,2 1 1,6 3-1,0-1 1,-3 2-81,-1 5 0,4-3 0,0 8 1,-4 0-69,-6-2 0,0 6 1,-8-3-1,-2 3 30,-1 1 0,-11 1 0,-3 0 0,-4 0 62,-2 0 1,-10 6 0,-5 0 0,-8-4 36,-5-6 0,-1 0 0,-6-6 0,1 0 69,-1 0 0,0-1 1,0-7-1,0 1 46,0-1 0,2-5 1,2-3-1,4-1-19,1-4 1,-3-4 0,6-6 0,2-5-21,1-5 0,3-1 0,1-3 0,3-1-8,1-3 0,8-7 0,-2 2 0,4-4-47,2-2 1,2 6-1,2 0 1,4-2-22,2-2 0,1 0 0,7 2 0,1 4-61,5 2 1,-3-4 0,6 5 0,0 3-58,0 2 0,-3 3 0,3 4 1,-2 7-43,-4 3 0,-1 2 0,-3 0 0,1 2-342,-1 3 0,-1 5 512,-5 8 0,5 7 0,-6 2 0</inkml:trace>
  <inkml:trace contextRef="#ctx0" brushRef="#br0" timeOffset="881">1465 298 8044,'18'-12'-556,"-1"0"1,-5 6 610,-1-5 366,-7 7 0,4-6 615,-8 4-893,0 4 0,-8-5 1,-3 7-107,-5 0 1,5 0 0,-1 0 0,-2 0-19,-1 0 1,-3 6 0,1 1 0,-1 3-118,1 4 1,-2 1 0,-3 3-1,-1-1 55,2 1 1,1 5-1,1 2 1,-3 2 21,-1 4 0,0 8 1,5 4-1,3 1 3,3 5 0,2 1 1,7 3-1,-3-1 6,2 1 1,8-7 0,4-1 0,3-3-26,9-3 0,-3-2 0,8-4 0,1-4-13,3-6 1,-2-5 0,2-4 0,2-5 32,2-1 0,2-2 0,2-6 0,2-2-13,1-4 0,1 0 0,-6-9 0,0-7 10,0-3 1,0 2 0,-2-8 0,-2-4-8,-2-4 0,-8-2 0,3 4 1,-5-1-13,-2-3 0,-1-6 1,-2 5-1,-5-1 48,-1 0 1,-2 1-1,-6 3 1,0-2 69,0 2 1,-8 2 0,-4 0 0,-5-1 73,-6-3 0,1 2 0,-5 8 1,0 4 36,0 2 1,0 1-1,-4 7 1,3 1-137,3 5 0,-4-3 1,6 8-1,0 2-24,-3 2 0,7 2 0,-4 0 0,3 0-317,3 0 1,-1 8 0,1 4 0,1 3-481,5 3 0,3 5 767,8 0 0,-8 8 0,-2-3 0</inkml:trace>
  <inkml:trace contextRef="#ctx0" brushRef="#br0" timeOffset="1282">1640 752 8044,'-16'-2'102,"3"-2"409,1-2 0,6-2 210,-5 2 1,5 4-46,-6-3-543,8 3 1,4 9 0,12 5 0,4 6-53,1 5 1,2-2-1,3 8 1,3 2-78,2 2 0,-4 4 0,5 2 0,-1 2-32,0-2 0,-4 3 0,4-1 0,-1-2 19,-5-2 1,-2-2 0,-1 0-1,-1-2 131,1-4 0,-9-4 0,-1-10 36,0-3-141,-6 4-379,6-14 0,-14 3-795,0-10-599,0 3 1756,-2-14 0,6 14 0,-5-6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4:14.6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1 123 8102,'0'-12'137,"0"1"1,0 5 37,0-6 1,0 6 261,0-5 1,0 5 332,0-6-436,0 1 0,0-1 44,0 0-916,8 8-752,-7-3-92,7 7 1,-8 2 1381,0 3 0,0 5 0,0 8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4:15.06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53 8553,'-10'0'1141,"2"-8"-1181,8-3 1,8 3-1,2 0-148,-1 0 1,7 6-49,-4-3 1,-3 3-223,3 2 522,0 0 1,-3 7 68,-3 5 1,-6-4-1,-6 0 93,-5-1 0,1-5-381,-2 4-1098,1-4 1253,-7-2 0,8 0 0,3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4:19.31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53 340 6840,'8'-9'-194,"-6"-1"499,4 4 0,2 2 7,-3-8 0,1 7 14,-6-7 1,0 6-146,0-5-396,0 7 189,0-4 0,0 10 1,0 4 48,0 5 1,0 5-1,0 3 1,0 3 30,0 1 0,0 10 1,0 0-1,0 8 22,0 3 0,0-3 0,0 6 1,2 1-37,4 3 0,-4 1 1,4 0-1,-2-1 42,1-5 0,-3-3 0,4-10 0,-4-2 45,-2-2 1,0-7-69,0 1-639,0-4 42,0-9 0,0-4-118,0-12 1,0 2 469,0-8 1,0 7-1,0-7 1,0-2 185,0-1 0,0-3 0,0 1 0</inkml:trace>
  <inkml:trace contextRef="#ctx0" brushRef="#br0" timeOffset="417">53 288 8093,'-7'-16'-125,"-3"3"0,-2 3 373,1 2 1,7-5-24,-2 1 1,4 2-146,2-1 0,2 1 0,4-2 0,5 7-127,5 3 1,9 2 0,4 0-1,4 0 8,2 0 0,0 0 1,0 0-1,0 2-107,0 3 1,0-1 0,0 8 0,0 1 23,0 3 1,-8 1-1,-4 1 1,-6-1 39,-5 1 1,-2 1-1,-6 3 1,2 1 54,-3-2 1,-10 4 0,-9-1 0,-7-1 81,-4 2 0,-2-5 1,-8 3-1,-2-4 79,-2-1 1,-2-1-1,7-1 1,-1-3 44,4-1 0,4-8 0,-1 2 0,5-4-182,0-2 1,11 0-121,-3 0-66,3 0 1,7 0 0,7 0 0,9 0-145,7 0 1,1 0-1,3 0 1,3 0 332,6 0 0,4 0 0,2 0 0</inkml:trace>
  <inkml:trace contextRef="#ctx0" brushRef="#br0" timeOffset="865">769 742 8093,'18'0'370,"-8"0"1,-3-2-137,-7-4 1,-7-2 0,-3-5-178,0 1 1,-5 8 0,3-2 0,-2 3-96,3-3 1,-5 4 0,5-4 0,-5 6-49,-1 6 0,-1-2 0,3 7 1,1 3-34,2 1 1,3 3 0,-5-1 0,4 3 69,3 3 0,-5-2 0,6 9 0,2-1 36,2-2 0,4 6 1,4-6-1,6 0-2,3-4 1,3 3 0,-1-5 0,3-4-29,3-3 1,-2-4-1,6 1 1,-1-5 7,-5-4 0,4-4 1,-2-4-1,-1-7 56,-3-9 1,-7 3 0,-2-6 0,-1 2 95,1-1 0,-6-5 0,2 4 0,-6-2-5,-6-4 0,-4 4 0,-7-1 0,-1 1-26,1 0 1,-3 6-1,-1-3 1,-4 5-40,-2 2 0,3 7 1,-3 2-1,2 2-154,4 0 1,7 1 0,2 5-379,-1 0 1,-1 2 172,3 3 0,3 5 0,10 8 0,4-3 312,5-3 0,12 11 0,5-4 0</inkml:trace>
  <inkml:trace contextRef="#ctx0" brushRef="#br0" timeOffset="1411">1520 585 8263,'0'-18'402,"0"7"0,-2-1-164,-3-2 1,1 7 0,-6-1-28,2 0 1,-5 6-1,1-4-238,-4 4 1,-1 2 0,0 0 0,-1 0-64,1 0 0,-3 6 0,-1 2 0,-2 2-22,1 3 1,-3 9 0,2 1 0,1 0 67,3 2 0,1-3 0,1 5 1,0-2 19,-1-3 0,6-1 1,3 0-1,1 2 32,4-1 1,4-3-1,6-3 1,6-3 60,3-1 0,5-2 1,1 1-1,4-3 21,2 0 0,2-6 1,6 6-1,0-3-152,0 1 1,0 0 0,0-4-1,0 2 76,0 2 1,-2 5 0,-2-3 0,-4 2-97,-2 3 0,-1-3 0,-7 0 1,-1-1 100,-5 1 0,-5 2 0,-12 5 104,-5 1 0,-13-7 1,-5 1-1,-4 2-2,-2 1 0,-2 3 0,-1-1 0,-3-1-23,2-5 1,4 3-1,4-8 1,2-1-68,-2 3 0,6-6 1,1 4-1,5-4-120,1-2 1,7-2 0,1-4-129,2-5 1,3-5 0,5-1-71,0-1 0,2 3 0,1 1 0,5 4-236,2 2 1,1-3-1,7 5 1,-1 2 522,1 2 0,-1-4 0,1 1 0,-1 1 0,1-6 0,-1 0 0</inkml:trace>
  <inkml:trace contextRef="#ctx0" brushRef="#br0" timeOffset="1714">1922 899 8093,'-6'-12'-21,"0"1"1,-5-1-1,3-5 187,-2-1 0,6 1 0,-1-1 151,3 1 1,-4 5 0,0 1 128,2-3 1,2 4 206,2-1-687,0 7 0,0-2 55,0 12 0,0 3 1,0 9-1,0-1 2,0 1 0,6 5 0,0 2 0,0 1-44,1-1 1,-3 4-1,6-4 1,-2 0-175,-4 1 1,3-3 0,-1-6-1,0 1-419,2-1 0,-6 1 0,4-1-1388,-5 1 2002,-1-9 0,8-1 0,2-8 0</inkml:trace>
  <inkml:trace contextRef="#ctx0" brushRef="#br0" timeOffset="1897">1957 480 8093,'-18'-18'88,"1"1"1,0 1 480,-1 5 0,3-10 1,3 3 128,6-1 1,4 5-809,2 2 1,2 9-1,4-3-219,6 4 0,3 2 0,3 0 329,-1 0 0,8 8 0,2 1 0</inkml:trace>
  <inkml:trace contextRef="#ctx0" brushRef="#br0" timeOffset="2233">2428 166 8242,'0'-18'0,"0"1"228,0-1 0,-5 7 0,-1-1 1,0-2 254,-2-1 1,6-3 20,-4 1 1,-1 5-357,1 1 0,0 9 0,6 2-223,0 9 0,0 9 0,0 3 0,2 4 12,4 3 0,-2 6 1,5 11-1,1 4 53,0 5 0,-4 4 0,3-2 0,1 5-60,0 1 0,-4 6 1,3 3-1,1-5-38,0-4 1,-5-3-1,5-7 1,0-1-52,0-5 1,-5-11 0,5-12-1,0-5-196,0-7 1,-5-3-196,7-8 0,-8-2 0,2-4-348,-4-5 898,-2-5 0,7-1 0,3-1 0</inkml:trace>
  <inkml:trace contextRef="#ctx0" brushRef="#br0" timeOffset="2449">2184 759 7963,'-12'-17'0,"1"1"231,-3 5 1,4-3 780,-1 8 1,7-1-707,-2 1 1,12 2-1,6-6 1,3 2-182,2 5 0,9-5 0,3 2 0,4 0-430,2-2 0,5 6 0,3-5 1,2 1-408,3 0 1,5 0 0,3 4 0,4-2 711,2-1 0,2-9 0,6 4 0</inkml:trace>
  <inkml:trace contextRef="#ctx0" brushRef="#br0" timeOffset="2716">3005 550 8093,'-12'-16'1832,"0"5"-1016,9-5-754,-5 14 1,8-4-1,0 12 1,0 6-44,0 3 1,2 5 0,2 3-1,1 4-10,-1 0 0,4 12 1,0-4-1,0 2-110,-1 0 0,-1-2 1,-6 0-1,2 0-252,4 0 0,-4-2 0,4-4 0,-4-6-372,-2-4 1,0-1-649,0-1 1373,0-7 0,0-2 0</inkml:trace>
  <inkml:trace contextRef="#ctx0" brushRef="#br0" timeOffset="2900">3075 253 8093,'-6'-18'123,"-2"1"0,-2 1 829,-3 5 1,5-5 1118,2 5-2368,4 3 1,4 2 0,4 12-366,6 6 0,3 5 0,3 6 0,-1 6-1732,1 4 2394,7 2 0,-6 0 0,6 0 0</inkml:trace>
  <inkml:trace contextRef="#ctx0" brushRef="#br0" timeOffset="3481">3494 969 8093,'-18'0'180,"7"0"165,-1 0 0,8-8 0,-2-3-30,4-5 1,2 4 0,0 1 0,0-3-143,0-1 1,0-3-1,0 1 1,0-1 92,0 1 0,0-7 0,0 1 0,0 2 2,0 1 0,0 3-157,0 0-449,0-1 1,2 3 170,4 3 0,-4 6 0,6 10 1,-2 4 70,-1 1 1,7-3 0,-4 8 0,2 3 51,3 5 0,3 3 0,-1-4 0,1 2 24,1-1 1,-3 5 0,9 2 0,-4 4-34,-1 2 0,1-2 0,3-2 0,1-2 8,-2 2 0,-1-4 0,-3 1 0,1-3-44,-1-4 1,1-1 165,-1-3 97,-7-7 0,-2-10 0,-8-12 0,0-5-1,0-7 1,0-1-1,0-6 1,0 2-258,0-2 0,0-2 1,0-2-1,0 0-11,0 0 1,0 0 0,0 0-1,0 0-72,0 0 0,1 2 0,3 0 0,2 2 145,-2 0 1,4-4 0,-2 10-1,-1 0 86,3 0 0,-6-4 0,6 7 0,-2 5 297,0 3 0,-1 8 24,-5-5-759,0 7 1,2 4-1,2 11-146,2 5 0,2 1 0,-4 1 1,3-1-568,3 1 1,-4-1 1086,6 1 0,-1 7 0,7 2 0</inkml:trace>
  <inkml:trace contextRef="#ctx0" brushRef="#br0" timeOffset="3964">4262 829 8093,'-11'0'479,"-1"0"1,6 0 623,-6 0-882,9 0 1,-3-6-1,12 1 1,7-1-63,9-2 1,-1-2 0,8-5 0,2 1-146,2 3 1,2-7 0,0-5 0,0 1-276,0 3 0,-6 0 0,-2-3 0,-2-1 50,-3 2 0,-3 1 0,-4 3 1,-3-1 103,-6 1 0,-6-1 0,-6 3 126,-6 3 0,-5-1 0,-4 5 0,-3 0 86,3 0 1,2 3-1,-1 5 1,-1 0 45,-2 0 1,-1 5 0,7 3 0,1 2-43,5 3 0,-5-1 0,6 4 1,-1 3-72,-1 0 0,2 9 0,-3 1 0,3 4-20,2 2 0,3 0 1,5-1-1,0 1 28,0 0 0,0 4 0,2-2 0,3-6 109,7-4 0,9 2 0,5-5 0,-1-5-50,0-5 0,6-1 0,-2-7 0,4-2-47,2-2 0,2-2 0,2-2 0,3-4-157,3-6 1,-4-3 0,3-3-1,1 1-322,0-1 1,-8 7-1,-1-1 1,-6 1-798,-5 1 0,4-4-782,-6 8 2000,-7 1 0,-1-3 0,-5-2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4:30.73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1 873 7976,'0'-17'-183,"0"0"1,2-1 258,4 1 1,-4-1 276,3 1 1,-3-1-24,-2 1 1,0-1 23,0 1-801,0 7 356,0 2 0,0 24 0,0 7 69,0 8 1,0 4-1,0 0 0,0 0 14,0 0 1,6 0 0,2 0 0,0 0-13,-1 0 0,5-6 0,-4-2 0,2 0-16,3 0 0,-3-11 0,0 1 0,-1-3 90,1-4 1,-4-3-22,5-7 1,-5-7-1,4-5 1,-2-6-27,-4-5 1,3 2-1,-1-6 1,0-1-69,2 1 0,-6-2 1,5-4-1,-1 2-43,0 2 0,6 8 0,-6-5 0,-1 3 57,3 0 0,-4 2 0,6 7 0,-1 4 30,1 2 0,-4 3 0,6 5 14,1 0 1,3 2 0,1 3 0,1 7 10,-1 4 0,1 3 0,-1 2 0,1 3 6,-1-3 1,6 4-1,1-2 1,-1 1 4,2 1 1,-6-8-1,7 3 1,-3-7-5,0 1 0,1-6 0,-7-2 0,0-4 14,1-2 0,-1 0 1,-1-2-1,-4-4 13,-7-6 1,-3-3 0,-2-5 0,0-3-5,0-6 0,0 2 0,0-2 0,0-2 75,0-2 1,-7-2 0,-5 0-1,-4 0-60,-1 0 1,-6 2 0,-3 4-1,1 3-39,0 1 0,2 6 1,5-4-1,1 5-154,-1 6 0,1-1 0,-1 7-207,1 2 0,5 2 0,3 4-751,1 4 1098,2 4 0,6 7 0,0 1 0</inkml:trace>
  <inkml:trace contextRef="#ctx0" brushRef="#br0" timeOffset="565">1119 35 7991,'-10'-8'7,"-6"1"216,5-5 1,1 4-283,-2 8 1,9 2 0,-3 4 0,4 6 97,2 3 0,0 5 0,0 3 0,0 6 0,0 4 0,2 4 0,2 2 1,3 3 45,3 3 1,-4 9 0,6 10 0,1 4-10,3 2 0,-5 0 0,-1 0 1,0 0-7,-1 0 0,-5-10 1,2-6-1,-4-9 145,-2-8 0,0-5-63,0-8-111,0-13 1,0-3 0,0-19 0,0-5-27,0-1 0,0-3 0,0-1 1,0-4-166,0-3 1,0 1 0,0-4 0,2 4 70,4 2 1,-2-4 0,5 5 0,1 1 31,0-2 0,-4 5 0,5-3 0,3 4 1,1 1 0,3 9 0,-1 1 0,1 2-4,-1 0 1,3 0-1,1 8 1,2 4 38,-1 6 1,-1 5-1,0 5 1,3 3 61,-3 2 0,-8 2 0,-1 6 0,0 0 49,-3 0 0,5-2 0,-8-2 0,-2-4-48,-2-2 1,-2 4 0,-2-5 0,-2-3-157,-2-2 0,-2-9 0,4-2-310,-1 0 0,-3-6 1,4 2-298,-2-8 1,0-6 710,6-8 0,8 1 0,2 0 0</inkml:trace>
  <inkml:trace contextRef="#ctx0" brushRef="#br0" timeOffset="950">1782 961 7693,'-11'9'592,"-1"-3"-112,8-4 0,-2-4-384,12-4 1,4-3 0,7-9 0,1 1-42,-1-1 0,1-1 0,-1-2 0,1-3-79,-1 3 1,1-4 0,-1 0 0,-1-1-109,-5 1 1,-1 2 0,-6 5-1,2 1-51,-3-1 1,-3 7 0,-5 1 91,-7 2 0,-4 2 1,-1 6-1,0 2 69,-1 4 0,1 4 0,-1 7 0,1 1 73,-1-1 0,1 7 0,1 1 0,3 0 84,1 0 0,8 6 1,-2-2-1,4 4 44,2 2 1,2 0-1,4-2 1,8-2-50,7-2 0,6-7 1,8 1-1,0-5-206,0-7 1,8 3 0,3-8 0,5-6-293,1-10 0,6-4 1,1-13-1,-3 0-625,-2 0 0,-3-2 993,-5-6 0,-3 0 0,-8 0 0</inkml:trace>
  <inkml:trace contextRef="#ctx0" brushRef="#br0" timeOffset="1498">2463 716 7617,'0'-17'-672,"-5"-1"1,-1 1 1791,2-1 1,0 7 192,-2-1-1235,4 8 0,-6-2 0,8 12 0,0 6-88,0 3 1,0 3 0,0 1 0,2 5-28,4 5 1,-4-2-1,6 2 1,-2 0 1,0-2 0,1 6 1,-3-6-1,2 2 75,-2 1 0,-2-9 0,-2 2 1,2-3 129,4-3 0,-4 1 194,3-1-361,-3-7 0,-2-16 0,2-12 0,2-3-71,2-4 1,0-2 0,-4-6 0,2 2-2,1 2 0,3-1 1,-4-4-1,4 1 29,2 3 1,-1-1 0,5 8 0,-3 2 4,3 1 0,2 3 1,1-1-1,0 3 14,1 3 0,5-1 0,2 7 0,1 2-27,-1 2 0,0 10 0,-4 5 1,3 7 30,-3 3 0,-1 8 0,-3-2 0,-1 4 15,-5 2 0,5 6 1,-7 0-1,1-3 64,-4-1 1,-2 4-1,0 0 1,1-4 26,-1-6 1,-2 0-1,-2-8-24,0-2-490,0-9-239,0-4 0,-2-10 664,-3-4 0,-13-11 0,-9-11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4:35.51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88 524 7979,'-10'-17'6,"-4"5"1,7 2-1,-1 1 212,0-1 1,2 4 0,4-4 603,-4 3-774,5 1 1,-7 8 0,8 4 0,0 5 31,0 5 1,6 1-1,-1 3 1,1 1-128,2 2 0,-4 8 0,6-2 1,-1 4-20,1 2 1,-4-2-1,3-2 1,1-2-25,0 2 0,0-3 0,3-1 0,-3-2 51,-2-4 0,5-3 1,-1-6 15,3-7 1,3-5 0,-1-5 17,1-7 0,-1-9 0,-1-5 0,-3-1 59,-1-4 1,0-4 0,5-4-1,1-1 0,-1 1 1,-5 2 0,-1 4 0,3 2 5,1 2 0,1 7 1,-2-1-1,-3 6-20,3 5 0,1-2 1,3 9-44,-1 1 1,1 4 0,-1 8 0,1 7-11,-1 6 1,1 8 0,-1-3 0,0 1-8,1 4 0,-6 2 0,-3 2 0,1 0-70,0 0 1,-6-6 0,1-2 0,-3-2-43,-2-3 0,-7-3 0,-5-2 0,-4 1 132,-1-1 0,-6-7 0,-3-4 0,-1-4-18,-4-2 1,-2 0 0,-2 0 0,0 0-44,0 0 1,1-2-1,-1-4 1,0-4-253,0 1 0,6-7 0,1 4 0,1-3-254,0-3 0,8 1 567,1 0 0,1-9 0,7-1 0</inkml:trace>
  <inkml:trace contextRef="#ctx0" brushRef="#br0" timeOffset="334">18 140 7979,'-8'-10'421,"6"1"-575,-4 3 357,4 4 1,12-4 0,6 10-177,5 2 1,2 5 0,-3-3 0,1 0-13,2 0 0,2-1 0,-3-3 0,1 2-116,-2-2 1,-1-2 0,-3-4 41,1-4 0,-9-4 0,-3-7 44,-4-1 0,-10-5 0,-3 0 0,-7 2 46,-5 1 0,2 8 0,-6 3 0,1 1-57,5 4 1,-4 2 0,1 2-1,5 2-208,5 4 0,1 4 0,5 7 0,0 1-866,1-1 1100,1 1 0,14 7 0,1 2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4:33.47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0 132 7994,'0'-27'20,"0"-4"0,0 8 272,0 2 0,0 7 611,0 2-623,0 8 1,0 4-276,0 12 1,0 4 0,0 1 0,0 2-18,0 5 1,6 3 0,0 8 0,0 2 88,2 3 0,-6 5 0,5 9 0,-1 3-69,0 1 0,6 2 1,-5-2-1,1 6 1,0 4 1,0 6 0,-4-4 0,1-8 2,-1-6 1,4-11 0,-2-4 0,-2-6 41,-2-6 0,-2-10-27,0-7 1,0-10 32,0-2 0,0-8 0,0-10-85,0 1 0,0-1 0,0 1 0,0-2-105,0-5 0,0 5 0,0-4 0,0 1-12,0-1 1,7 4 0,3-7 0,2 3 52,-1 0 0,1-6 1,5 5-1,1 3 11,-1 2 1,7-5-1,1 1 1,0 4 11,0 5 0,4 4 0,-3 6 0,-1-1 28,0 1 0,4 10 0,-5 7 1,-3 9 95,-2 7 0,-1 4 0,-1 3 0,-1 5 62,-5 6 0,-1-3 1,-6 1-1,2 0-79,-2-1 1,-2-7 0,-2 0 0,0-8 248,0-4 1,-6 5-623,0-7 0,-2-8-249,2-9 1,4-12 0,-3-5-718,3-5 1298,2-9 0,7 6 0,3-7 0</inkml:trace>
  <inkml:trace contextRef="#ctx0" brushRef="#br0" timeOffset="384">769 1075 9296,'17'-5'68,"1"-1"0,-1-8 0,3 1 1,1-7-100,2-3 0,8-2 0,-2 1 0,2-3 14,-1 0 1,1-6-1,-8 6 1,-2 0-340,-1 3 1,-11-3 207,-3-2 0,-14 6 0,-7 5 0,-6 11 78,-1 5 0,-5 2 1,0 2-1,0 2 155,3 1 0,-1 9 0,2 0 0,2 5 131,1 4 1,3 2 0,1-1 0,4 3 49,7 0 1,-3 6 0,2-4 0,2 4-89,2 2 0,10-6 0,6 0 1,5 2-56,4 2 1,8-5 0,-2-7 0,6-6-254,6-3 1,-4-8 0,6 2 0,-3-4-305,1-2 0,6-2 1,-5-4-1,1-6-817,0-3 0,-2-3 1251,-6 1 0,-1-8 0,1-3 0</inkml:trace>
  <inkml:trace contextRef="#ctx0" brushRef="#br0" timeOffset="1117">1782 953 8665,'0'-17'1188,"0"5"-1004,0 0 0,0 1 1,-2-7-1,-2 1-205,-2-1 1,-2 1-1,2-1 1,-3 1-79,-1 0 0,-5-1 0,3 1 0,-4 1-111,-1 4 1,-1-1 0,1 7 0,0 2-4,-1 2 1,-1 2-1,-3 2 1,1 4 136,5 6 1,-1 9 0,5 4 0,-3 2 68,-3 4 1,9 2 0,3 2 0,4 0 15,2 0 0,0 0 1,0-2-1,0-2 30,0-2 1,8-7 0,3-1 0,5-6-10,1-3 1,3-8 0,1 2 0,2-4-42,-1-2 1,-3-10 0,-1-5 0,-1-9-45,0-3 1,1 4 0,-1-6 0,-1-2 41,-4-2 1,1 4 0,-7 1-1,0 1-14,2 0 1,-7 6-1,5-3-51,-4 5 99,-2 9 1,0 12 0,2 14 115,4 5 0,4 4 0,7-3 0,1 3-8,-1 2 1,3-4-1,3 5 1,6-1-71,4 0 1,-4-6 0,0 1-1,2-7-71,2-3 0,2-8 0,-2 1 1,-2-3-43,-2-2 0,0-7 1,4-7-1,-2-7 10,-2-8 0,-5-4 0,3-2 0,-2 0 58,-4 0 1,-1-2-1,-3-4 1,-1-5 67,-4-5 0,-5 3 0,-7-3 0,0-5-101,0-4 1,-2 3-1,-2-3 1,-3 2 48,-3 0 1,0 6 0,-3 7 0,1 4 165,-2 8 1,7 6 391,1 10-542,4 7 0,2 10 1,0 11-1,0 5-75,0 1 0,0 9 0,0 3 0,0 6 15,0 5 1,0-1 0,2 10 0,2 3-15,2 4 0,5 10 1,-5-3-1,0 1-69,2 0 1,-4 0-1,7 5 1,1 1-164,-2 0 1,3-15 0,-5-9 0,0-9-1203,-1-8 385,7-4 1077,-12-23 0,13-4 0,-5-15 0</inkml:trace>
  <inkml:trace contextRef="#ctx0" brushRef="#br0" timeOffset="1333">2114 447 8321,'-18'-8'1349,"6"0"-954,1-3 1,7 1 0,0 6 0,8-2-173,8 2 0,5 2 0,6 2 1,8 0-329,8 0 0,8-2 1,9-1-1,6-3-521,6 2 1,6-4 0,13 0 0,0 1 625,1-1 0,-1-6 0,0 4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4:38.38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453 905 8128,'0'-17'14,"0"-1"139,0 1 0,-6 5 0,0 0 119,2-1 0,-3-3 0,1-1-128,2-1 0,-4 1 0,2 0 1,1 1-92,-3 4 1,6-3 0,-6 3-1,2-3 3,1-3 1,-9 7 0,2-1 0,-3 0-220,-3 3 0,-1-5 1,-2 8-1,-5 2 52,-1 2 0,4 10 0,-6 6 0,0 5 48,1 4 1,-3 8 0,10-1 0,4 3 16,3 1 0,8 3 0,-3 2 0,1 2 14,4-2 1,4-8-1,6-4 1,5-2 29,5-4 0,3 3 1,3-7-1,1-5-1,-2-2 1,4-8-1,1 1 1,-1-6 24,0-9 0,-4-4 0,-7-1 0,-2-1-13,1 1 1,1-6-1,-1-3 1,-3 1-27,-2 0 1,4-4 0,-7 6 0,1-1-54,2-1 1,-6 6-1,4-5-121,-4 5 156,-2 9 1,0 4 0,0 12 152,0 6 0,2 5 0,2 7 0,3 3 42,3 0 0,2 6 1,5-6-1,1 2-131,-1 0 0,0-1 0,1 3 0,1-4-207,5-2 1,-5-2 0,6-5 0,-1-1-222,-1 1 1,6-1 0,-4-1 0,0-5-803,1-5 1201,5-4 0,-4-10 0,8-1 0</inkml:trace>
  <inkml:trace contextRef="#ctx0" brushRef="#br0" timeOffset="635">1344 940 8111,'0'-12'157,"0"1"48,0-3 1,0 5 0,0-3-66,0-2 1,0-1-1,-2-1 1,-2 3-130,-2 1 1,-8 0 0,5-5-1,-3 1-104,0 5 1,-1-5 0,-8 7 0,-5-1 3,-1 4 0,4 4 1,-6 2-1,-2 0 42,-2 0 0,4 8 1,-1 5-1,-1 9-8,-2 7 0,6-2 0,4 2 0,4 2 3,1 2 0,7 2 1,1 0-1,2-2 3,4-4 1,10-2 0,6-5 0,5 1 14,6-2 0,-1-9 0,7-6 0,2-4 23,2-2 0,-4-2 0,0-4 0,0-6-49,-2-3 0,6-5 0,-4-3 0,2-4 39,-1 0 0,-3-12 0,-6 4 0,2-2 42,-1 0 0,3-4 1,-2 1-1,-3-1 34,-7-2 0,1 4 1,-8-7-1,-2-3 77,-3-1 1,-1 3 0,0 1-1,0-1-14,0 3 0,-5-5 0,-3 8 0,-2 4 263,-3 6 1,-3 6-160,-1 8 0,-1 9-188,1 8 1,7 8-1,2 11 1,2 2-105,1 3 1,-1 7 0,6 0 0,0 6 47,0 3 0,2 9 0,4-2 0,5 3 36,5 2 0,1 7 1,1 1-1,-1 2-26,1 4 0,5-4 0,2 2 0,0 0-15,0-2 0,-1-9 0,-7-15 0,-1-7-159,-5-7 0,-1-13-2,-4-5 0,-6-4 0,2-4-279,-6-4 0,-4-3 0,4-9 0,-1 1 467,1-1 0,-6-7 0,0-2 0</inkml:trace>
  <inkml:trace contextRef="#ctx0" brushRef="#br0" timeOffset="1231">2426 870 8111,'16'-2'729,"-4"-4"0,-5 3-657,-7-9 1,-7 2 0,-5-3-1,-5 1-93,-7-2 0,3 5 1,-8-3-1,-2 0-69,-2 3 0,0-5 1,2 8-1,0 2-61,-6 3 0,8 1 0,-6 0 1,4 1 25,4 5 1,-5 4-1,9 7 1,2 3 91,1 3 0,5-2 0,3 9 0,6 1-19,5 2 1,1-4 0,0 0-1,1 0 21,5-2 1,6 4-1,9-8 1,5-3 2,1-7 0,-4-3 0,4-6 0,0 2 24,0-2 1,1-10 0,3-6 0,-4-3 10,-2-3 1,4-7-1,-6-4 1,1-4 34,1-2 0,-6-2 1,5-2-1,-5-3 79,-1-3 0,-7 0 0,-1-3 1,-2 1-51,-4-1 0,-3-3 0,-1-1 0,-1 0 47,-5-1 0,-2 1 0,-6-1 1,3 1-160,-3 0 1,4 13 0,-1 8 0,-1 7 303,2 9 0,1 9-210,3 0 1,4 12-1,-4 6 1,4 5-33,2 6 0,0 5 0,0 9 1,0 1 21,0 3 0,6 8 1,2-3-1,1 5-27,5 1 0,2 6 0,1 2 0,1 2-4,-1 4 1,0-5-1,1-3 1,-1-4 6,1-1 0,-3-9 0,-1-3 0,-4-6-171,-3-6 1,5-4-364,-6-7 0,0-11-52,-6-7 0,0-2 0,0-9 567,0-3 0,0-1 0,0-3 0</inkml:trace>
  <inkml:trace contextRef="#ctx0" brushRef="#br0" timeOffset="1664">2898 1010 8091,'0'10'496,"-8"-3"1,8-9 0,0-1-518,10-3 1,5-10 0,5 1 0,1-9 32,2-3 1,9 4 0,-3-4 0,2 0-122,-2-1 1,2 1 0,-8-4 0,-2 4-25,-1 2 0,-10 2 0,-5 5 0,-3 1 41,-2-1 0,-9 7 0,-7 1 0,-7 2 11,-4 4 1,3 2 0,-5 4 0,-2 4 164,-2 6 0,4-1 0,2 5 0,2 3 81,3 1 1,3 5 0,3 0 0,3 2 16,1 4 1,8-4 0,-1 3 0,5-1-65,5-2 1,5 6 0,9-6 0,5 0-33,5-4 1,4-3-1,2-3 1,2 1-161,3-1 0,-9-7 1,4-4-1,-2-2-237,0 1 1,-4-3 0,-1 4-1,-3-4-259,-4-2 0,-1-6 0,-3 1 0,1-1 570,-1-2 0,0-2 0,1-7 0</inkml:trace>
  <inkml:trace contextRef="#ctx0" brushRef="#br0" timeOffset="2231">3876 923 8027,'12'-8'155,"-1"-4"0,-7 3 411,2-3 1,-4 0-209,-2-5 0,-2-1 0,-2 1-270,-2-1 1,-7 7 0,1-1 0,-3 0-68,-3 3 0,-5-7 0,-2 7 0,-1-1-244,1 4 1,-4-2 0,4 2 0,0 3-79,-1 1 1,-3 4-1,6 1 1,2 5 53,1 2 1,3 7 0,-1 7-1,3-1 139,3 2 0,4-4 1,8 9-1,0-1 40,0-2 1,2 4 0,4-6-1,6 0 48,3 1 1,10-3 0,3-6 0,1-1 66,0-4 1,0-5 0,6-7 0,0 0-29,0 0 1,-6-9-1,0-7 1,0-7 21,-2-4 1,4-4 0,-7-8 0,-3-2 77,-2 2 1,-3-4 0,-3 1 0,-3-3 12,-2-3 0,-2 3 1,-6-2-1,0-1-97,0-3 1,-2-7 0,-2-2 0,-4 0-42,-2 0 0,1 2 0,-5 7 0,2 5 33,-1 5 1,3 12 155,-1 5 1,5 13-1,-4 7-87,2 8 0,2 5 1,6 11-1,0 3-126,0 6 0,0 4 0,0 4 0,2 2 57,4 2 1,-2 7 0,8 1 0,1 5-59,3 4 0,1 2 0,1-1 0,-1 5 29,1 4 1,-7 0-1,1-3 1,2-2-6,1-3 1,3-4 0,-1-9-1,-1-7-96,-5-3 0,3-10 1,-6-5-562,1-9 0,-5-7 664,2-12 0,-4-3 0,-2-9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4:48.03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156 1128 7196,'-10'-12'607,"4"1"-478,5-3 1,1-1 0,0-3 0,0 1 55,0-1 1,0-7 0,0-4 0,1-4-96,5-2 1,-2-6-1,8-1 1,1-3-99,3-3 1,-4-1-1,-1 0 1,3 5 48,1 1 0,3-1 0,-3 7 0,-1 6-46,-2 3 1,-7 13 0,7 9-38,2 4 0,1 4 1,3 6-1,-1 9 10,0 10 0,1 12 0,-1 4 0,1 0-14,-1-1 0,-5 5 0,-2-4 0,-1 1 6,1 5 0,-6-7 0,2-3 1,-4-6 37,-2-4 1,0-1-1,0 1 1,-2-6 9,-4-4 1,-4-7 0,-7-2 0,-3-3 4,-3-3 1,2-2-1,-8-2 1,-2 0 14,-2 0 1,-2-2 0,0-3 0,2-7-13,4-4 1,-4 5 0,6-1 0,-1-2 27,5-1 0,0-3 0,3 3 0,7 1 53,3 3 1,-2 5-159,7-6 0,1 8-130,10-1 1,3 3 0,9 4 0,-1 3-245,1 7 0,1-2 0,2 1 435,3 3 0,7 1 0,-4 3 0</inkml:trace>
  <inkml:trace contextRef="#ctx0" brushRef="#br0" timeOffset="714">820 692 8279,'-2'-18'0,"-2"1"192,-2-1 0,-6 1 1,6-1 248,3 1 1,1-1 0,2 1 697,0-1-829,0 1-599,0 7 1,0 4 0,0 12 149,0 6 0,0 3 0,2 5 1,1 3 7,3 6 0,8 2 0,-4 0 0,1-2 104,1 2 1,0 2 0,5 2-1,-1-2 24,-5-4 0,5 2 0,-5-7 0,5-3 6,1-2 1,7-3-1,-1-4 1,-2-7 6,-1-3 1,-3-4 0,1-3 0,-1-9-6,0-7 0,7-1 0,-1-7 0,-4-2-51,-5-2 0,5-8 0,-5 1 1,-2 1-23,-3 2 1,3 8 0,-6 0-1,-2 0 21,-2 2 0,-2 1 52,0 9 1,-2 7-78,-4 4 0,2 14 0,-6 8 1,1 5 49,-1 0 0,6 6 0,-4 3 0,2 3 18,1 2 1,-1 1-1,6 3 1,0 4-4,0 2 1,2 3-1,4 10 1,5 8-34,5 8 0,3 6 0,2 7 1,3 2-68,-3 4 1,2-3 0,-3 1 0,-7-10 43,-3-11 1,-4-10 0,-6-11-1,0-7 226,0-5 0,0-11 0,-2-17 0,-4 1 43,-5 0 1,-5-6 0,-1 1 0,-1-5 39,1-5 0,-7-5 1,-1-10-1,0-3-204,0-6 1,1-4 0,7-2 0,-1-2-147,1-4 1,-1-3-1,3-9 1,3 3-41,7 3 0,3-3 1,2 3-1,0-3 73,0-2 1,9 7-1,7 2 1,5 2-150,0 1 0,7-7 0,1 8 0,4 4-1023,2 4 1243,0 2 0,7-6 0,3 0 0</inkml:trace>
  <inkml:trace contextRef="#ctx0" brushRef="#br0" timeOffset="1261">2025 464 8106,'0'-17'-19,"-2"1"0,-2 3 0,-2 1 262,2-1 1,2 3 0,2-2 156,0-1 0,-2 5-326,-4 2 0,3 4 0,-9 2-151,-2 0 0,-1 2 1,-1 4-1,1 6-47,-3 3 0,5 8 0,-11 1 0,5-1-15,2 2 1,-1 0-1,1 7 1,-1-5 43,1-2 1,7 0 0,2-4-1,2 3 115,1-3 0,-1-1 0,6-3 14,0 0 1,8-7 0,5-2-1,6-2-1,5 0 1,7-1 0,-2-3 0,4 2 4,2 2 0,0 2 0,0-4 0,-2 3-87,-4 3 1,2-4 0,-8 6-1,-2 1-47,-1 3 1,-5 1 0,-3 1 137,-6-1 0,-4 1 1,-4-1-1,-4 0-11,-6 1 0,-9-6 0,-4-1 1,-2 1 117,-4-2 1,-2-1 0,0-5 0,2 2 24,1-2 1,1-2 0,-4-2 0,4-2-223,6-4 1,4 2-1,1-6 1,3 1-213,3-1 0,-2 4 0,9-5-119,1-3 0,8 4 379,1-1 0,17-1 0,-3-5 0</inkml:trace>
  <inkml:trace contextRef="#ctx0" brushRef="#br0" timeOffset="1615">2531 168 8186,'-12'-18'-115,"1"1"0,5-1 1,-4 1-1,1-1 438,-1 1 0,6-1 631,-2 1 1,4 5-720,2 1-247,0 7 0,0 4 0,0 13 0,0 7-22,0 3 1,6 8 0,2 0 0,0 6 107,-1 4 1,5 7 0,-4 1 0,0 5-13,-1 4 0,5 6 1,-4-4-1,-1 1 37,1-1 0,4 4 0,-6-6 0,-1-4-77,3-5 1,-6-3-1,4-11 1,-4-6-796,-2-1-112,0-17 1,0 3-857,0-20 1741,-8 4 0,-2-13 0,-7 5 0</inkml:trace>
  <inkml:trace contextRef="#ctx0" brushRef="#br0" timeOffset="1832">2269 482 8186,'-2'-18'1042,"-4"1"0,4 0-822,-3-1 1,5 8 0,5 5 0,7 1-117,4-2 0,3 4 0,4-4 0,8 4-130,8 2 0,0 0 0,6-2 1,-1-2-474,1-1 0,-1-1 0,5 6 0,-2 0-1099,1 0 1598,-5 0 0,-1 0 0,-7 0 0</inkml:trace>
  <inkml:trace contextRef="#ctx0" brushRef="#br0" timeOffset="2233">2828 831 7139,'-10'8'556,"3"-6"1,14 6-1,5-8 1,3 0-423,3 0 1,5-2-1,2-4 1,3-6-236,3-3 1,4-9 0,3-1 0,3 0 59,-2 0 0,-2-6 0,-2 4 0,-2-3-139,-4 1 1,-4 8 0,-9-2 0,-5 3-37,-5 3 0,-6 5 0,-6 3 0,-7 1 109,-9 4 1,-5 2-1,-8 2 1,0 0 116,0 0 1,0 8 0,0 3 0,3 5 91,2 1 1,-1 1 0,8 1 0,4 3 12,5 1 1,0 6 0,7-4 0,-1 0 122,0 1 1,2 3 0,8-4 0,4 0-116,6 0 0,5-1 1,7-7-1,5 1-77,4-1 1,2-5-1,1-3 1,3-1-138,2-4 1,8-2 0,-3-2-1,3 0-343,-3 0 0,-1-8 1,-6-3-1,1-3 434,-1 2 0,-2-11 0,-2 4 0</inkml:trace>
  <inkml:trace contextRef="#ctx0" brushRef="#br0" timeOffset="2931">3579 587 8186,'0'-18'-65,"0"7"911,0-1-445,0 0 1,2 3-445,4 3 0,-4 12 0,5 5 0,-1 5-78,0 1 1,2 7 0,-4 1 0,3 0 135,3 0 1,-6 6 0,4-4 0,-2 3 15,-1-1 1,7-6-1,-6 4 1,-2-2 24,-2-3 1,-2-9 0,2-3-1,2 0 633,1-1-578,1-5 1,-6-4-1,0-11 1,0-7-44,0-5 1,0 2 0,0-9 0,0-1-64,0-2 0,6-2 0,2 1 0,1-1-72,5 0 1,2 6 0,3-1 0,2 1 21,3 2 1,-1 2 0,-6 7 0,3 3 31,3 3 1,-4 5 0,5 7 0,-5 0-3,-1 0 0,-1 7 0,1 5 0,-3 5 14,-3 7 0,3-3 1,-5 8-1,2 2 0,-1 2 0,-7 2 0,2-2 0,-2-2 9,2-2 0,-4-2 1,3 3-1,-3-7 272,-2-4 57,0-1-172,0-9 1,0-3 0,0-12 0,0-7-129,0-9 1,0 3-1,0-6 1,2 2-97,4-1 1,-4-7 0,6 4-1,0-2-64,3 0 1,-1 6 0,2-5 0,-1 3-32,-1 4 0,5 1 0,-3 3 0,4-1 40,1 1 0,1 1 0,-1 5 0,0 5 64,1 4 1,-1 2 0,-1 2 0,-3 4 52,-1 5 1,-2 5 0,3 3-1,-1 3 74,2 1 1,-5 8-1,1-2 1,0 4-142,-1 2 0,-3-4 1,4 0-1,-2 2 103,-4-2 1,-2-2-1,-2 2 1,0-3 260,0-3 1,0-2-204,0-5-461,0-1-143,0-7 1,-6-10 506,0-12 0,-8-3 0,5-3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4:55.16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95 140 8286,'-7'-18'173,"-3"1"0,-2 0 723,1-1 0,-1 6 0,-4 1 240,5-3 1,1 5-792,4-3 0,6 8-822,0-2 0,2 4 0,10 2-821,1 0 1,3 8 0,1 6 1297,1 7 0,7 6 0,2 8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4:55.34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53 105 8710,'-18'0'1714,"7"0"-855,-1 0 0,8-8-780,-2-3 1,4-5 0,4 1-629,4 3 1,4-2-1,7 7 549,1-3 0,-1 6 0,1-4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4:54.030"/>
    </inkml:context>
    <inkml:brush xml:id="br0">
      <inkml:brushProperty name="width" value="0.08" units="cm"/>
      <inkml:brushProperty name="height" value="0.08" units="cm"/>
    </inkml:brush>
    <inkml:brush xml:id="br1">
      <inkml:brushProperty name="width" value="0.06" units="cm"/>
      <inkml:brushProperty name="height" value="0.06" units="cm"/>
    </inkml:brush>
  </inkml:definitions>
  <inkml:trace contextRef="#ctx0" brushRef="#br0">394 53 9699,'0'-11'78,"0"-1"1,-6 6 294,0-6 0,-7 9-481,1-3 1,-3 4 0,-3 4 0,1 4 8,-1 5 1,-5 7 0,-2 3 0,0 4-48,-1 2 1,1 3 0,4 4 0,-2-1 70,1-3 0,3 3 0,1-6 0,3 2 46,3 0 0,-1-2 0,7 4 1,2-4-26,2-1 0,4-3 1,4-4-1,5 3 35,5 1 1,7-6-1,2-5 1,3 0 11,3-3 1,2 5-1,3-6 1,3 1-1,2 5 1,2-4-1,-5 3 1,3 5-84,-2 3 1,-2 4 0,-4-1-1,-4 5-38,-6 4 0,-5 2 1,-7-1-1,-5 1 117,-4 0 1,-15 0 0,-7 0 0,-5 0 98,-6 0 1,-8-2-1,-4-4 1,1-6 25,-1-3 1,-6-5 0,5-3 0,-1-6 21,4-4 1,7-2 0,3-2 0,3-4-85,3-6 0,2-11 1,7-6-1,5-4-83,5-2 0,-2 0 0,4-2 1,6-2 0,8-1 1,5-1 0,3 4 0,1 0-13,5 2 0,-3-4 0,8 12 1,2 0-150,2 4 1,0 0 0,-2 3 0,-2 7-348,2 3 1,-6-2 537,-1 6 0,3 1 0,0 5 0</inkml:trace>
  <inkml:trace contextRef="#ctx0" brushRef="#br1" timeOffset="747">970 175 8242,'-2'-27'0,"-1"2"158,-3 0 0,-8 7 791,3 1-938,3 7 0,0 12 1,8 6-1,0 7 48,0 7 0,0 11 0,0 0 0,0 7-89,0 5 1,2-4 0,2 7 0,4 5-56,1 3 0,-5 2 1,4-5-1,-2 1 90,0 4 0,7 4 0,-3 6 1,2-4 6,-1-6 0,-7-9 1,4-4-1,-2-5-12,-1-7 0,7-5 10,-6-11 0,0-9 1,-6-8-1,2-12-36,4-9 0,-3-6 1,7-8-1,-2 0-124,-4 0 0,5-2 1,1-2-1,2-2-5,-1 3 1,-5-3 0,6 4 0,0 4 61,-3 0 0,7 2 0,-7 0 0,3 4 63,0 1 1,-6 5-1,3 8 72,-1 1 1,6 8-36,-3-2 0,-3 14 0,0 7 0,0 9 36,3 3 1,-1-4-1,2 6 1,1 2 34,3 2 0,1 2 1,1 0-1,-1-2 13,1-4 1,5 10 0,2-6-1,2 0-33,4-2 0,-4-4 0,1 4 1,-1-3-39,0-3 1,-6-8 0,3-7 0,-5-2 4,-2-4 0,-5-2 1,-2-4-1,-2-4 51,-5-6 1,5-9 0,-2-4-1,-2-3 0,-2-3 1,-2-2-1,0-2 1,0-1-2,0-5 1,0 2-1,0-6 1,0-1-59,0-5 0,-6 3 1,0-12-1,0 1-23,-1 1 0,5-8 0,-6 4 0,2 2 85,0 8 1,-5 3-1,5 12 1,2 6-633,2 4 0,2 10 92,0 5 1,0 10-1,0 2 1,0 10 460,0 5 0,8 3 0,1-1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5:09.46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0 943 8042,'8'16'-335,"4"-4"1,-2-5 566,1-7 1,1 0 0,3-2-89,-3-3 0,2-5 0,-7-8 0,3-1-79,4-4 0,1 1 0,1-7 0,-3-4-40,-1-5 1,0-1 0,3-6 0,-1 0-30,-3 1 1,-5-3 0,4-5-1,-2-1-36,-4 1 0,3 2 1,-1 1-1,-2 4 59,-2 3 1,-2-5 0,0 8 0,0 6 90,0 8 1,0 6 0,0 1 0,-2 3 276,-4 3-242,4 4 0,-7 8-232,3 0 0,4 8 0,-4 4 0,4 3 0,2-3 0,0 0 0,0 1 52,0 3 0,0 1 1,0 1-1,0-1 84,0 1 1,0-1 0,2 2 0,2 3 36,2 1 1,1 2 0,-3-1-1,4 5 97,2 4 1,-4 4-1,3 1 1,1 5-70,0 2 1,-1 1 0,5 7 0,-2-1-147,1 0 0,-3-7 0,0-4 1,-1-4-131,1-2 0,-4-2 1,4-4-902,-3-6 105,-1-11 0,-6-7 958,0-10 0,-15-5 0,-5-8 0</inkml:trace>
  <inkml:trace contextRef="#ctx0" brushRef="#br0" timeOffset="217">18 489 7819,'-6'-11'262,"0"-1"0,0 6 1,6-5 243,0-3 1,0 4 0,2 1-365,4 1 1,6-6 0,9 5 0,4-3-172,3 0 0,7 6 1,7-3-1,1-1-211,0 0 1,5 6-1,-3-1 1,1 1-72,1-2 0,-2 4 0,1-4 0,-7 4-480,-8 2 0,0 0 791,-8 0 0,1 0 0,-7 0 0</inkml:trace>
  <inkml:trace contextRef="#ctx0" brushRef="#br0" timeOffset="717">717 489 8189,'0'-17'-185,"0"-1"315,0 1 1,0 5 0,0 1 143,0-3 1,0 4 0,0-1 182,0-3 1,0 4-1257,0-1 562,0 7 1,0 4 0,0 12 0,0 3 77,0 3 0,0 5 0,0 2 0,0 2 136,0 4 0,0 2 1,1 2-1,3 0 123,2 0 0,6-6 1,-4-2-1,1-1 34,5-5 1,1 2-1,3-3 1,-1-7-49,1-3 1,1-4 0,3-6-1,1-2-52,-2-4 1,4-10-1,-1-9 1,-1-2-12,2-4 1,-5-2-1,1-2 1,-6 0 31,-3 0 0,-2 0 0,3 0 0,-3 0-50,-2 1 0,-2-1 0,-8 2 0,-4 3-67,-6 7 0,-5-2 0,-5 2 0,-1 1 0,2 3 1,-4 3-1,-1 3 1,1 3 3,0 2 1,-4 3 0,6 5 0,1 0-112,3 0 0,1 7 0,1 5 0,1 5-222,5 7 0,-3-3 0,6 8 391,-1 2 0,-3 2 0,-5 2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5:18.14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18 855 8448,'0'-18'-106,"0"1"1,0-1 446,0 1 0,0-1 556,0 1-988,0 7 1,0 10-1,0 12 0,0 5 20,0 7 1,-2-3 0,-2 8 0,-2 4 110,2 6 0,2-2 0,2 4 0,2-5 5,4-1 0,-4 0 1,6 0-1,-2 0-28,-1 0 0,7-8 0,-4-3 0,0-5-15,-1-2 1,5-5 0,-4-2 5,1-2 0,3-10 0,4-12 1,-3-7-22,-1-8 1,-6-4 0,5-2-1,1 0-15,-2 0 1,3 0 0,-5 0 0,2 2-176,3 4 1,-3-2 0,0 7 0,-1 3-21,1 2 1,-4 9-1,5 4 158,3 4 1,-4 10 0,1 4 0,1 5 152,-2 6 0,11 5 1,-3 7-1,3-1 101,4 1 0,-4-2 0,7-2 0,-1-1-58,0 1 0,0-6 1,2-2-1,-4-4-44,1-1 0,-7-8 0,4-5 0,-3-3-68,-3-2 1,1-7 0,-3-7 0,-1-7-42,-3-8 0,-7-4 0,2-2 0,-4-2-20,-2-4 1,0 2 0,0-5 0,-2 1-30,-4 4 0,-3-4 0,-11 3 0,-1 1-116,-2 2 0,-8 2 0,1 2 0,-1 4 25,2 6 1,-2 3 0,8 5-1,2 3-85,1 6 1,3 4-1,1 4 1,3 4 79,1 6 0,8 9 0,-2 2 0,4-1 167,2-3 0,0-1 0,0-1 0</inkml:trace>
  <inkml:trace contextRef="#ctx0" brushRef="#br0" timeOffset="547">996 86 8336,'0'-17'-463,"-6"-1"0,0 1 1634,2 0-859,-6 7 0,9 4-307,-5 12 1,4 9-1,2 11 1,0 3 42,0 8 0,6-1 1,1 11-1,3 3-80,4 7 1,-5 5-1,1 8 1,0 0 32,-1-1 1,1 3 0,4 2 0,-3 2 5,3-3 1,-4-11 0,-1-7 0,1-11 93,0-7 0,-6 0 64,1-14-27,-3-7 1,-2-16 0,0-12 0,0-3-145,0-3 0,2-1 1,2-2-1,2-5-92,-2-1 0,0 4 0,0-6 0,2-2-74,-3-2 0,5 4 1,0 1-1,2 1 57,3 0 1,-3 6 0,2-3-1,-1 5 7,-1 2 1,5 1 0,-3 4 0,6 7 55,5 3 1,-4 4 0,5 5 0,-3 9 160,2 5 0,-2 12 1,7 0-1,-3 6 72,-4 0 0,-7 4 0,-3-1 0,1 3 43,-2 3 1,-2-5 0,-8-2 0,0-4-79,0-2 1,0 0 0,0-2-763,0-4 0,-2-6-1185,-4-11 1801,4-5 0,-6-14 0,8-3 0</inkml:trace>
  <inkml:trace contextRef="#ctx0" brushRef="#br0" timeOffset="1332">1764 1012 8336,'0'10'1022,"2"-3"-492,4-7 1,4-2-1,7-3-475,1-7 1,5 0-1,0-3 1,-2-5-20,-1 1 1,-3-6 0,1 0 0,-1-1-230,1 1 0,-9-6 0,-3 4 0,-4 0-137,-2 3 1,-2-1 0,-4 2 0,-5 4 116,-5 5 0,-1 0 0,-1 9 0,-1 1 43,-4 2 0,3 4 1,-3 4-1,4 5 131,1 5 0,1 7 1,1 2-1,2 2 172,3 4 1,7 2-1,-2 4 1,4 4 118,2 6 0,0 3 1,2 2-1,4 1 27,6-1 0,5-1 0,6-5 0,6-7-54,4-8 1,4-6 0,2-7 0,4-3-68,1-3 0,-3-6 0,6-14 1,-1-8-252,-1-5 0,3-12 0,-7 0 0,-2-6-162,-2 1 0,-10 1 1,-2 0-1,-3-2-62,-5-2 1,3 1 0,-15 5 0,-1 2 109,-2 3 0,-2-3 0,0 6 0,-2 0 154,-4 4 0,-3 9 1,-9 3 174,1-3 0,5 6-167,0 2 0,7 10 1,-5 4-13,2 2 1,2 1-1,6 7 1,0-1 29,0 1 1,0 5 0,0 2-1,2 3 88,4 3 0,-4 0 0,6 0 0,-2-2 95,-1 2 1,7 2-1,-6 2 1,0-2 64,2-4 1,-5-4-1,7-7 1,-2-1 202,-4 0 1,0-5-95,1 0 1,-3-10-1,4-2 1,-2-10-209,2-6 1,-4-3 0,4-2 0,-2-5-220,1-1 1,-3 4 0,6-6 0,-2-2-140,0-2 0,7 0 0,-1 2 0,3 2-42,3-2 0,-1 4 0,1-1 1,-1 3 85,1 4 1,5 1-1,2 5 1,1 3 90,-1 6 0,-2 4 0,-4 4 0,3 4 214,1 6 1,-2 11 0,-7 6 0,-2 4 126,1 2 0,-3 6 1,0 2-1,-3 1 71,-3 5 1,0-1 0,0 1 0,4-5-108,2-1 0,-5-4 0,5-10 0,0-6-42,-1-3 0,3-11 0,6-3-226,-1-4 0,0-4 1,3-6-1,1-7-369,3-6 0,5-10 0,-4 3 0,4-1-868,8 0 0,-2 0 1301,6-6 0,3-8 0,1-1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5:13.812"/>
    </inkml:context>
    <inkml:brush xml:id="br0">
      <inkml:brushProperty name="width" value="0.08" units="cm"/>
      <inkml:brushProperty name="height" value="0.08" units="cm"/>
    </inkml:brush>
    <inkml:brush xml:id="br1">
      <inkml:brushProperty name="width" value="0.06" units="cm"/>
      <inkml:brushProperty name="height" value="0.06" units="cm"/>
    </inkml:brush>
  </inkml:definitions>
  <inkml:trace contextRef="#ctx0" brushRef="#br0">140 402 10810,'-6'-12'-380,"1"1"1,-3 5 792,2-6-511,4 8 1,-6-2-1,8 12 119,0 6 1,2 5 0,2 5 0,2 5 78,-2 6 0,4 0 0,-1 13 0,3 3 18,4 1 0,-5 5 0,1 3 1,0 6-35,-1 4 1,-3-6 0,4-4 0,-2-5-88,-4-7 0,-2 1 0,-2-12 1,0-8 19,0-6-488,0-3 1,0-11-71,0-7 1,0-7 0,0-11-1,0 1 533,0-1 0,-8-7 0,-2-2 0</inkml:trace>
  <inkml:trace contextRef="#ctx0" brushRef="#br0" timeOffset="317">35 367 9444,'-5'-19'0,"-3"-3"41,-2-1 0,6 0 0,-2 5 157,4 1 1,2-1-1,2 1 1,4 1-23,6 5 1,5-3-1,7 6 1,5 1-165,4-1 0,4 2 1,1 6-1,5 2-218,2 4 1,-1-2 0,3 9 0,-6 5-133,-4 3 0,-10 8 0,-4-4 0,-4 3 128,-1 3 0,-8 2 0,-5 1 0,-5 1 130,-5 0 1,-7 0 0,-11 0 0,-6-2 90,-4-4 1,-2 2 0,0-7 0,0-3 171,0-2 1,0-1 0,0-3 0,2-3-201,4-6 1,-2 2-546,8-3 114,7 1 0,10-8 448,12-4 0,11 5 0,11-7 0</inkml:trace>
  <inkml:trace contextRef="#ctx0" brushRef="#br1" timeOffset="749">734 856 7560,'-10'-8'-197,"1"4"139,3-7 1,4 5 230,-4-6-137,-4 8 1,1-3-40,-9 7 1,6 0-1,3 2 46,1 3 1,0 5 0,4 8 0,-1 1 28,1 4 0,2-1 1,2 7-1,0 2 4,0 2 1,2-4-1,2 0 1,3 0-76,3-2 0,2 4 0,5-7 0,1-5 24,-1-5 1,1-1 0,-1-7-1,0-2 22,1-2 0,-1-12 0,-1-5 0,-3-9-18,-1-3 1,-6-2 0,4-6 0,-3 0 5,-3 0 0,-2-6 0,-2 3 0,-2 3-87,-4 4 1,-3 3 0,-9-1-1,1 6-194,-1 4 0,1 3 1,-1 5-45,1 5 0,0 4 0,-1 2 0,3 2 290,3 4 0,-4 11 0,7 10 0</inkml:trace>
  <inkml:trace contextRef="#ctx0" brushRef="#br1" timeOffset="1199">1485 716 8461,'-6'-11'0,"0"-1"-244,2-2 0,-3 5 1,1-3-1,0 0 668,-2 3 0,4-5 0,-7 8-399,-3 2 1,-1 3 0,-3 1-1,1 0-61,-1 0 0,-1 9 0,-3 7 0,-3 7-11,-2 4 0,6-4 0,-5 7 0,3 1 70,0 2 1,2-4 0,7 0 0,4 0 71,3-2 1,1 0-1,6-5 1,0 1-27,0-2 1,9-3 0,9-7 0,9-3 20,6 0 1,2-6 0,2 4 0,2-4-105,1-2 0,-1 5 1,-8 3-1,-4 0-188,-1 0 0,3 3 0,-6-3 71,-2 2 1,-9 1-1,-6 7 237,-4-1 1,-4 1 0,-6-3 0,-7-1 67,-7-2 0,-9-3 1,2 3-1,-2-4-46,2-1 1,-4-5-1,4 4 1,-2-4-193,2-2 1,1 0-1,7 0 1,-2 0-465,2 0 1,7 0-904,2 0 1431,8 0 0,4-8 0,10-1 0</inkml:trace>
  <inkml:trace contextRef="#ctx0" brushRef="#br1" timeOffset="1516">1799 873 8416,'-11'-17'41,"-1"0"1,8 5-1,-4 2 1,3 0 318,-1 1 1,-2-1-1,4-3 176,-2 1-762,0 8 89,6-4 0,0 10 1,0 4-1,0 6 160,0 3 1,0 3 0,2-1 0,2 2 67,2 5 1,2 1 0,-2 6 0,3-2 65,1 2 0,0 0 0,-6 0 1,3-4-181,3-1 0,-6-1 0,4-6 0,-2 1-626,-1-5 1,3-1 58,-2 3 590,-4-7 0,6-10 0,-8-10 0</inkml:trace>
  <inkml:trace contextRef="#ctx0" brushRef="#br1" timeOffset="1664">1834 472 8416,'-11'0'288,"-1"0"0,2-2 0,-3-2-1055,1-2 767,8 0 0,4 6 0,10 0 0</inkml:trace>
  <inkml:trace contextRef="#ctx0" brushRef="#br1" timeOffset="1966">2218 157 8416,'0'-25'0,"0"-2"108,0 0 1,0 2-1,-2 7 688,-3 1 270,3 7-1107,-6 2 0,8 16 1,0 6-1,0 7 170,0 8 0,0 4 1,2 4-1,2 4 51,2 5 0,1 7 0,-3 5 0,4 6-46,2 4 0,-4 7 0,3 3 0,1 4-97,0 7 1,-5-8-1,5 3 1,0-9-124,0-7 1,-5-17-1,5-7 1,-2-11-2128,-4-9 21,-2-5 2192,-2-9 0,0-10 0,0-10 0</inkml:trace>
  <inkml:trace contextRef="#ctx0" brushRef="#br1" timeOffset="2149">1991 769 8404,'-5'-12'383,"-1"0"1,-2 7 22,2-7 0,4 6 0,-2-4 0,8 3-142,8 3 1,5 2 0,7 2 0,5 0-584,4 0 1,4-6 0,1 0 0,5 2-598,2 2 1,1 0 0,7-1 915,-1-3 0,8-8 0,2 4 0</inkml:trace>
  <inkml:trace contextRef="#ctx0" brushRef="#br1" timeOffset="2400">2690 646 8404,'-12'0'0,"1"-2"505,-3-3 1,6 1 78,3-8 1,-3 6-59,2-5-471,0 7 1,14 4 0,2 11-72,-1 5 1,5 3 0,-6 3 0,-1 3-51,1 2 0,4-4 1,-4 7-1,-1 1-51,1 2 1,0 0 0,-4-2-1,2-2-213,-3 2 1,-1-4-1,-2 0 1,0-2-528,0-3 1,0-3 856,0-1 0,0-1 0,0 0 0</inkml:trace>
  <inkml:trace contextRef="#ctx0" brushRef="#br1" timeOffset="2582">2760 384 8335,'-6'-17'-231,"0"0"1,0-1 717,-1 1 0,5-1 148,-4 1 0,6 7-994,6 4 1,3 6 0,9 6 0,-1 6-1419,1 3 1777,7 3 0,-6 7 0,7 2 0</inkml:trace>
  <inkml:trace contextRef="#ctx0" brushRef="#br1" timeOffset="3280">3004 873 9026,'-6'-11'305,"1"-1"0,-1 1 0,6-9-174,0-3 1,0 3-1,2-3 1,2 4-169,1 1 1,7 1 0,-4-1-118,2 1 0,1 1 42,7 5 0,-1 3 0,1 10 134,-1 4 1,1 5 0,-1 11 0,0 3 29,1 2 1,-1 2 0,3 6 0,1 0-19,2 0 0,1-2 0,-7-2 0,1-4 17,-1-2 1,1 6-1,-1-3-60,1-1 0,-7-4 101,1-11 1,-8-6 0,3-12-101,1-6 1,-6-11 0,6-4-1,-2-2-21,0-1 1,1-1-1,-3-7 1,2-3-130,-2 2 1,4 2 0,-1 2 0,1 0-16,0 0 1,0 2 0,-2 4 0,3 6 16,1 4 0,5 3 0,-3 4 73,4 7 0,-1 5 0,-1 5 0,-3 7 148,3 4 0,0 7 0,-1 2 0,-1 0 145,1 1 0,3 3 1,-1-4-1,-1 0-60,-2 0 1,-1-1 0,7-7 0,-1 1-83,1-1 0,1-5 1,2-3-1,3-1-87,-3-4 1,6-2 0,0-4 0,2-2-45,1-2 1,-1-13 0,4 1-1,-2-3-46,-2-4 0,-6 0 1,4-6-1,-1 1 47,-5-1 1,-8 4 0,-3 0 0,-2 0-21,-4 0 0,-2 5 0,-4-1 1,-4 4-39,-6 1 1,-3 3 0,-5 1 0,-1 4 36,-2 3 1,-6 1 0,5 8 0,1 4 171,-2 5 0,5 5 1,-1 1-1,6 3 158,3 3 1,0-2 0,-3 8-1,3 2 118,6 2 1,4 8-1,2 0 1,0 0 107,0 1 0,8 3 0,6 5 0,7-1-257,8-2 1,4-9 0,2 1 0,2-8-285,4-8 0,1-5 1,7-6-1,-1-7-352,7-3 0,-9-9 1,7-7-1,-5-5 420,-3-5 0,5-7 0,-5 4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5:23.39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123 713 8471,'-8'-18'-6,"6"1"1,-4-1 0,3 3 257,-3 3 0,4-3 373,-4 3-332,4 4 1,4 0-319,4 8 0,-2 8 1,5 4-1,-1 5-170,-4 7 0,4-3 0,0 8 0,-1 2 86,1 2 1,6 2 0,-5 0 0,3 0 76,0 0 1,-6-6-1,3-2 1,1 0 127,0 0 0,-1-5 0,5 1 128,-2-4 1,-1-9 0,7-6 59,-1-8 0,-5-8 0,-1-9 1,3-4-245,2-2 1,1-2 0,0-6 0,1 0-103,-1 0 1,1 0 0,-1 2 0,1 2-8,-1 2 1,1 7 0,-1-1 0,1 6-9,-1 5 0,1-2 1,-1 9-25,0 1 1,1 12 0,-1 7-1,1 8 98,-1 5 1,1 1 0,-3 4 0,-1-2-44,-2-2 1,-3-2 0,3 4 0,-4-4 26,-1-2 0,-5 1 0,4-5 61,-4 2 1,-10 1 0,-5-9-1,-7-3 16,-3-7 0,-8 3 0,2-2 1,-4-2-134,-2-2 1,6-4 0,0-4-1,-2-4-285,-2 1 1,4-7 0,1 5 0,1-5-523,0-1 1,6-1 881,-2 1 0,3-9 0,3-1 0</inkml:trace>
  <inkml:trace contextRef="#ctx0" brushRef="#br0" timeOffset="317">36 101 7718,'-18'0'-125,"9"0"0,1 2 0,10 4 299,4 6 1,3 3 0,9 3 0,1-1-187,4 1 0,-3-3 0,3-1 1,-4-4-42,-1-3 1,5 5 0,1-6 0,-3-2 42,-2-2 0,-7-2 1,-2-2-1,-3-4 5,-3-6 1,-2-5-1,-4-5 1,-4-3 27,-5-2 1,-5 4 0,-1-4 0,-1 1-94,1 5 1,-1 7 0,1 3-272,-1-3 0,1 6 1,1 5 340,5 6 0,-5 15 0,7 9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5:21.0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35 889 8531,'-8'-17'359,"6"5"-37,-3 1-320,-5 7 1,8 4 0,-4 11 0,4 7 15,2 5 0,6-1 0,0 7 1,0 2 67,1 2 0,-3 7 0,6 1 0,0-2-126,-1-2 1,-3-4-1,4-2 1,0-4 97,-1-2 0,-3 4 0,4-5 91,-2-3 1,-1-9 31,-1-7 1,-4-5 0,6-5 0,-2-9-76,0-7 1,1-1 0,-3-7 0,4-2-113,2-2 1,-1-2-1,5 0 1,-2 0-176,1 1 0,-3 4 0,0 3 0,-1 0-32,1 0 0,0 11 1,3-1 46,-1 1 1,0 9-1,5 3 127,0 8 0,1 7 0,1 11 0,3 3 44,1 2 0,2 0 0,-3 4 0,3-2 11,2 2 1,-4-3 0,4-1 0,-1-2-11,-5-4 0,-2 5 1,-1-5-1,-1-4 116,1-3 219,-9-10 1,-1 0-1,-8-14-136,0-8 1,0-5 0,0 0 0,-2-6-111,-4-4 0,3-2 0,-7-2 0,2-2-51,4-2 1,-4-1-1,3 3 1,-1-4-215,-2-1 1,6 5-1,-4-2 1,2 4-194,-1 2 0,3 8 0,-4 4-615,4 3 0,2 13 572,0 7 0,0 7 1,0 13-1,0 1 406,0 2 0,8 1 0,1 1 0,9 2 0</inkml:trace>
  <inkml:trace contextRef="#ctx0" brushRef="#br0" timeOffset="849">1170 924 7404,'0'-17'44,"0"-1"0,0 1 0,0-1 478,0 1 1,0 0 0,0-1-248,0 1 1,0-1-393,0 1 0,-2 7-111,-3 4 0,1 6 0,-6 8 0,0 7 102,1 7 1,3 7 0,-4-4 0,2 4 84,4 8 1,2-2 0,2 8-1,0-1 46,0 5 0,0-4 0,2-1 1,2-1 46,2 0 0,8 0 0,-3-8 1,5-4 17,1-6 1,1-11 0,-1-7-1,1-3-16,-1-2 0,1-7 1,-3-7-1,-1-7 44,-3-8 1,-5-6 0,4-4 0,-2-2-31,-4 2 0,-4 2 0,-4 3 1,-4-1-83,-2 0 0,4-2 0,-7-2 0,-5-2-232,-3 2 0,-4 3 1,3 1-1,-1 0 36,2 0 1,1 2 0,3 4 0,-1 5 84,1 5 1,0 9 155,-1 4 0,8 14 0,5 8 0,3 5 24,2 0 1,0 7-1,2 1 1,3 4 91,7 2 1,4-6-1,3 0 1,2 0 3,3-2 0,5 6 0,-4-6 0,0 0-23,0-3 0,6-5 1,-2-3-1,4-3-38,2-1 0,0-8 1,-2 2-1,-2-6 72,-2-6 0,-5-10 1,3-9-1,-2 0-95,-4 0 0,-3-7 0,-4 3 0,-3-4-50,3-2 0,-6 2 0,-3 2 0,-3 2-217,-2-2 0,0-2 1,-2 0-1,-2 4-239,-1 6 0,-9 4 1,2 3-1,-3 4 98,-3 7 1,1 3 0,0 2 431,-1 0 1,1 7 0,1 5-20,4 4 1,5 1-1,7 0 158,0 1 1,2-1 0,3-1 55,7-4 0,-2 1 0,1-5 1,3 0-151,2-1 0,1-1 1,0-6-1,3 2-126,3 4 1,-3-4 0,3 4-1,-2-4-56,2-2 0,-3 2 1,3 2-1,-3 3-76,-3 3 1,-5 2 0,-3 5 0,1 1 210,0-1 0,-6 6 1,1 3-1,-3-1 91,-2 0 1,0 6 0,0-2 0,2 2-48,4-2 1,-4 2 0,6-7 0,0-3-89,3-2 0,5-3 1,1-4-1,1-7-276,-1-3 1,8-2 0,3-2 0,1-3-357,0-7 0,0-4 0,6-3 0,-2-4 587,-4-6 0,4-4 0,-6-2 0</inkml:trace>
  <inkml:trace contextRef="#ctx0" brushRef="#br0" timeOffset="1235">2323 191 8531,'0'-20'-17,"0"-1"0,0-2 152,0 1 1,0 3 0,0 2 0,0-1 558,0 1 0,0 5 862,0 0-1458,0 8 0,0-1 1,0 10-1,0 7-159,0 4 0,0 9 0,0 4 1,0 6 76,0 6 0,0 3 0,2 9 0,2 1 13,2 4 0,1 4 1,-3 8-1,4 2 44,2 4 1,-4-5 0,3 5 0,1-6-20,0-6 0,-7-2 0,5-8 0,-2-1-3,0-9 0,0-12 0,-6-9 0,0-4-43,0-1-449,0-9 1,0-3 96,0-12 0,0 3 0,0-9-491,0-2 1,0-1-1,0-3 315,0 1 0,0-1 0,0 1 0,2-1 520,3 1 0,5-8 0,8-2 0</inkml:trace>
  <inkml:trace contextRef="#ctx0" brushRef="#br0" timeOffset="1568">2777 732 8531,'0'-17'886,"0"-1"-77,0 1 0,0 5-388,0 1 0,-2 7-377,-4-2 0,-2 6 0,-5 6 0,1 5-188,-1 5 0,-3 1 1,-3 1-1,-3-1-86,-1 1 0,-6 1 0,6 2 0,-1 3 84,-1-3 0,6 4 1,-4-1-1,5-3 136,6-2 0,-1-1 0,7-1 109,2 1 0,2-7 0,4-1 1,4-2 162,6-4 0,9 3 1,4 1-1,2 0-95,4 0 1,2 5-1,0-3 1,0 4-88,2 3 1,-10-3 0,10 9-1,-4-2-288,-3 3 1,-1-3 0,-6 6-1,2-2-129,-1-3 0,-3-3 0,-3-1 0,-3-1-560,-1 0 0,-8-5-1021,2 0 1918,-4-8 0,-2 3 0,0-7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5:32.69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18 233 8208,'0'-27'-208,"0"-6"0,-2 6 0,-2-3 640,-1 1 1,-1 8-1,6-2 837,0 3-1164,0 3 1,0 11 0,0 10-58,0 11 0,0 17 1,2 0-1,2 9 2,1 4 0,3 7 0,-2 8 0,4 1-1,-1-1 1,1 6 0,-6-2 0,2 4-101,-2 2 1,3-3-1,-1-1 1,-2-4-63,-2-1 1,0-3-1,2-10 1,2-7 75,-2-12 0,-2-7 0,-1-7 62,5-3 0,-4-6 0,4-12 0,-4-8 160,-2-7 0,2-1 0,2-7 0,4-2-266,1-2 1,-3-4 0,4-1-1,0-5-110,-1-2 1,-3 7 0,6-3 0,-1 6 51,-1 6 1,6-2 0,-5 7 0,3 3-30,-3 2 0,5 9 1,-4 4-1,3 4 62,3 2 1,-1 10-1,0 7 1,1 11 154,-1 5 1,1 3 0,-1 3 0,-1 2-27,-4-2 0,1-2 1,-5-2-1,0-1 66,-1 1 0,-1 0 1,-8-2-1,-4-2 17,-5-2 1,-7-7 0,-3 1 0,-4-5 61,-2-7 1,-1 3 0,-3-8 0,2-3-102,-2-1 0,0-2 1,0-2-1,4-1-172,2-3 1,1-8-1,7 3 1,0-5-146,-1-1 1,6-1 0,1 1-382,-3-1 0,6 1 1,5 1-815,6 5 1445,-1 3 0,14-8 0,-6-3 0</inkml:trace>
  <inkml:trace contextRef="#ctx0" brushRef="#br0" timeOffset="649">699 862 8208,'0'-18'0,"0"1"108,0-1 1,0 1 0,0-1 0,0 1 344,0-1 1,0 1 0,0-1 23,0 1-632,0 7 0,2 3 0,2 8-33,2 5 1,2 6 0,-4 9 0,1 4-33,-1 3 1,0-5-1,0 6 1,4 2 37,2 2 0,-5-4 0,7 0 0,0 0 171,-3-1 0,7-1 0,-6-6 0,1 0 15,1-5 1,-1-1 0,7-9-1,-1-2 7,1-2 0,-1-4 0,1-6 0,-1-7 96,1-6 0,-5-11 0,1 3 0,1-4 68,-1-2 0,-2-5 0,1-1 0,-3 2-34,-2 2 1,3 2 0,-5 2 0,-2 4 95,-2 6 0,-2 4-155,0 1 0,0 10-245,0 8 1,0 8-1,-2 12 1,-2 1 67,-2 2 0,1 8 0,5 0 0,0 6 126,0 4 1,0 2-1,0-3 1,0 7 79,0 3 1,0 10 0,1 6-1,3 8-18,2 8 0,0 5 0,-4 4 0,2 4-89,2 2 0,1-7 0,-3-1 0,4-6-62,2 1 1,-6-14 0,1-6 0,-3-10 209,-2-7 0,0-7-64,0-11 0,-2-11 0,-3-12 0,-7-6 104,-4-6 0,-1-4 1,-2-7-1,-3-3-264,-1-3 1,-2-4 0,3-8-1,-3 0-18,-2 0 1,6-2 0,-3-2 0,5-3-22,1-3 1,1-2 0,2-5 0,3 2 16,6 3 0,4-3 0,2 5 0,2 0-43,4 5 0,6 3 1,11 2-1,6 0-71,4 0 0,2 0 1,0 2-1,0 2-305,0 2 0,7 6 1,5-5 512,3 3 0,3-6 0,-1 4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5:30.47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560 717 7907,'-6'-12'465,"-2"3"-413,-2 1 1,-1-4-1,-5 4 1,1 1-43,-3-1 1,5-4-1,-13 6 1,1 2-26,-4 3 0,-4 1 0,-4 0 0,-1 0 31,-3 0 0,0 1 0,8 3 0,2 4-94,2 2 1,8 1 0,-3 9 0,5 1-25,1 3 0,9-1 0,3-4 0,4 3 24,2 1 0,2 0 0,4-5 0,5-1 55,5 1 0,1-3 1,3-1-1,1-5 11,2-1 1,6-2-1,-3-6 1,-1-2 40,0-4 0,6-4 1,-4-7-1,2 0-13,1-1 1,-3-7 0,4-4-1,-2-4 14,2-2 1,-4 0 0,0 0 0,-2 0 37,-3 0 1,1-6 0,-4 1 0,-5-1 18,-4-2 0,1 4 1,-5-5-1,-2-1-10,-2 0 0,-4 5 0,-4-5 1,-5 2-27,-5 5 1,1 3 0,1 6 0,2 7 45,-1 9 0,3 5 0,-2 8-56,-1 0 1,3 2 0,0 4-104,3 5 1,1 11 0,6 3 0,0 2 55,0 4 0,0 4 0,2 6 0,2 3 79,2 1 0,7 5 0,-1-3 1,3 3-11,3 3 1,-1 5 0,1 2 0,-1 0 3,1 1 0,-1-9 0,-1-7 1,-3-3-39,-1-3 1,-6-10-322,5-6-193,-7-3 0,4-18-335,-8-8 820,0 0 0,-8-17 0,-2 3 0</inkml:trace>
  <inkml:trace contextRef="#ctx0" brushRef="#br0" timeOffset="450">1084 542 8343,'0'-17'203,"0"-1"0,0 1 0,0-1 92,0 1 1,-2 5-1,-2 1 312,-2-3-779,0 6 0,4 1-102,-4 7 1,3 1-1,-7 5 1,0 6 60,0 3 0,1 5 0,-3 1 0,4 4 138,1 3 0,5 1 0,-4 6 0,4 0 62,2-1 0,0 1 1,0-2-1,2-2 48,4-1 1,-2-3-1,7 4 1,3-4 27,1-2 0,5-4 0,1-7 0,2-4 66,-1-2 0,-3-3 0,-1-7 0,-1-3-22,0-7 0,-5-4 0,0-3 0,1-4-85,3-6 1,-6 1-1,-3-1 1,-1 0-4,0 2 1,0-6 0,-6 4 0,0-2-110,0 2 0,-8-2 1,-4 6-1,-5-3 59,-6-3 0,3 6 1,-5 2-1,2 3 12,-1 3 1,-5 7 0,6 4 0,2 5-290,1 1 0,3 0 1,1 1 307,5 5 0,3 4 0,8 7 0</inkml:trace>
  <inkml:trace contextRef="#ctx0" brushRef="#br0" timeOffset="995">1520 490 8343,'-7'-12'0,"-3"1"103,0-3 1,-3 4 0,5 1 1540,-2 1-1534,6-6-315,-4 12 1,10-5 0,2 8-1,4 5 146,2 6 1,-4 3 0,3 5 0,1 1 51,0 2 1,-5 7 0,5-5-1,0 2-1,0 4 1,-5 0-1,5 0 1,-2-2 33,-4 2 1,3 0-1,-1-2 1,-2-5 108,-2-5 1,-2-1 0,0-1 579,0 1-517,0-9 1,0-9-1,0-11 1,0-5-171,0-1 0,0-7 1,0-1-1,0-2-59,0-4 1,0 4 0,2-2 0,2-2-58,2-2 0,2 0 0,-5 2 1,5 1 4,2-1 1,-4 6-1,5 2 1,3 3-46,1 3 0,3 1 1,-1 5-1,3 5 7,3 4 1,-4 4 0,5 4 0,-3 5 74,2 5 1,-3 9-1,3 4 1,-4 6 123,-1 6 1,-6-4 0,-3 4 0,1-5 32,0-1 1,-6 0 0,1 0-1,-3-2-27,-2-4 0,0 2 0,0-7-574,0-3 0,0-7-301,0-3 1,0-9-1,0-2 791,0-10 0,8-13 0,2-4 0</inkml:trace>
  <inkml:trace contextRef="#ctx0" brushRef="#br0" timeOffset="1331">2289 752 11522,'17'-18'183,"1"1"1,-7-1 0,1-1 0,2-4-240,1-6 0,2 1 1,-1 1-1,-2 0-211,-3 0 0,-7 0 1,2-4-1,-4 4-74,-2 1 0,0 3 1,-2 6-1,-4 1 66,-6 4 0,3 5 0,-3 7 0,-1 0 79,-3 0 0,-3 7 1,-1 7-1,1 5 257,3 5 1,5 7-1,-3-2 1,4 4 165,3 2 0,1 0 0,6 0 0,0 0 115,0-1 1,9 3 0,7 0 0,7 0-91,4-4 1,3-8-1,4 1 1,1-5-155,0-6 0,0-9 1,0 0-1,0-4-375,0-2 1,0-2-1,0-4 1,-2-3-497,-4-1 1,2-6-1,-8 5 773,-1-5 0,-3-9 0,-1-2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5:35.49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392 366 6896,'0'-12'832,"0"0"0,6 6-715,0-5 1,0 5-1,-8-4-79,-4 2 0,-4 3 0,-7 5 0,-1 2-98,1 3 1,-6-1 0,-3 8 0,1 2-30,0 1 1,2 1-1,3-3 1,-1-1 22,-2 1 1,5 3 0,8 1 0,3 1 30,3-1 1,-4 1-1,4-1 13,6 1 1,8-1 0,13 1 0,6-1-18,4 1 0,2-1 1,0 0-1,0 1-44,0-1 1,0 1-1,0-1 1,-2 1 36,-4-1 0,2 3 0,-10 1 0,-3 2 40,-5-1 1,-9-3-1,0-1 1,-8-1 70,-7 0 1,-5-1 0,-3-2-1,-5-5 225,-5-1 0,-4 4 1,-2-7-1,-2-1-98,-3-2 0,3-2 1,-4 0-1,4-2-55,2-3 0,2 1 0,2-8 0,4-2-132,2-1 0,7 3 0,7 1-328,-3-3 1,8 4-1,6 1-196,10 1 1,6 2 0,3 6 0,2 0-604,3 0 1122,7 0 0,4 0 0,9 0 0</inkml:trace>
  <inkml:trace contextRef="#ctx0" brushRef="#br0" timeOffset="640">672 593 8208,'0'-18'-157,"0"1"1,-2 1 24,-4 4 1,4-3-1,-4 3 784,4-3-764,2 5 1,0 4-10,0 12 0,0 4 0,2 9 0,2 3 25,2 1 1,2 8 0,-2-4 0,3 2 38,1 0 0,5-2 0,-5 4 0,2-3 106,-1-3 0,1-2 0,6-3 1,-1-1 5,0-2 0,-5 3 1,0-14-1,1-3 79,3-1 0,1-2 0,1-2 0,-3-5-82,-3-11 1,3-1 0,-5-10 0,2-2-20,-1-2 0,-1-4 0,4-2 0,-5-2-30,-1 2 1,4 3 0,-6 3 0,-2 4-40,-3 5 1,-1 5 0,0 1-81,0 1 0,0 9 53,0 8 0,-5 8 1,-1 11-1,2 5 69,2 5 0,0 4 0,-2 2 0,-2 1 120,3 5 0,1 4 1,2 7-1,2 3 47,3 3 1,5 4-1,7 10 1,1 1 64,-1 3 1,1 13 0,1 1 0,1 1-126,-3-2 0,5 0 1,-13-13-1,1-4-6,-4-6 0,-4-8 0,-2-13 1,0-10 87,0-10 1,-2-8-1,-4-5 31,-6-6 1,-5-10 0,-5-4 0,-3-4-92,-2-7 0,4-4 1,-4-8-1,-1 0-320,1-6 1,6 0 0,-2-10 0,3 1-109,3 1 0,5-5 0,2 3 1,3-3 16,3-3 1,2 1 0,4 0 0,6-1 86,9 1 0,2 5 1,11 1-1,1-1-34,2 2 1,1 5 0,-1 11 0,-1 3-331,-3 1 0,-2 6 553,2-5 0,4 5 0,-6 2 0</inkml:trace>
  <inkml:trace contextRef="#ctx0" brushRef="#br0" timeOffset="1082">1737 418 8295,'-15'-2'0,"1"-2"108,2-2 1,1 0 0,-7 6-8,1 0 0,-1 0 0,1 0 0,-1 2-146,1 4 1,-1 4-1,1 7 1,-1 1-33,1-1 0,0 7 1,-1 1-1,1 0 32,-1 0 1,8 4 0,5-3-1,3-1 34,2 0 0,2-2 1,3-5-1,7-1 45,4 1 0,9-1 0,2-1 0,2-3 41,0-1 0,0-6 0,8 3 0,2 1-54,2 0 1,-6 2 0,-6 3 0,0-1-60,-2-3 1,-2 1 0,-9 5-31,-5 1 0,-3-1 0,-12-1 120,-7-5 1,-3 3 0,-15-6 0,-2 0-5,-2-1 0,-2 1 0,0-4 0,0 2-28,0-2 0,2-2 0,2-2 1,4 0-132,2 0 0,2-6 1,5-2-749,1-2 859,7 6 0,2-11 0,8 5 0</inkml:trace>
  <inkml:trace contextRef="#ctx0" brushRef="#br0" timeOffset="1451">2086 191 8280,'-15'-33'0,"1"4"237,3 5 1,7 5-1,-4 2 1,2-1 508,0 1 1,0 5 80,6 0-766,0 9 1,0-3 0,0 12 0,0 7-140,0 8 0,6 1 0,0 5 0,0 0-63,2 0 0,-4 8 0,5 8 0,1 0 172,0-1 0,-4 7 0,5-3 0,1 5-12,-2 1 1,3 1 0,-5-1 0,2 0-44,3 1 1,-3-1-1,0-1 1,-1-7-158,1-9 0,0-8 1,3-9-19,-1-1 0,0-7 0,5-4 0,0-6-215,1-6 1,-4-6-1,-1-9 1,3-2-1255,-3 1 1668,1-5 0,3 0 0,1-8 0</inkml:trace>
  <inkml:trace contextRef="#ctx0" brushRef="#br0" timeOffset="1650">2051 313 8272,'-17'0'1332,"-1"0"48,1-8 0,7 4-1027,5-7 0,5 7 1,7-2-1,9 4-417,5 2 0,10-6 0,-2 1 1,4 1-346,2 2 1,8 0 0,3-2 0,5-2-724,1 2 1,1 2 1131,-1 2 0,0 0 0,1 0 0</inkml:trace>
  <inkml:trace contextRef="#ctx0" brushRef="#br0" timeOffset="2035">2505 802 8272,'-1'10'632,"-5"-4"0,4-2-296,-4 1 0,6-3 1,6 2-1,5-6-20,5-4 1,7-7 0,2 1-1,1-3-243,-1-3 0,6-5 0,-2-2 0,2-1-173,-2 1 0,2-6 0,-5 4 0,-1-2-140,0 0 1,-4 7-1,-9-1 1,-6 4-225,-4 1 1,-2 1-1,-2 1 1,-4 3 80,-6 1 0,-5 8 0,-5-2 1,-3 4 324,-2 2 1,6 2 0,-3 4 0,5 6 129,2 3 1,-1 3 0,1-1 0,1 1 101,5-1 0,-3 7 0,8 1 0,0 2 216,-1 4 1,5-4 0,-2 2 0,8 2-9,7 2 0,5-4 0,3 0 0,4 1-241,7-3 0,3-2 1,1-8-1,1-1-371,0-4 1,0-5 0,2-7-1,4 0-454,5 0 1,-1-9 683,2-9 0,-1-7 0,7-10 0</inkml:trace>
  <inkml:trace contextRef="#ctx0" brushRef="#br0" timeOffset="2765">3239 627 8272,'-12'-17'252,"3"0"56,1-1 0,2 1 0,6-1 0,0 1 93,0-1 1,0 1-1,2 1-163,4 5 0,-2-3 1,7 8-364,3 2 1,-4 2 0,1 4-42,3 4 1,-4 4-1,-1 9 1,1 3-70,0 1 0,-1 8 0,5-2 0,-2 4 129,1 2 1,1 0-1,-1-2 1,-1-2 77,2-2 1,-1-2 0,1 2 0,-5-5 139,-1-5 0,0-2 1,-4 1 422,2-1 0,-1-9 0,-5-8-261,0-10 0,0-5 0,-1-3 0,-3-1-170,-2-4 1,-2-2 0,4-7 0,-2 3-245,3-2 0,1 0 1,2 0-1,2 2-131,3-2 0,-1 4 0,8 0 1,1 2 42,3 3 0,1 3 1,1 3-1,-1 3 97,1 1 0,-1 8 0,1 0 0,-1 6 60,1 4 0,-1 13 0,1 1 0,-1 5 67,1 6 0,-7 2 0,1 2 0,-1 0 79,-1 0 1,4 0 0,-8 0-1,-3 0 24,-1 0 1,4-6 0,0-2 0,-2-2 185,-2-4 1,-2-7 59,0-2 1,0-10 0,0-2 14,0-10 1,-6-8 0,0-3-1,2-4-140,2-2 1,2-2 0,0-4 0,0 2-318,0 1 0,0 1 1,2-6-1,4 0-103,6 1 1,-3 6 0,5 3 0,4 2-46,3 0 1,4-1 0,-4 7 0,3 1 44,-3 5 0,4 3 0,-1 8 1,-1 0 76,2 0 1,-5 2 0,3 6 0,-6 7 123,-5 6 1,3 9 0,-5-5 0,2 2 13,-1 4 0,-5-4 1,4 2-1,0 2-60,-1 2 1,-5 0 0,2-2 0,-4-3 9,-2-3 1,2 0-1,2-4 350,2 3 1,-1-1-243,-5-6 0,8-9-108,4-8 1,3-6 0,3-7-1,-1 1-313,1-2 1,1-3 0,4-4 0,7-3-558,3 3 0,1-4 905,1 2 0,8-16 0,2 2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2:45.88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80 35 8097,'-12'0'196,"1"0"1,5 0 277,-6 0 1,6 0 0,-3-2 185,1-4 0,0 4-114,2-3-578,4 3 0,2 0 0,12-2 0,3-2-75,3 2 0,1 2 0,5 2 1,5 0-171,4 0 0,2 0 0,0 0 0,0 0-6,-1 0 1,1 0 0,0 0 0,0 2-185,0 4 0,-2-4 1,-4 6-1,-5-2-153,-5-1 1,-7 3 619,-1-2 0,1 4 0,5 7 0</inkml:trace>
  <inkml:trace contextRef="#ctx0" brushRef="#br0" timeOffset="286">80 297 8097,'0'18'729,"0"-1"95,-8-7-469,6-2 1,-4-8-253,12 0 0,4 0 1,7 0-1,3 0-126,3 0 0,-2 0 0,7 0 0,-1 0-86,0 0 1,0 0 0,4 0-1,-2 0-174,2 0 0,0 0 0,-2 0 1,-3 0-159,-1 0 0,-6 0 0,5 1-733,-5 5 1174,-2-4 0,-7 8 0,-4-4 0,4-4 0,-1 5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2:43.50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717 856 6284,'10'0'1970,"-1"0"-1756,-3 0 1,-4-2 22,4-3 0,-4 1-101,-2-8 0,0 6-112,0-5 1,-8 7-31,-4-2 1,-5 4-1,-4 2 1,-5 0-23,-1 0 0,-2 0 1,-8 2-1,-2 4 32,-1 5 1,-9 5-1,3 1 1,-3 1-6,3-1 0,-3 7 1,8 1-1,2 0-2,3 0 0,3 6 1,4-3-1,5 1-51,5 0 1,3-8 0,5 4 0,5-1-34,4-1 1,4 0-1,4-5 1,5-1 40,5 1 1,1-1 0,1 0 0,-1-1 13,1-4 0,5 1 0,2-7 0,0-2 13,1-2 0,5-2 0,-2 0 0,2 0 0,-2 0 1,4-8 0,-4-5-1,4-7-39,2-3 0,-2-8 0,-2 2 0,-2-4 1,2-2 0,-4 0 0,0-2 0,-1-2-11,-5-2 0,-2 1 0,-1 5 0,-1 0 66,1 0 1,-6-2-1,-3-2 1,-1-2 74,-4 3 1,-2 1 0,-2 0 0,0-2 86,0-2 0,0-5 1,0 3-1,0 0-8,0 1 0,0 3 1,0 6-1,0 2-55,0 0 1,0-4-1,0 10 1,0-1 44,0 1 1,0 2-1,0 5-88,0 1 1,0 5 282,0 1-443,0 7 0,0-2 0,0 12 37,0 5 1,0 7 0,0 3 0,0 4 126,0 3 0,0 1 0,0 8 0,0 1 56,0 3 0,6 8 0,-1-3 0,1 5 20,2 1 0,-4 1 0,6-1 0,-1 0-45,1 1 1,-4 5 0,4 0 0,-1-4 23,1-5 0,0-1 0,1-7 0,-3-2-12,0-2 1,-6-4-1,4-2-11,-4-2 0,-2-8-296,0 3-427,0-5-508,0-9 127,0-2 1,-6-16 1013,0-4 0,-8-3 0,5-3 0</inkml:trace>
  <inkml:trace contextRef="#ctx0" brushRef="#br0" timeOffset="748">1433 350 8163,'10'-8'-1721,"-3"4"2240,-7-7 1,0 5 896,0-6-514,0 8-811,0-11-104,0 13 1,0-4-1,0 12 66,0 5 1,0 11 0,0 3 0,0 2 16,0 4 0,0 2 0,0 4 1,2 4 7,4 5 1,-4 5-1,6-1 1,-2-1-27,0-3 0,-1-5 0,-3 4 1,2-2-55,2-5 1,0-3-1,-6-6 1,0-5-84,0-5 1,6-1 0,-1-1-476,-1 0-641,-2-7-234,-2 6 815,0-14 0,0 3 620,0-10 0,-7-13 0,-3-9 0</inkml:trace>
  <inkml:trace contextRef="#ctx0" brushRef="#br0" timeOffset="1066">1468 263 8163,'-10'-18'151,"4"1"74,4-1 0,-3 7 0,-1-1 30,2-2 1,2-1-1,4-3 8,4 1 1,-2 1 0,7 3-1,3 1-177,1-1 0,5 3 1,1 0-1,4 0-146,3 1 1,-5 3 0,6-4 0,2 2-169,2 5 1,2 1 0,-2 2-1,-2 0-61,-2 0 0,-2 2 1,2 1-1,-5 5-29,-5 2 1,-7 2 0,-1 3-1,1-1-26,-2-3 0,-3 1 0,-7 5 0,-2 1 344,-3-1 0,-5 1 0,-8-1 0,1 1 0</inkml:trace>
  <inkml:trace contextRef="#ctx0" brushRef="#br0" timeOffset="1350">1485 455 8163,'-7'17'-62,"3"-1"280,-8-5 1,6 3 703,-5-8-635,7 0 0,4-6 1,11 0-1,5 0-134,1 0 0,7 0 0,1 0 0,0 0-158,0 0 1,4 0 0,-3 0-1,-1 0-45,0 0 0,6 0 0,-4 0 0,2 0-236,1 0 0,-7 0 0,4 0 0,-2 0-216,-3 0 0,-3 0 1,-2 0-290,1 0 0,-3 2 477,-3 3 0,-4 5 0,-10 8 314,-4-1 0,2-5 0,-7-1 0,-9 1 0,-7 5 0</inkml:trace>
  <inkml:trace contextRef="#ctx0" brushRef="#br0" timeOffset="1717">1503 1066 8163,'-8'17'-42,"4"1"280,-7-1 0,5-7 0,-4-2 910,2 0-528,2-6 0,8 7-387,4-3 1,-2-4 0,8 6 0,1-2-213,3-1 1,7 3 0,2-4 0,1 2-128,-1-2 0,6 0 0,-2 0 1,4 1 76,2-1 0,2-2 0,2-2 0,1 0-143,-1 0 1,-4 0 0,-4 0 0,-4 0 3,-2 0 0,1-6 1,-5 1-80,2 1 0,-5 0-336,-7-2 15,-7 4 215,4-6 1,-8 10-197,0 4 1,2-4 548,4 4 0,4-4 0,7-2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2:52.63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85 245 7909,'-11'0'1162,"-1"0"-1122,8 0 0,-5 0-146,3 0 1,4 2 127,-4 4 0,4 3 0,2 9 0,2 1 15,4 4 0,-2 10 0,5 12 1,-1 4-40,-4 5 0,6 4 1,-1 0-1,3 4 12,0 1 0,-6-5 0,3-10 1,-1-3 38,-4-2 1,4-3 0,-2-7-139,-3-4 0,1-5 1,0-11-472,2-1-60,0-8 0,-6-4 299,0-12 1,0 2 0,0-1 320,0-3 0,-8-9 0,-2-4 0</inkml:trace>
  <inkml:trace contextRef="#ctx0" brushRef="#br0" timeOffset="268">85 297 8126,'0'-17'38,"0"-1"0,0 7 0,0-1 1,0-2 181,0-1 1,0-3-1,0 1-102,0 0 0,8-1 0,2 1 0,2 1 57,-1 4 0,3-3 1,7 3-1,4-1-185,3 1 1,1-2 0,8 9 0,1 1-161,3 2 0,0-4 0,-6 0 1,0 2-163,0 2 1,-2 8 0,-2 2 0,-6 2-62,-6 3 0,-5 3 0,-14 1 0,0 3 393,0 3 0,-8-4 0,-4 5 0,-11 3 0,-4 0 0</inkml:trace>
  <inkml:trace contextRef="#ctx0" brushRef="#br0" timeOffset="533">103 507 8126,'-16'11'-1254,"3"-1"2468,1-2 262,8-2-1337,-3-6 1,14-6-1,5 0 1,5 2-100,7 2 1,-3 2 0,6 0 0,0 0-33,1 0 1,1 0 0,4 0 0,-2 0-238,-2 0 1,0 0 0,6 0-1,-2 0-145,-4 0 0,4 0 1,-6 2-1,0 2-31,-3 2 0,-5 6 0,-2-5 1,-1 3 404,-4 4 0,-5 1 0,-7 3 0,-2-1 0,-3 1 0,-5 7 0,-8 2 0</inkml:trace>
  <inkml:trace contextRef="#ctx0" brushRef="#br0" timeOffset="834">173 1048 8126,'-20'16'-635,"-1"-3"1,-2-3 679,1-2 0,9 0 1,1-5-1,-1 3 875,-3-2 1,4-2 426,1-2-1181,7 0 0,-2 0 1,12 0-1,6 0-79,3 0 1,8 0 0,3 0 0,1 0-156,4 0 1,2 0-1,2 0 1,2 0-34,3 0 1,-1 0 0,6 0-1,-1 0 25,1 0 0,0-2 0,3-2 0,-3-2-34,-2 3 0,-3 1 0,-5 2 1,-2 0-135,-4 0 0,-3 0 0,-9 0-1246,0 0 1006,-7 0 0,-4 0 0,-12 0 484,-5 0 0,3 0 0,-8 0 0,7 0 0</inkml:trace>
  <inkml:trace contextRef="#ctx0" brushRef="#br0" timeOffset="1184">924 926 8126,'-10'-2'-1861,"2"-2"2791,1-2 0,5-1-353,-4 1 0,2 4 3,-2-4-687,4 4 0,-6 4 0,8 4 111,0 5 1,2 5-1,2 1 1,2 3 41,-2 3 1,4-2 0,-3 9 0,-1 1 60,-2 2 1,4-4 0,0 2-1,0 4-134,2 3 0,-7 3 1,5-8-1,-4-2 102,-2-2 1,0-5-1,0 3-229,0-2 1,0-2-1151,0-5 302,0-8 1,0-5 1001,0-10 0,-8-5 0,-1-8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2:49.38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71 245 8588,'0'17'82,"0"1"1,0-1 0,0 4 0,0 7-17,0 6 1,0 13 0,0 0 0,2 3-37,4 2 0,-3 7 0,7-1 0,-2-4 4,-4-5 1,3-1 0,-1-9-1,-2-6-184,-2-8 1,-2 0-418,0-1 48,0-1 0,-2-13 133,-4-4 1,4-6 0,-5-6 62,-1-6 0,6-3 323,-4-3 0,-4 1 0,1-1 0</inkml:trace>
  <inkml:trace contextRef="#ctx0" brushRef="#br0" timeOffset="367">18 157 6264,'-9'-2'1367,"3"-3"0,4 1-1169,2-8 1,0 6-1,2-5-172,4-3 0,3 0 0,11 1 0,3 1-123,6-1 1,4 3 0,2 0-1,0 2-47,0 5 1,6-5-1,-1 2 1,-1 2 5,-2 2 0,-2 2 1,-2 0-1,-4 0-158,-6 0 0,-3 6 0,-5 2 1,-3 1 51,-6 5 1,-4-4 0,-2 1 0,-2 3 243,-4 1 0,-4 11 0,-7 1 0</inkml:trace>
  <inkml:trace contextRef="#ctx0" brushRef="#br0" timeOffset="651">106 419 8126,'-12'12'-1841,"0"-2"2584,-1-3 1,5 1 29,2-2 0,2-4-630,-1 4 0,5-4 1,0-2 66,9 0 0,7 0 1,3 0-1,2 0-125,3 0 0,5 0 0,-4 0 1,2 0-279,4 0 0,0 0 0,0 0 0,-1 0 69,1 0 1,-4 0 0,2 0 0,0 0-122,-2 0 0,4 0 0,-8 0 0,-1 0-279,-3 0 0,-3 2 0,-3 1 219,-1 3 1,-8 8 0,2-2 304,-4 3 0,-4 1 0,-4-5 0,-12 13 0,-9-5 0</inkml:trace>
  <inkml:trace contextRef="#ctx0" brushRef="#br0" timeOffset="934">158 978 8126,'-27'27'0,"2"-5"-213,-1-9 0,13 1 0,-5-8 1,5-1 845,3 3 0,0-6-128,5 4 1,5-4-237,0-2 1,7 0 0,13 0-149,3 0 1,-2 0 0,8 0 0,1 0-198,-3 0 1,6 0-1,-4 0 1,4-2-83,2-4 0,0 4 1,-2-4-1,-2 4-23,-2 2 1,0 0-1,6 0 1,-2 0 52,-4 0 1,-4 0-1,-7 2 1,-1 2-438,1 2 0,-3 2-532,-3-2 1097,-4-4 0,-8 13 0,0-5 0</inkml:trace>
  <inkml:trace contextRef="#ctx0" brushRef="#br0" timeOffset="1434">734 1031 6292,'-2'9'2285,"-1"-5"-1742,-3-8 1,0-5 0,6-9-353,0 1 0,2-1 0,4 1-159,5-1 1,5 3-1,1 1 1,3 4-65,3 3 1,-4-1-1,7 4 1,-3-2-184,0 2 0,6 4 0,-5 4 0,-3 4-119,-2 2 0,-3 7 0,-4 8 0,-7 1 130,-3-1 0,-2 6 0,-4-2 0,-5 6 177,-9 6 0,-5-5 0,2 5 0,-5-4 26,-1-2 0,4-6 1,-4-2-1,0 0 100,-1 1 0,7-13 0,0 3 1,5-5 621,5-3-166,-1-2-425,2-8 0,4-2 1,12-2-34,6-2 1,3 0-1,3 6 1,-1 0-80,1 0 0,5 0 1,2 0-1,1 0-101,-1 0 1,4 0 0,-4 0 0,2 0 52,4 0 0,-4 0 0,1 0 0,-1 0-50,0 0 0,-4 0 1,4 0-1,-1 0-33,-5 0 1,-2 0 0,-1 2-961,-1 4-573,-7-4 1646,-2 6 0,0-1 0,1 3 0</inkml:trace>
  <inkml:trace contextRef="#ctx0" brushRef="#br0" timeOffset="2098">2079 681 8126,'-17'0'0,"1"-2"-32,5-4 1,-5 5 0,4-5 410,-3 4 0,-3-4 335,1 0 1,-1-2 72,1 3-518,-1 3-347,9-6 1,3 8 0,12 0 0,5 0-96,5 0 0,3 0 1,5 0-1,3 0 85,0 0 0,6 0 0,-4 0 0,6 0 12,6 0 0,-10 0 0,4 0 0,-2 0-2,0 0 1,2 0 0,0 0 0,-1 0-48,1 0 0,-5 0 1,-1 0-1,0 0 14,-2 0 1,-2 0 0,-7 0-89,-1 0 1,-5 0-22,-1 0 0,-9 0-159,-2 0 0,-2 0 29,-9 0 1,5 2 349,-6 4 0,8-4 0,-3 5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2:56.67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70 7848,'10'0'1233,"5"0"-1123,-3 0 1,3-2-1,3-2 1,-1-1-103,1 1 0,7 0 0,4 0 0,4-2-69,2 2 0,0-4 1,2 3-1,1-1-39,3-2 0,0 6 1,-6-4-1,0 4-93,0 2 1,-8 0 0,-4 0-605,-3 0 489,-3 0 0,-9 2 0,-8 2 165,-10 2 1,-5 2-1,-3-4 1,1 1 142,-1-1 0,1 6 0,-1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2:57.03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53 0 8089,'-17'10'11,"-1"-4"1,8-2 514,5 1-127,3-3-258,2 6 1,7-8 0,5 0 0,4 0-75,1 0 1,2 0 0,3 0 0,1 0-153,-2 0 1,7 0-1,-1 0 1,2 0 26,0 0 1,-6 0 0,4 0 0,1 0 17,-1 0 0,0 0 0,2 0 1,-4 0-9,0 0 1,-5 0 0,3 0 0,-3 0-78,-3 0 0,-5 0-281,-1 0-448,-7 0 272,4 0 0,-10 0 582,-4 0 0,-3 0 0,-9 0 0,1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3:04.25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524 70 8128,'10'-8'-1696,"6"5"1951,-5-9 1,-3 6 207,-2-6 1,-4 7-328,-2-7 0,-2 8 0,-4-2-148,-6 4 1,-9 2 0,-4 2 0,-2 2 77,-4 2 0,-2 8 0,-2-3 1,0 5 3,0 1 1,0 1 0,2-1-1,2 1 28,2-1 0,0 6 1,-4 1-1,4-1-20,5 2 1,5-4 0,1 9 0,3-1-75,3-2 0,5-2 0,7-7 0,1-1 96,5 0 0,10 5 0,7-3 0,0-3-18,3-1 1,1 1-1,8 1 1,0 1-63,0-1 1,0-5 0,-1-1 0,1 3-72,0 2 1,0 1-1,-2 2 1,-2 3-60,-2 1 1,-7 6-1,1-4 1,-6 3-77,-5 3 1,-4-4 0,-8 0-1,0 0-69,0 0 1,-14 0 0,-3 5-1,-5-5 118,-3-2 0,0 0 1,-8-4-1,2 3 140,0-3 1,-6-1 0,8-5 0,-4-3 112,-2-6 0,6-5 1,2-1-1,0 0 22,-1 0 0,7-7 0,-2-5 0,5-5-79,7-7 1,-5 3 0,6-6 0,1 2-10,3 3 0,4-3 0,2 0 0,0 0-54,0-1 1,6 3 0,2 6 0,1-1-49,5 1 1,1 1 0,3 3 0,1 3-68,5 2 1,-5-4 0,6 7 0,-2 1-117,1 2 0,1 2 1,-4 0-1,3 0-322,-3 0 1,4 0 556,-2 0 0,9 0 0,-5 0 0</inkml:trace>
  <inkml:trace contextRef="#ctx0" brushRef="#br0" timeOffset="951">944 280 6825,'0'-12'1048,"0"0"1,0 7-471,0-7 0,0 0-171,0-5 1,0 5-411,0 1-228,0 7 186,0-4 0,0 16 0,0 5 1,0 9 132,0 7 1,0 6 0,0 5-1,0 7-53,0 3 0,5 5 0,1 3 1,-2 4 2,-2 0 1,0 4 0,2-10 0,2-3-70,-2-5 1,-2-9-1,-2 0 1,0-8-81,0-8 0,1-11-25,5-6 1,-4-6 115,4-6 0,2 2 0,0-8 0,-1-1-27,1-3 0,6-7 1,-3 0-1,3-1-14,-2-1 1,3 6-1,-5-4 1,1 1-21,1-1 0,-2 4 0,3-7 0,-3 3 30,-2 0 1,3-1 0,-3 7-1,0 0-18,0-1 1,3 6-1,-3 1-78,2-3-44,2-1 0,5 5 117,0 4 1,-5 6 0,-2 6 0,-1 4 89,1-1 0,2 13 0,5-5 1,1 3 91,-1-1 0,7 4 1,1 2-1,2 1-10,4-1 0,-4 4 0,2-4 0,2 1 12,2-1 0,0 4 0,-2-6 1,-4-3 11,-1-7 0,3 3 0,-4-7 31,2 1 0,-5-2 0,1-8-113,-4 0 1,-9-2-1,-2-2 1,-2-4-52,-1-1 0,1-3 0,-6-6 0,0 1 15,0-1 0,0 1 0,0-2 0,0-3-84,0-1 0,0-8 0,0 2 0,0-4 71,0-2 0,0 0 0,0 0 1,0-2 32,0-4 1,0 5 0,0-5 0,0 2 20,0-2 1,-6 4-1,1-1 1,1 5 23,2 3 1,2 9-1,-2-2 1,-2 3 23,-2 3-937,0 7 189,6 3 0,0 8 0,0 5 0,2 6 655,4 3 0,-4 3 0,6-1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3:01.97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455 36 7470,'18'0'-1023,"-7"-6"2352,1 0-971,-8-7-345,3 11 1,-14-6-1,-5 8 1,-3 0-28,-3 0 0,1 2 0,-3 2 0,-1 3-18,-2 3 0,-3 2 0,5 3 0,-2 1-12,1 1 0,-3-7 1,2 11-1,1 1 40,3-3 0,2 2 1,-1 1-1,1 1 24,-1-2 0,7 1 0,1-1 0,2 2 20,4-1 1,2-3-1,2-1 1,2-1 26,4 1 0,4-7 1,7 1-1,3-1-37,3-1 0,-4 6 1,7-7-1,-1 3 18,4 0 1,-2-3 0,0 5 0,0-2-54,1 1 0,-5 3 0,4 3 0,-2 2-71,-3 3 1,-9 1-1,-3-4 1,0 5 15,-1 1 0,-5 2 0,0 6 0,-8-2-80,-7-4 1,-5 4-1,-1-6 1,-3 0 108,-3-4 1,1-3 0,-5-3-1,0-1 39,0-4 0,6 1 0,-5-7 0,3-2 99,0-2 1,0-2 0,5 0 0,1-2-8,-1-4 0,1-4 0,-1-7 0,1 1-26,-1 5 1,1-5 0,-1 4 0,3-3 56,3-3 0,-1 1 1,7 0-1,2-1-81,2 1 0,2-1 0,2-1-41,4-5 0,3 7 0,9-2 0,1 5-39,5 0 0,-5 5 1,6-3-1,-1 0-140,-1 3 0,0 1 0,-4 8 0,3 0-346,1 0 0,0 0 516,-5 0 0,7 8 0,2 1 0</inkml:trace>
  <inkml:trace contextRef="#ctx0" brushRef="#br0" timeOffset="680">1154 333 8249,'11'-2'-587,"1"-4"1,-2 2 0,3-6 997,-1 3 0,-8-1 84,2 2 0,-5 2-29,-1-8-481,0 9 0,-7-5 0,-5 8-47,-3 0 1,-3 8 0,-1 3 0,-3 5-92,-1 1 0,-6 1 0,6 1 0,-1 4 104,-1 6 0,4 6 1,-8 6-1,0 6 83,1 3 0,3 5 0,8 3 0,-1 4 49,1 0 0,7-2 1,4-8-1,6-1 1,6-4 1,10-11 0,9-8 0,2-5 15,4-8 1,2 1 0,2-10 0,2-2-17,4-2 1,-5-2 0,3-4 0,-6-6-75,-4-8 1,0-5-1,6 0 1,0-4-7,0 0 0,-6-8 0,-1 2 1,-3-6-88,-4 0 0,-1 2 0,-3 0 0,-1-2 84,-5-1 1,-3-3 0,-8 4 0,-2-3-4,-4-3 1,-4 6 0,-9-4-1,-4 3 38,-6-1 0,-2 0 1,0 6-1,1 2-7,-1 4 0,4-2 0,0 8 1,2 1-102,3 3 0,9 7 0,1 3-59,-1 1 0,3 4 0,0 10 0,3 6-228,3 3 1,-4 4 0,2 3 0,2 3 358,2 2 0,2 2 0,0 6 0</inkml:trace>
  <inkml:trace contextRef="#ctx0" brushRef="#br0" timeOffset="1000">1206 752 6311,'0'-18'2826,"0"7"-1667,0-1 0,-2 6-600,-4-5-428,4 7 0,2 2 1,12 12-1,3 3-60,3 6 1,-1 9 0,3-3 0,3 2-115,6 4 1,2 8 0,0 2 0,-2-1 2,2 3 1,-3-6 0,-1 4 0,0-4-33,0-2 1,-11-6 0,1-2-159,-1-2 1,-9-2-1467,-1-5 484,-4-9 1,-4-3 430,-4-12 0,4 3 781,-3-9 0,3 0 0,2-5 0</inkml:trace>
  <inkml:trace contextRef="#ctx0" brushRef="#br0" timeOffset="1482">2394 717 8249,'-18'0'45,"1"0"607,-1 0-552,1 0 0,1-2 85,5-4 1,5 4 0,12-4-119,5 4 0,5 2 1,3-1-1,2-3-130,3-2 1,7 0-1,-2 6 1,4 0 29,2 0 0,0 0 0,2 0 0,1 0-71,3 0 0,-6 0 0,-6-2 0,0-2 7,-1-2 1,3 1 0,-8 5-1,-2 0-44,-1 0 0,-9 0 30,1 0-40,-8 0-699,-4 0-561,-2 0 1411,-6-8 0,8 6 0,0-6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9:06.29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35 402 8058,'-5'-12'-288,"-1"1"583,0 7 1,0-6-81,0 4-81,1 4 0,5-3 1,0 10 14,0 7 0,0 9 0,1 5 0,3 1-65,2 4 0,6 4 1,-4 4-1,-1 3 39,1 3 0,6 0 0,-5 3 1,3-1-110,0 1 1,-6 1 0,3-3 0,-1-5-108,-4-4 0,0-4 1,0-2-168,1-2 1,1-8-224,-6 3 1,0-15-408,0-9 1,0-7 889,0-11 0,-7-7 0,-3-2 0</inkml:trace>
  <inkml:trace contextRef="#ctx0" brushRef="#br0" timeOffset="383">35 262 8058,'-1'-15'-227,"-3"1"238,-2 3 1,-6-1 241,6-6 0,2 3-157,10 3 1,10 5-1,9 7 1,2 0-98,4 0 1,2 0 0,2 1 0,0 5-49,0 6 1,0-2 0,-2 1 0,-2 3-61,-2 1 1,-8 3-1,1-1 1,-7 1 39,-3-1 1,-8 1 0,0 1 0,-8 2 56,-8 3 0,-3 1 0,-5-4 0,-3 3 37,-6-3 0,-4 2 0,-2-3 1,0-5 25,0 1 0,0-3 1,2 1-1,4-4-31,6-3 0,3-1 0,3-6-25,-1 0-204,9 0 0,3-2 0,12-2 0,5-2-31,5 3 1,7-5 0,2 2 0,3 0 239,3-2 0,2-1 0,2-9 0</inkml:trace>
  <inkml:trace contextRef="#ctx0" brushRef="#br0" timeOffset="849">664 612 7136,'10'7'864,"-2"-5"1,-10 6-788,-4-8 1,-4 0-1,-7 0-77,-1 0 1,7 0-1,-1 0 1,-2 2-41,-1 4 1,-3-2-1,3 7 1,1 3-14,3 1 1,-1 3-1,-4 1 1,3 3 34,1 1 1,8 8 0,-1-2 0,3 2 74,2-2 1,0 4-1,2-4 1,3 2-52,7-1 0,4-5 0,1-10 1,0-1-27,1-3 1,1-7-1,3 2 1,1-6 18,-2-6 0,1-1 0,-3-9 0,0 1-23,-3-5 1,-4-3-1,1 2 1,-3-5 36,-2-1 1,-2 0 0,-6-2 0,0 4 38,0-1 1,-8 5-1,-4-6 1,-3 2-13,-3 3 0,-1 9 1,-3 1-1,-1 0-27,2 3 1,-4-5 0,1 8-176,3 2 0,1 3-547,3 1 0,7 1 379,4 5 0,12-4 0,6 6 0,3-2 330,3 0 0,7-1 0,2-5 0</inkml:trace>
  <inkml:trace contextRef="#ctx0" brushRef="#br0" timeOffset="1149">996 647 8060,'0'-18'-177,"-6"6"1,-2 3 0,1-1 673,-1 0 1,2 4 0,4-3 431,-4 1-335,4 2-634,-5 6 1,7 8 0,0 4 0,0 3 93,0 3 0,5 1 0,1 2 0,0 5-40,2 1 1,-4 0 0,5 4 0,-1-4 4,-4-2 1,4 4-1,-2-5 1,-2-3-291,-3-2 1,5-1 0,0-1-559,-2 1 1,0-3 242,2-3 0,-4-6 1,3-12 585,-3-6 0,-2-11 0,0-4 0</inkml:trace>
  <inkml:trace contextRef="#ctx0" brushRef="#br0" timeOffset="1332">996 350 8060,'-17'-18'-321,"5"7"1772,0-1-1707,1 0-233,1 3 0,10 3 1,12 10-1,3 3 489,3 3 0,-1 2 0,0 13 0,1 2 0</inkml:trace>
  <inkml:trace contextRef="#ctx0" brushRef="#br0" timeOffset="1946">1241 943 8060,'-10'-11'-13,"2"1"343,0 2 1,6-5-121,-3 1 1,3-3 0,2-3 0,0 1-88,0-1 0,0 1 0,0-1 1,2 1-120,3-1 0,-1-1 0,8-1 1,0 1-127,-3 4 1,5 1-1,-6-2 1,1 3-48,5 1 1,-4 8-1,1-1 47,3 3 0,-1 4 0,1 3 0,-4 9 44,-3 7 1,1 1 0,-4 7 0,4 2 85,2 2 1,-7-4-1,3 0 1,-2 2 61,2 2 0,-4-6 1,4-4-1,-4-1 51,-2 1 1,5-9-1,1 3 219,-2-1-247,-2-9 1,-2-1-1,0-12 1,0-5-65,0-5 1,0-3 0,0-2-1,0-5 17,0-1 1,0 0 0,0-4-1,0 4-40,0 2 1,0-5-1,0 5 1,2 0-28,4 0 0,-2 0 0,7 3 0,1-1-3,-2 2 0,5 7 0,-3 4 0,3 2-60,3 5 1,-6 1 0,-1 2-1,3 2 35,1 3 1,3 1-1,-1 10 1,1 3 21,-1 1 1,-5 5 0,-1 0 0,1 0 19,-2 0 0,3 7 0,-5-3 0,0 2 52,0-2 0,-3 2 0,-3-6 0,2 0 0,2 1 0,0-3 0,-6-6 1,0 1-171,0-1 0,0-5 0,-2-2-180,-4-3 0,2-1-206,-7-6 0,5-2 126,-6-4 0,8-3 0,0-9 385,8 1 0,6-8 0,7-3 0</inkml:trace>
  <inkml:trace contextRef="#ctx0" brushRef="#br0" timeOffset="2316">2009 262 8060,'0'-17'43,"-2"-1"0,-2 1 0,-2-1 200,2 1 1,2 0 0,2-1 0,-1 3 399,-5 3 0,4-4 388,-4 5-690,4 3-429,2 0 0,0 28 1,0 5 33,0 4 0,6 2 1,0 6-1,-2 2 46,-3 1 0,5 9 1,0-3-1,-2 5-6,-2 1 1,4 7 0,0-1-1,-1 0 21,3 2 0,0-6 0,6 5 0,-3-7 0,3-5 0,-5-5 1,3-7-1,2-4-101,1-7 0,-3-3 0,-1-15 1,3-2-151,2-2 1,-1-10-1,-1-4 1,-3-5-130,3-7 0,1 3 0,3-8 0,-1 0-318,1 2 1,-1-6 0,-1 4 690,-5-4 0,5-2 0,-6 0 0</inkml:trace>
  <inkml:trace contextRef="#ctx0" brushRef="#br0" timeOffset="2581">1991 419 8034,'-19'0'0,"0"-1"646,1-5 0,-3 4 567,9-4-751,4 4 0,3 2 0,10 0-410,7 0 1,6 0 0,3 0 0,4 0-72,2 0 0,2 0 0,8 0 0,2-2-207,2-4 1,5 4 0,-3-5 0,0 1-538,-1 0 0,1-2 1,-4 4-1,2-3-853,-2-3 1616,-3 6 0,-1-12 0,0 7 0</inkml:trace>
  <inkml:trace contextRef="#ctx0" brushRef="#br0" timeOffset="3330">3546 140 7956,'0'-17'-279,"0"5"1,0 0 620,0-1 1,-2 3-25,-4-2 1,4 1-1,-6-5-83,1 5 1,5 1-1,-6 6-146,0-2 1,4 0 0,-7 6-85,-3 0 0,4 0 0,1 2 1,-1 4 19,0 6 0,0 3 0,-3 3 0,3 1 4,2 4 0,1 5 1,3 7-1,-2 1 32,2 5 0,2 4 0,2 7 0,0 2-17,0 5 0,8 1 0,4 8 0,3-2-37,3 0 1,-1 4 0,-1-12 0,-3-2-26,-1-2 1,-1 3-1,5-5 1,-2-7-13,-3-6 1,-7-10 0,2-2 0,-4-2-78,-2-4 1,0-1 0,0-3-16,0 1 0,-2-3 0,-2-1 1,-4-4-273,-1-3 0,3-1 0,-6-6 1,0-2-26,3-4 1,-7 2 0,6-7 0,-1-5 418,-1-5 0,1-6 0,-7-8 0</inkml:trace>
  <inkml:trace contextRef="#ctx0" brushRef="#br0" timeOffset="3547">3214 804 7956,'-12'-8'180,"1"-4"0,5-3 632,-6-3 0,8 1-252,-1-1 1,3 1-424,2-1 0,5 7 0,3 1 0,2 0-193,3 1 1,9 3-1,3-4 1,0 0-220,0 1 1,7-1-1,-3-4 1,4 5-317,2 1 1,-1-4-1,1 5 1,0-1-14,0 0 0,0-5 1,-2 3 603,-4 0 0,4-5 0,-6 5 0</inkml:trace>
  <inkml:trace contextRef="#ctx0" brushRef="#br0" timeOffset="4380">3720 472 7956,'0'-18'344,"0"1"1,0-1-118,0 1 1,0 5 0,0 1-152,0-3 1,0 4-63,0-1 1,2 7-649,4-2-71,-4 4 485,6 2 1,-8 2 178,0 4 0,0-2 55,0 7 138,0-7 301,0 4-200,0 0 0,2-6 137,4 4-338,-4-4-178,5-2 0,-7 1 106,0 5 0,0-2 70,0 8 0,0-6 0,2 5 1,2 3 33,2 1 0,0 3 0,-4-1 0,2 3-49,1 3 0,1-4 1,-4 5-1,2-5-28,2-1 0,2-1 0,-4 1-61,1-1 1,9-1 45,-2-5 1,3-3 0,3-10-55,-1-4 0,-5 2 1,-1-9-1,1-5-14,-2-3 0,3-4 0,-5 1 0,2-3 45,3 0 0,-3-4 0,0 6 1,-1 0 70,1-1 1,-6 1 0,4 4 0,-2-3 156,-1 3 1,1 2-20,-6 1 1,-2 3-188,-4 3 1,5 6 0,-5 12-39,4 6 0,-4 3 0,0 3 0,2-1 75,2 1 1,2-1 0,0 2 0,0 5 96,0 5 0,6-2 1,2 0-1,2 0-56,3 1 1,3-5 0,1 4 0,3 0-17,3 0 1,-2-11 0,6 1-1,1-3-65,-1-4 1,-4-3 0,4-7 0,-2 0-151,-3 0 0,-3-7 1,-1-5-1,-1-4-193,1-1 1,-7-6 0,-1-1 0,0 3-227,-1 2 1,-5 7-1,2 0 581,-4-1 0,-10-3 0,-2-1 0</inkml:trace>
  <inkml:trace contextRef="#ctx0" brushRef="#br0" timeOffset="5063">4367 419 7956,'0'-11'23,"0"-1"225,0-1 1,0-3 14,0-1 0,0-1 0,2 3 0,1 1 11,3 2 0,2 7 1,-2-7-262,5-2 0,-1 7 1,2 1-61,1 4 1,-3 2 0,2 2-135,1 4 0,1 3 1,0 9-1,-5-1 5,-1 1 1,4 5 0,-5 2 0,1 2 87,0 4 1,0-3 0,-4-1-1,1-2 74,-1-4 0,-2-1 0,-2-3 0,0 1 180,0-1 191,0 1-232,0-9 1,-2-3-1,-2-12 1,-1-5-112,1-5 1,2-1 0,2-1 0,0 1 13,0-1 0,0 1 1,0-1-1,0 1-15,0-1 0,0 1 0,0-1 0,2 1 3,3 0 1,-3-1 0,6 1-1,0-1-53,4 1 0,-3 5 0,3 2 1,2 1-108,1-1 1,3 6-1,-1-2 1,2 4 31,5 2 0,-5 2 0,6 4 0,-1 6 123,-1 3 0,0 5 0,-5 1 0,-3 4 48,-3 2 1,1-3 0,-5 3 0,0 0 37,0 0 0,-3-5 1,-5 3-1,0-2 3,0 0 0,0 1 0,0-7-165,0 1 1,-1-9-334,-5-3 101,4-4 0,-8-2 0,6-2-215,-2-4 0,2-3 0,8-9 512,2 1 0,8 7 0,-5-13 0,9 3 0</inkml:trace>
  <inkml:trace contextRef="#ctx0" brushRef="#br0" timeOffset="5498">5362 332 7839,'0'-17'257,"0"5"217,0 0 0,0 1-80,0-7 1,0 1-245,0-1 1,0 7-120,0-1 0,-2 2 0,-4-1-139,-5 5 0,-5 4 0,-1 4 41,-1 4 0,3 3 1,1 9-1,2-1 121,-1 1 1,3 5-1,0 2 1,1 3 78,-1 3 1,6-4 0,-2 2 0,4 0-8,2-2 1,2 4 0,4-8-1,6-1-60,3-3 0,3-1 0,1-1 0,3-1-201,1-5 0,2-3 1,-4-8-1,5 0-264,1 0 1,-6 0 0,2 0-1,-3-2-212,-3-4 0,3 4 0,1-5 1,2 1 610,-1 0 0,-3-8 0,-1 5 0,-1-9 0</inkml:trace>
  <inkml:trace contextRef="#ctx0" brushRef="#br0" timeOffset="5732">5816 577 12017,'0'-12'-135,"0"0"1,0 7-3680,0-7 3814,0 8 0,0-4 0,0 8 0</inkml:trace>
  <inkml:trace contextRef="#ctx0" brushRef="#br0" timeOffset="6647">786 1799 6801,'0'-17'1523,"0"7"-1347,0-6 1,0 22 0,0 0-79,0 8 1,0 9 0,0 2-1,0 2-32,0 4 0,0 2 0,0 2 0,2 0-87,4 0 0,-2 0 0,6 0 0,-2 0-36,-5 0 1,5-2 0,-2-4 0,-2-6-429,-2-3 1,4-3-20,-1 1 1,1-13-1,-6-8 504,0-13 0,0-21 0,0 0 0</inkml:trace>
  <inkml:trace contextRef="#ctx0" brushRef="#br0" timeOffset="6981">717 1659 8010,'-12'-15'143,"0"1"0,1 3 990,1-3 102,-6 6-1070,14 1 0,-3 7 0,12 2 0,11 1-62,9 3 1,6 10-1,2-1 1,2 7-149,4-1 0,1 4 0,7 0 0,-3 1-243,3-1 0,-6 6 1,-1-2-1,-3 4 20,-4 2 1,2 0-1,-14 2 1,-3 2-41,-7 1 1,-5 1-1,-10-6 1,-4 0 174,-6 0 1,-9-2 0,-4-2-1,-2-4 193,-4-2 0,-2-1 0,-2-9 0,0-1 104,0-3 0,0-7 1,0 2-1,2-4-38,4-2 1,4 0 0,7-2-170,1-4 0,1-4 1,5-7-291,5 0 0,6 5 0,6 2-825,5 2 1158,5-5 0,9 3 0,2-7 0</inkml:trace>
  <inkml:trace contextRef="#ctx0" brushRef="#br0" timeOffset="7663">1502 2288 8010,'28'0'0,"-5"0"-47,-4 0 1,-7-2 0,0-2-1,-1-3 126,-1-3 1,5 4 0,-5-6 0,0-1 121,-4-3 0,-2-3 0,-1-2 0,3-5-62,-2-1 0,-2 0 0,-2-4 1,0 2-93,0-2 1,0 0 0,0 0-1,0 4-53,0 1 1,-6 3 0,-1 6 0,-3-1-172,-4 1 0,5 1 1,-3 4-125,-2 7 1,-1 3 252,-3 2 1,7 7 0,1 5 0,2 4 29,4 1 1,-3 1 0,1 1 0,2 4 55,2 6 1,4-1 0,2 1 0,4 2 89,1 2 0,3 2 0,7 0 0,3-1-32,1 1 1,8 0 0,-4-2 0,2-4-42,0-5 0,0-7 0,4-5 1,-2-6-4,-1-4 0,-9-2 0,2-2 0,-3-6-84,-3-10 0,1-7 1,-3-10-1,-1 0-150,-3 0 0,-5 0 0,4 1 0,-2-1-44,-5 0 0,-1 6 0,-2-1 0,0-1 8,0-2 0,-7 6 0,-5 4 1,-4 4-34,-1 1 1,0 8 0,-1 5 259,1 3 1,-1 4 168,1 3 0,7 5 1,4 8 149,4-1 0,2 0 0,2 1-99,4-1 0,-2-1 0,8-2 0,1-5-87,3-1 0,1 4 0,1-7 0,1-1-6,4-2 0,2-2 1,7 0-1,-3 0-110,2 0 1,2-2-1,2-2 1,0-3-32,-1-3 1,-4 6-1,-1-2 1,0 4 2,-2 2 1,-2 0 0,-7 2 0,-3 4-3,-3 6 1,1 3-1,-5 5 1,0 1 128,0 2 0,-3 6 0,-5-3 0,0 1-67,0 4 1,0-6 0,0-2 0,2-3-397,4-3 0,-4 1-243,4-1 0,-2-7-70,2-4 0,3-10 0,9-4 651,-1-2 0,1-9 0,-1-8 0</inkml:trace>
  <inkml:trace contextRef="#ctx0" brushRef="#br0" timeOffset="7948">2760 1904 8010,'0'-18'160,"-2"7"1,-2-1 382,-2-1 0,-5 3-219,5-2 1,-2 8-1,4-3 347,-2-1-673,1 6 0,5-4 0,1 12 29,5 6 0,-2 5 0,6 4 0,-2 5 19,-5 1 1,5-4 0,0 6 0,0 2-50,0 2 1,-1 2 0,-3 0-1,2 0-282,-2 0 1,-2-2-1,-2-4 1,0-6-620,0-3 0,0-3 904,0 1 0,8-16 0,1-4 0</inkml:trace>
  <inkml:trace contextRef="#ctx0" brushRef="#br0" timeOffset="8130">2725 1520 7999,'-17'-18'336,"5"3"1,2 1 1407,2 3-1807,3 7-516,5-4 0,7 16 0,5 3 1,4 5 578,1 1 0,8 1 0,2-1 0</inkml:trace>
  <inkml:trace contextRef="#ctx0" brushRef="#br0" timeOffset="8532">3092 1939 7620,'-10'-8'-91,"-4"4"0,7-7 963,-3-3 1,6-2-603,-2-1 0,2 1 1,1 3-80,-3 1 1,0 6-212,6-5 0,8 9 0,3 0-41,5 6 1,-1 9 0,-1-1-1,-2 5-7,1 7 1,3-5 0,1 6 0,-1-1 48,-5-1 1,5 6-1,-5-4 1,3 1 40,-2-1 1,3 0-1,-5-4 1,2 3 33,-1-3 0,-7-7 0,4-5-21,0-1 1,-6-4 0,3-10-65,-3-6 1,0-5-1,2-6 1,2-4 15,-2-1 1,-2-5 0,0 2 0,2-6-6,1-3 0,1-1 0,-6 6 1,2 2-74,4 4 0,-4-2 0,4 6 0,-2-1-378,1 1 0,-3 8-1001,4 5 885,4 8 1,-8 4 584,4 12 0,3 3 0,1 3 0</inkml:trace>
  <inkml:trace contextRef="#ctx0" brushRef="#br0" timeOffset="9097">4087 1991 7999,'-11'-6'308,"1"-1"124,2-3 1,0 6 0,4-4-144,-1 1 0,-3-1 0,4-6 0,-4 5-157,-1 1 0,3-4 0,-4 4 0,0-1-18,1-5 1,-3 4 0,-6-1 0,1-1-307,0 2 1,-1-3 0,1 7 0,-1 0-125,1-2 0,-7 6 0,1-3 0,2 5 122,1 5 0,3 5 1,-1 8-1,1 1 165,0 4 1,1 3-1,4 5 1,5-2 42,-1 2 0,6 0 1,-4 0-1,4-4 16,2-2 0,6 4 0,2-5 0,1-3-32,5-2 1,2-9 0,1-4 0,0-4 5,1-2 0,-1 0 0,1-2 1,-1-4-3,1-6 0,-1-9 0,-1-4 0,-3 0-13,-1-1 0,-2-5 0,3 4 0,-3-2 26,-2 0 1,-1 8-1,-3-3 1,2 3 125,-2-2 0,-2 9 1,-2-3 112,0 1-150,0 8 0,8 8 0,1 14 38,1 7 1,6 1-1,-5 5 1,5-2-63,1-4 0,1 5 0,-1-3 1,3 0-160,3 2 0,-4-5 0,5 1 0,-5-5-264,-1-5 0,1-7 0,2 2 1,3-4-156,-3-2 1,-2-8 0,-1-3-1,-1-7-670,1-5 1168,-1-4 0,1-8 0,-1 0 0</inkml:trace>
  <inkml:trace contextRef="#ctx0" brushRef="#br0" timeOffset="9396">4576 1153 7983,'-8'-10'47,"5"-5"0,-7 3 1,0-1 1109,0 1 0,5-4 507,-7 5-1318,8 3 0,-4 2-359,8 12 1,0 6 0,0 11 0,0 6-43,0 4 0,2 8 0,2 3 0,4 5-92,2 5 0,-5 4 1,5 1-1,0 3 11,0 0 1,-5 6-1,5-4 1,0 2-104,-1-2 0,-5-6 0,4-11 0,-2-7-276,0-3 0,0-10 0,-6-3-523,0-5 0,-2-11 1038,-4-8 0,-4-8 0,-7-9 0</inkml:trace>
  <inkml:trace contextRef="#ctx0" brushRef="#br0" timeOffset="9597">4244 1642 7970,'-5'-12'0,"-1"1"893,2-3 0,-4-1-443,2-3 0,2 3 0,10 1-281,6 2 0,9 7 1,4-5-1,3 2-273,3 4 0,9-4 1,7 1-1,3-1-287,3 0 1,7-3 0,2 3 0,2 0 390,0 0 0,-8-5 0,5 3 0</inkml:trace>
  <inkml:trace contextRef="#ctx0" brushRef="#br0" timeOffset="9864">5048 1607 7933,'-8'-10'352,"4"-3"204,-8 7 1,9-2-30,-3 2 1,4 6-321,2 0 1,0 8-1,2 12 1,2 1-37,1 2 1,7 8 0,-6-2-1,0 4-145,1 2 0,-5 0 0,6 0 0,-2 0-170,0 0 1,0-2-1,-6-4 1,0-4-614,0 0 1,0-5-337,0 3 0,0-13 1093,0-10 0,-8-8 0,-2-9 0</inkml:trace>
  <inkml:trace contextRef="#ctx0" brushRef="#br0" timeOffset="10048">5118 1223 7933,'0'-12'279,"0"1"730,0-3 1,0 4-926,0-1 0,-2 5-555,-4-6 1,6 8-1,-2 0-1331,6 8 1802,9 6 0,-3 15 0,8 2 0</inkml:trace>
  <inkml:trace contextRef="#ctx0" brushRef="#br0" timeOffset="10498">5327 1747 8041,'0'-18'694,"0"1"1,0-1-299,0 1 1,-2-1 0,-2 1 0,-1 0-57,1-1 1,2 6-1,2 1-97,0-3 1,0 4-242,0-1 0,2 7 1,3-2-1,5 6-180,0 6 0,5 6 1,-3 9-1,4 4-56,1 2 0,0-3 0,1 3 1,-1 0 10,1 0 0,-1-4 0,1 5 0,-1-3 76,1-4 1,-3-1 0,-1-3 0,-4 0 229,-3 1-8,7-8 0,-12-5 1,4-10-6,-4-7 1,0-5-1,1-5 1,3-3-37,-2-2 0,-2-2 0,-2-6 0,2 0-17,4 0 1,-4 0 0,6 0 0,-3-2 94,1-4 0,6 10 0,-4-4 0,-1 4 29,1 4 1,0-4 0,-4 8-87,2 2-322,-1 9-166,-5 4 1,0 10-1,0 4-373,0 6 0,0 3 1,0 3 805,0-1 0,0 0 0,0 1 0,0-1 0</inkml:trace>
  <inkml:trace contextRef="#ctx0" brushRef="#br0" timeOffset="10981">5973 1572 7841,'-9'10'375,"1"5"0,8-11 0,2 6 0,4-2-398,5-4 0,5-2 0,1-2 1,1 0-64,-1 0 1,3 0-1,1-2 1,2-2 16,-1-2 1,3-8 0,-2 5 0,-2-3 32,-1 0 0,-3 1 1,1-7 0,-1 1 0,-7-1 0,-4 1 30,-4-1 1,-12 3 0,-6 1-1,-7 5 52,-4 1 1,4 2 0,-6 6-1,-2 0 40,-2 0 0,5 0 0,3 2 0,2 4 101,0 5 1,1 7-1,9 3 1,3 4 1,2 3 0,-3-1 0,5 4 0,2 0-83,2 6 0,10-2 0,3 3 0,5-5-78,1-3 0,9-3 1,3 2-1,4-6-8,2-4 0,5-1 0,3-3 0,2-3-122,3-6 0,-3-4 0,1-2 0,1 0-374,-2 0 1,-1-6-1,-5-2 1,0-1 474,-6-5 0,2-2 0,-8-1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9:19.44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25 6300,'0'-9'1240,"0"1"-1387,0 8 232,0 0 1,0 8-29,0 3 1,0-1 0,0 2 0,0 1 3,0 3 1,0 3 0,0 3-1,0 1-11,0-2 1,0 4 0,0 1-1,0 1-9,0 4 0,0-4 0,0 0 0,0-2 3,0-3 0,0 3 0,0-2 0,0-1-32,0-3 1,0-2 0,0 1-78,0-1 1,0-5-157,0 0-132,0-1-579,0 7-86,0-8 1018,0-3 0,8-14 0,2-3 0</inkml:trace>
  <inkml:trace contextRef="#ctx0" brushRef="#br0" timeOffset="1232">0 567 6888,'0'10'123,"2"3"1,4-7-44,6-2 1,3-2 0,5-2 0,1 0-35,2 0 1,6 0 0,-3 0-1,1 0-7,4 0 0,2 0 0,4 0 0,1 0-6,3 0 1,0 0-1,-6 0 1,0 0-16,0 0 0,0 0 1,0 0-1,0 0-26,-1 0 1,-1 0 0,-1 0 0,-3 0-11,2 0 0,-4 0 0,2-2 0,0-2 3,-2-2 0,0 0 0,-5 6 1,1 0 7,-2 0 0,5 0 0,-3 0 1,-2 0 2,-1 0 1,3 0 0,0 0-1,-1 0 1,-3 0 0,4 0 0,1 0 0,-3 0-10,-2 0 1,5 0-1,-1 0 1,0 0-5,2 0 0,-5 0 0,5 0 1,0 0-9,4 0 0,-2 0 0,1 0 1,-1 0 17,0 0 1,-4 0 0,6 0-1,0 0 11,-1 0 1,3-6-1,-6 1 1,0 1-2,0 2 1,1 2 0,-5 0-1,2 0 1,-1 0 0,3 0 0,0 0 0,0 0-6,0 0 0,5 0 1,-5 0-1,2 0-1,4 0 0,-4 0 0,0 0 0,1 0 2,-1 0 0,2 0 0,6 0 1,-2 0 25,-4 0 0,2 0 0,-6 0 0,2 0 2,4 0 1,-5 0-1,-1 0 1,-2 0-6,0 0 0,6 0 0,-3 0 0,-1 0-15,0 0 1,0 0 0,-3 0 0,3 0-10,2 0 1,0 0 0,4 0 0,-4 0 8,-1 0 1,3 0-1,-4 0 1,0 0 3,0 0 1,5 0-1,-5 0 1,0 0-2,0 0 0,4 0 0,-3 0 0,-1 0 13,0 0 0,6 0 1,-4 0-1,2 0 8,0 0 0,-5 0 0,3 0 0,0 0-3,0 0 1,-3 0-1,3-2 1,0-2-18,0-2 0,-4 0 0,4 6 1,-1 0-11,-5 0 0,4 0 0,-1 0 0,-1 0-12,2 0 1,-6 0 0,5 0 0,-5 0-4,-1 0 1,1 0-1,2 0 7,3 0 0,-1 0 1,-6 0-51,1 0-36,-1 0 0,-5 0-17,0 0 8,-8 0 0,1 0-342,-10 0 1,1-5 85,-8-1 0,8-8 358,-2 2 0,4 5 0,2-9 0,0 6 0</inkml:trace>
  <inkml:trace contextRef="#ctx0" brushRef="#br0" timeOffset="1716">3825 43 7799,'0'-12'-930,"0"1"879,0 7 242,0-12 1,0 16-95,0 0 0,-6 8 0,0 9 0,2 1-33,3-1 1,1 1-1,0 1 1,0 4-12,0 7 1,0-3 0,0 0 0,0 0 43,0 0 1,0 2 0,0 6 0,0-2-13,0-4 0,0 2 0,0-5 1,0-1 47,0 0 0,0-2 1,0-5-1,0-1-134,0 1 1,0-7-208,0 1 0,0-6-136,0 6 1,0-11-47,0-1 1,0-1 0,-2-9 389,-4 2 0,-4-5 0,-7 3 0</inkml:trace>
  <inkml:trace contextRef="#ctx0" brushRef="#br0" timeOffset="2632">1764 724 7799,'10'-8'-210,"-2"6"0,-6-11 781,3 7-420,-3 0 0,6 4-281,-8-4 94,0 4 1,0-3 0,0 10 121,0 7 1,0 4 0,0 1 0,0 2 41,0 5 0,0 1 0,0 6 0,-2-2-23,-4 2 1,4 8 0,-3 4 0,3-1 12,2 1 0,0-2 1,0-6-1,0 0-89,0 0 0,0-2 1,0-4-1,-2-4-66,-4 0 0,4-6-320,-4 5 102,4-5 1,0-9-910,-4-4-216,4-4 1380,-5-2 0,7-8 0,-8-2 0,-2-7 0</inkml:trace>
  <inkml:trace contextRef="#ctx0" brushRef="#br0" timeOffset="3099">1467 1248 6714,'-6'-12'910,"1"1"1,-1 5 53,6-6-869,0 8 0,2-3-84,4 7 0,3 0 0,7 1 0,-1 5 46,3 6 0,-10 3 1,11 3-1,0-1-6,3 1 1,1 5 0,-6 0 0,1-1 10,-1-3 1,1-1-1,-1-1 1,1 1-5,-1-1 0,-1 0 0,-3-1 6,-1-4 1,-6 1 9,5-7 1,-1-2 0,4-8-86,-3-2 1,-7-7 0,4 1-1,-2-4-30,0-1 0,5 0 0,-3-1 1,0 1-46,0-1 1,5-1 0,-1-3 0,3-1-75,3 2 1,-1-1 0,1 1 0,-3-2 5,-3 1 0,3 3 0,-3 2 0,2-1-144,-3 1 0,3 5 1,-6 2-533,1 3 0,-7 1 830,-2 6 0,-7 0 0,-11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9:25.8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525 417 7405,'0'-17'-419,"0"0"0,0-1 786,0 1 1,0 5 0,0 0 0,0-1-94,0-3 1,0 5-1,0-1-56,0-2 0,0-1-240,0-3 0,-8 9 43,-4 3 0,-3 4 1,-3 2-1,1 2-104,-1 4 1,1 3 0,1 11 0,3 1 39,1 2 1,2 8 0,-3-1-1,3 3 149,2 1 0,1 3 0,3 4 0,-2 6 66,2 3 1,4 8 0,6 2 0,6 4-35,3 8 0,3 0 1,-1 6-1,-1-5-69,-5-5 1,5-9 0,-7-1 0,1-4-88,-4-1 1,-4-11 0,-2-5 0,0-8-111,0-4 0,-6-1 1,-2-7-1,-1-1-343,-5-5 0,-2 3 0,-1-8 0,0 0 42,-1 1 0,1-5 0,-1 2 0,1-6 429,-1-4 0,-7-15 0,6 9 0,-7-13 0</inkml:trace>
  <inkml:trace contextRef="#ctx0" brushRef="#br0" timeOffset="184">18 1081 7799,'0'-27'228,"-6"2"1,1 7-1,1 1 79,2-1 0,2 7 0,0-1 0,2-2-121,4-1 0,3 3 0,9 3 1,-1-1-183,1 0 1,1 4 0,2-3 0,5-1-468,1 0 1,4 4 0,8-3 0,3-1-731,3 0 1,-4 4 1192,5-5 0,-7-1 0,4-5 0</inkml:trace>
  <inkml:trace contextRef="#ctx0" brushRef="#br0" timeOffset="709">752 767 7799,'0'-12'117,"0"0"272,0-1 1,0-3 0,0-1-67,0-1 1,0 7 0,0-1-129,0-1 1,-2 3-287,-4-2-34,4 8 0,-6-2 0,8 12 0,0 6-24,0 3 0,0 5 0,0 3 0,0 6 94,0 4 1,6 2 0,2 0 0,0 0 61,-1 0 1,5-6 0,-4-2-1,1 0 30,5 1 1,2-7-1,1 2-31,1-3 1,-1-11 0,0-3 0,1-4-40,-1-2 0,1-8 0,-1-5 0,1-7-43,-1-3 1,1-8 0,-3 4 0,-1-2 44,-3 0 1,-5 1 0,4-3 0,-2 2-2,-4-2 1,-2 6 0,-2 2-1,0 3 37,0 3 1,0 5 64,0 1-71,0 7 0,0 4 0,0 11 0,0 5 30,0 1 0,0 1 0,0-1 1,0 3 18,0 3 0,7-4 0,5 7 0,2-3-21,-3 0 1,5 6 0,-5-5-1,5-3-41,1-2 0,7-1 0,-1-1 1,-2-1-106,-1-5 0,3-3 0,0-8 0,1 0-219,1 0 0,-6-2 0,4-2 0,-3-3-882,-3-3 1220,1-2 0,-1-13 0,1-2 0</inkml:trace>
  <inkml:trace contextRef="#ctx0" brushRef="#br0" timeOffset="1268">1468 732 7799,'0'-12'67,"0"1"90,0-3 1,0 4 0,0-1 50,0-3 0,6 4 0,1 1 0,1-1-156,0 0 1,5 4-1,-1-3-132,4 1 1,-5 2 0,1 6-24,1 0 1,3 0 0,0 2 0,-3 4 37,-1 5 1,-6 5 0,3 3 0,1 3 21,0 1 1,-6 6 0,1-4 0,-1 3 41,2 3 0,-4-4 0,4 0 0,-4-2 55,-2-3 0,0-3 0,0-2 0,0 1 106,0-1 0,0-5 0,-2-2 282,-4-3 0,4-3-217,-4-10 0,-1-5 1,1-11-187,2-1 1,2 0 0,2 4 0,0-3-69,0-1 0,0-6 1,2 4-1,2-1 1,2 1 1,7 2-1,-1 5 1,3 1-30,3-1 0,-1 1 0,1 1 0,1 3 6,4 1 1,-1 8 0,5-2-1,0 5-27,0 1 0,-4 1 1,5 5-1,-3 8 19,-4 7 1,-1 4 0,-3 7-1,-1-3 36,-5 2 1,3 2 0,-8 2-1,-2 0 35,-3-1 0,-1-4 0,0-3 0,0-2-131,0-4 0,-7-1-245,-5-3 0,2-7-112,-1-4 1,5-6 0,-4-6-4,2-6 1,3-3 478,5-3 0,-8-7 0,-2-2 0</inkml:trace>
  <inkml:trace contextRef="#ctx0" brushRef="#br0" timeOffset="1600">2481 662 7781,'0'-12'363,"0"1"1,0 5-1,0-6-254,0-1 1,-2 5 0,-2 0 0,-4 2-127,-2 0 1,-1-5 0,-7 5-76,1 2 0,5 2 0,1 2 0,-3 0 111,-2 0 0,5 0 1,-1 2-1,-1 4 89,-3 6 0,4 9 0,3 4 0,1 2 84,4 4 0,2-3 1,2 1-1,0 2-45,0 2 1,2 2 0,4-2-1,6-4-161,3-6 0,8-4 0,3-1 0,-1-3-173,0-3 1,4-4-1,-4-8 1,3-2-312,3-4 1,2-4-1,0-9 1,-4-2-779,-6-3 1276,4 1 0,0-10 0,8-4 0</inkml:trace>
  <inkml:trace contextRef="#ctx0" brushRef="#br0" timeOffset="1953">2970 68 7799,'-10'-8'186,"-6"-1"733,5-9-18,3 1-846,0 7 1,8 4 0,0 12 87,0 6 1,2 11 0,2 6-1,4 4-33,2 2 1,-5 6-1,5 1 1,-2 3-17,-4 4 1,4 1-1,-1 2 1,1 1-82,0-1 0,3-1 0,-3-5 0,0-3-108,0 0 1,-1-8 0,-3-1 0,2-8-73,-2-7 1,4-7 0,0-3-187,1-1 1,-3-4 0,6-10-108,1-5 0,1-5 1,0-3-1,-3-3-308,3-1 1,-5-6 767,3 6 0,0-8 0,5 3 0</inkml:trace>
  <inkml:trace contextRef="#ctx0" brushRef="#br0" timeOffset="2151">2847 313 7799,'-15'-2'217,"3"-4"1,-3 4 240,3-4 0,4 2-243,3-2 1,12 4-1,9-5 1,7 1-312,4 0 1,2-2 0,8 4 0,2-3-99,2-3 0,7 6 0,-1-4 0,1 3 194,-1-1 0,11-8 0,-3 4 0</inkml:trace>
  <inkml:trace contextRef="#ctx0" brushRef="#br0" timeOffset="2468">3546 452 7799,'-6'-11'240,"0"-1"238,2-1 1,3 3 5,1-2 0,0 6-145,0-5 0,0 9-163,0 2 1,0 2 0,0 11-1,0 5-71,0 3 0,5 8 1,1-4-1,0 3-115,2 3 1,-6-4 0,4 2 0,-5 2-220,-1 2 1,0-6 0,0-2 0,0-1-346,0-1 0,0 0 0,0-5-601,0-1 0,0-9 1175,0-8 0,8-8 0,2-9 0</inkml:trace>
  <inkml:trace contextRef="#ctx0" brushRef="#br0" timeOffset="2634">3616 138 7799,'-2'-16'-49,"-4"5"1,4-5 1220,-4 5 1,2-5-575,-1-1-1029,3 7 1,-4 4-351,12 12 1,3 6 0,9 11 780,-1 6 0,1 4 0,-1 2 0</inkml:trace>
  <inkml:trace contextRef="#ctx0" brushRef="#br0" timeOffset="3051">4000 540 6665,'0'-12'1096,"0"0"1,0 1-780,0-7 0,0 7-244,0-1-219,-8 8 0,4-4 0,-7 10 105,-3 4 0,6 4 0,1 9 0,1 5-22,0 5 1,0 4 0,6 2-1,0-1 40,0 1 0,0-2 0,0-2 1,0-3 14,0-3 0,8 4 1,4-8-12,3-5 1,3-6 0,1-10 0,2-2-19,3-4 0,-1-10 1,-8-9-1,-1 0 23,-2 0 1,-8-6 0,1 1 0,-3-3 30,-2-2 0,-2 1 0,-5-1 1,-9 2-74,-5 4 1,-8-4-1,3 5 1,1 1-57,0 4 0,2 9 1,3 5-1,-1 1-52,-2 4 1,5 2 0,8 4 0,3 4-77,3 5 0,2-1 0,2 2 0,0 1 240,0 3 0,0 9 0,0 2 0</inkml:trace>
  <inkml:trace contextRef="#ctx0" brushRef="#br0" timeOffset="3535">4332 487 7799,'0'-17'-192,"0"-1"708,0 1 1,0-1 0,2 3 135,4 3 1,-4-3-457,3 3 0,5 2-244,2-1 0,3 7 1,3-2-1,-3 6-51,-3 6 0,3 4 1,-3 7-1,4 1-98,1-1 0,-5 2 0,-3 5 0,-1 3 8,-4 0 0,4 6 0,-2-6 0,-2 2 53,-3 0 0,-1-5 0,0 3 0,0-2 72,0-4 0,0-1 582,0-3-348,-7-7 1,5-12 0,-4-13 14,4-7 0,2-3 0,0 4 1,0-5-110,0-1 0,0-2 1,2-4-1,2 2-90,2 2 1,7 2 0,-1-2 0,3 3-39,3 1 1,-1 12 0,1-5 0,-1 3 23,1-1 1,5 6 0,0 5 0,1 3-61,1 2 0,-6 2 1,4 3-1,-3 7-119,-3 4 0,1 1 1,-1 2-1,-1 3 125,-5 1 0,-1 8 1,-6-4-1,2 2 82,-2 1 1,0-7-1,0 4 1,1-2-13,-1-3 0,-2-3 0,-2-2 0,0 1-87,0-1 1,0-5 0,-2-2-394,-4-3 0,3 5 492,-9-6 0,0-8 0,-5-8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9:23.374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157 140 6312,'-9'-9'2305,"-1"1"-2220,4 8 0,4 2 0,-4 4 0,4 7 144,2 9 1,2 5 0,2 8-1,4 1-67,2 5 0,-4 4 1,3 7-1,1 1 8,0-1 0,-6 0 0,1 3 0,-3-1-159,-2-1 0,0-5 0,0-13 1,0 0-451,0 0 0,0-8-1220,0-4 1156,-7-11 0,5-14 1,-6-14-1,2-7 503,0-4 0,0-2 0,6-6 0</inkml:trace>
  <inkml:trace contextRef="#ctx0" brushRef="#br0" timeOffset="337">53 193 7799,'-6'-18'73,"0"1"0,-6-1 0,5 3 1,-1 1 472,0 3 0,2-1 1,6-6-312,0 1 1,8 5 0,4 3 0,5-1-182,6 0 1,-1 6 0,7-1-1,4 3-69,6 2 1,-3 0-1,7 0 1,-2 2-256,0 3 1,-1 5 0,-7 8 0,-2 1-23,-1 4 1,-11-3 0,0 5 0,-7-2 91,-4 0 1,-4 3 0,-8-5 0,-4 2 149,-2-1 0,-9-3 0,-10-2 0,-4 1 164,-2-1 0,0-1 0,0-4 0,0-5 54,0 1 1,0-6 0,0 4 0,0-4-165,0-2 1,8 0 0,4 0-359,4 0-18,9 0 0,4 0 1,12 0-1,6 0-84,3 0 1,8-6 455,1 0 0,14 0 0,-1 6 0</inkml:trace>
  <inkml:trace contextRef="#ctx0" brushRef="#br0" timeOffset="836">908 559 8135,'-11'0'1145,"-1"0"0,0 0-1047,-5 0 1,-1-5-1,1-3-312,0-2 0,-1 0 1,1-3-1,-1 3 12,1 2 0,-1 1 1,1 3-1,-1-2 14,1 2 0,-1 2 0,1 2 0,-1 2 96,1 4 0,1 4 0,3 7 1,1 1 113,-1-1 0,5 6 1,2 1-1,4-1 70,2 2 0,0 0 0,0 4 1,2-5-50,4-5 0,4-1 0,7-3 0,1-1-33,-1-3 0,0-7 0,1 2 1,-1-4-16,1-2 0,-1-2 0,-1-4 0,-3-5-9,-1-5 1,0-1 0,5-1 0,-1-1-9,-5-5 1,5 5-1,-6-6 1,1 1-50,1 1 0,-2-6 0,1 6 1,-3 1 28,0 3 1,-6 2 0,3-1 154,-3 1 6,-2 7 0,0 4 0,0 12 0,2 6 155,4 3 1,-4 5 0,6 3 0,-2 4-59,0 0 0,7 6 0,-1-6 0,1 0-150,-1-3 0,3 1 1,-3-2-1,4-1-418,1-3 0,-1-2 0,-3-1 0,-1-4-405,1-7 1,-3 3 0,2-2 756,1-2 0,3-18 0,1-5 0</inkml:trace>
  <inkml:trace contextRef="#ctx0" brushRef="#br0" timeOffset="1119">1293 193 7799,'-8'-18'0,"4"1"1,-6-1-1,2 1 942,5-1 1,-5 7 716,2-1-1460,0 8 0,6-2-249,0 12 1,0 6-1,0 9 1,0 4 60,0 3 0,2 1 0,2 8 0,4 1 6,1 3 0,-5 6 0,4-5 0,-2 1-113,0 0 1,1 3 0,-3-3 0,2 2-238,-2 3 1,4-7 0,-2-4 0,-2-8-604,-3-4 1,-1-2 412,0-5 0,-7-8 0,-5-5 523,-3-3 0,-3-9 0,1-3 0</inkml:trace>
  <inkml:trace contextRef="#ctx0" brushRef="#br0" timeOffset="1335">1013 420 7799,'-17'0'1162,"5"-2"661,0-4-1626,8 4 1,4-6 0,12 8 0,4 0-77,1 0 0,8 0 1,4 0-1,4 0-324,2 0 0,0 0 0,2 0 0,4 0-260,5 0 1,-1 0-1,2 0 1,1-2-443,3-3 0,-7 3 0,-3-6 905,-4 0 0,-10-2 0,-2-7 0</inkml:trace>
  <inkml:trace contextRef="#ctx0" brushRef="#br0" timeOffset="1819">1624 210 7799,'-7'-17'-328,"3"1"1,-6 3 1061,2 1 1,2 0-22,6-5-470,0-1-225,0 9 0,0 9 1,2 11-1,2 5 31,2 1 0,2 9 0,-4 3 0,3 4-17,3 2 1,-6 5 0,4 1 0,-2 0-26,-1 1 0,1-3 1,-4 6-1,2-2 33,2-5 1,0-1-1,-6-2 1,2-2 175,4-4-87,-5-3 0,7-19-143,-8-7 0,2-13 0,2-12 1,4-1-143,2 1 1,-5-4-1,5 4 1,0-1-7,-1 1 0,-3 2 0,4 4 0,0-3-12,-1-1 0,3 0 0,5 5 36,1 1 0,-6 5 0,-1 2 118,3 3 0,-4 7 0,-1 7 0,1 5 66,0 7 1,-6 7 0,3 7 0,-1-2 115,0-2 1,2 4 0,-4 4-1,1-4-32,-1 0 1,4-2 0,-2 0-1,0-4-160,1-2 1,-5-2-913,4-5-714,-4-1 1656,-2-7 0,0-10 0,0-10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9:31.12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140 331 8175,'0'-10'552,"0"-5"0,0 15-457,0 0 0,0 3 0,0 13 0,0 5 44,0 4 0,0 7 0,0 8 0,0 7-39,0 3 1,2 5 0,2 1 0,2 2-150,-2-2 1,-2-1 0,-2-3 0,0 1-346,0-1 1,0-15 0,0-8-192,0-8 1,0-13 34,0-8 0,0-10 0,0-13 550,0-6 0,-8-12 0,-2-3 0</inkml:trace>
  <inkml:trace contextRef="#ctx0" brushRef="#br0" timeOffset="350">53 470 8055,'-8'-17'-429,"-2"0"1,-1-1 672,-1 1 0,8 5 0,-2 0 675,4-1 0,2 3-746,0-2 1,2 8-1,4-1 1,6 3-219,3 2 1,5 0 0,1 0 0,4 2-72,3 3 1,3 7 0,7 9 0,5 5-50,2 1 0,-5 4 1,5 8-1,0 3 32,-1 3 1,-5-6-1,0 4 1,-8-3 60,-8 1 1,-5 0 0,-7-6 0,-5-2 78,-4-4 1,-6 2 0,-5-8 0,-11-1 67,-5-3 1,-4-4-1,-6-1 1,0-4 34,0-3 1,-6 1-1,1-4 1,1 2-96,2-2 0,4-2 1,2-2-1,4 0-83,1 0 0,-3 0-729,6 0 92,0 0 1,15 0 704,8 0 0,8 0 0,9 0 0</inkml:trace>
  <inkml:trace contextRef="#ctx0" brushRef="#br0" timeOffset="1031">716 959 7945,'0'10'973,"0"-4"-792,0-12 1,2-4 0,2-7 0,4 0-182,2-1 1,-4-1-1,5-5 1,3-3-61,1 0 0,-3-6 1,0 6-1,-1-2-48,-1 0 0,4 1 1,-9-1-1,-1 6-208,-2 4 0,-2 1 0,0 1 232,0-1 1,-2 9 0,-4 3 74,-5 4 1,1 4-1,0 4 1,1 5 17,-1 5 1,4 7 0,-4 2 0,3 2 142,3 4 0,2 2 0,2 2 0,0 0 15,0 0 0,6 0 0,1 0 1,3 0-31,4 0-1,1 0 1,5-2 0,1-4-68,2-6 1,1-5-1,-7-7 1,2-5-9,5-4 1,-5-4 0,4-4 0,-3-7-77,-3-9 1,3-5 0,1-8 0,0 0-118,-5 1 0,1-3 0,-7-2 0,2-2-144,-1 2 1,-7 2-1,2 2 1,-4 1-70,-2-1 1,-8 0-1,-3 2 1,-5 4 114,-1 5 1,-1 13 0,1 5 224,-1 4 0,1 2 0,-1 2 140,1 4 1,5 3 0,2 9 139,3-1 1,1 1-1,6-1-106,0 1 1,8-1-1,3 1 1,5-3 31,1-3 0,1-3 0,1-5 0,3 2-100,1-2 0,6 4 0,-4-2 0,0-2-111,1-3 0,3-1 1,-4 0-1,0 0-32,0 0 0,-1 0 0,-7 0 0,1 0 30,-1 0 1,-5 8 0,-3 4 0,1 3 110,0 3 0,-6 5 0,2 0 0,-5 1-50,-1 1 0,2-4 0,2 6 1,2-1-240,-2-5 0,4-7 1,-1-3-355,3 3 0,2-6 0,5-3-860,1-3 1404,-1-2 0,1-7 0,-1-3 0</inkml:trace>
  <inkml:trace contextRef="#ctx0" brushRef="#br0" timeOffset="1299">1747 697 8055,'-2'-17'259,"-4"0"0,2 1 1,-5 2 385,1 3 0,2-1 202,6-5-794,0 7 0,0 4 0,0 12-87,0 6 0,2 3 0,2 3 0,2 1-100,-3 4 0,5-1 0,0 5 1,0 0-83,0 0 0,-1 0 0,-3 2 1,2-3-110,-2-1 1,4-6 0,-3 5 0,-1-5-1297,-2-2 1621,-2 1 0,8-1 0,2 1 0</inkml:trace>
  <inkml:trace contextRef="#ctx0" brushRef="#br0" timeOffset="1466">1694 383 8055,'0'-17'252,"-1"1"1,-3 3 1067,-2 1-1812,0 0 0,8 5 0,4 8-1316,5 15 1808,5 1 0,9 16 0,2-5 0</inkml:trace>
  <inkml:trace contextRef="#ctx0" brushRef="#br0" timeOffset="1850">2026 820 7843,'-7'9'33,"3"-1"0,-6-10 341,2-4 1,2 3-1,6-9 1,0-2-290,0-1 0,0-3 0,0 1 0,0-1-31,0 1 0,2-1 1,2 1-137,2 0 0,8 1 26,-3 4 1,-1 5 0,2 9 44,1 3 0,3 7 0,1 9 0,1 3 51,-1-3 1,1 6 0,-1 0 0,0 2-90,1 1 1,-1-9 0,1 4-1,1-2-37,5 1 0,-5-3 0,4-7 130,-3-3 1,-9-7-1,-1 0 96,-2-8 0,-2-6 1,-6-9-1,0-2-86,0-3 1,0-7-1,0 2 1,0-4 143,0-2 1,0 0 0,0 0 0,0 2-329,0 4 0,0-2 0,-2 8 0,-2 2-737,-2 1 0,0 9 220,6-1 0,0 10 0,2 2 647,4 10 0,4 5 0,7 3 0</inkml:trace>
  <inkml:trace contextRef="#ctx0" brushRef="#br0" timeOffset="2350">2900 820 8055,'0'9'1301,"0"-3"-687,0-12 1,-6-3 0,0-9-433,2 1 0,2-1 0,2-1 0,0-2-129,0-3 1,-6 1 0,-2 4 0,1-3-173,-1-1 1,-4 0 0,5 5 0,-3 3-207,-4 3 0,-1 4 0,-3 8 0,1 0 58,-1 0 0,1 0 0,-1 4 0,1 6 148,-1 7 0,7 7 0,-1-3 1,1 4 86,1 2 0,-4 1 1,8 3-1,3-2 11,1 2 1,2-6 0,0 0 0,0-2 3,0 1 0,2-1 0,3-7 0,7-5 56,4-5 0,-5-4 0,1-2 0,1 0 117,3 0 1,1-6-1,1-2 1,-3-1 14,-3-5 1,4-1-1,-5-3 1,3 1-112,-3-1 1,5 1-1,-4-1-69,3 1 0,3 1 1,-3 3-25,-3 1 0,3 8 1,-3-2 141,3 4 1,-3 4-1,0 2 1,-1 4-30,-1 2 0,6 1 1,-5 7-1,3-1-126,-3 1 0,5-3 0,-4-1 0,3-3-209,3 3 1,-1-4-1,1-1-210,-1-1 1,0 4 0,1-6-182,-1-2 0,1-4 1,-1-6 645,1-6 0,-1-3 0,1-3 0</inkml:trace>
  <inkml:trace contextRef="#ctx0" brushRef="#br0" timeOffset="2617">3476 243 8055,'-2'-23'60,"-2"-2"0,-2-2 290,2-4 1,-3 5-1,1 3 1,2 4 399,2 1 0,-4 1 596,0-1-1216,0 9 0,6 3 1,0 12-136,0 5 0,2 13 0,2 5 0,2 4 2,-2 2 0,4 1 1,-1 5-1,3 6-59,4 3 1,-6-3 0,-3-1 0,-1 1-239,2-2 0,-4 9 0,4-6 0,-2-1-186,2-2 0,-5 1 1,5-5-1,-4-4-313,-2-6 1,0-6-1,0-7 799,0-1 0,0-7 0,-8-18 0,-1-11 0</inkml:trace>
  <inkml:trace contextRef="#ctx0" brushRef="#br0" timeOffset="2816">3179 488 8055,'-6'-18'176,"-2"1"376,-1 0 1,5 5 0,-2 0-90,4-1 0,4 5 1,2 0-1,4 2-217,1 0 0,9-1 0,7 3 0,2-2-258,4 2 1,4 0 0,6 0 0,5-1-414,5 1 1,7 2 0,2 2 0,0 0-745,1 0 0,1 0 1169,-10 0 0,4 0 0,-11 0 0</inkml:trace>
  <inkml:trace contextRef="#ctx0" brushRef="#br0" timeOffset="3067">3912 488 8055,'-11'-12'224,"1"1"256,2-3 1,-3 4-20,5-1 0,0 5-302,6-6 0,0 10-163,0 2 1,0 2-1,0 12 1,2 3 115,4 5 0,-2 3 0,5-2 0,-1 4-151,-4 0 1,4 5 0,-2-7 0,-3 0-140,-1 0 1,4 0 0,0-3-1,-2 1-1085,-2-2 0,-2-7 1263,0-2 0,0-8 0,8 3 0,1-7 0</inkml:trace>
  <inkml:trace contextRef="#ctx0" brushRef="#br0" timeOffset="3232">3930 191 8228,'0'-17'838,"0"-1"0,0 1 540,0-1-2071,0 8 1,2 5-1470,4 10 2162,-4-3 0,13 22 0,-5-5 0</inkml:trace>
  <inkml:trace contextRef="#ctx0" brushRef="#br0" timeOffset="3799">4209 523 8055,'6'-18'129,"0"1"0,0 5 117,-6 1 0,0 5 0,2-4-81,4 2 0,-5 4 0,7 10-95,0 6 1,-4 5 0,6 5 0,-1 3-112,1 2 1,-4-4 0,5 5 0,3-3-6,2-4 1,1 4 0,1 1 0,-1-1 106,0 0 0,-1-7 0,-2-7 0,-3 1 315,3-2 1,-5-1-171,3-3 1,-2-12 0,1-2-40,-5-11 0,-4-2 1,-2-8-1,0-1-75,0 3 0,0-6 0,0 4 0,0-6-72,0-5 0,0 3 0,0-4 1,0 4-61,0 2 0,0 8 1,0 2-560,0 0-296,0 5 1,0 5 260,0 15 1,6 7 0,2 11 0,0 1-659,-1 4 1292,7-3 0,-4 5 0,7-7 0</inkml:trace>
  <inkml:trace contextRef="#ctx0" brushRef="#br0" timeOffset="4199">4716 593 10081,'19'-8'47,"4"-4"0,-1 3 0,7-5 0,2-3-9,2-5 1,8-3 0,-1 4 0,-1-3-61,-2 3 0,-2 0 0,-2-1 1,-4-1-57,-6 2 1,-11 7 0,-6 2 0,-6 1-35,-6 1 1,-6-5-1,-9 5 1,-4 0 60,-2 4 1,-2 4 0,-6 2 0,2 0 44,4 0 0,-2 2 0,7 2 0,3 4 8,2 2 0,1 1 0,3 9 0,1 1 38,2 2 0,8 6 0,-1-3 0,3 1 120,2 4 1,0 2 0,2 2 0,3 0-41,7 0 0,9-2 0,5-4 0,-1-4-44,0 0 1,6-11-1,-2 3 1,4-3-95,2-4 1,-6 3-1,0-7 1,2-2-220,2-2-1,-3-2 1,-3 0 0,-2 0-356,-4 0 1,4-6-1,-1-2 1,-3 0 592,-1 1 0,-3-7 0,0 4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01:32.51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53 192 6331,'0'-9'3035,"0"-7"-2884,0 4 1,0 3-227,0-3 1,0 6-62,0-5 1,2 1-14,3-2 1,-1 5 0,8 7 5,2 0 1,1 0 74,3 0 0,-7 2 0,-1 3 62,-2 7 0,3-2 1,-5 1 163,-2 3 0,-2 1 132,-2 3 0,-8-6-163,-4-1 0,-3-7 0,-2 2-8,-1-4 0,6-2 0,1 0-65,-3 0 0,6-2 0,1-2 1,1-4-49,0-1 1,0 3-1,6-6 1,0-2-20,0-1 0,0 3 1,0 1-1,0-3-48,0-1 1,2-1 0,2 2-1,4 5-146,1 1 1,-3-4 0,6 5-17,2-3 1,1 6 0,3-2 63,-1 4 1,0 4 0,-1 4 140,-4 6 1,1-3-1,-7 3 1,-2 2 11,-2 1 0,-2 3 0,0-1 107,0 1 1,0-1 0,-2 0 0,-4-1 164,-6-4 1,-3 3 0,-3-5-62,1 0 1,0-3 0,-1-5-38,1 4 1,-1-4-93,1 4 0,1-6 0,3-4 0,3-4-115,2-2 0,2-1 1,6-7-99,0 1 1,0 5 0,2 3 0,2-1-189,2 0 1,7 4 0,-1-3 90,4 1 1,1 2 0,1 6-30,-1 0 0,1 0 154,-1 0 0,-2 8-258,-3 3 0,-4 5 367,-8 1 0,-8 1 0,-2-1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01:32.528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157 315 12748,'8'10'-1471,"-6"-1"3488,4-3-2154,-4-4 0,-2 4 540,0-12 1,0 2 0,0-7-166,0-3 1,0 4-1,0-1-181,0-3 1,2-1-1,2-3 54,2 1 0,1 1 0,-3 3 0,2 1 36,-2-2 1,4-1 0,-1-3 0,1 1 163,0-1 1,0 1-1,-4 0-137,1-1 0,3 6 0,-4 1 757,2-3-1050,0 6 1,-4 1-53,3 7 1,-3 7 0,4 5 106,-4 4 0,-2-5 0,0 1 1,0 1 13,0 3 1,0 1-1,0 1 1,2 1-55,4 5 0,-4-5 1,4 6-1,-4-1 17,-2-1 1,0 8-1,2-4 1,1 2 18,3 0 0,0 0 0,-6 6 0,0 0 27,0 0 1,0-2-1,0-2 1,0-2-38,0 2 1,0-4 0,0 1 0,0-3 284,0-4 1,0-1 0,0-3-80,0 1 0,0-7 1,-2-1 311,-4-2 268,4-3-410,-5-5-660,7 0 1,0-1-1024,0-5-524,0 4 1909,0-6 0,0 0 0,0-1 0</inkml:trace>
  <inkml:trace contextRef="#ctx0" brushRef="#br0" timeOffset="1">0 856 12695,'0'10'650,"0"-2"-1140,0-8-134,0 0 427,8 0 1,-4 0-1,8 0 1,1 0 47,3 0 0,1 0 0,2 0 0,3 0 76,1 0 1,8 0 0,-2 0 0,4 0 25,2 0 0,0 2 0,2 2 0,2 2-35,2-3 1,-1-1 0,-7-2 0,-2 0 183,-2 0 1,-5 0-1,3-2 86,-2-3 1,-2 3-119,-5-4 0,-8 2-61,-5-2-512,-3 4-148,-9-6 1,-3 8-459,-8 0 1113,9 0 1,-7 0 0,6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01:32.54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 5886 7072,'-9'0'242,"1"-2"-129,8-4 1,0-3-65,0-9 0,0 1 1,0-1-1,0 1-21,0-1 0,2-1 0,2-2 0,2-3-6,-3 3 0,1-4 0,0 2 1,2-1 7,-2-1 1,4 4 0,-3-7-1,1 1 7,2 0 0,-6 4 0,6-4 0,-2 0 4,-1-1 1,3 5-1,-4-4 1,2 2-20,-2 3 0,4-3 0,-3 0 1,1 0-9,2-1 1,-6-3 0,6 4 0,-3-2-29,1-4 0,6 4 1,-4 0-1,-1-1-6,1 1 0,0 4 0,-4-6 1,4 0-4,1 2 0,-3-1 1,4 7-1,-2-4-2,-5-2 0,5 3 0,-2-3 0,0 0-6,2 0 0,-4 4 1,5-7-1,1 1-4,0 2 0,-5-4 0,5 6 0,0-2 2,0-4 0,-5 4 1,7-1-1,0 3 35,-3 4 1,5-4 0,-6-1 0,-1 1-3,1 0 1,6 0-1,-4 3 1,1-3-27,1-2 1,-1 4 0,5-5 0,-2 3 3,-3 4 0,1-4 0,5-1 1,1 1 0,-1 0 1,1 0 0,-1 3-1,1-3 8,-1-2 1,1 4-1,-1-4 1,0 1-3,1 5 1,-1 0 0,1-1-1,-3-1-5,-3 2 1,4 1-1,-5 1 1,5-2 9,1-3 1,1 1 0,-1 6-1,-1-3 7,-5-3 0,5 3 0,-5-3 0,5 4 3,1 1 1,-5 1-1,0-1 1,1 1 4,3-1 0,-5 1 0,1-1 0,0 1-4,-3 0 1,7-1 0,-6 1-1,1-1-7,1 1 1,0-1-1,5 1 1,1-3-25,-1-3 0,0 4 1,3-7-1,1 3 21,3 0 0,-1 0 1,-6 5-1,1 1 11,-1-1 0,1 1 0,-1-1 0,1 1 3,-1-1 0,-5 7 1,-1-1-1,3-2 1,1-1 0,3-3 1,-1 1-1,1 0-3,-1-1 0,1 1 0,-1-1 1,1 1-5,-1-1 1,1 1 0,-1-1-1,1 1 27,-1-1 0,0 1 1,1-1-1,-1 1 11,1 0 1,-1-1 0,-1 1 0,-3-1 3,-1 1 0,0 5 0,5 0 0,-1-1-37,-5-3 1,5-1 0,-4-1-1,3 1 3,3-1 1,-1 1 0,0-1 0,1 1 4,-1 0 1,1-1-1,-1 1 1,1-1 5,-1 1 1,3-1-1,1 3 1,2 1 4,-1 2 1,-3 1-1,-2-5 1,1 3-24,-1 1 0,1 0 1,-1-3-1,1 1-10,-1 3 0,1 5 0,1-6 0,2-1 5,3-3 1,-1-1 0,-5-1 0,1 1 0,4-1 0,-3 7 0,3-1 1,-4-2 1,-1-1 0,-1 3 1,1 1-1,-1-3-3,1-2 0,-1 1 0,2 1 0,3 3-7,1-3 0,0 1 0,-5-1 0,1 2 5,5-1 0,-5 3 0,4-2 1,-3 1 5,-3 1 1,1-5-1,1 5 1,2-2 7,3 1 0,-1 5 0,-6-4 0,3 0 17,3 1 1,-4-3 0,7-4 0,-3 3 6,0 1 0,1 3 0,-5-5 1,2 2-10,3-1 1,-1 3-1,-4-2 1,3 1 12,1 1 1,0-4 0,-5 7 0,-1-1-11,1 0 0,-1 0 0,1 5 0,-1-5-12,0-2 0,1 4 0,-1-3 0,1 1-16,-1 4 1,3-6-1,1 0 1,4-1 3,2-1 0,-5 6 1,3-3-1,0-1-5,4 0 0,-2 4 1,1-3-1,-3-1 1,-4 0 0,4 5 0,-1-5 0,-1 0 13,2 0 0,-5 5 0,5-5 1,-2 0 2,0 0 1,1 5 0,-5-5 0,2 0-12,3 1 1,-1 5 0,-5-4 0,-1 2 15,0 0 0,1-5 0,1 3 0,3 0-6,1 0 1,0-3 0,-3 5-1,1 0-1,2-2 0,3 4 0,-5-5 1,4-1-9,2 0 1,-5 4 0,3-3 0,0 1-1,4 4 0,-4-4 0,1 3 0,-3-1-9,0-2 0,2 6 1,-1-6-1,3 2 6,0 1 0,0-1 1,-5 4-1,1-2 18,-2-2 1,4-2 0,-1 5 0,-3-3 9,-2 2 1,1 0 0,1 0 0,2-4-6,-1-1 0,3 5 0,-2-4 0,1 2-21,1 0 0,-6-5 0,5 5 0,-3 2-7,2 2 0,-3 0 1,3-2-1,-4-2-16,-1 2 1,1 3-1,2 1 1,3-2 44,-3-4 1,0 4 0,1-4-1,1 4-21,-2 2 1,1-6-1,-1 0 1,2 3 9,-1 1 0,3-4 0,-2 0 0,1 2 30,1 2 0,-6-4 0,4 1 0,-3 1-14,-3 2 0,7-4 1,-1 0-1,-2 2-3,-1 2 0,-3 2 1,1-2-1,1-2 8,4-1 0,-3-1 1,3 6-1,-4 0-30,-1 0 1,-1-2 0,3-2-1,1-2 18,2 2 1,1 2 0,-7 2-1,2 0-26,5 0 1,-5 0 0,4-2 0,-3-2-4,-3-1 0,1-1 0,-1 6 0,1 0 11,-1 0 0,1 0 0,-1 0 0,1 0 2,-1 0 1,0 0 0,1 0 0,-1-2-6,1-4 0,-6 4 0,-1-4 0,3 4 6,1 2 1,-3 0 0,0 0 0,1 0 3,3 0 0,-5 0 0,1 0 0,2 0-11,1 0 1,-3 0 0,-1 0 0,3 0 7,1 0 1,3 0 0,-1 0 36,1 0 1,-1 0-5,1 0 0,-1 0 76,1 0 77,-1 0 233,-7 0-108,-2 0-409,-8 0-213,0 0-437,-8 0 1,6-2-988,-4-3 1727,4 3 0,2-6 0,0 8 0</inkml:trace>
  <inkml:trace contextRef="#ctx0" brushRef="#br0" timeOffset="1">6690 717 8609,'0'-18'104,"0"7"1,2 1-181,3 2 1,-1-3 48,8 5 0,0-6-184,5 6 0,1 0-231,-1 6 389,0 0 0,-1 2 1,-4 4 48,-7 6 0,-3-2 1,-2 1 16,0 3 0,-5-5 1,-3 1-1,0 0 144,0 0 0,-5-7 0,1 3 180,-3-4 0,-3-2-174,1 0 1,-1-2-113,1-4 0,5-1 0,2-7 0,3 2-38,3-1 1,2 3-1,2-1-74,0-3 1,0 4 0,2-1-53,4-3 0,-3 6 1,7 1-1,0 1-69,0 0 1,1 0 0,7 6 110,-1 0 0,1 2 0,-1 4 69,0 5 0,-5 5 0,-2 1 0,-2 1 36,-5-1 0,-1 1 0,-2-1 124,0 1 1,0-1 0,0 1 0,0-1 31,0 1 0,-5-7 0,-3-1 0,-2-2-32,-3-4 1,-1-1 0,0 1 0,3 2-22,-3-2 0,-1-2 0,-1-4 1,3-4-51,1-5 0,2 1 1,-1-2-1,3-1-50,0-3 1,6-1 0,-4-3 0,2-1-103,-1-2 0,3-1 1,-4 7-1,6-1-308,6 1 1,-4 5 0,5 1 148,1-3 1,2 1-1,7 1 1,1 6 75,-1 4 1,-5 2 0,-1 0-1,3 0 56,2 0 1,-1 2-1,-1 2 1,-5 4 36,-1 1 1,4 3 0,-6 6 65,-3-1 1,-1-5-1,-2-1-90,0 3 0,-2-1 0,-3 1-182,-7-2 0,2-8 1,-1 3 260,-3 1 0,-1-6 0,-3 6 0</inkml:trace>
  <inkml:trace contextRef="#ctx0" brushRef="#br0" timeOffset="2">7214 210 8102,'0'-17'-559,"0"-1"0,0 7 1,0-1 1425,0-1 0,0-3 0,0-1-630,0-1 1,0 6 0,0 1 0,2-1-171,3 2 0,-1-3 0,8 5-192,2-2 0,1 6 0,2-1 0,1 3 28,-1 2 1,3 0 0,1 0-1,2 2-54,-1 3 1,-1 3 0,0 8 0,1-1 92,-7 5 1,3 1 0,-8-2 0,-1 3 74,-3 1 0,-4 6 1,-2-4-1,-2 3 57,-4 3 1,-3-4 0,-9 0 0,1 0 4,-1 0 0,-1-3 0,-3 3 0,-1-2 0,2-4 0,3-7 0,5-2 0,1-1 151,-2-1-231,7-2-1,-9-8 0,16 0 1,0 0-1,10 0 91,5 0 0,3-6 0,1 0 0,3 2-52,1 2 1,2-4 0,-4 1 0,5 1-35,1 2 1,0 0 0,4-2 0,-2-2-35,2 2 0,-6 2 0,1 2 1,-3 0-52,0 0 1,1 0-1,-7 0-106,0 0 1,1-6-581,-1 1-165,-7-1-300,-2 6 1233,-8 0 0,0-8 0,0-2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01:32.557"/>
    </inkml:context>
    <inkml:brush xml:id="br0">
      <inkml:brushProperty name="width" value="0.11429" units="cm"/>
      <inkml:brushProperty name="height" value="0.11429" units="cm"/>
      <inkml:brushProperty name="color" value="#E71224"/>
    </inkml:brush>
    <inkml:brush xml:id="br1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105 5293 9939,'-12'0'-798,"1"0"0,5 2 1077,-6 3 0,6-3-47,-5 4 0,7-2 1,-4 0 427,0 2-420,6 0 1,-7-6-230,3 0-196,4 0 193,-6 0 0,10 0 0,4 0 41,5 0 0,-1 0 1,2 0-43,1 0 1,-3 0 0,2 0 0,1 0 42,3 0 0,1-6 0,1 0 0,-1 2-22,1 2 1,-1-4 0,1 0 0,-1 3-50,1 1 0,1-4 0,2 0 0,3 0 39,-3-2 0,4 6 0,0-3 1,1 1-8,-1-2 1,4 4 0,-4-4-1,0 2-5,1-2 1,3 4 0,-6-3 0,0 3 0,3 2 0,-7 0 1,6 0-1,-2 0-11,1 0 0,-1 0 0,-6-2 1,1-2 2,-1-2 1,1 0 0,-1 6 0,1 0 10,-1 0 1,1-2-1,-1-2 1,1-1-12,-1 1 0,1 2 0,-1 2 0,1 0-13,-1 0 0,0 0 1,1 0-1,-1 0-11,1 0 0,-1 0 0,-1-2 0,-3-2 16,-1-2 0,0 0 0,5 6 3,1 0 0,-1 0 0,1 0 0,-1 0 14,0 0 1,1-5 0,-1-1 0,3 2-7,3 2 0,-4 0 1,5-2-1,-3-2 9,2 2 1,-3 0 0,3 1-1,-3-3-42,-3 2 0,6 0 0,2 0 0,1-2 52,-1 2 1,-2-3 0,-5 1 0,1 0-21,4-2 0,-3 6 0,3-4 0,-4 3-30,-1-3 0,-1 4 1,1-6-1,-1 2 18,1 0 0,-1-1 1,1 3-1,-1-4-41,1-2 1,-1 5 0,1-5-1,-1 2 32,1 4 1,-1-4-1,0 1 1,1-1-15,-1 0 1,3-4 0,1 5 0,2-1-10,-1 0 1,3-3 0,-2 3-1,1 0-5,1 0 0,-4-5 0,6 3 0,0-2-3,1 1 0,-5 1 0,6-4 1,2 3-39,2-3 0,-4 4 0,0 1 0,0-1 26,-1 0 0,5 5 0,-6-7 0,0 0 24,-4 3 0,2-7 0,1 6 0,-1-1 18,0-1 0,4 0 0,-4-5 0,1 1 14,-1 5 0,4-5 1,-4 5-1,2-5-16,4-1 0,-3 1 1,-1 3-1,0 1-2,0-2 0,0-1 0,4-1 1,-4 3-12,-1 1 1,-1 0-1,-4-3 1,4 1 18,3 3 1,-7-1-1,2-4 1,-1 3-35,1 1 1,-4 3 0,5-5 0,-3 4 14,2 2 1,-3-5-1,3 3 1,-2-1 28,3-1 0,-5 6 0,4-6 0,-1-1 29,1-3 0,-2 5 1,6-1-1,1-2 0,-1-1 0,-4 3 0,4 1 0,-2-3-10,-3-1 0,3-3 0,0 1 1,0-1-15,1 1 0,3 5 0,-6 0 1,-2 1 1,-1 1 0,-1-5 0,2 3 0,3-2 9,-3 3 1,-1-5-1,-3 6 1,0-1 30,1-1 1,-1 1 0,1-5 0,-1 2-11,1 3 1,5 1-1,0-4 1,-1 3-25,-3-3 0,-1 1 0,-1-1 0,2 2-3,5-1 0,-5-3 0,6 1 0,-1 1-26,-1 3 0,6 1 1,-4-4-1,0 3-68,1-3 0,-3 4 0,-6-1 1,3-1 100,3 2 1,-3-5-1,3 3 25,-4-3 0,-1 3 0,-1 0-26,1-1 0,-1-3 0,1-1 26,-1-1 1,0 1-1,1-1-22,-1 1 1,1 0 0,-1-1 0,1 1-7,-1-1 0,-1 1 1,-3-1-1,1 1 5,5-1 0,-7 7 0,5-1 0,-1-2 19,0-1 1,1-3-1,0 1 1,1-1-4,-1 1 1,1 5 0,-1 1 0,1-3-8,-1-1 0,1-1 1,-1 3-1,1 1 35,-1-2 0,1-1 0,1-3-54,4 1 0,-3-1 0,3 3 0,-4 1-13,-1 3 0,-1 1 1,1-4-1,-3 3-37,-3-3 0,3 4 1,-3-1 2,4-3 1,1-1-1,1-3 35,-1 1 0,-1-1 1,-3 3-1,-1 1-7,1 3 0,-3-1 0,2-6 0,1 3 4,3 3 0,-5-3 0,1 3 0,2-3 18,1-3 1,3 1 0,-1-1 11,1 1 0,-3-1 1,-1 1-1,-3 1-9,3 5 0,-4-5 0,1 4 0,1-3 2,-2-3 1,5 1 0,-5 0 0,1 1 21,1 4 1,-2-3 0,3 3 0,-1-3-2,2-3 1,-5 3 0,3 1-1,0 2-13,-3-1 0,5-3 1,-6-1-1,1 1-21,5 5 0,-4-5 0,-1 5 1,1-5-1,0-1 0,-4 5 1,3 0-1,1-1 11,0-3 1,-6 5 0,3-1-1,-1-2 12,0-1 1,2 3 0,-4 0-1,3-1-18,3-3 0,-6-1 0,4 1 0,-2 3-6,-1 1 1,7 1-1,-4-7 3,1 1 0,1-1 0,4 1 1,-5-1-4,-1 1 1,4 5 0,-4 0 0,-1-1 2,1-3 0,4 5 0,-4-1 1,1-2 1,1-1-1,2-3 1,-5 3-1,1 3 0,-4-3 0,6 3 0,-3-3 1,5-3-1,-4 1 10,2-1 1,-1 1 0,5-1-1,-4 1-7,-3-1 0,5 7 0,-6-1 0,0-1 46,1-3 1,-3 0-1,6 3 1,-2 1 5,-4-1 1,3-3 0,1 1 0,0 1-21,0 2 1,-3 1-1,-3-7-26,4 1 0,-4-1 0,6 3 1,-2 1-45,0 3 0,-1-1 0,-3-6-26,4 1 1,2 0 0,4-1 0,-5 1 31,1-1 0,-4 1 0,6-1 31,-3 1 0,5-1 0,-6 1 0,-2-1 39,-2 1 0,4 5 0,-1 1 1,-1-3 1,-2-1 1,0-3 0,2 1-39,2-1 0,0 1 0,-6-1 0,0 1-8,0-1 0,5 1 0,1-1-9,-2 1 0,4-1 1,-2 1 2,-2-1 0,-2 1 0,0 0 55,3-1 0,-3 1 0,4-1-21,-4 1 1,-2 5 0,0 0 15,0-1 1,6-3-1,0-1-29,-2-1 1,-3 1 0,-1-1-34,0 1 1,0 0-1,0-1 21,0 1 0,0-1 0,0 1 51,0-1 1,0 1 0,0-1 20,0 1 1,-1 1 0,-3 3-1,-2 1-3,2-2 1,2 5 0,2-3 0,0-1 11,0-3 0,-6 4 1,0 1-8,3-3 1,1-1-1,2-3-74,0 1 0,-2 5 0,-2 0 33,-2-1 0,0-3-4,6-1 1,0 5-147,0 1-480,0 7-1087,0-4 596,0 8 0,2 2 1088,4 4 0,-4-4 0,6 5 0</inkml:trace>
  <inkml:trace contextRef="#ctx0" brushRef="#br1" timeOffset="1">2375 1154 6493,'-10'-8'609,"1"6"0,5-6 82,-2 0 0,-2 6-194,2-3 0,3-3 48,-9 2-405,8 0-405,-4 6 0,10 0 162,4 0 0,-2 0 0,8 0 0,1 2 69,3 4 1,1-2-1,3 6 1,1-1 46,2 1 0,6-6 0,-5 4 0,-1-3-29,2 1 1,-4 2-1,7-4 1,-1 2 9,0-2 1,-6-3 0,3 1 0,-3 2-12,2 2 1,-3 0 0,3-6 7,-4 0 0,-9-2 333,-4-4-200,-4 4 0,-2-7-95,0 3 0,-2 4-33,-4-4 1,2 2-218,-7-2-212,7 4 262,-12-5 0,12 7 100,-7 0 0,5 0 0,-4 1 37,2 5 1,2-2-1,5 6 1,-3 0 58,-2-1 0,-2-3 1,4 6-13,-2 1 0,-5 3 0,5 1 0,0 3-10,-2 3 1,4-4 0,-5 7 0,-1-3 7,0 0 1,6 1 0,-3-7-1,1 0 32,0 1 0,-6 5 0,5 0-21,-3-1 0,4-5 0,-4-3-19,3-2 1,-1-3-1,4 5-385,-2-3-581,0-7-240,6 4 1203,0-8 0,0 0 0,0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01:32.56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315 280 7652,'0'-17'-160,"0"5"718,0 0 0,-2 1 0,-1-7-273,-3 1 0,0 5 0,6 0-112,0-1 0,-6-3 0,0-1 1,2-1-125,2 1 0,-5 5 0,-3 1 1,-2-1-144,1 2 1,5-3 0,-6 5 0,-1 0-45,-3 0 0,4 3 0,1 5 1,-3 0-78,-1 0 0,-3 2 0,3 3 0,1 7 77,2 4 1,1 1-1,-5 2 1,3 3 79,1 1 0,8 8 0,-4-2 0,3 4 73,-1 2 0,0 0 0,6 0 1,0-2-31,0-4 1,2 4 0,2-6 0,4 0 22,1-3 0,3-11 1,5-3-1,1-2 6,-1-4 0,1-2 0,-1-4 138,1-4 1,-1-4-1,-1-7 1,-3-1-95,-1 1 1,-6-3 0,3-1-1,1-2-19,0 1 0,-6-3 1,3 0-1,-1 0-37,0-1 1,2 1-1,-4 4 1,2-2-25,-3 1 0,-1 3 1,0 3-334,4 5 265,-4-5 1,8 16 0,-4 0 211,5 10 0,-1 11 0,2 2 1,1 1 33,3 1 1,1-4 0,1 6 0,-1 1-30,1-1 1,5-6-1,0 2 1,-2-3-33,-1-3 0,3-5 0,0-2 0,-1-3-86,-3-3 1,-1-2 0,1-2 0,2 0-263,3 0 0,-1-8 1,-6-1-1,1-3-299,-1 0 1,-1 1 551,-4-7 0,3 1 0,-5-1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01:32.57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228 33 8242,'9'-7'-335,"1"5"616,-4-4 0,-4 2-85,4-2-220,-4 4 1,-2-4 61,0 12 1,0-2-1,0 8 12,0 1 1,-6 3 0,-2 3 0,0 3 8,1 1 1,-7 6 0,4-4 0,-1 2-5,-1 4 1,0 2 0,-5 0-1,1-1 11,5-3 0,-5-2 1,7 4-1,-3-4 26,0-2 0,3-1 0,-5-9 1,4-1 144,2-3 0,1-7-70,1 2 0,2-4 30,-8-2-173,9 0-83,-5-8-29,8 6 19,0-6 0,0 6-263,0-3 58,0 3 233,0-6 330,0 8 211,0 0-488,8 0 1,1 0-10,9 0 0,-1 0 1,1 0-1,-1 0 28,1 0 1,5 2-1,2 2 1,2 4-6,4 1 0,2-3 1,0 6-1,-2-1 32,-2-1 1,2 6 0,6-5 0,0 3 28,-4-3 1,-2 3 0,2-6 0,-2 0-74,-2-1 1,-7 5-1,1-6-206,-4-2-38,-1-2 96,-8-2 0,-5-2-551,-10-4 0,1 4-315,-8-4 0,6 4 1000,-5 2 0,7-8 0,-4-1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01:32.59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297 866 8319,'10'9'826,"-3"-3"-538,-7-12 1,0-3 0,0-9-150,0 1 0,0-1 0,0 1-51,0-1 1,0 1 0,0-1 0,0 1-132,0-1 0,-2 7 1,-1-1-1,-5 1 50,-2 1 0,4-4 1,-5 8-1,-3 3-99,-1 1 1,-3 2 0,1 0 0,-1 2-12,1 3 0,-1 5 0,1 8 0,-1 1 64,1 4 0,-1 4 0,1 8 1,-1 0 26,1 0 0,5 0 0,3 2 0,1 2 12,4 2 0,2-1 0,2-5 0,2-2 15,4-4 0,-2 0 0,7-9 0,3-5 69,1 1 1,-3-8 0,0-3-1,-1-5 141,-1-5 0,6 1 1,-7-10-1,3-3-150,0-5 0,-7-3 0,5 2 0,0-6-73,0-4 1,-5 4 0,5 0 0,-2-2-90,-4-2 1,3 3 0,1 3 0,0 2-97,0 4 1,0-5 0,-5 3 0,3 2-150,-2 1 1,0 9 185,2-1 0,-2 8 1,5 0 168,-1 8 0,0 8 1,-4 9-1,2 4 141,-3 3 0,7-5 1,2 6-1,3 0 69,3-2 1,-1 6 0,1-6 0,-1 1-122,1-5 0,1-4 0,2-1 0,3-3-111,-3-3 1,4 2 0,-1-9 0,-3-1-274,-2-2 0,5-10 0,-1-3 0,-2-5-665,-1-1 1,-5-7 936,-3 1 0,11-8 0,-4 4 0</inkml:trace>
  <inkml:trace contextRef="#ctx0" brushRef="#br0" timeOffset="1">699 27 8535,'-12'-5'1317,"0"-1"-779,1-8-463,1 12 1,0 2 0,6 12 0,-1 3-137,1 3 1,2-1 0,0 1 0,-2 1-77,-2 4 1,-6-1 0,5 5 0,-1 0-176,0 0 1,-3-5 0,3 3 0,0-2-821,0 0 1132,-5 1 0,3 1 0,-7 2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01:32.596"/>
    </inkml:context>
    <inkml:brush xml:id="br0">
      <inkml:brushProperty name="width" value="0.06" units="cm"/>
      <inkml:brushProperty name="height" value="0.06" units="cm"/>
      <inkml:brushProperty name="color" value="#004F8B"/>
    </inkml:brush>
    <inkml:brush xml:id="br1">
      <inkml:brushProperty name="width" value="0.08" units="cm"/>
      <inkml:brushProperty name="height" value="0.08" units="cm"/>
      <inkml:brushProperty name="color" value="#004F8B"/>
    </inkml:brush>
  </inkml:definitions>
  <inkml:trace contextRef="#ctx0" brushRef="#br0">87 5380 8440,'-9'2'-192,"1"2"1,0 2 15,-3-3 868,3-1-357,-8-2 1,12 0 94,-7 0-544,7 0-299,-4 0-51,8 0 420,0 0 0,8 0 48,4 0 0,1 2 0,1 2 32,-3 2 0,1 2 0,5-4 0,1 1-27,-1-1 0,1-2 0,-1 0 0,1 2-7,-1 2 1,1 0 0,-1-6 0,1 0-15,-1 0 0,1 6 0,-1-1 0,0-1-50,1-2 0,-1 4 0,1 0 0,-1-2 40,1-2 0,-1 0 1,1 2-1,-1 1 25,1-1 0,-1 4 0,1-2 1,-1-2 1,1-2 0,-1 3 0,0 1 1,1-2 2,-1-2 0,1 4 0,-1 0 0,1 0-4,-1 1 0,1-5 1,-1 4-1,1-2 2,-1 2 0,6-4 0,-1 5 0,-5-1 1,-3 0 1,-3 2 0,7-4-1,-1 2 1,1-3 0,-1 5 0,1-2 0,-1 0 3,1 2 0,-1-6 0,1 3 0,-1-1-10,1 2 1,-1-4 0,0 6 0,1-2 11,-1-1 0,1 1 1,-1-6-1,-1 2-4,-5 4 0,11-4 0,-5 4 17,3-4 0,-1-2 0,-1 0 1,-1 2-12,0 3 0,1-3 1,-1 4-1,1-4-4,-1-2 0,1 0 1,-1 2-1,1 2-19,-1 2 0,1 0 0,-1-6 0,1 0 2,-1 0 1,1 2 0,-1 1 0,2 3-3,5-2 1,-5-2 0,4-2 0,-3 0-38,-3 0 1,3 6 0,1 0 0,2-2 100,-1-2 1,-3-2-1,-2 0 1,1 0-39,-1 0 1,7 0 0,-1 0-1,-2 0-11,-1 0 1,-3 0 0,3 0 0,1 0-8,2 0 1,1 0 0,-5 0-1,2 0-7,3 0 1,1 0-1,-4 0 1,2 0-5,-1 0 1,3 0 0,0 0 0,0 0 20,1 0 0,3 0 0,-4 0 0,0 0-6,0 0 0,5 0 1,-7 0-1,0 0 11,2 0 1,-3 0 0,5 0 0,-2 0-12,-4 0 0,5 0 0,-3 0 1,0 0-9,2 0 1,-5-2-1,5-2 1,-2-2 17,1 2 0,-1 2 1,-4 2-1,3 0-5,1 0 1,0-6-1,-3 0 1,1 3-11,2 1 0,3 2 1,-5 0-1,2 0 8,-2 0 0,5 0 0,-1 0 0,0 0-4,0 0 1,5 0 0,-7 0 0,0 0-11,2 0 1,-3-2-1,5-2 1,-2-2 0,-4 2 1,5 2-1,-3 2 1,-2 0 4,-1 0 0,3-6 0,0 1 0,-1 1 26,-3 2 0,-2-4 0,1 0 0,-1 2-75,1 2 1,1 2 0,3-2 0,1-2 101,-2-1 1,-1-1-1,-3 6 1,2-2-39,5-4 0,-5 2 0,6-6 0,-1 3 0,-1 3 1,6 0 0,-4 0 0,1-4-2,-1-1 0,-2 5 0,-4-2 1,3 2 10,1-2 0,2 4 0,-3-6 0,1 3-10,-2-1 0,-1 0 0,-3 4 0,1-2-15,-1-2 0,6-1 0,1 3 1,-3-2 17,-2 2 1,-1 0 0,-1 0 0,3-2-44,3 3 1,-4-5-1,5 2 1,-5 0 0,-1-2 0,5 6 0,0-5 0,-2 1 10,-1 0 1,3-6 0,0 7-1,-1-1-7,-3-2 0,4 6 1,1-6-1,-3 2 8,-1 1 1,-3-3 0,0 4-1,1-2 17,-1 2 1,7-3-1,-1 1 1,-2 0-1,-1-2 1,-3 6 0,1-6 0,-1 3 1,1-1 0,-1-6 0,0 4-14,1-1 1,-1-1 0,1-2 0,-1 5 7,1-1 1,-1 4-1,1-6 1,-1 1-10,1-1 1,-1 4 0,1-4 0,-1 1-37,1-1 1,-1 4-1,0-4 1,1 1 15,-1-1 1,1 4-1,-1-4 1,1 1 23,-1-1 1,1 4 0,-1-3 0,1-1-3,-1 0 0,1 4 0,-1-3 1,0-1-22,1 0 1,-1 4 0,1-5 0,-1-1 8,1 2 1,-1-3 0,1 5 0,-1 0 17,1 1 1,-3-7-1,-1 4 1,-3-1-2,3-1 1,0 6 0,-1-6-1,-1 1 8,1 1 0,3-3 0,1 5 0,1 0-3,-1 0 1,1-5 0,-1 3-1,1-2 0,-1 1 0,-5-1 0,-1-3 0,3 1-1,2 2 1,1 1 0,0-7 0,1 3-1,-1 3 1,1-4 0,-1 5-1,1-5-1,-1-1 0,1 1 1,-1 3-1,1 1 13,-1-1 1,1-3-1,-1-1 1,-1-1 83,-5 1 0,5 1 0,-5 3 0,3 1-59,-2-2 1,3-1 0,-3-3-20,3 1 1,1-1 0,-3 1 0,-1 1-22,2 5 1,-1-5-1,1 5 1,-3-5-24,3-1 1,-4-1 0,1 1 0,3-1-6,1 1 1,1-1 0,-2 1 0,-3-1 11,3 1 1,-4-1 0,1 1-1,1-1 41,-2 1 1,5 0 0,-3-3 0,1-1-10,-1-2 0,1-1 0,-5 7 0,2-1-5,4 1 0,-5-1 1,3 1-1,0-1-11,-3 1 1,7 0 0,-5-3 0,3-1-14,-2-3 0,3 1 1,-3 6-1,1-1 4,-1 1 0,4-1 0,-5 1 0,5-1 11,1 1 1,-5-1-1,-1 1 1,3 0 7,2-1 0,-5 1 0,-1-1 1,0 1 32,-1-1 1,-3 1 0,4-1-30,-2 1 1,3-1-1,-5 1 1,0-1-15,2 1 0,-6 0 0,3-1 0,-1 1 0,2-1 1,-4 1-1,4-1 1,-2-1 45,2-4 0,-4 3 0,5-3 0,-1 3-9,0 3 1,0-6 0,-4-1 0,2 3 5,1 2 0,7-5 1,-6 1-1,0 2 3,1 1 1,-5 1 0,6-4-42,0-6 0,-6 3 1,4 3-1,-2 4 25,1 1 1,-1 1 0,6-1 0,-2 1-14,-4-1 0,-1 1 1,1-1-1,2-1 21,-2-4 0,4 3 0,-2-3 0,-2 4 3,-3 1 0,5-5 0,0 0 1,-2-1 46,-2-1 1,4 6 0,0-5 0,-3 3-65,-1-2 1,0 3 0,2-3-1,2 2-16,-2-3 1,-2 5-1,0-6 1,2 1 44,1 1 0,1 0 0,-6 3 1,0-1-3,0-2 0,0-6 1,0 5-1,0 3 23,0 2 1,0-5 0,0 1 0,0 0-91,0-2 0,0 5 0,0-3 0,0 4 71,0 1 1,0 1-1,0-1 1,0 1-62,0-1 0,-2-1 0,-2-3 0,-1-1-60,1 2 1,2 1-1,2 3 1,-2-2 82,-4-5 0,4 3 0,-6-6 0,3 2 18,-1 3 0,0 1 0,6-1 1,-2-1-18,-4 2 0,4 1 0,-4 3 1,4 0-22,2-1 1,-5 1 0,-1-1 0,2 1-4,2-1 0,2 1 0,0-1-2,0 1 1,-6-3 0,0-1 0,2-2 15,3 1 1,-1 3 0,-2 2 111,-2-1 0,0 1 0,6-1 0,-2 3-97,-4 3 0,4-4 0,-3 5-16,3-5 0,0-1 0,-2-1-45,-2 1 1,0-1 0,6 1-1,0 0-42,0-1 1,0 1 0,0-1 109,0 1 1,0-7-1,-2 1 1,-2 2-48,-2 1 0,1 3 1,5-3 6,0-3 1,0 4 0,0-5 0,0 5 17,0 2 0,0-1 0,0 1-3,0-1 1,-2 3 0,-2 1-1,-2 2-10,2-1 1,2 3 0,2-1 7,0-3 0,-6-2 0,1-1 1,1 0-11,2-1 0,2 6 0,-2 1 0,-2-3 23,-2-1 0,0-3 1,4 1-1,-2-3-1,-1-3 0,-3 8 0,4-7 42,-2 1 1,-2-1-1,5 5 1,-3 0 1,-2 1-1,4 2-43,-2 3 1,-2 5 11,3-6 1,1 3 0,-6-5 10,2 2 0,2 7 0,5-5-103,-5 2 1,4 0 21,-4 3 0,-2 1-54,2-8-150,1 0-827,5 3 397,0 1 0,0 10 215,0 4 1,0-2 0,0 7 0,0 3 463,0 1 0,7 3 0,3-1 0</inkml:trace>
  <inkml:trace contextRef="#ctx0" brushRef="#br1" timeOffset="1">5484 4786 17866,'0'-17'-1739,"0"-1"0,0 7 1636,0-1 0,0 6 324,0-6 83,0 1-1135,0-7 674,0 9 1,0 9-1,0 11 1,0 5 150,0 1 1,-8 8 0,-2 5 0,-1 3-92,-1 2 0,0-1 0,-3 1 1,1 2 205,3 4 0,-1-4 1,-3 4-1,1-5 0,2-1 1,7 0-1,-5-2 1,2-4 89,4-5 0,2-5 259,2-1-101,0-9 1,0-3 351,0-12 0,0 2-580,0-7 0,2 5-141,4-6 1,-2 8-1,6-3 1,-1 1-2,1 0 1,-4 0 0,5 4 94,3-4 0,2 4 1,1-3-4,0 3 0,1 2 0,-1 0 0,1 0 32,-1 0 1,1 0 0,-1 2-1,1 2 0,-1 1 1,1 1-1,-1-4 1,1 2-193,-1 2 0,-5 0 0,-1-6 1,1 2 249,-2 3 0,5-3-315,-3 4 0,-4-2-1500,-3 2 352,-3-4 1,-2 8 1062,0-5 1,0-3 0,0 6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01:32.604"/>
    </inkml:context>
    <inkml:brush xml:id="br0">
      <inkml:brushProperty name="width" value="0.08" units="cm"/>
      <inkml:brushProperty name="height" value="0.08" units="cm"/>
      <inkml:brushProperty name="color" value="#004F8B"/>
    </inkml:brush>
  </inkml:definitions>
  <inkml:trace contextRef="#ctx0" brushRef="#br0">35 131 17866,'0'-18'-1994,"-6"1"0,1-1 1792,1 1 1,-4-1 0,2 1 76,2-1 1,2 11 0,2 7-1,0 11 32,0 11 1,0-1 0,2 8 0,2 2-30,2 2 0,0 2 0,-6 0 0,0 2 97,0 4 1,2-5 0,2 5 0,1-4 24,-1-2 0,-2 0 0,-2-2 1,0-2-263,0-2 1,0-8-1,0 3 596,0-5-72,0-9 0,6-4 0,0-14-94,-2-10 1,4-1 0,-1-8 0,3 0-114,4 0 0,-1 5 0,1-3 0,-3 2 14,3-1 1,2 1 0,-1 6 0,-1-1-4,-3 1 0,1 1 1,5 5-1,1 3 103,-1 0 1,1 6 0,-1-2 0,1 8-174,-1 8 0,1 3 0,-1 5 1,-1 1-99,-5 2 0,3 8 1,-6-4-1,-1 3 108,1-1 1,-2 0 0,-6 4 0,0-4 85,0-6 1,-8 2 0,-3-1-1,-5-3 198,-1-2 1,-1-7 0,1-2 0,-1-2 123,1-5 1,-1-1 0,1-2 0,-3 0-241,-3 0 1,4-7-1,-5-3 1,7-2-416,5 1 1,-3-1-1,3-5-251,-3-1 1,5 1-2100,4-1 2691,4 8 1,10 3 0,2 7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01:47.84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350 88 8155,'9'0'392,"-1"-2"157,-8-4-230,0 4-256,0-6 0,0 10-27,0 4 1,0 6 0,0 9-1,0 4-16,0 2 0,0 2 1,0 8-1,0 4 22,0 6 0,6-3 0,0 1 0,-1-1-77,3 1 0,-6-6 0,6 2 0,-2-4 4,0-3 1,-1-6 0,-5-5-1,0-4-436,0-1-553,0-1 665,0-7 1,0-10-1,0-12 355,0-3 0,-7-10 0,-3-3 0</inkml:trace>
  <inkml:trace contextRef="#ctx0" brushRef="#br0" timeOffset="334">664 53 7473,'-6'-12'80,"0"0"0,0 7 1,4-5 1439,-3 2-1406,3 2 1,-8 6-167,4 0 1,4 8-1,-4 4 1,4 5 69,2 6 1,0-1-1,0 9 1,0 4 22,0 4 1,2 9 0,2-1 0,4 3 32,2 3 0,-1-1 1,5 0-1,-2 1-17,1-1 0,-3-1 0,0-3 0,-1-5-52,1-6 0,-6-1 0,2-12 0,-4-3-203,-2-1 0,0-9-1186,0 1 632,0-8 1,-8-4 751,-4-12 0,-3-3 0,-3-3 0</inkml:trace>
  <inkml:trace contextRef="#ctx0" brushRef="#br0" timeOffset="948">53 559 8077,'-6'-11'0,"-2"1"151,-2 2 0,5-4 942,-7 7-295,8-9-758,-4 12 0,10 0 0,2 10 0,4 2 70,2 3 0,1 3 1,7 1-1,-1 3-33,1 3 0,-1-4 1,0 5-1,1-3 35,-1 2 0,7-1 0,1 5 0,0 0-105,0 0 1,4-6 0,-3 5-1,1-3 40,4 0 0,-4 0 1,0-5-1,0-1-87,1 1 1,-7-7 0,2-1-1,-3-2-88,-3-4 1,1 4-71,-1-3 144,-7 1 114,-3-6 1,-7-2-38,0-4 1,0-3 0,2-9-122,4 1 0,-2-1 0,8 1-25,1-1 0,3 1 1,-1 0-1,1-1-9,1 1 1,-3-1-1,9 1 1,-1-1-54,1 1 1,-4-3 0,7-1-1,-3-2 43,0 1 1,6-3 0,-6 2 0,1 0 32,1-3 1,-6 13 0,5-5-1,-7 3-107,-5-1 1,3-1-200,-3-1 46,-4 9 0,-2 1 369,-12 8 0,-4 8 0,-7 1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04:22.72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435 140 8086,'0'-12'-790,"0"1"649,0-3 0,0 4 1,0-1 439,0-3 0,0 4 0,2-1 385,4-3 1,-5 4 13,5-1-385,-4 7 0,-4-4-354,-4 8 0,-3 2 1,-9 4-1,1 6-80,-1 3 0,-7 8 0,-4 4 0,-2 5 110,2 4 0,-10 9 0,6 0 0,0 3 33,2 7 0,4 7 0,-2-2 1,5 2 1,5 4 0,7 4 1,3 1-1,1-1-40,4-8 0,16-5 1,5-7-1,5-3-85,3-7 0,0-10 0,6-7 0,-2-4 35,2-1 0,8-9 0,2-3 0,-2-4 5,-3-2 1,-1-2 0,0-4-1,0-5 15,0-5 0,0-3 0,-2-4 0,-2-7 4,-2-2 1,-2-3 0,4 0 0,-3 0 42,-3 0 0,-2-6 1,-5 0-1,-1 1 29,0-3 1,-7 0 0,-4-5 0,-4 3 70,-2 2 1,0-5 0,-2 1 0,-2-1 12,-2 1 1,-9-1 0,-1 7 0,-5 0-5,0-2 1,-5 12 0,3-2 0,0 6-108,-2 6 0,5 2 0,-3 3 0,3 2-59,3 3 1,0 7-1,-1-2-249,1 4 1,1 4-1,4 4-38,7 6 1,3 5 0,2 4 0,0 5-260,0 1 0,0 2 602,0 6 0,7 0 0,3 0 0</inkml:trace>
  <inkml:trace contextRef="#ctx0" brushRef="#br0" timeOffset="367">557 821 8229,'-6'-18'1084,"0"1"1,-1 5-782,1 1 1,6 7 0,-2 0 111,6 8 0,9 7 0,1 11 0,5 3-299,5 2 1,7 2 0,-2 6 0,2 0-176,-2 0 0,6 0 0,-2 0 0,6 0-68,-1 0 0,-1 0 1,-2-2-1,0-2-159,0-2 0,-2-8 0,-4 3 1,-6-5-85,-3-2 193,-10-7-82,-3-2 0,-9-10-239,-3-4 1,1-2-1,-8-3-469,-2 5 1,5 2 966,-3-2 0,0 4 0,-5-6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04:24.40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18 2341 8229,'0'-18'103,"0"1"0,0-1 1,0 1-1,-2 0 414,-4-1 0,4 6 0,-4 1 245,4-3 1,2 5-83,0-3-719,0 8 0,2-2 0,2 12 0,2 6 136,-2 3 1,-2 5 0,0 3 0,2 6 77,1 4 1,1 8 0,-4 1 0,2 1-54,2 0 1,0 3 0,-4-3 0,1 2-52,3 3 0,2 1 0,-4-3 0,2-3-26,-2 0 1,3-5-1,-1 5 1,0-4-58,2-6 0,-6-4 0,5 0 1,-1-6-38,0-3 1,2-9-84,-2 1 77,-4-8 1,5 2 0,-5-12 53,4-6 0,-4 3 0,6-3 0,-2-4-167,0-5 1,1 0 0,-1-6 0,4-1-47,0 1 0,3 4 0,-5-6 0,2-2 79,3-2 0,-3 4 0,1 0 0,3-2 17,2-2 1,-5-2 0,1 2-1,0 2 100,-3 2 0,5 5 1,-6-3-1,1 2 57,5 4 1,-6 1 0,-1 3-81,1-1 1,-6 7 0,6 1-70,0 2 0,-6 4 0,3 10 56,-3 6 0,-2 3 0,2 3 1,2 1 68,2 4 1,6-1-1,-5 5 1,1-2 44,0-4 0,5 5 0,-1-1 1,4 0-29,1 0 0,6 4 1,1-5-1,-1-3-20,2-2 0,0 5 0,6-1 1,-1-2-8,1-1 0,-4-3 0,0 1 0,0-3 7,0-3 0,-5-4 0,-1-6 0,-6 1 22,-3 3 1,-6 0 0,4-8 83,-3-4 1,1-3 0,-4-9 34,2 1 1,0-1 0,-6 1-1,0-3 96,0-3 0,-2 2 0,-2-6 1,-2-1-96,2 1 1,-4 4 0,3-6-1,-1-2-131,-2-2 1,6-2-1,-6 0 1,2 0-198,1 0 0,-1 0 0,6 2 0,0 2-247,0 2 0,0 2 0,0-2 0,0 4-935,0-1 1,2 9-598,4-1 1953,-4 9 0,13 9 0,-5 0 0</inkml:trace>
  <inkml:trace contextRef="#ctx0" brushRef="#br0" timeOffset="1053">1520 175 8112,'-12'-17'-132,"0"-1"1,8 1 0,-1-1 602,3 1 1,-4 5-1,0 1-165,2-3 1,4 4 0,6 1 0,6-1-137,3 0 0,-1 6 1,1-1-1,5 3-250,-1 2 0,6 0 0,-1 0 0,-1 0 2,2 0 0,-4 7 0,7 3 0,-1 4-110,0 3 0,-6-3 0,3 11 0,-5 0 63,-2 4 0,1 4 0,-1 2 0,-1 0 38,-4 0 1,-5 6 0,-7 2 0,0 1 21,0 5 0,-7 7 0,-5 2 1,-4 0-27,-1 3 1,-2-5 0,-3 6 0,1-4 73,5-7 0,1-1 0,7-7 0,0-1 52,0 1 0,3-2 0,5-8 0,0-4 13,0-6 1,2 2-1,3-1 1,7-3 90,4-2 1,-3-3 0,3-2-1,3-5-25,1-1 0,5-2 0,-2-6 0,0 0-21,3 0 0,-7 0 0,6-2 0,-2-2-22,1-2 1,1-5 0,-4 3-1,3-2-32,-3-3 1,-2 3-1,-1-2 1,-1 1-35,1 1 0,-7-4 1,-1 6-64,-2-1 9,-2 5-36,-6-4 0,-8 8 0,-4 0 1,-3 2-17,-3 4 0,7 4 1,-1 7-1,-2 1 42,-1-1 0,-3 0 1,1 3-1,-1 3 66,1 6 1,5-2 0,1 4 0,-1 4-25,2 4 1,-3 8 0,5-5-1,0 3-4,1 4 1,1 7 0,6 2 0,0-2 199,0-1 0,7-3 0,5 2 0,4 3-57,1 1 0,1 0 0,-1-5 0,0-1-95,1 0 1,-1 1 0,1-1 0,-1-1-3,1-5 1,-1 3-1,-1-7 1,-3 1-97,-1 0 1,-6-8 0,4-6 0,-3 2-35,-3 2 0,-2 0 0,-2-2 0,0-4 218,0-2 1,-8 4-1,-3-5 1,-7-3 154,-5-2 1,2-1 0,-8-3 0,-4-1-66,-6-2 1,0-9 0,-6 3 0,3-4-169,3-2 0,2-2 0,2-4 0,2-3-290,4-1 1,0-5 0,9 3-1,7-4-344,3-1 1,-2-1 0,7 1 0,1-2 598,2-5 0,2-3 0,0-8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04:26.60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141 767 8370,'0'-17'-384,"0"-1"569,0 1 0,0-1 0,0 1 340,0-1 0,-2 7 141,-4-1-691,4 0-141,-6 3 0,2 3 114,1 12 1,-1 3 0,6 9-1,0 1 84,0 4 0,0 3 0,0 7 1,0 0 38,0 4 0,6 1 0,1-3 1,1 0-82,0 0 0,4 6 0,-5 0 0,1-5-198,0-4 1,3-1-1,-3-8 1,0-2-369,0-1 0,-2-3-266,-6 1 0,0-11 842,0-7 0,-8-15 0,-2-12 0</inkml:trace>
  <inkml:trace contextRef="#ctx0" brushRef="#br0" timeOffset="401">18 557 8370,'8'-17'-330,"-6"0"914,4-1 0,-4 1-289,-2-1 0,0 6 0,2 3-361,4 1 0,3 2 0,11 6 1,3 2-31,6 4 0,4 6 0,4 9 0,2 4 43,2 2 0,5 2 0,-3 6 1,1 0-16,5 0 1,-6 6 0,-3 2 0,-5-1-100,-6 1 1,1 9 0,-11-5 0,-5-4 148,-5-4 1,-3-5 0,-8 1 0,-4-2 69,-5-4 1,-7-3 0,-5-9 0,-6-1-19,-4-5 0,-2 5 1,0-6-1,-2-1 175,-4-3 0,3 2 0,-7-2 0,2-2-81,4-3 1,3-1-1,1 0 1,2 0-100,4 0 1,-3-5 0,9-1 0,4 0-56,5-2 1,1 4-360,7-7-152,0 7 0,14-4 1,3 8-1,5 0-97,1 0 1,7 0 633,-1 0 0,16-8 0,-2-1 0</inkml:trace>
  <inkml:trace contextRef="#ctx0" brushRef="#br0" timeOffset="851">822 1204 8370,'0'9'419,"8"-3"-248,3-12 0,5 2 1,1-7-1,3-3-61,3-1 0,-2-5 1,8-1-1,2-2-7,2 1 1,-4-3 0,-1 2 0,-3 0-58,-4-3 1,3 7 0,-5-4 0,-5 3-204,-5 3 0,-3-1 0,-6 1 36,0-1 0,-2 7 1,-4 1-1,-5 2-39,-5 4 1,-7 2-1,0 4 1,1 2 143,3 2 0,-5 8 0,1-3 0,2 3 54,1-3 0,9 5 1,-1-4-1,1 3 73,1 3 0,-4 5 1,8 0-1,3-1 58,1-3 1,2 0-1,0 3 1,2 1 18,3-2 1,7-1-1,9-3 1,5 1-66,1-1 1,2-1-1,6-3 1,0-3-222,0-2 0,5-2 0,3-6 1,0 1-229,-1 5 1,-3-4 0,-8 4-1,-4-4-356,-1-2 1,3-6 0,-6-2 681,-2-1 0,-1-3 0,-3-5 0</inkml:trace>
  <inkml:trace contextRef="#ctx0" brushRef="#br0" timeOffset="1334">2079 330 8370,'-17'-17'-268,"5"1"0,2 3 1,1 3-36,-1 2 0,4-3 0,-4 3 0,1 0 645,-1 0 1,4 3 0,-5 5-1,-3 0-184,-1 0 0,3 0 1,0 0-1,1 2-45,1 3 0,-6 5 0,7 8 21,-1-1 0,-4 0 0,9 1 0,-1-1-54,-2 1 1,6 5-1,-4 2 1,4 3 39,2 3 1,0 2-1,0 3 1,2 5-24,4 6 1,4-3 0,7 5 0,1 3-30,-1 5 1,6 7 0,1-4-1,-3 0-64,-2 0 0,5 0 1,-1-3-1,-2 3-238,-1 2 0,-3-12 0,1 3 1,-3-3 3,-3 1 1,1-5 0,-7-3 0,-2-4-143,-2-6 1,-2-2 0,-2 2 0,-4-4 97,-5-6 0,-7-9 0,-3-5 1,-2 1 273,1 0 0,3-6 0,1 1 0,1-3 0,-1-2 0,1-7 0,0-11 0,-1-9 0</inkml:trace>
  <inkml:trace contextRef="#ctx0" brushRef="#br0" timeOffset="1516">1590 1169 8370,'8'-18'31,"-6"7"1,4-1 0,-4-2 295,-2-1 0,0 3 0,2 1 27,3-3 0,5-2 1,8 1-1,1 3-663,4 6 0,-1-1 0,9 1 0,6 2-613,7 2 0,3 0 922,5-4 0,-3 4 0,11-5 0</inkml:trace>
  <inkml:trace contextRef="#ctx0" brushRef="#br0" timeOffset="1784">2376 767 8370,'0'-17'-43,"0"-1"0,0 1 0,-2-1 258,-4 1 0,4 5 792,-3 0-931,3 9 0,2-3 1,0 12-59,0 5 0,0 11 0,2 1 1,1 0-194,3 2 1,6 2 0,-4 8 0,-1 0-149,1 0 1,4-6 0,-4-1 0,-1-1-214,1 0 1,0-4 0,-4 4 535,2-1 0,7-3 0,-3-6 0</inkml:trace>
  <inkml:trace contextRef="#ctx0" brushRef="#br0" timeOffset="1949">2463 557 8370,'-1'-17'0,"-3"0"74,-2-1 0,-6 1 1,6-1-1,2 1 435,3-1 0,1 7-857,0-1 1,1 8 0,5-2 0,6 4-1021,3 2 1368,3 8 0,7 2 0,2 7 0</inkml:trace>
  <inkml:trace contextRef="#ctx0" brushRef="#br0" timeOffset="2492">2743 924 8370,'-10'-17'-98,"0"-1"1,7 1 539,-3-1 0,0 7 1,6-1-1,2-2-178,4-1 1,-2-3 0,5 1-1,1 0-108,0-1 0,1 1 0,7-1-232,-1 1 0,1 1 0,-1 5 0,1 5-223,-1 4 0,1 2 1,-1 0-1,1 2 3,-1 4 1,-5 3 0,-1 9 0,3 1 96,1 4 0,-3 3 0,0 5 0,1-2 161,3 2 1,-5 2 0,-1 2-1,-2 0 39,-4 0 0,0-8 1,0-2-1,1-2 17,-1 1 1,-2-1 636,-2-6-394,-8 1 0,1-16 0,-5-8 1,4-8 5,0-3 0,7-6 0,-5-3 0,4-1-203,2-4 0,0-2 0,0-2 0,0 0-96,0 0 0,6 2 0,1 2 0,3 4-65,4 2 0,-3-4 0,5 6 1,3 1 50,1 3 0,-1 9 0,-2 2 0,3 2-48,3 1 1,-3-1-1,3 8 1,-4 4-5,-1 5 0,-1 13 0,1 3 0,-1 2-10,1 0 1,-3 0 0,-1 6 0,-5 0-19,-1 0 1,-2-2 0,-6-2 0,0-4-72,0-2 0,0 4 0,0-5 0,0-3-418,0-2 0,0-1 615,0-1 0,0-7 0,8-10 0,1-10 0</inkml:trace>
  <inkml:trace contextRef="#ctx0" brushRef="#br0" timeOffset="2849">3581 942 8164,'0'-12'486,"0"0"1,2 7-1,2-7-263,2-2 1,7 5 0,-1-3 0,4 0 3,1 3 1,2-7-1,3 4 1,1-3-240,-2-3 0,-1 1 0,-3 0 0,1-1-235,-1 1 1,-7-3 0,-2-1 0,-3-2-190,1 1 1,-2 9 0,-8 1 0,-3 0-33,-3 3 0,-2 1 1,-5 8 306,-1 0 1,1 0 0,-1 2-1,1 4 217,-1 5 1,1 5-1,1 3 1,3 3 226,1 1 1,2 6 0,-1-4 0,5 2 31,4 4 0,0-3 1,-2 1-1,-2 0-227,3-2 0,8-2 1,7-7-1,4-1-81,1 1 1,2-3 0,7-3 0,7-6-322,5-4 1,13-2-1,-1-2 1,7-4-772,-1-6 1,4-3 1084,-2-3 0,8 1 0,-4-1 0</inkml:trace>
  <inkml:trace contextRef="#ctx0" brushRef="#br0" timeOffset="3432">4454 819 8370,'0'-21'-670,"0"4"0,2 1 1039,4 1 1,-4-3-1,4 1 1,-4-1-34,-2 1 1,0-1-1,0 1 1,0-1-161,0 1 0,0 5 0,0 1-271,0-3 1,-2 0 0,-2 1 0,-4 3-227,-1 2 1,-3 3 0,-6 5 0,1 0-47,0 0 1,-1 7 0,-1 7 0,-3 5 90,-1 5 1,0 7 0,5-4-1,1 2 276,-1 0 0,3 0 0,1 6 0,5 0 0,1 0 0,-4-2 0,6-2 0,2-4 0,2-2 0,10-1 0,4-9 0,5-3-18,7-6 1,-3-4 0,6-2 0,0-2 36,0-4 0,-3-6 0,3-9 0,0-3 208,0 3 0,-3-6 0,3-2 0,-2-4 46,-4-2 0,-3 0 0,-5-2 1,-1-2-132,2-1 1,-7-9 0,-1 2 0,-4-5-177,-2-6 1,0 2-1,0-6 1,0 1-55,0 5 0,-6 8 0,-1 5 1,-3 4 408,-4 6 0,5 12 23,-3 3 0,8 11-346,-2 12 0,2 5 0,0 9 0,-1 5-15,1 5 1,2 4-1,4 4 1,2 3 214,1 7 0,7 5 0,-4 5 1,0 1-16,-1-2 1,7 6 0,-4 2-1,1 4-95,1 2 0,0-2 0,3-2 0,-1-4-32,-3-2 0,1-4 0,5-9 0,1-6-281,-1-4 1,-5-10-1,-2-4 1,-1-3-1245,1-3 207,-6-7 1,2-3 1261,-12-7 0,-4 0 0,-7 0 0</inkml:trace>
  <inkml:trace contextRef="#ctx0" brushRef="#br0" timeOffset="4266">962 2426 8422,'0'-17'29,"1"-1"0,3-1 0,2-3 187,-2-1 0,-2 6 0,-2 5 0,0-2 250,0-1 0,-2-3-103,-4 1-218,4 7 0,-13 4-238,3 12 0,-1 0 0,-1 10 0,2 3-50,-1 0 1,3 9 0,-2 1 0,1 4 142,1 2 1,2 0 0,8 0 0,0-1 23,0 1 1,0 0 0,0 0 0,2-2-34,4-4 0,4 2 1,9-7-1,2-5-42,3-5 1,1-7 0,-2-7-1,4 0-19,1 0 1,3-7 0,-8-7 0,0-7 4,2-8 0,-5-4 0,3-4 0,-5-2 37,-7-2 1,3-2-1,-8 5 1,-2-5 50,-3-2 0,-8 5 0,-5-5 0,-5 2 12,-7 4 0,-1 8 1,-6 4-1,2 2 60,-2 4 0,4 7 0,0 4 0,1 3-134,5 3 0,2 4 0,1 6 0,3 5-153,3 5 0,4 1 0,8 1 0,0 1-169,0 4 0,2-1 0,4 5 1,6 0-680,3 0 1040,10-5 0,3 11 0,6-6 0</inkml:trace>
  <inkml:trace contextRef="#ctx0" brushRef="#br0" timeOffset="4652">1503 2339 8422,'-6'-23'224,"-2"-1"0,1 3 290,-1 1 0,-4 3 1,6 0 1066,2-1-1091,3 1 1,2 9-590,5 8 1,4 8 0,7 11 0,1 4-39,-1 6 0,1-1 1,1 1-1,3 2-32,1 2 1,2 2-1,-4 0 1,3 0 79,-3-1 1,-2 1-1,1 0 1,1-2 34,3-4 0,-7-3 0,-5-9 0,-1 1 45,-1-1 73,5 0 1,-13-9 0,6-8 0,-2-9 194,0-7 1,0-3-1,-6-3 1,0-3-2,0-2 1,0-8 0,0-6 0,0 2-97,0 3 1,0-1-1,0-2 1,2-2-156,3 2 1,-3 4 0,6 4 0,-2 4-357,0 2 0,2 2 1,-5 5-257,3 1 0,8 7 0,-3 4-551,5 4 0,-4 4 0,-1 4 1156,3 6 0,9 3 0,4 3 0</inkml:trace>
  <inkml:trace contextRef="#ctx0" brushRef="#br0" timeOffset="5349">2167 2601 8422,'11'0'529,"1"0"1,-1-2 0,7-4-337,-1-6 1,7-5-1,1-4 1,0-5-98,0-1 1,6-8-1,-1-6 1,3 3-98,1 1 0,-6 0 1,-5-2-1,-4-2-186,-1 3 1,-9 1 0,-3 4 0,-4 4-29,-2 5 1,-9-1 0,-7 4 96,-5 5 1,-3 7 0,7 9 9,-1 0 1,1 5 0,1 3-1,3 2 36,1 3 1,6 3-1,-3 3 1,1 3 75,4 1 1,2 8 0,2-2 0,0 4 35,0 2 0,6 0 0,2 0 0,1 0 99,5 0 1,2 0 0,1-2 0,0-2 55,1-2 1,5-8-1,2 2 1,1-3 34,-1-3 1,0-7-1,-4-4 1,3-4-83,-3-2 1,4-4-1,-1-6 1,-3-7-77,-2-3 0,-1-5 0,1 0 1,1-2-50,-3-4 1,4-2-1,-9-4 1,4-2-175,1-2 0,-1-5 0,-5 5 0,-3 0-183,0-2 0,-6 7 1,4-5-1,-5 6-127,-1 6 0,0 4-10,0 7 463,0 8 0,-5 5 0,-1 10 82,2 7 0,0 4 1,0 1 84,-2 1 0,1-1 0,5 0 0,0 1-57,0-1 0,7 1 0,5-1 0,2 1-29,-3-1 0,10-5 0,-3 0 0,1 1-30,1 3 0,5 1 0,4-1 0,2-3-73,-2-1 1,4-1 0,-6 7 0,3-1-8,-1 1 1,-8-1-1,2 1 1,-5-1-20,-7 1 1,3 5 0,-8 0-1,-2-1 103,-2-3 0,-2-1 0,0-1 0,0 0 36,0 1 0,0-6-101,0-1 0,2-7 0,3 2-56,7-4 0,5-2 0,5-2 0,3-2-1022,2-2 1096,2-7 0,6 3 0,0-8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04:38.17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52 490 8093,'-7'-10'-153,"5"-5"639,-4 3 1,2-1 0,0-1 102,-2 2 1,1 6-746,5-5-71,0 7 0,0-2 240,0 12 1,0 11 0,0 13 0,0 3 81,0 1 0,5 9 0,3 6 0,0 5-40,0 4 1,5 8-1,-3-2 1,2 2 42,-1-2 0,-7-2 0,4-7 1,-2-1-102,-1-4 0,1-15 0,-6-2 1,0-5-355,0-7 1,0-2-1486,0-1 1170,0-9 1,0-9 0,0-11 671,0-5 0,-7-9 0,-3-2 0</inkml:trace>
  <inkml:trace contextRef="#ctx0" brushRef="#br0" timeOffset="317">35 595 8107,'-2'-24'0,"-2"-1"63,-2-2 1,-5 6 0,5-3-1,2 5 378,2 2 1,2-1 0,0 1-1,2 1-165,4 4 1,4-3 0,9 5-331,4 1 0,-1 1 0,5 8 0,0 0-127,0 0 0,2 8 0,6 3 0,0 7 14,0 5 1,-6-2 0,-2 6-1,-2 1-65,-3-1 1,-11 2 0,-5 4 0,-4-2 243,-2-2 1,-2-6-1,-5 4 1,-9-1 99,-5-5 0,-10 4 1,1-3-1,-3-5-14,-1-3 0,4-5 1,3 3-1,2-6-128,4-4 0,-1-2 0,1 0-406,-2 0 1,7-2 0,10-4-34,4-6 0,2-3 0,2-3 469,4 1 0,12-8 0,9-2 0</inkml:trace>
  <inkml:trace contextRef="#ctx0" brushRef="#br0" timeOffset="817">786 630 8245,'-10'-18'295,"2"1"1,7-1 0,-3 1-80,-2-1 0,0 7 0,6-1 0,0-3-176,0-7 0,0 3 1,0-4-1,0 1-28,0-1 0,0 3 0,0-3 1,0 4-348,0 1 0,-8 9 131,-3 3 1,-5 4 0,-1 4 0,-1 4 202,1 5 1,-7 11-1,1 3 1,2 4 122,1 8 1,3 0 0,1 7 0,5 1-32,5 0 1,-2-7-1,2 3 1,2-4-17,3-2 1,8-6-1,3-2 1,2-4-38,-1-7 1,1 0 0,5-11 0,1-1 30,-1-2 0,3-12 0,1-5 0,2-6-22,-1-1 1,-9-5 0,-1-2 0,2-4-27,1-2 0,1 0 0,-3 0 0,-3 0-89,-2 0 0,-1 6 0,-3 0 1,2 0-75,-2 2 1,4 2-10,-2 7 1,-1 10 171,-5 8 1,0 10 0,2 11 0,2 5 5,2 1 1,6 2 0,-5 6-1,3 0-13,4 0 0,-5 0 1,3 0-1,2 0-216,1-1 1,3-4-1,1-3 1,2-2-378,3-4 0,-1-3 0,-4-7 0,5-5 579,5-4 0,-4-2 0,0 0 0</inkml:trace>
  <inkml:trace contextRef="#ctx0" brushRef="#br0" timeOffset="1066">1327 228 8093,'-7'-35'154,"-1"8"0,-4 4 0,4 3 519,1 3 1,5-1-1,-4 1 850,4-1-1313,2 9 1,0 3 0,0 12-231,0 5 1,0 11 0,2 3 0,2 2-61,2 4 0,1 8 0,-3 4 1,4 1-117,2 5 0,-6-5 1,3 3-1,-1 3-244,0 7 0,2-3 0,-4 4 1,1-3-219,-1-3 1,4-2 0,-2-3 0,-2-8-36,-2-8 1,4-6 692,-1-7 0,1-9 0,-6-1 0</inkml:trace>
  <inkml:trace contextRef="#ctx0" brushRef="#br0" timeOffset="1265">996 473 8514,'-18'0'2031,"10"-6"-1753,8 0 1,8 0-1,11 6 1,5 0-368,5 0 0,10 0 1,3 2-1,5 2-469,7 2 1,1 0-1,9-6 1,4 0-1748,5 0 2305,-1-8 0,6-10 0,-8-9 0</inkml:trace>
  <inkml:trace contextRef="#ctx0" brushRef="#br0" timeOffset="1816">1869 176 8093,'-2'-18'-108,"-4"1"1,2 1 0,-6 3-1,3 1 469,3-2 1,2-1-1,0-1 1,-2 3 239,-2 1 0,0 6 295,6-5-605,0 7-372,0-4 1,0 16 0,0 3 0,0 5 97,0 1 1,0 9 0,0 5 0,0 6 39,0 3 1,0 9-1,2-1 1,2 7 2,2 3 1,2 0 0,-4-6 0,1 3 8,-1 3 1,4-10 0,-2 3 0,0-8-19,1-10 0,-5 0 0,6-10-44,0-2 1,-6-11 9,4-10 0,1-8 0,1-9 0,0-1-39,0 1 0,0-8 0,-5-5 0,5-3-65,2-1 0,-4-1 1,5 2-1,1 2-102,-2 1 0,5 3 1,-3-2-1,3 6-13,3 4 1,-1 1-1,1 3 1,-1 3 73,1 6 1,-1 6 0,1 6 0,-1 6 87,1 3 0,5 10 1,0 4-1,-2 4 83,-1 2 0,-3 0 1,1 0-1,-1 0-124,1 0 0,-3 0 0,-3 0 0,-4-2 41,-1-4 0,-5-4 0,4-7-354,-4-1 1,-10-7-123,-3-4 1,1-4 0,0-4 515,3-4 0,1-4 0,6-7 0,0-1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04:41.15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3511 158 7994,'11'-16'-273,"-1"3"637,-2 1 1,0 6 12,-3-5 1,-3-1 0,4-5 97,-4-1 0,-2 6-193,0 1 0,-2 1-344,-4-2 0,-3 5 1,-9 7 100,1 0 1,-1 7 0,3 5 0,1 4-50,3 1 0,1 6 0,-4 3 0,5 3 117,1 8 0,-4-1 0,6 11 1,2 3 156,3 7 0,1 5 1,1 8-1,5 1-163,6 5 1,3 2-1,3 3 1,-1-5-217,1-4 0,-3-10 0,-1-4 1,-2-6-26,1-5 1,-3-6 0,0-10 0,-3-4-22,-3-2 0,4 4 1,-2-5-1,-2-3-54,-2-2 0,-10-1 0,-4-1-147,-3 1 1,-3-9 0,1-1 0,-1-2-215,1 0 0,-1-2 0,1-10 0,-2-6 576,-5-3 0,5-11 0,-6-1 0</inkml:trace>
  <inkml:trace contextRef="#ctx0" brushRef="#br0" timeOffset="450">3249 664 8093,'11'-23'235,"1"0"1,-6-1-1,6 7 1,1 0 150,3-1 1,1 1 0,1 1 0,-1 2-145,1 3 0,-1 1 0,0-2 0,3 7-66,3 3 1,-3 2 0,5 0-1,-2 0-163,0 0 1,1 0 0,-7 0 0,1 0-117,-1 0 1,1 6 0,-1-1 0,0 1-82,1 2 0,-6-4 0,-1 6 0,1-1 14,-2 1 0,-1-4 0,-5 5 0,4 3-71,2 2 0,-5 1 0,5 0 196,-2 1 0,0 5 0,-4 0 1,1-1 38,-1-3 1,-2 5 0,-2-1 0,0-2-14,0-1 0,0-3 0,0 0 0,0 1 43,0-1 0,-2-1 0,-2-2 71,-1-3 1,-3-7-11,2 2 1,2-12 0,-6-6 0,3-3 8,3-3 1,2-7 0,2-2 0,0-2-46,0 0 0,0 0 0,0-6 0,0 0-66,0 0 1,6 0 0,1 2 0,3 2-134,4 2 0,1 7 0,3-3 0,-1 4-131,1 3 1,-1-1-1,2 13 1,3 2-168,1 2 1,2 2-1,-3 0 1,1 0 447,-2 0 0,6 8 0,1 2 0</inkml:trace>
  <inkml:trace contextRef="#ctx0" brushRef="#br0" timeOffset="850">4174 525 8079,'-9'-18'-682,"3"1"1058,4-1 0,2 7 0,0-1 118,0-2 1,0-1-221,0-3-585,0 9 3,0 1 1,-2 23 0,-2 7 118,-2 3 1,1 2 0,5-4-1,0 5 74,0-1 0,0 6 0,0-4 1,0 4 108,0 2 1,0-2 0,0-2-1,0-4 91,0-2 1,5-2 0,3-5 138,2-1 0,1-7 0,7-4-53,-1-4 1,-1-10-1,-3-4 1,-3-5-24,-2-6 0,4-4 0,-7-8 0,1 0-57,2 0 1,-6 0 0,4 0 0,-4 0-166,-2 0 0,0 6 0,-2 2 0,-2 2-134,-2 3 0,-6 3 1,5 3-363,-3 5 0,-2 3 570,-5 8 0,-1 8 0,1 1 0</inkml:trace>
  <inkml:trace contextRef="#ctx0" brushRef="#br0" timeOffset="1515">4419 507 8079,'0'-17'157,"0"-1"1,0 1-1,0-1 1,0 1 197,0-1 1,6 7 0,0-1 0,-1 0-163,3 3 0,-4-5 0,6 6 0,-1 1-171,1-1 1,-4 2-1,6 6-156,1 0 1,-3 2 0,0 4-39,-3 5 1,5 11 0,-6 3-1,0 0 53,1 0 1,-5 6 0,6-3 0,-2 1 61,0 0 1,0 0-1,-6 4 1,2-2 55,3-2 1,-3-8-1,4 3 382,-4-5 90,-2-1 0,0-11-239,0-7 0,0-13 1,0-10-1,0-1-5,0-1 1,6-2 0,2-6 0,-1 2-221,1 2 1,4 0-1,-4-4 1,1 2-128,5 1 0,-4 9 0,-1-2 0,1 5-306,0 7 0,-5-3 263,7 8 0,-2 2 0,1 10 1,-3 8 63,0 7 0,-6 1 0,6 7 0,-2 0 4,-1-2 0,3 6 0,-4-4 0,2 2 151,-2-2 0,-2 4 0,-2-6 0,2 0-41,3-3 1,-3-5-1,4-1 89,-4-1 99,-2 1 1,0-11 0,0-7 0,0-9-94,0-7 1,0-1 0,0-3 0,0-3 3,0-6 1,6-2-1,0 0 1,0 2-52,1-2 0,-3-2 0,6-2 1,0 2-92,-1 4 1,1-2 0,4 7 0,-3 3 7,3 1 0,-4 11 0,1 3 11,3 4 0,-1 4 1,1 4-1,-4 7 33,-3 9 0,5 5 0,-6 8 1,0 0-99,1 0 0,-5 0 1,4 0-1,-4-1-222,-2 1 1,2-6-1,2 1 1,2 1-396,-2 2 1,-2-4 0,-2-2 690,0-2 0,-16-2 0,-3-5 0</inkml:trace>
  <inkml:trace contextRef="#ctx0" brushRef="#br0" timeOffset="2231">524 2061 7956,'0'-11'0,"0"-1"241,0-1 0,0-3 0,0-1 299,0-1 0,0 6 0,0 1 317,0-3-635,0 6 0,0 3-118,0 10 1,2 7 0,2 11 0,2 8-88,-2 8 0,4 0 1,-2 8-1,-3 1-134,-1 3 1,-2-1 0,0-1 0,0-5-41,0-1 0,0 0 0,0-7 0,0-1-394,0-7 0,0-7 0,-2-6-29,-3-3 1,3-6 0,-4-12 0,2-8 579,-2-7 0,4 2 0,-13-22 0,5 4 0</inkml:trace>
  <inkml:trace contextRef="#ctx0" brushRef="#br0" timeOffset="2798">559 1887 7956,'-5'-12'-32,"-3"2"0,-2 1-26,-4-1 0,5-2 1,-3-5 420,-1-1 0,-3 1 0,-1 1-244,-1 5 0,1-3 0,-1 8-108,1 3 0,-1 1 0,1 2 0,-1 0-39,1 0 0,-1 5 0,1 3 1,-1 2 37,1 3 1,-6 9-1,-3 3 1,1 2 46,0 4 1,-4 4-1,4 4 1,-1 4-3,1 1 1,4 5 0,9 7-1,6 4-8,4 2 1,4 0 0,4 2 0,8-5-114,7-5 1,6-2 0,10-1 0,2-6-118,2-11 0,0-4 0,-7-11 0,3 0 18,4-3 0,-4-4 1,4-1-1,-2-5 36,1-4 0,-1-4 0,6-4 1,-3-5 36,-3-5 1,-2-3 0,-2-3 0,0-3 161,0-2 0,-8 4 1,-4-7-1,-1 1 41,1 2 1,-8-6-1,5 4 1,-3-4 56,-3-2 0,-2 0 0,-1 0 0,-3 0-27,0 0 1,-6 1 0,3-1 0,-5 0-2,-5 0 0,-5-2 1,-8 0-1,1 0-36,0 4 1,-3 2 0,-1-2 0,-4 2-84,-3 2 0,5 8 0,-4-3 1,0 5 5,0 1 0,3 1 1,-3 1-1,2 5-87,4 5 0,1 2 0,3 0 0,-1-2-303,1 3 1,-1 3 0,1 5-201,-1 7 1,1 4-1,1 1 1,5 0 562,5 1 0,-4-1 0,1 1 0</inkml:trace>
  <inkml:trace contextRef="#ctx0" brushRef="#br0" timeOffset="3598">1852 1904 7956,'0'-11'0,"0"-1"177,0-2 0,0-1 0,0-3 122,0 1 1,6-1-1,1 3 1,1 1-117,0 3 1,3-1-1,-3-3 1,0 1-46,0 2 1,3 7 0,-3-5-99,2 2 0,-4 2 1,3 8-37,-1 4 0,-2 10 0,-6 11 1,0 4 162,0 6 1,-2 9 0,-2 1 0,-2 3 96,2 3 0,-3-1 1,1 2-1,2 5-138,2 5 0,2-4 0,0-2 1,2-4-53,4-1 0,3-7 1,9-3-1,-1-6-307,1-10 0,-1-8 0,1-7 0,1-6-325,4-4 1,-3-2-1,3-2 1,-5-4-214,-7-6 1,5-3 0,-5-3 0,3 1-583,-2-1 1353,-5-7 0,-7-2 0,0-8 0</inkml:trace>
  <inkml:trace contextRef="#ctx0" brushRef="#br0" timeOffset="3798">1764 2219 7956,'-27'0'517,"4"0"1,5-2 0,5-2 228,1-2 1,10-6 0,2 5-405,10-3 0,7 4 1,5-4-1,3 3-349,2 3 1,4-4-1,8 2 1,4 0-285,1-1 0,-3 5 0,4-6 0,-1 2-589,1 0 1,4-2 0,7 5-1,2-5 880,-2-2 0,-1-2 0,-3-5 0</inkml:trace>
  <inkml:trace contextRef="#ctx0" brushRef="#br0" timeOffset="4167">2603 2044 7968,'-18'0'286,"7"0"718,-1 0 1,2-2-703,-1-4 0,1 4 1,6-5-144,-2-1-394,0 6 1,6-4-1,0 12 145,0 5 1,0 5 0,-2 3 0,-1 3-8,-3 1 1,0 8 0,6-2 0,0 4 36,0 2 0,0 6 1,2-2-1,4-4 21,5-4 0,-1-4 0,2 2 0,1-8-3,3-7 0,1-1 0,1-7 1,-1-2 44,1-2 0,5-10 0,0-3 0,-1-7 102,-3-5 0,-7 2 0,-3-9 0,1-1 42,0-2 0,-6-3 0,1-3 0,-5-2 34,-5 2 0,-1 4 0,-10 4 0,-3 2-198,-1-2 1,1 6 0,2 3-1,-1 7-267,1 3 1,-1 8 0,1-1-230,-1 3 1,8 9 0,5 5 0,3 4-17,2 1 0,2 1 0,3-1 529,7 0 0,4 9 0,1 1 0</inkml:trace>
  <inkml:trace contextRef="#ctx0" brushRef="#br0" timeOffset="4633">3720 1974 7939,'-5'-33'0,"-1"2"0,2 4 286,2 2 1,4-1 0,4 5 0,3-2 465,1 1 0,6 3 1,-5 2-1,7 1-373,5 4 1,-4-1-1,7 7 1,-3 2-330,0 2 0,2 2 0,-3 2 0,1 4-119,-2 6 1,-3 3 0,-5 5-1,-3 3-85,-2 6 0,-2 4 1,-6 2-1,0 0-195,0 0 0,-8 0 0,-4 0 0,-5 0 44,-6-1 0,1 1 1,-7 0-1,-4 0 165,-6 0 0,2 0 0,-3-2 0,3-4 104,2-6 0,6 3 1,2-5-1,3-4 726,9-3-383,-3-10 1,18 4 0,0-8 0,10 0 64,6 0 0,9-6 1,4 0-1,4 2-26,2 2 1,6 2 0,1 0 0,1-2-225,0-4 0,3 5 0,-5-5 1,0 4-282,1 2 0,-5-2 1,2-2-1,-6-2-408,-4 2 0,-7 2 0,1 0 0,-4-1-1347,-1-3 1,-9-2 418,-3 2 1495,-4 4 0,-17-13 0,-5 5 0</inkml:trace>
  <inkml:trace contextRef="#ctx0" brushRef="#br0" timeOffset="5298">4192 1572 7905,'10'-7'-95,"-3"3"349,-7-8 0,0 6 0,2-3 203,4 1 1,-4-6-178,4 3 0,-4-5-158,-2-1 0,-2 5-174,-4 0 0,-4 8 0,-7-3 0,-2 1-18,-5 0 1,3 0 0,-8 6 0,-2 0-81,-2 0 1,-8 2 0,-2 4 0,-1 6-35,-5 3 0,5 10 1,-5 5-1,-3 3 122,-5 1 1,1 7 0,8 2 0,3 3 99,2 9 1,-1-1 0,7 8 0,6 0 56,4 0 1,11 0 0,10 6-1,4-2 88,2 0 0,2-2 0,4-11 0,6-3-7,3-3 1,10 1 0,4-7 0,4-2-71,2-2 0,8-8 1,6 0-1,5 0 15,4-2 1,8 2 0,-2-9 0,4-7-49,2-3 1,0-4 0,-2-6 0,-4 0-95,-6 0 0,-4-10 0,-1-5 1,-3-9 82,-3-3 0,1 0 0,-7-6 1,-2 0-1,-2-4 1,-2-4-1,0 3 1,-2-5 24,-4-2 0,-2 5 0,-6-9 0,0-3-90,-5-5 1,-6-1 0,-10 6-1,0-1-37,0 1 0,-8 0 0,-4 1 1,-5 3-109,-6 1 0,1 2 0,-7-3 0,0 3 23,2 3 1,-6 7-1,6 7 1,-2 3-11,-1 4 0,3 3 0,-4 5 1,4 3-159,2 2 0,-4 3 0,4 5 0,-3 0-830,-3 0 1123,-2 7 0,-2 3 0,0 8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04:47.47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315 105 7920,'10'-12'-23,"-2"2"0,-3 1 34,1-1 0,0 4 1,-4-5 838,4-3 0,-4 4-71,4-1-767,-5 7 1,-2-4 0,-5 8-145,-6 0 1,-3 8 0,-3 1 0,1 3-69,-1 0 0,-5-1 1,0 9-1,-1 1 9,-1 2 0,6 1 0,-5-7 0,5 1 131,2-1 1,1 1 0,2-1 0,5 1 38,1-1 0,-4-5 0,6-1 1,3 3 29,1 1 1,4-3 0,3-2-1,7-1 21,4 1 0,3 0 0,2 3 0,5-3-12,1-2 0,-6 5 0,4-1 0,-1 2-10,-1-3 1,-6 5 0,-5-6 0,0 1-5,-3 1 1,5-1-1,-8 7-6,-2-1 1,-4 1-1,-4-1 1,-4 1 0,-2-1 1,-1-5 0,-7 0 0,1-1 9,-1-1 0,-5 3 0,0-7 0,1 0-27,3 2 1,1-6 0,1 4 0,0-4-133,-1-2 0,1-2 0,-1-2-401,1-2 1,5-6 550,0 6 0,8-7 0,-3 3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05:48.13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505 453 7895,'10'0'-142,"-2"0"1,-8 7 244,0 5 1,0-2 0,0 1 0,0 3 6,0 2 0,-6 7 0,0 2 0,2 0-8,2 0 0,2 7 1,0-3-1,0 4-40,0 2 1,0-1 0,0-1 0,2-1-58,4-3 1,-4-2 0,4 4 0,-2-4-71,2-2 0,-4-1 0,3-7 0,-3 0-301,-2 1 0,0-1 60,0 1 1,0-7-1,-2-1-12,-3-2 1,1-2 0,-8-8 317,-1-4 0,-1 2 0,0-8 0,3-1 0,-9-10 0,-7-5 0</inkml:trace>
  <inkml:trace contextRef="#ctx0" brushRef="#br0" timeOffset="350">86 540 7568,'-7'-19'-43,"-5"-5"0,2 7 0,-1-3 0,-1 7 574,2-1 1,1 5-14,3-3 1,4 0-382,-4-5 1,6 5 0,6 2 0,7 3-182,9 3 0,5-4 0,10 0 0,3 1-56,7-1 1,3-4 0,5 6 0,1 2 99,2 2 1,14-3 0,-4-1 0,0 2-117,-2 2 0,-8 0 0,4-2 0,-2-2 8,-3 2 0,-13 1 1,-9-1-1,-10-2-126,-5 2 117,-10 2 1,-5 2-49,-10 0 1,1 0-148,-8 0 1,2 2 0,-3 4-74,1 5 1,6-1 384,-5 2 0,-1-8 0,-5 3 0</inkml:trace>
  <inkml:trace contextRef="#ctx0" brushRef="#br0" timeOffset="832">1187 802 7983,'-8'-10'554,"4"2"-639,-8 8 0,1 0 1,-7 0-38,1 0 0,5 2 0,0 2 0,-1 4 53,-3 2 1,5 1-1,-1 7 1,0 1 1,3 5 1,-5-5-1,8 6 1,2-2 57,2 1 1,2-1-1,0-5 1,2-1 15,4 0 1,4 1 0,7-3 0,1-3-3,-1-6 0,7 2 0,1-3 1,0-3 57,0-5 1,0-1 0,-3-8-1,1-2-9,-2-1 0,-3-3 0,-6-1 1,-5-2 76,1-3 1,-6-1-1,4 4 1,-4-2-80,-2 1 0,-8 1 0,-4 0 0,-5-3-20,-6 3 1,3 1 0,-5 3 0,2 0-138,-1-1 0,-5 6 0,6 3-389,2 1 1,1 2 135,3 6 0,7 8 1,4 4 357,4 3 0,2 3 0,0-1 0</inkml:trace>
  <inkml:trace contextRef="#ctx0" brushRef="#br0" timeOffset="1165">1623 400 7895,'-6'-35'0,"-1"2"-126,-3 4 0,6 4 0,-2 8 1,2-1 1404,-2 1-415,5 7-1068,-7 2 0,10 10 152,4 4 1,-5 4-1,7 9 1,-2 2 46,0 3 0,6 7 0,-7-2 0,1 6 50,2 5 1,-4-1 0,6 8 0,-1 1 44,1 3 1,-4 1 0,3 1-1,-1-1-19,-4 0 1,4-5 0,-2 0 0,-1-1-70,3-1 1,-6-3 0,4-9 0,-2-3-178,2-7 0,-4-4 0,5-3-276,1-5 0,2-5 0,5-12-79,-3-5 1,-4-5-1,-8-3 530,0-4 0,8-5 0,1-7 0</inkml:trace>
  <inkml:trace contextRef="#ctx0" brushRef="#br0" timeOffset="1364">1501 662 7895,'-18'-2'0,"1"-4"105,0-5 1,1-5 713,4-1 1,5 5-671,7 1 1,7 7-1,5-2 1,5 2-363,7-2 1,3 4-1,10-4 1,2 4-72,1 2 1,9 0-1,-3 0 1,5 0-284,1 0 0,1 0 0,-1 0 567,0 0 0,9 0 0,1 0 0</inkml:trace>
  <inkml:trace contextRef="#ctx0" brushRef="#br0" timeOffset="2113">2392 802 7907,'-12'0'559,"0"0"1,8-2 0,-3-2-395,-1-2 0,6-7 0,-4 1 0,4-3-220,2-3 1,0 1-1,0-1 1,0 1-73,0-1 1,0 1 0,-2-1 0,-2 1-142,-1-1 0,-7 7 0,4 1 1,-2 2 8,-3 4 1,-3 2 0,-1 2 88,-1 0 0,1 8 1,-1 4-1,1 3 95,0 3 1,1 7-1,2 4 1,3 2 126,-3-2 0,5 4 1,-1-4-1,2 2 25,4-1 0,-4 1 1,3-6-1,1 0 50,2 0 1,2-7 120,0-7 0,2-7 1,4 2-74,5-4 1,5-10 0,1-3 0,1-7-227,-1-5 1,1 3-1,-1-3 1,0 2 99,1-2 1,-1 3 0,-1-3 0,-2 3-366,-3 3 0,1 5 0,5 1-110,1-3 1,-1 6-1,1 3 411,-1 3 0,-5 9 0,-3 7 0,1 5 137,0 5 1,0 1-1,3-2 1,-1 4 27,1 0 0,3 5 0,1-7 0,1 0-52,-1 0 0,1-1 0,-1-9 0,1-1 32,-1-3 1,1-7-1,-1 2 1,2-4-30,5-2 1,-5-10-1,4-5 1,-3-9-87,-3-3 1,1-2 0,-1-6 0,-1-2 22,-5-3 1,5 1-1,-4-8 1,1-1-119,-1-3 1,-4-1-1,-8-2 1,0-3-160,0-1 1,-2-6 0,-2 6 0,-4 1 66,-2 3 1,1 8-1,-5 1 1,4 4 91,3 8 1,-7 8 133,2 13 1,-1 7-1,-1 10-9,3 7 1,1 9 0,-2 5 0,4 1 112,1 4 1,5 10 0,-4 3 0,4 5 60,2 3 0,2-3 0,2 11 0,4-2-99,1 0 1,3 0 0,5-3 0,1 1-68,-1 2 0,3-7 0,1-13 0,4-5-216,2-3 1,3-11 0,3 0 0,-2-7-195,-2-4 0,0-2 0,8-8 0,1-4-899,3-6 1256,0-11 0,2-4 0,1-8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05:51.48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88 1048 6406,'0'10'388,"2"-2"1,2-10-1,4-4-334,1-6 0,-3-3 0,6-3 0,1-1 23,3-5 0,1-1 1,1-6-1,-1 2-2,1-2 0,-3-2 0,-1-2 0,-4 0-21,-3 0 0,-1 6 0,-6 2 1,0 0-65,0 0 1,-2 7 0,-4 1 0,-7 7-73,-9 4 1,3 3-1,-4 5 1,3 0 35,3 0 1,-1 7 0,-1 7 0,-2 5 69,-3 5 1,3 9 0,8 0 0,1 7 128,-2 5 0,7-4 0,1 3 0,4 1 73,2 0 0,8-5 0,3 3 1,7-4-134,5-6 0,4-10 1,10-1-1,4-9-94,5-7 0,5-4 1,-1-2-1,-1-2-385,-3-4 1,1-6-1,3-9 1,-5-4-718,-10-2 1103,0 5 0,-8-11 0,8 6 0</inkml:trace>
  <inkml:trace contextRef="#ctx0" brushRef="#br0" timeOffset="452">647 716 7711,'-25'-11'0,"5"-1"-15,7-2 1,3 5 0,-2-3 578,7-2 1,3 5 19,2-3-635,0 8 0,7 0 0,3 14-98,0 8 1,3 5 0,-5 0-1,0 4 122,0 0 0,3 8 0,-5-2 1,0 6 8,2 0 1,-6-4 0,3-4 0,-3-2 15,-2 2 1,0-4 0,0 0 286,0-1-34,0-3 1,0-15 0,-2-8-179,-3-10 0,3-13 0,-4-4 0,4-3-28,2 1 0,0-2 0,0-8 0,0 1-36,0 5 1,2-2-1,2 6 1,4-2-94,1 1 1,1-1-1,4 8 1,-3 4 2,3 5 1,1 1-1,3 7 1,-1 2-1,1 2 1,-1 4 0,3 6 0,1 7 59,2 7 1,0 9 0,-5-2 0,-1 4 49,1 2 0,-7 5 0,-1 1 0,0-2-64,0-2 0,-7-2 0,3 0 0,-4 0-183,-2-1 1,0-1 0,0-3 0,0-7-581,0-4 0,0-7 798,0 0 0,0-16 0,8-6 0,2-17 0</inkml:trace>
  <inkml:trace contextRef="#ctx0" brushRef="#br0" timeOffset="1083">1118 1013 7895,'0'12'-129,"0"-1"249,0 3 0,0-4 885,0 1-477,0-7 1,2 4-345,4-8 1,2-2-1,6-4 1,-3-5-164,3-5 1,1-7-1,3-2 1,-1-3-97,1-3 1,-1 2 0,-1-4 0,-3-4-223,-1 1 0,-8-7 0,2 0 0,-4-1-69,-2-5 1,0 4 0,0 3 0,-2 3 111,-4 6 0,-2 10 0,-6-1 175,3 5 0,-1 11 0,-5 8 29,-1 10 0,9 5 0,1 5 1,2 3 199,0 6 1,0 4 0,6 4 0,0 2 23,0 2 0,6 5 0,2-5 0,2 0-48,3 1 1,3-5 0,1 4 0,1-6-52,-1-6 0,3-4 0,1-7 0,2-3-7,-2-3 1,-1-4 0,-5-10 0,-1-4 24,-2-6 0,-1-5 1,7-5-1,-1-3-199,1-2 0,-3-4 1,-1-8-1,-3-2-23,3 3 1,-6 1 0,0 2 0,-3-2-143,1-4 1,0 6-1,-6-2 1,0 8 49,0 4 1,0 2 0,0 5 246,0 1 1,-2 7 324,-4 4-209,4 4 1,-4 10-59,12 4 0,-2-3 42,8 3 0,-1 0 1,5 5-57,-4 1 1,1-1-1,-7 1 1,0-1 32,2 1 1,-6 1 0,5 2 0,-1 5 58,0 1 0,2-6 0,-4 4 0,1-1-48,-1-1 1,4 6 0,-2-6-1,0-1-142,1-3 1,-3-2 0,8 1-1,2-3-144,1-3 0,3 2 0,-1-9 0,2-1-442,5-2 0,3-4 1,6-3 613,-4-7 0,12-11 0,-4-5 0</inkml:trace>
  <inkml:trace contextRef="#ctx0" brushRef="#br0" timeOffset="1666">2184 646 7694,'-10'-17'404,"0"-1"0,7 1 181,-3 0 0,0-1 1,6 1-498,0-1 0,0 7 0,0-1-30,0-2 1,0 5-1,-2-1-386,-4 2 1,-4 2 0,-7 6-14,-1 0 1,1 8 0,0 4 0,-1 3 150,1 3 0,-1 5 0,1 2 0,-1 2 124,1 4 0,7 0 0,2 1 0,2-3 69,1 2 1,-1-6-1,6-2 1,2-3 247,4-3 0,-3-5 0,9-3 1,2-1 4,1-4 1,5-4-1,1-6 1,2-5-148,-1-5 1,3-1-1,-2-1 1,-2-1-110,-1-5 0,-3 5 1,1-6-1,-1 2-10,1-1 0,-3 1 1,-1 5-1,-4 1-104,-3 0 0,5-1-439,-6 1 385,0 7 0,-6 12 0,0 15 1,0 10 174,0 6 0,-6 2 0,0 2 0,2 4 129,2 6 0,2 11 1,0 6-1,0 4 135,0 2 1,0 7 0,2 7 0,2 7-36,2 8 0,0-6 0,-6-4 0,0-7-271,0-5 0,0-9 0,0-11 0,-2-9 80,-4-7 0,2-12 1,-8-8 79,-1-7 1,3-6-1,-2-10 1,-1-4 31,-3-6 1,-1-5-1,-1-5 1,1-3-151,-1-2 1,1-8 0,-1-8 0,1-1-77,0-5 0,1 5 1,4-3-1,5-1-232,-1-3 0,6-1 0,-4-1 0,4 1-217,2 0 0,8 1 0,4 3 0,3 1-221,3-2 0,7 7 1,4 1 738,4 4 0,10-6 0,1-1 0</inkml:trace>
  <inkml:trace contextRef="#ctx0" brushRef="#br0" timeOffset="2249">2568 681 7895,'0'-17'186,"0"-1"1,0 1 232,0-1 1,0 7 0,0-1-96,0-1 1,0 3-234,0-2 1,2 3-641,4-3 1,-2 4 299,7 8 0,-7 2 1,4 4-1,-2 6 6,0 3 1,-1 3-1,-3-1 1,2 2 140,2 5 0,6-3 0,-6 6 0,-1-2 129,3-3 0,-4 3 0,6-2 0,-1-1 246,1-3 1,2-1 44,5-1 0,1-7 1,-1-4-24,1-5 1,-1-10-1,1-7 1,-1-7-91,0-4 0,3 3 1,1-5-1,2-4-160,-1-5 0,-3 1 0,-1-4 0,-1 4-133,1 2 0,-1 6 0,-1 2-453,-5 2 248,-3 1 0,-8 17 0,-2 9 1,-4 13 235,-5 12 1,-3 8 0,0 4 0,5 4 121,1 1 0,2 5 0,6 7 1,0 6 100,0 6 0,0 4 1,2 13-1,2 1 4,2 3 1,7 10-1,-8-49 1,0 1-1,1 1 1,0 1-71,0-1 0,-1 0 1,-2-1-1,-2-1 1,5 36-1,-4-7-114,-2-9 1,0-10 0,-2-15-8,-4-10 1,-3-16 0,-9-13-1,1-4 104,-1-2 1,1-2 0,-3-4-1,-1-7-75,-2-9 1,-8-5 0,3-8 0,1-2-49,4-3 0,6 1 0,3-10 0,4-3-232,2-4 1,3-3 0,5 7 0,0 0-90,0-1 1,2-5 0,3 2 0,7 3-17,4 5 0,9 9 1,4-2-1,4 6 87,2 6 0,0 2 0,0 6 290,0-3 0,7 1 0,3 6 0</inkml:trace>
  <inkml:trace contextRef="#ctx0" brushRef="#br0" timeOffset="2516">3529 961 7895,'-10'-12'42,"4"0"151,4-1 1,2 3 0,0-1 259,0-3 1,0 4 291,0-1-778,8-1-113,-6 2 0,6 4 0,-8 12 1,0 8-38,0 7 0,-8 1 1,-2 7-1,-2 2-99,1 2 1,-1 7 0,-5 3 0,1 0-33,5 0 0,-3-5 1,6-7-1,0-3 314,1-3 0,1-2 0,6-13 0,0-2 0</inkml:trace>
  <inkml:trace contextRef="#ctx0" brushRef="#br0" timeOffset="2818">3895 367 8129,'0'-17'0,"0"-1"164,0 1 1,0-1 0,2 1 1717,4-1-1723,-4 8 1,8 3 0,-6 9 0,1 5-8,-1 11 1,4 1-1,0 12 1,0 4-48,-1 4 1,1 8 0,-4-5-1,2 1-248,-2 0 0,-2 3 0,-2-3 0,0 0-240,0-1 0,0 5 0,0-6 0,0-4-253,0-6 0,0 0 0,0-8-262,0-2 0,-8-3 898,-4-7 0,-11-18 0,-4-13 0</inkml:trace>
  <inkml:trace contextRef="#ctx0" brushRef="#br0" timeOffset="3016">3860 437 8129,'0'-33'-338,"0"4"1,0-4-1,0 6 1,0-3 1068,0 1 1,6 2 0,2-2 0,2 4-337,3 0 0,3 5 1,3-3-1,3 4-249,1 1 0,2 1 0,-4 1 0,5 4-128,1 7 0,2-3 0,4 2 0,-2 2-22,-2 2 1,-6 4 0,4 4 0,1 6-670,-1 3 1,-6 3-1,0-1 1,-5 2-340,-4 5 1,-3 1 0,3 6 1011,-6-2 0,-4 0 0,-2 6 0</inkml:trace>
  <inkml:trace contextRef="#ctx0" brushRef="#br0" timeOffset="3217">4052 611 7730,'-11'16'-319,"-1"-4"0,6-5 1664,-5-7 0,7-2-882,-2-3 0,4-5 1,4-8-1,4 1-241,5 0 0,5 1 0,1 2 0,1 3-220,-1-3 0,1 5 0,-1-1 1,1 2-324,-1 4 0,1-4 1,-1 3-1,3 1-351,3 2 1,-4 2 0,5 2 0,-5 4-107,-2 5 0,5 5 1,-3 1 777,-3 1 0,-3 7 0,5 2 0</inkml:trace>
  <inkml:trace contextRef="#ctx0" brushRef="#br0" timeOffset="3416">4035 978 8129,'-17'12'1037,"-1"0"754,1-9-1471,7 5 0,10-8 0,12 0 0,3 0-222,3 0 0,5 0 0,2-2 0,2-2-384,4-1 1,0-1 0,0 6 0,-2 0-434,3 0 1,1 0-1,1 0 1,1-2 718,0-4 0,8 4 0,2-6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05:55.98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418 105 8111,'0'-17'-154,"0"5"540,0 1 0,0-1-17,0-5 0,0 5-471,0 0 36,0 8 1,-2-3 0,-2 9 148,-2 3 1,0 5 0,6 8 0,0 1 106,0 4 1,0 4-1,0 10 1,0 2-133,0 2 1,6 7 0,0-1 0,0 1 7,1-1 1,-5 7-1,6-5 1,-2-3-113,0-1 0,2-4 0,-5-6 0,3-2-273,-2-4 0,-2-4-857,-2-7-544,0-1 491,0-7 1229,0-10 0,0-10 0,0-7 0</inkml:trace>
  <inkml:trace contextRef="#ctx0" brushRef="#br0" timeOffset="418">86 612 8191,'-18'-12'-49,"1"1"641,0-1 1,5 2-1,2 3-526,2-1 0,5 6 1,8-4-132,7 4 1,4 4 0,1 2 104,0 2 1,3 7-1,1-3 1,2 2-115,-1-1 0,3 1 1,0 5-1,2 1 41,4-1 0,2 1 1,0-1-1,-1 1 27,-3-1 1,0 6 0,6 1 0,-2-3 12,-4-2 0,2-3 0,-8-2 1,0-3 67,3 3 0,-13-4 471,5 1-374,-13-7 1,3-4 0,-8-12-1,0-3-157,0-3 0,0 1 1,0-1-1,0-1-7,0-4 0,2 1 0,2-5 0,2 2-228,-2 4 0,0-5 1,0 3-1,3 0-228,3-2 1,0 5 0,3-3 0,-1 4-176,1 1 1,3 1 0,0-1 622,-5 1 0,12-1 0,-3 1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06:05.66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173 193 8085,'2'-16'0,"2"3"258,2 1 1,0 6 110,-6-5 1,-2 7 0,-2 0-227,-2 8 0,0 0 1,4 7-1,-2 5-30,-1 5 1,-1 1-1,6 7 1,2 4-34,4 6 1,-3 3-1,7 7 1,0-5 3,0-1 1,-1 6 0,5-3 0,-3 5-84,3 1 1,-4-5-1,-1-3 1,-1-1-439,-4-4 0,-2-8-1364,-2-2 1266,0-8 1,0-11 0,-2-16 0,-4-9 534,-5-9 0,-5-11 0,-1-9 0</inkml:trace>
  <inkml:trace contextRef="#ctx0" brushRef="#br0" timeOffset="317">68 210 8085,'-11'-17'0,"-1"0"221,-1-1 1,3 1 0,0-1 0,2 1 204,5-1 0,3 1 0,3-1-272,3 1 1,10 5-1,-1 2 1,9 3-164,3 3 1,2 2-1,8 2 1,2 0-50,1 0 1,7 8 0,-4 3 0,-1 5-135,1 1 0,-4 3 0,-8 1 0,-4 4-56,-2 2 1,-3 1-1,-11 3 1,-5-4 145,-4-2 0,-4 4 1,-4-4-1,-5 1 82,-5-1 0,-9-2 1,-4-5-1,-6-1 110,-6 1 0,4-3 0,-4-1 0,5-5-3,1-1 0,2-2 1,2-6-1,3 0-265,3 0 0,2 0-134,5 0 0,7 0 0,1-2-112,2-4 0,8 2 424,6-7 0,15 7 0,-1-4 0</inkml:trace>
  <inkml:trace contextRef="#ctx0" brushRef="#br0" timeOffset="861">802 682 8112,'0'8'1609,"0"-8"0,0-8-1462,0-9 1,0-1-1,0 1 1,-2-1-386,-4 1 0,4-1 0,-4 1-87,5-1 1,-5 1-1,-2-1 34,-2 1 0,-1 1 0,-7 5 0,1 5 100,-1 4 1,1 4-1,-1 2 1,1 5 147,-1 7 0,7 0 0,-1 11 1,0 0 118,3 0 0,-5 2 1,8 6-1,2 0 136,2 0 0,2 0 0,0 0 0,0 0-96,0 0 0,6-8 0,2-4 0,2-5 75,3-7 1,-3 3 0,2-8 7,1-3 0,3-10 0,1-9 0,1-5-72,-1 0 0,-1-7 1,-3 1-1,-1-2-63,2 0 0,1 0 0,1-6 0,-3 2-212,-1 4 0,-2-2 0,3 6 0,-3-1-177,-2 1 0,3 8 256,-5 5 0,2 8 1,-4 0 96,1 8 1,3 6-1,-4 9 1,2 3 116,-2 1 0,6 8 1,-1-2-1,3 4-101,0 2 0,-1-6 0,7 0 0,-1 2-186,1 2 1,-1 0 0,0-2-1,1-4-456,-1-1 1,-5-5 0,0-7 0,1-5 23,3-1 1,1-2 0,1-8 573,-1-4 0,1-11 0,-1-11 0</inkml:trace>
  <inkml:trace contextRef="#ctx0" brushRef="#br0" timeOffset="1115">1308 245 8085,'-5'-25'-92,"-3"-2"0,0 0 503,0 4 1,1 5 0,3 5 753,-2 1 1,0 6-1004,6-6 0,0 10 0,0 2 1,0 10-29,0 6 1,0 3-1,2 4 1,2 6 60,2 4 1,5 8-1,-3 2 1,0 0-229,0-1 0,5 7 1,-3-3-1,2 5-347,-1 1 1,-5-5 0,4-1 0,-1 3-135,1 1 1,-6-5 0,2-4 0,-4-6-254,-2-6 1,0 2 0,-2-10-525,-4-5 1291,4-7 0,-21-9 0,3 0 0</inkml:trace>
  <inkml:trace contextRef="#ctx0" brushRef="#br0" timeOffset="1315">1064 647 8039,'-18'-17'297,"3"5"0,3 0 992,6-1 1,-1 3-1017,1-2 1,8 9-1,9-5 1,5 2-199,1 0 0,7 0 0,1 6 0,2 0-219,4 0 0,2 0 0,4 0 0,2 0-450,2 0 1,7 0 0,-3 0-1,1 0-377,1 0 0,-8-6 0,1 1 971,-3 1 0,6-6 0,2 0 0</inkml:trace>
  <inkml:trace contextRef="#ctx0" brushRef="#br0" timeOffset="1865">1710 158 8085,'0'-17'-49,"-6"-1"0,-1 1 0,-1-1 606,0 1 1,2-1 0,6 1 917,0-1-1241,0 9-183,0 1 1,0 21-1,2 7 1,2 5-10,2 6 1,5 2 0,-3 4 0,0 4 8,0 5 0,3 11 0,-3 1 0,0-2-59,0-2 0,3-1 1,-5-1-1,0 1-28,2-1 0,-6-7 1,4-5-1,-5-5 69,-1-6 1,0-3-158,0-9 201,0-7 1,0-10 0,0-12-1,0-3-83,0-3 1,6-1 0,2-3 0,0-1-21,0 2 1,3-4 0,-3-1 0,2 1-31,3 0 0,-3 0 1,2 3-1,1-1-95,3 2 0,1 1 1,1 3-1,-1 1-44,1 5 1,-1-3 0,0 6 0,1 1 23,-1-1 0,1 2 0,-1 8 1,1 4 92,-1 5 0,-1 5 1,-3 3-1,-3 3 168,-2 1 0,3 8 1,-3 0-1,0 6 167,0 4 1,-2 1 0,-4-3 0,1 2-73,3-2 0,6-4 0,-6-6 0,0-6-112,1-4 0,1-1 0,6-3 1,-3-3-2,3-6 0,1-6 1,3-8-1,-1-7-171,1-7 0,1-3 0,3 2 0,3-4-441,2-1 0,-4-5 0,4 6 0,1-2 540,-1 0 0,-6 0 0,4-6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06:10.09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123 1109 8207,'0'-12'-225,"-2"3"243,-4 1 1,4 0 0,-6 4-1,2-4 2193,0-1-1816,1 5-281,-3-4 0,6 16 0,-4 4 0,4 5 67,2 6 0,6 2 1,0 8-1,0 0-100,1 4 0,-3 2 1,6-4-1,-2 0-241,-4 0 0,3 0 1,1 0-1,0-2-460,0-4 1,-3 2 0,-3-8-536,4-1 1,-4-7-93,4-9 1247,-4-8 0,-2-23 0,0-2 0</inkml:trace>
  <inkml:trace contextRef="#ctx0" brushRef="#br0" timeOffset="183">35 830 8215,'0'-18'207,"0"1"1,-6-1 0,-1 1 0,-1-1 995,0 1 1,2 5-721,6 0-1166,0 9 1,8-3 0,4 12 0,3 5-547,3 5 1,-1 1 1228,1 1 0,7-1 0,2 1 0</inkml:trace>
  <inkml:trace contextRef="#ctx0" brushRef="#br0" timeOffset="724">350 1214 7751,'0'-12'1934,"0"0"-1750,0-1 1,0-3-1,1-1 1,5 1-201,6 5 0,3-5 1,3 5-1,-3-5-120,-3-1 1,4 7 0,-5 2 0,5 2-3,1 0 1,1 1 0,-3 7-1,-1 3 25,-3 7 1,-1 6 0,4 5 0,-5 4 99,-1 0 0,0 6 0,-4-4 0,2 4 38,-2 2 0,-2 0 0,-2-2 0,0-2-5,0-2 1,0-5 0,0 3 281,0-2-14,0-10 0,0-9 0,-2-12 0,-2-5-135,-2-5 1,0-7-1,6-2 1,0-2-94,0-4 1,0-2 0,2-2 0,2 2-116,2 4 1,5-4 0,-3 5 0,0 1 3,0 4 1,5 0-1,-1 3 1,1 5-45,-1-1 1,4 8 0,-5 3 0,5 3-47,1 2 1,1 2-1,-3 3 1,-1 9 69,-3 7 1,1 1-1,6 7 1,-1 2 59,0 2 1,-5 2-1,0 0 1,-1 0 89,-1 0 0,4-2 0,-8-2 0,-3-2-102,-1 2 1,4-6 0,0-2 0,-2-3-880,-2-3 311,-2-7 1,0-4 0,0-12 590,0-6 0,0-11 0,0-4 0</inkml:trace>
  <inkml:trace contextRef="#ctx0" brushRef="#br0" timeOffset="1465">1485 1179 8352,'-6'-12'1342,"0"1"1,-6 5-1263,7-6 1,-3 2 0,4-3-191,-2 1 0,-5 6 1,3-3-1,-2 1-275,-4 4 1,5-4 0,-3 2-1,-1 3 35,-3 1 1,-1 2 0,-1 2 0,1 3 157,-1 7 1,1 4 0,-1 3-1,1 4 104,-1 6 1,3-2 0,3 3-1,6 3 127,4 5 1,2-1 0,0 4 0,2-6 90,4-6 0,0 2 0,9-8 0,5-1 28,-1-3 1,1-9 0,-3-4 0,3-4-31,3-2 0,-4-10 1,5-6-1,-5-7-35,-2-4 0,1-8 1,-1-8-1,1 1 46,-1-1 1,-5-4-1,0 5 1,-1-3-38,-1-4 0,-2-3 0,-8-4 1,0-2-113,0 1 0,0 1 0,0-2 0,0-2-67,0 3 0,-2 1 0,-2 15 1,-4 3 58,-2 1 1,5 6 0,-7 5 0,-2 9 1,5 11-56,-3 0 0,6 10 0,-4 6 0,3 4-8,3 5 0,2 4 0,2 0 0,0 7 118,0 3 1,0 9 0,2 5 0,4 3 163,5 3 0,-1-1 0,2 0 0,1 3 82,3 3 0,3 2 1,2 6-1,3-4-37,-3-2 1,4-3-1,1-11 1,1-5-148,4-4 0,2-10 0,2-6 0,0-7-40,0-8 0,-1-4 1,1-4-1,-2-4-225,-4-6 1,3-3-1,-7-5 1,0-1-96,0-2 1,-1-6-1,-7 3 1,-2-1 5,-3-4 1,-4 4-1,-8-2 1,0-2 121,0-2 1,-2 4-1,-4 0 1,-6 0-19,-3 1 0,-2 3 1,-1 8 61,1-1 1,-1 3 141,1 3 0,1 6 0,3 10 0,3 6 43,2 5 1,2-1 0,6 11 0,0-2 155,0 1 0,0 7 0,0-2 0,2 2-42,4-2 1,-2 4 0,8-4 0,-1 2-316,-1-2 0,5 2 1,-3-7-1,4-3-320,1-2 1,6-3-1,3-2 1,-1-5-377,0-1 0,6-4 800,-2-10 0,4-4 0,2-7 0</inkml:trace>
  <inkml:trace contextRef="#ctx0" brushRef="#br0" timeOffset="1749">2428 1022 8207,'0'-18'77,"0"1"1,-6-1-1,0 1 1,2-1 577,2 1 1,2 5 311,0 1-916,0 7 1,0 0-1,0 14 1,0 9 178,0 6 0,0 6 1,2 8-1,2 4 51,2 1 0,6 5 1,-7 9-1,1 6-193,2 4 1,-6 2 0,6 0-1,-2 0-327,-1-1 1,1 3-1,-4 0 1,2-4-377,2-12 1,0-9 0,-6-14 0,0-4-601,0-6 1,0-15 1214,0-14 0,-8-11 0,-2-18 0</inkml:trace>
  <inkml:trace contextRef="#ctx0" brushRef="#br0" timeOffset="2033">2480 1057 8207,'0'-18'-7,"0"-5"1,0 0-1,0 1 896,0 3 1,0 1-1,2 3-633,4 3 1,-2-1 0,7 7-1,3 2-195,2 2 0,7 10 0,0 3 0,0 5-171,3 1 1,-7 3 0,4 1 0,-3 4-101,-3 2 0,-1 1 0,-5 3 0,-5-2 90,-4 2 0,-2-4 1,0 0-1,0-2 142,0-3 0,-8-3 0,-3-1 0,-5-1 13,-1 1 1,-7-3-1,1-3 1,0-6-246,-2-5 1,5-1 0,-3 0 0,4 0-250,1 0 0,6 0 0,3-1 0,1-5-424,4-6 1,2-3 882,2-3 0,8 1 0,2-1 0</inkml:trace>
  <inkml:trace contextRef="#ctx0" brushRef="#br0" timeOffset="2399">2864 1266 8207,'-5'12'384,"-1"-1"0,-2-7 166,2 2 0,6-4 1,0-4-301,10-4 1,0-1 0,1-7 0,3 2-200,1-1 1,3-3-1,-1-1 1,1-3-15,-1-3 1,1 4-1,-3-5 1,-1 3-196,-3-2 1,1 3 0,4-5 0,-5 2-39,-5 0 0,2-3 0,-2 5 1,-3-2 68,-1 1 0,-4 9 0,-1 1 0,-5 0-26,-2 3 1,-1 1 0,-7 8 100,1 0 0,-1 8 0,3 3 0,1 5 91,2 1 0,7 3 1,-5 3-1,2 6 181,4 4 1,2 2 0,2 0 0,0 0-36,0 0 0,0-2 0,2-2 0,4-4-144,6-2 1,3 4 0,3-5 0,-1-5-188,1-5 1,-1-7 0,2-7 0,5 0-643,5 0 0,2-7 0,0-5 1,-4-5 787,-2-7 0,6-3 0,-3-8 0</inkml:trace>
  <inkml:trace contextRef="#ctx0" brushRef="#br0" timeOffset="2868">3318 1004 8245,'-1'-17'279,"-5"-1"1,4 1 0,-4-1 299,4 1 0,2 5 1,0 1-104,0-3 0,0 4-411,0-1 1,2 9-48,4 2 1,-2 9 0,5 13 0,-1 3-14,-4 2 1,0-4-1,0 7 1,2 1-42,-3 2 1,-1 2 0,0-1 0,2-1 8,2-3 1,0 1 0,-6-6 0,2 0-69,4 0 0,-4-7 0,3-7 132,-3 3 36,-2-6 1,0-10 0,0-14 0,0-7-65,0-4 0,0 4 0,2-7 0,2-3-48,2-5 1,6 7 0,-7-4 0,1 4-6,2 3 1,-4-3 0,8 8 0,-1 2-16,-1 1 1,5 5 0,-3 1-14,4 3 0,1 7 0,1 0 0,-1 8 86,0 7 0,1 7 0,-1 5 0,1 4 55,-1 0 0,-1 6 0,-3-3 0,-1 1-63,2-2 0,-7 4 0,1-6 0,-2 0-47,0-4 0,0-1 0,-6-1 0,0 2-137,0-1 1,0-9-1,-2-3-1524,-4-2 1171,-4 5 0,0-13 1,5 0-1,3-9 531,2-7 0,15-9 0,5-2 0</inkml:trace>
  <inkml:trace contextRef="#ctx0" brushRef="#br0" timeOffset="3599">4052 1074 8207,'0'-17'397,"0"-1"164,0 1 1,0 5-1,0 0 24,0-1 1,0-3-1,0-1-353,0-1 0,0 7 0,0-1-433,0-2 1,0-1-418,0-3 0,-8 9 199,-3 3 1,-5 6 0,-1 6 0,1 5 129,4 5 0,-3 3 0,3 5 0,-1 5 151,1 4 1,-2 2 0,9 0 0,1 0 68,2-1 0,2 1 0,0-2 0,0-2 22,0-1 0,0-9 0,2 0 0,2-5 129,1-5 1,9-7 0,-2 0 19,3-8 1,3-5-1,-3-11 1,-1-1 110,-3-2 0,1-9 1,6 1-1,-3-5 34,-3-5 0,3-2 0,-5 4 0,2-3-106,-1-3 0,-1-7 0,2-7 1,-7 1-174,-3-2 0,4 6 0,0-5 0,-2 5 0,-2 2 0,-4 1 0,-2 7 1,-4 7-3,-2 6 0,5 15 1,-5-1-1,0 3 93,1 4 0,3 3 0,-4 9-119,2 3 1,0 5 0,5 8 0,-3 1 29,2 4 1,2 4 0,2 10 0,0 2 104,0 2 0,6 7 0,2-1 0,-1 5-6,1 7 0,6-5 1,-3 4-1,5-4 60,1-1 1,3-1 0,1-1 0,4-5-72,2-5 0,-3-6 0,3-6 0,0-6-35,0-3 0,-3-11 0,3-3 0,-2-4-145,-4-2 1,-1-8 0,-3-5 0,1-7 3,-1-3 1,1-6 0,-3 4-1,-1-2-13,-3-4 0,-7 3 0,2-1 0,-4-2 72,-2-2 1,0 4 0,0 0 0,0 0 33,0 2 0,-2-4 0,-4 9 1,-4 5 220,1 3 1,-1 9-1,4-5-78,-5 2 1,1 8-1,0 8 1,0 2 12,1 3 1,5 9 0,-2 3 0,2 2 55,-2 4 0,4-4 0,-3 2 0,3 2-108,2 2 0,2-4 0,1 0 0,5 1-157,2-3 0,2-2 0,5-8 0,1 1-448,-1-1 1,6-7 0,2-4 0,3-4-482,3-2 0,0-2 1007,-2-4 0,4-4 0,-6-7 0</inkml:trace>
  <inkml:trace contextRef="#ctx0" brushRef="#br0" timeOffset="4120">4803 812 8207,'2'-12'-402,"2"1"519,2-3 1,5-1-1,-5-3 452,-2 1 1,4 5 0,-1 2-288,3 3 1,-4 1-267,6 6 1,-9 10 0,3 5 0,-4 8 67,-2 5 0,6 1 1,0 6-1,-2-1-10,-2 1 0,-2-2 0,0-2 0,0-1-144,0 1 1,6-6 0,-1-2 0,-1-3-60,-2-3 1,-2 0 201,0 1 0,0-10 0,0-8 94,0-10 1,0-6 0,0-3 0,0-2-127,0-3 1,0-7-1,0 2 1,0-4-124,0-2 1,6 2 0,0 2-1,0 2-42,1-2 0,1 4 1,6 0-1,-3 2 2,3 3 1,2 9 0,1 3 0,0 2 14,1 4 1,-1 2-1,1 4 129,-1 4 1,1 12 0,-3 9-1,-3 2 99,-6 0 0,2 0 1,-1 6-1,1 0 6,0 0 0,-2 0 0,-6 0 1,0 0 27,0 0 1,0-2-1,0-4 1,0-6-178,0-4 0,0-1-1200,0-1 638,0 1 0,0-18 1,0-10 90,0-9 1,0-7 0,2 5-1,1-4 493,3-2 0,16-10 0,-3-8 0</inkml:trace>
  <inkml:trace contextRef="#ctx0" brushRef="#br0" timeOffset="4417">5414 166 8207,'0'-25'0,"0"-2"334,0-1 1,0 3-1,2 10 1,2 1 660,2 2 0,0 7-730,-6-7 1,0 10 0,0 2 0,2 10-229,3 5 0,-3 10 1,4 5-1,-2 4 190,2 7 1,-4 4 0,4 7 0,-4 3-46,-2 3 1,2-4 0,1 6 0,3-2-89,-2 1 1,0 5 0,0-4 0,4 0-9,1 0 1,-3-2-1,4-7 1,0-5-168,-1-5 0,-3-12 0,6-5 0,-1-5-467,-1-2 0,6-7 234,-5-4 0,-3-12 0,0-6 0,-2-3-541,-1-2 1,7-3-1,-4-1 1,2-3 112,3 3 0,-3-6 1,-1 0 741,-1 0 0,6-14 0,-4 4 0</inkml:trace>
  <inkml:trace contextRef="#ctx0" brushRef="#br0" timeOffset="4632">5414 375 8207,'-11'-1'1457,"-1"-5"0,6 4-734,-6-4 1,10 4-1,2 2-605,10 0 1,6 0 0,3 0-1,4-2-369,7-4 1,3 4 0,1-4-1,3 3-511,4-3 0,-2 4 0,7-6 1,3 2 761,1 0 0,11-15 0,1 2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2:45.88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80 35 8097,'-12'0'196,"1"0"1,5 0 277,-6 0 1,6 0 0,-3-2 185,1-4 0,0 4-114,2-3-578,4 3 0,2 0 0,12-2 0,3-2-75,3 2 0,1 2 0,5 2 1,5 0-171,4 0 0,2 0 0,0 0 0,0 0-6,-1 0 1,1 0 0,0 0 0,0 2-185,0 4 0,-2-4 1,-4 6-1,-5-2-153,-5-1 1,-7 3 619,-1-2 0,1 4 0,5 7 0</inkml:trace>
  <inkml:trace contextRef="#ctx0" brushRef="#br0" timeOffset="286">80 297 8097,'0'18'729,"0"-1"95,-8-7-469,6-2 1,-4-8-253,12 0 0,4 0 1,7 0-1,3 0-126,3 0 0,-2 0 0,7 0 0,-1 0-86,0 0 1,0 0 0,4 0-1,-2 0-174,2 0 0,0 0 0,-2 0 1,-3 0-159,-1 0 0,-6 0 0,5 1-733,-5 5 1174,-2-4 0,-7 8 0,-4-4 0,4-4 0,-1 5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0:52:43.50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717 856 6284,'10'0'1970,"-1"0"-1756,-3 0 1,-4-2 22,4-3 0,-4 1-101,-2-8 0,0 6-112,0-5 1,-8 7-31,-4-2 1,-5 4-1,-4 2 1,-5 0-23,-1 0 0,-2 0 1,-8 2-1,-2 4 32,-1 5 1,-9 5-1,3 1 1,-3 1-6,3-1 0,-3 7 1,8 1-1,2 0-2,3 0 0,3 6 1,4-3-1,5 1-51,5 0 1,3-8 0,5 4 0,5-1-34,4-1 1,4 0-1,4-5 1,5-1 40,5 1 1,1-1 0,1 0 0,-1-1 13,1-4 0,5 1 0,2-7 0,0-2 13,1-2 0,5-2 0,-2 0 0,2 0 0,-2 0 1,4-8 0,-4-5-1,4-7-39,2-3 0,-2-8 0,-2 2 0,-2-4 1,2-2 0,-4 0 0,0-2 0,-1-2-11,-5-2 0,-2 1 0,-1 5 0,-1 0 66,1 0 1,-6-2-1,-3-2 1,-1-2 74,-4 3 1,-2 1 0,-2 0 0,0-2 86,0-2 0,0-5 1,0 3-1,0 0-8,0 1 0,0 3 1,0 6-1,0 2-55,0 0 1,0-4-1,0 10 1,0-1 44,0 1 1,0 2-1,0 5-88,0 1 1,0 5 282,0 1-443,0 7 0,0-2 0,0 12 37,0 5 1,0 7 0,0 3 0,0 4 126,0 3 0,0 1 0,0 8 0,0 1 56,0 3 0,6 8 0,-1-3 0,1 5 20,2 1 0,-4 1 0,6-1 0,-1 0-45,1 1 1,-4 5 0,4 0 0,-1-4 23,1-5 0,0-1 0,1-7 0,-3-2-12,0-2 1,-6-4-1,4-2-11,-4-2 0,-2-8-296,0 3-427,0-5-508,0-9 127,0-2 1,-6-16 1013,0-4 0,-8-3 0,5-3 0</inkml:trace>
  <inkml:trace contextRef="#ctx0" brushRef="#br0" timeOffset="748">1433 350 8163,'10'-8'-1721,"-3"4"2240,-7-7 1,0 5 896,0-6-514,0 8-811,0-11-104,0 13 1,0-4-1,0 12 66,0 5 1,0 11 0,0 3 0,0 2 16,0 4 0,0 2 0,0 4 1,2 4 7,4 5 1,-4 5-1,6-1 1,-2-1-27,0-3 0,-1-5 0,-3 4 1,2-2-55,2-5 1,0-3-1,-6-6 1,0-5-84,0-5 1,6-1 0,-1-1-476,-1 0-641,-2-7-234,-2 6 815,0-14 0,0 3 620,0-10 0,-7-13 0,-3-9 0</inkml:trace>
  <inkml:trace contextRef="#ctx0" brushRef="#br0" timeOffset="1066">1468 263 8163,'-10'-18'151,"4"1"74,4-1 0,-3 7 0,-1-1 30,2-2 1,2-1-1,4-3 8,4 1 1,-2 1 0,7 3-1,3 1-177,1-1 0,5 3 1,1 0-1,4 0-146,3 1 1,-5 3 0,6-4 0,2 2-169,2 5 1,2 1 0,-2 2-1,-2 0-61,-2 0 0,-2 2 1,2 1-1,-5 5-29,-5 2 1,-7 2 0,-1 3-1,1-1-26,-2-3 0,-3 1 0,-7 5 0,-2 1 344,-3-1 0,-5 1 0,-8-1 0,1 1 0</inkml:trace>
  <inkml:trace contextRef="#ctx0" brushRef="#br0" timeOffset="1350">1485 455 8163,'-7'17'-62,"3"-1"280,-8-5 1,6 3 703,-5-8-635,7 0 0,4-6 1,11 0-1,5 0-134,1 0 0,7 0 0,1 0 0,0 0-158,0 0 1,4 0 0,-3 0-1,-1 0-45,0 0 0,6 0 0,-4 0 0,2 0-236,1 0 0,-7 0 0,4 0 0,-2 0-216,-3 0 0,-3 0 1,-2 0-290,1 0 0,-3 2 477,-3 3 0,-4 5 0,-10 8 314,-4-1 0,2-5 0,-7-1 0,-9 1 0,-7 5 0</inkml:trace>
  <inkml:trace contextRef="#ctx0" brushRef="#br0" timeOffset="1717">1503 1066 8163,'-8'17'-42,"4"1"280,-7-1 0,5-7 0,-4-2 910,2 0-528,2-6 0,8 7-387,4-3 1,-2-4 0,8 6 0,1-2-213,3-1 1,7 3 0,2-4 0,1 2-128,-1-2 0,6 0 0,-2 0 1,4 1 76,2-1 0,2-2 0,2-2 0,1 0-143,-1 0 1,-4 0 0,-4 0 0,-4 0 3,-2 0 0,1-6 1,-5 1-80,2 1 0,-5 0-336,-7-2 15,-7 4 215,4-6 1,-8 10-197,0 4 1,2-4 548,4 4 0,4-4 0,7-2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0:19.19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697 437 8183,'-11'0'-451,"1"-2"950,2-4 0,0 4-126,2-3 0,3 1 146,-9-2-522,8 4 1,-4-8-37,8 4 0,0 2 1,2-5-177,4 1 0,-2 2-19,8 6 0,-1 0 0,7 0 73,-1 0 1,1 0-1,-1 0 99,1 0 0,-3 2 0,-1 2 0,-5 4-7,-1 1 1,4-3 0,-6 6 0,-1 0 80,3-3 1,-6 7 0,4-5 8,-4 5 1,-2-4 0,0-1 46,0 3 0,-8-1 0,-2 1 26,1-2 1,-7-8-1,5 1 4,-5-3 1,-1-2 0,-1 0-64,1 0 1,5-2 0,0-3 4,-1-7 0,3 2 0,0-1 27,3-3 1,1-2 0,6-1-4,0 0 0,0-1 0,0 1-44,0-1 1,0 6 0,2 1-103,4-3 1,-3 6-1,9 1 34,2-1 1,1 6 0,3-4 0,-1 4-101,1 2 0,-1 0 1,0 0-1,1 0 40,-1 0 0,1 8 0,-1 2-7,1-1 1,-7 7 0,-1-4 108,-2 3 0,-2 3 0,-6-1 1,0 1-1,0-1 0,0-5 0,0-1 46,0 3 0,-8-1 0,-2 1 1,-1-4 97,-1-3 1,0 1-1,-5-4 1,-1 2-18,1-2 0,-1-2 0,1-2-32,0 0 0,-1-6 0,3-2-10,3-2 1,-2-1 0,9-7-3,1 1 0,-4-1 0,2 1-23,2 0 1,2-1-1,4 1-127,4-1 1,4 1 0,7-1-79,1 1 0,-1 7 1,1 4-1,-1 4 16,0 2 0,1 0 0,-1 0 1,1 0-42,-1 0 1,-5 0-1,0 2 1,-1 4 115,-1 6 1,4 3-1,-9 3 1,-1-1 69,-2 1 1,-2-1 0,0 1 79,0-1 1,-2 0-1,-4 1 2,-5-1 1,-5-1 0,-1-4-1,-1-5 150,1 1 0,-1-6 1,1 4-185,-1-4 0,1-2 0,0-2-146,-1-4 1,3-4-78,3-7 0,4-1 0,8 1 165,0-1 0,8 1 0,2 0 0</inkml:trace>
  <inkml:trace contextRef="#ctx0" brushRef="#br0" timeOffset="1283">121 350 8160,'0'-18'85,"0"1"0,0 5 1,0 1 141,0-3 0,0-2 0,0-1-136,0-1 0,0 1 0,0 0 0,0-1-5,0 1 0,6-1 0,-1 1 1,1-1-75,2 1 1,-6-1 0,6 3 77,0 3 0,-7-3-136,5 3-124,-4 4 1,0 0 31,4 8 1,-4 8 92,4 4 1,-4 3 27,-2 3 0,2-1 1,2 1 11,1-1 0,1 1 0,-6-1-28,0 1 0,2-1 1,2 1-1,2-1 17,-2 0 0,-2 1 0,0-1 0,1 3 6,3 3 1,0-2-1,-6 9 1,2 1-56,4 2 0,-4-4 0,4 0 1,-4 2 54,-2 2 0,0 2 1,0 0-1,1-2-21,5-4 1,-4 2-1,4-6 68,-4 2 1,-2-5 0,0 1 40,0-4 0,-2-9 112,-4-4-187,4-4 1,-5-4-535,7-4 0,0 2 531,0-8 0,-8 1 0,-2-7 0</inkml:trace>
  <inkml:trace contextRef="#ctx0" brushRef="#br0" timeOffset="1616">68 821 7663,'-17'0'406,"0"0"0,5 6 1453,0 0-1610,8 0 1,-1-6-86,10 0 0,5 0 0,9 0 0,3 0-156,1 0 1,2 0-1,-1 0 1,3 0-131,0 0 1,0 0 0,-6-2 0,3-2 49,-3-2 1,4 0 0,-1 6-1,-3 0 12,-2 0 0,-1 0 1,-1 0-1,1 0-101,-1 0 0,-5 0-372,-1 0-338,-7 0-172,4 0 1,-10 0 1042,-4 0 0,-3-7 0,-9-3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0:22.29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70 53 10001,'0'-10'829,"0"1"-456,0 3-181,-8 4-142,6-6-112,-5 8 1,7-2-727,0-4 511,0 4 245,0-5 1,2 14 0,3 3 23,7 0 1,-2 5 0,1-3 0,3 3-47,2 3 1,1-1 0,0 1 0,1-1 4,-1 1 0,1-3 0,-1-1 1,1-3-69,-1 3 1,-5-4-1,0 1 77,1 3 1,-3-6 0,0 0 105,-3-1-41,-1-5-7,-6 6 4,0-8-1,0 0-4,-8 0-7,6 0-6,-5 0 12,7 0 0,2 2 54,3 4 1,-3-2 187,4 7 1,-2-7-73,2 2 1,-4-2 164,4 2-271,-4-4-231,-2 5 16,0-7-6,0 0-1,-8 0 1,4 0-1,-6 2-72,2 4 0,-5-2 0,1 6 118,-3-3 1,-3 7-1,1-2 1,-3 3 34,-3 3 0,4-1 0,-5 3 0,5 1-19,2 2 0,-1 0 1,1-5-135,-1-1 0,1 1 0,1-1-1277,5 1 1491,3-8 0,0-3 0,-2-7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0:23.86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350 18 8893,'0'-9'164,"0"1"0,0 10-242,0 4 1,-8-3-1,-1 9 1,-3 2 46,0 1 1,1 3-1,-7-1 1,1 1 35,-1-1 1,-1 0-1,-3 1 1,-1-1-2,2 1 1,1-1-1,3 1 1,-1-1 64,1 1 0,0-1-2,-1 1 0,1-1 11,-1 1 30,8-9 157,3-1 295,7-8-169,0 0-307,0-8-372,0 6-8,0-5 0,0 5 179,0-4 1,2 4 21,3-4 81,-3 4 108,6 2 1,-6 0-1,2-2 214,2-4-146,0 4 1,-4-5 54,3 7 1,-1 2-141,8 3 0,0 3 0,3 6 0,-1-1 141,-3 7 1,1-3 0,7 8-1,3 1-50,1 3 1,0 4-1,-3 2 1,1-2-45,2-4 0,1 4 0,-7-6 0,1 2-69,-1 0 0,0-8 0,-1 3 0,-2-5-28,-3-1 1,-5-1 0,6 1-80,1-1 0,-3-1-297,2-5-430,-9-3 130,5-8 0,-10-2-522,-4-4 0,5 2 1171,-5-7 0,-4-1 0,0-5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0:39.53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68 620 8031,'-17'0'241,"-1"0"1,6-6 971,1 0-1044,7 0 1,-2 6 0,12 0-1,6 0-145,3 0 1,4 0-1,5 0 1,5 0-79,4 0 1,2 0-1,0 0 1,0-1-38,0-5 1,-1 4 0,1-4 0,0 4-22,0 2 1,0-6 0,-2 0 0,-2 2-115,-2 3 0,-7-5-645,1 0 575,-11 0 0,-7 6 102,-10 0 1,-3 2 0,-6 2 0,3 2-215,-3-2 0,4-2 408,-1-2 0,-1 7 0,-5 3 0</inkml:trace>
  <inkml:trace contextRef="#ctx0" brushRef="#br0" timeOffset="680">1552 236 7973,'0'-18'164,"-5"1"1,-1-1 74,2 1 0,0 7 0,0 2-135,-2 1 0,-7 5-130,1-4 0,-3 4 0,-5 2 0,-1 2 36,-2 4 1,-1 3-1,5 9 1,-2-1-56,-3 1 0,-5 5 1,6 2-1,1 1 61,3-1 0,0 0 0,-3-2 0,1 4 24,5 1 1,1 3-1,9-6 1,2 0-10,2 0 0,2 4 0,0-5 0,2-3 83,4-2 1,10 5-1,9-1 1,2-4-64,4-5 1,2 2-1,2-5 1,2 3-55,4-3 0,-5 5 1,3-4-1,-6 3-104,-4 3 0,-5-1 0,3 1 1,-2-1 13,-4 0 0,-7 1 0,-4-1 0,-3 1-139,-3-1 1,-4 1 0,-6-1 0,-7 3 160,-8 3 0,-1-4 0,-7 7 0,-2-3 92,-2 0 1,4-2-1,0-7 1,0-2 17,2 1 0,-4-5 0,7-2 0,3-4 61,1-2 1,3 0 0,0-2 0,1-4-4,4-6 0,3-9 1,5-4-1,-2-2-9,2-4 0,4-2 0,4 0 0,4 2-17,1 1 0,3 1 0,6-6 0,-1 2-30,0 4 1,7 2-1,-1 6 1,-2-2-43,-1 1 0,3 5 0,0 3 1,-1 4-178,-3 3 0,-7 1 0,-1 6-185,3 0 1,0 2 0,-1 2 0,-3 3-201,-2 3 0,3 2 0,-3 3 563,2-3 0,1 11 0,7-3 0</inkml:trace>
  <inkml:trace contextRef="#ctx0" brushRef="#br0" timeOffset="1481">2129 358 7288,'-6'-17'138,"0"-1"0,0 1 0,4 1 0,-2 2 627,-1 3 0,-1 5 1,6-6 159,0-1-897,0 5-134,0 0 1,0 10 0,0 4-1,0 6-25,0 3 1,6 8 0,-1 5 0,1 3 98,2 6 1,-6 3 0,6-1-1,-2 4 25,-1 1 1,3 3 0,-4 3-1,2-1 19,-2-2 0,-2-9 0,0 5 1,2-4-12,1-4 0,1-4 0,-6-14-4,0 1 1,2-3 31,4-3 0,-4-12 1,6-12-1,-3-5-62,1-6 0,2 1 1,-4-5-1,4 0-28,1 0 0,-3 0 0,4-5 0,0 5 38,-1 2 1,-3-4 0,6 6 0,-1-1-11,-1-1 0,4 12 0,-7-5-26,3 3 1,2 1 65,5 2 1,1 5 0,-1 9 57,1 3 1,-1 5 0,3 8 0,1-1 14,2 0 0,2 7 1,-3 1-1,1 0-17,-2 0 0,1 5 1,-1-5-1,2 0-43,-1 0 0,3 0 0,-2-3 0,-1-1-28,-3-5 1,-2 1-1,1-7 1,-1 0 65,1-5 0,-7-3 1,1-2 62,2 0 1,-5-2-47,3-3 1,-6-5 0,4-8-1,-3 1 4,-3-1 1,-2 1-1,-2-2 1,2-3-13,4-1 1,-4-6 0,4 4 0,-4-3 8,-2-3 1,0-7 0,0-3 0,0 0-45,0-2 0,-6 5 1,0-9-1,0-1 13,-2-3 0,6 1 0,-5 1 0,1 4-58,0 3 0,0 3 1,6 8-518,0 2-237,0 7 0,0 7 65,0 15 0,2 8 0,2 9 702,2 1 0,7 7 0,-3 2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0:38.06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385 35 6538,'-2'-10'422,"-4"4"1,-4 4-1,-7 4 1,-1 2-352,1 2 0,-1 8 0,-1-5 1,-3 3-91,-1 0 0,0-1 1,5 7-1,1-3-2,-1-3 1,3 4-1,1-5 1,5 5 30,1 1 0,-4-5 0,4-1 0,1 3 28,-1 2 1,2 1 0,4 0-5,-4 1 0,4-6 0,-3-1-23,3 3 0,8-5 1,1 3-1,3 2 1,0-5 0,3 1 0,-1-2 5,1-4 0,3 4 0,3-1 0,3 1 36,1 0 1,2 5 0,-3-3 0,1 2-122,-2-1 0,4 1 0,1 5 1,-1 1-55,0-1 1,0 7-1,-3 1 1,1 0 50,-2 0 0,-1 6 0,-5-1 0,-1 1-14,-2-2 0,-9 4 0,3-6 1,-4 2 76,-2 0 1,-8-8-1,-3 3 1,-5-5 67,-1-1 0,-7-1 0,-1 0 0,-2 1 44,-4-1 1,4-5 0,-2-2-1,0-2 93,1-5 1,-3-1 0,6-2-1,0 0-90,0 0 1,1-2-1,7-1 1,0-5-119,-1-2 0,1-2 1,-1-5-1,3-2 2,3-5 1,-2 5 0,7-4 0,-1 3 3,0 3 1,2-1 0,6 1 0,0-1-22,0 1 0,0-1 0,2 1 0,2-1-24,2 1 0,8 1 1,-3 3-1,5 1-114,1-1 1,1-1 0,-1 0 0,1 5-222,-1 1 0,6 2 1,1 6-1,-1-2-548,2-4 933,-5 4 0,12-5 0,-4 7 0</inkml:trace>
  <inkml:trace contextRef="#ctx0" brushRef="#br0" timeOffset="730">1188 227 7988,'10'-8'-543,"3"-1"876,-7-9 4,0 8 0,-6 1-157,0 3 1,-2 4-193,-4-4 0,-4 4 0,-7 2-71,-1 0 0,-1 6 0,-2 2 0,-3 1 4,3 5 1,-4 4 0,0 3 0,-3 4-38,-3 2 1,4 2 0,0 6 0,2 0 116,3 0 1,3 8 0,2 1-1,1 3 61,4 0 1,5-3-1,7 3 1,2-4-40,3-1 0,7-11 0,9 2 0,5-8-1,1-9 0,2 1 0,6-7 0,2 0-12,3-4 1,-1-4 0,6-4-1,0-4 3,-1-6 1,-5-3-1,2-5 1,-4-1-13,-2-2 1,-3-6 0,-2 3 0,-5 1 37,0 0 1,-11-4 0,3 4-1,-3-3 81,-5-3 1,5 4-1,-8 0 1,-2 0 78,-2 0 0,-2-2 0,-2-4 1,-4 2-124,-6 1 0,-3 3 0,-3-4 0,1 0-75,-1-6 1,-5 8 0,0-6 0,-1 2-69,-1 0 1,4 4-1,-6 2 1,1 4-59,5 7 1,2 1 0,1 9 0,1 2-58,-1 2 0,1 4 1,-1 4-1,1 5-113,-1 5 0,1 3 1,1 5-1,5 3-73,5 0 1,4 6-1,2-6 368,0 0 0,0 14 0,0-4 0</inkml:trace>
  <inkml:trace contextRef="#ctx0" brushRef="#br0" timeOffset="1047">1345 629 7988,'-17'-8'457,"-1"4"1,3-8 1321,3-1-742,-4 5-988,14 0 1,-3 10 0,10 4-1,7 8-46,4 7 0,1 0 0,3 8 0,1 3-167,2 1 1,0 1 0,-5 3 0,-1 2 43,1 2 0,-1 0 0,1-6 0,-1-1 56,1 1 0,-1-2 0,-1-2 0,-3-3-27,-1-3 0,-8-2 0,2-5-110,-4-1 1,-2-5-1162,0-1 668,0-7 1,-6-4 693,0-11 0,-8-5 0,5-1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1:15.01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105 342 7650,'0'-10'621,"0"-6"0,0 13-478,0-9-176,0 8 0,0 4 0,0 12 0,0 3 74,0 3 0,0 1 1,0 4-1,0 8 5,0 8 1,0-2 0,0 6-1,0 1-65,0 9 0,0-1 0,0 6 0,0-3 22,0-3 1,0 0 0,0 1 0,0-3 12,0-3 0,0-6 1,0-10-1,0-4 3,0-2 1,0-2-1,0-5-156,0-1 1,0-5-458,0 0-404,0-9 353,0 5 1,0-16 644,0-3 0,0-5 0,0-1 0</inkml:trace>
  <inkml:trace contextRef="#ctx0" brushRef="#br0" timeOffset="332">70 394 7957,'0'-17'0,"0"-1"-119,0 1 1,-6-1 0,1 1 639,1-1 0,2 7-390,2-1 1,8 2 0,5-3-55,8 1 1,-1 8 0,3-2 0,-2 2-60,3-1 1,-3 3 0,8-4 0,2 4-42,2 2 1,2 0 0,0 0 0,0 0-254,0 0 0,0 6 1,-2 1-1,-4 1-194,-6 0 1,-3 6-1,-3-3 261,1 5 1,-9 1-1,-5 1 1,-8-1 208,-7 1 0,-13 7 0,-3 2 0</inkml:trace>
  <inkml:trace contextRef="#ctx0" brushRef="#br0" timeOffset="599">123 708 8033,'-12'0'551,"0"0"1,7 0 505,-7 0-820,8 0 0,-2 0 0,12 0-78,6 0 0,5 0 0,4 0 0,5 0-284,1 0 1,2 0 0,6 0-1,0 0-172,0 0 0,0 2 0,2 2 0,1 2-68,3-2 1,-4 0-1,-6 0 1,0 1-3,-6-1 0,2 4 0,-5 0 0,-5 0-92,-3-1 1,-4 7 458,1-2 0,-3 3 0,-16 3 0,-2-1 0</inkml:trace>
  <inkml:trace contextRef="#ctx0" brushRef="#br0" timeOffset="932">88 1180 8033,'-18'0'471,"1"2"-56,-1 4 1,3-2 0,3 7 119,6 3 0,4-5-364,2 3 1,10-6 0,6 4-1,7-3-123,4-3 0,2 4 1,6-2-1,0-2-47,0-2 1,6 0 0,1 2-1,1 1-152,0-1 1,3-2-1,-3-2 1,0 0-92,-1 0 1,-1 0-1,-6 0 1,-2 0-63,-4 0 0,2 0 0,-7 0-842,-3 0 478,-9 0 0,-7 0 274,-10 0 1,1 0 393,-8 0 0,0 0 0,-5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1:30.12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32 53 8012,'-8'-10'729,"6"0"1,-5 6-337,-1-2 1,6-1-1,-2 3-292,8-2 0,7 0 1,11 6-1,3 0-102,2 0 0,0 0 1,4 0-1,-1 0-302,1 0 0,4 0 0,1 2 0,1 2-555,-4 2 1,-4 5 0,2-5 857,-1-2 0,-1 6 0,6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1:30.34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62 0 7759,'-15'2'131,"3"4"0,-3-4 1807,3 4-1649,4-4 0,8-2 0,14 0 0,7 0-188,8 0 0,4 0 0,2 0 1,0 0-224,0 0 1,0 0 0,2 0 0,2 0-391,1 0 1,-1 2-1,-8 2 1,-2 2 511,2-3 0,2 7 0,2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1:27.810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410 332 8390,'0'-12'-30,"2"1"218,4-3 0,-4 4 0,4-1 34,-4-3 1,-2 4 0,0-1-58,0-3 0,0-1 0,0-3-37,0 1 0,-2 5 1,-4 2-272,-6 3 1,-3-5 0,-3 6 26,1 2 1,-1 2-1,1 4-8,0 4 0,-1-2 0,1 8 0,1 3 82,4 6 1,-3 1 0,5 7 0,1 2 44,3 2 1,2 2 0,0 0 0,-2 0 80,2 0 0,4 7 0,6 3 0,4 2-25,-1-1 0,5-1 0,-6 3 1,0-3-50,-1-2 0,-1-3 1,-4-5-1,2-2-188,2-4 1,0 2 0,-6-7-1,-2-3-124,-4-2 1,2-3-1,-6-2-406,3-3 1,-7-7 707,2 2 0,-3 4 0,-3-1 0</inkml:trace>
  <inkml:trace contextRef="#ctx0" brushRef="#br0" timeOffset="233">61 734 8129,'-12'-6'0,"3"-2"471,1-2 0,-4 4 194,6-5 1,-1 7-544,1-2 0,12-2 1,1 3-215,13 1 1,-1-4-1,7 2 1,-1 2-255,4 2 0,4 0 1,0-2-1,-2-1-217,-2 1 0,0 2 0,6 0 0,-2-2 563,-4-2 0,4-7 0,-6 3 0</inkml:trace>
  <inkml:trace contextRef="#ctx0" brushRef="#br0" timeOffset="467">550 524 7944,'-6'-12'1624,"0"1"-1249,1 7 0,5-6-646,0 4 218,0 4 1,0-3-1,0 10-43,0 7 0,0 4 0,2 1 1,1 0-175,3 1 1,0-1 0,-6 3-1,0 1-301,0 2 0,0 1 571,0-7 0,8 1 0,2-1 0</inkml:trace>
  <inkml:trace contextRef="#ctx0" brushRef="#br0" timeOffset="650">707 314 8180,'-8'-11'355,"-3"-1"0,1 6 67,-2-5 1,9 5-1214,-3-6 1,6 8-1191,6-1 1981,3 10 0,17 5 0,1 8 0</inkml:trace>
  <inkml:trace contextRef="#ctx0" brushRef="#br0" timeOffset="1149">829 594 8120,'0'12'603,"0"-1"-480,0-7 1,0-4-1,0-12-17,0-3 1,6-3 0,0 1 0,0-1-42,2 1 1,-1 0 0,7-1 0,-2 1-121,1-1 1,-3 1-1,2 1 1,1 3-40,3 1 0,-5 8 0,1-2 0,2 4-38,1 2 0,3 2 1,-1 4-1,-1 6 26,-5 3 0,5 3 1,-5 1-1,3 2 22,-2 3 1,-3-1 0,-5-6 0,2 1 85,-2-1 1,-2 1 0,-2-1 82,0 1 0,0-7 129,0 1 0,-2-8 12,-4 2 0,-2-12 0,-3-6-208,5-3 1,4-3 0,2-1 0,0-2-45,0-3 1,0 1 0,2 6-1,2-1-19,2 1 0,5-1 0,-3 1 0,0-1-7,-1 1 0,7 1 0,-2 3 0,3 3-25,3 2 1,-1-3 0,1 5 0,-1 2 25,1 2 1,5 4 0,0 4 0,-3 5 41,-7 5 1,3 1 0,-5 3 0,5 3 40,1 6 1,-1-2-1,-3 0 1,-3 1-52,-2-1 1,3-4 0,-5 4-1,-2-2-185,-2-3 1,-2-3 0,0-1-225,0-1 0,-2-7 0,-2-6 428,-2-8 0,-7-6 0,3-7 0</inkml:trace>
  <inkml:trace contextRef="#ctx0" brushRef="#br0" timeOffset="1880">1877 472 8085,'10'9'2416,"-2"-1"-2230,-8-8 1,0-8 0,-2-1-236,-4-1 0,4-6 0,-6 7 0,1-3-277,-5 0 1,2 3 0,1-5 0,-1 4-56,0 3 1,-2-5 0,-5 6 96,0 2 1,-1 2 0,1 4 241,-1 4 1,7 6 0,-1 9 0,0 4 85,3 3 1,1-5-1,6 4 1,-2 0 37,-2 0 1,0-5-1,6 1 1,2-4-40,4-1 0,-2-3 1,8-3-32,1-6 1,3-4 0,1-2-1,-1-2-40,-5-4 1,5 2 0,-6-8-1,1-1-142,1-3 0,-2-7 1,3 0-1,-1 1 30,1 3 1,-3 7-1,0 1-13,-2-3 0,3 4 109,-5-1 1,2 9 0,-4 2 257,1 10 0,7 11 0,-4 2 0,2-1 25,3-3 1,3-2 0,1 1 0,3-3-34,3-3 0,-2 2 0,6-9 0,2-1-129,4-2 1,-7-2 0,9-2 0,-2-3-51,0-7 0,1-4 1,1-3-1,-2-4-99,-3-6 0,-5 1 1,-8-1-1,1-2-53,-1-2 1,-1-2 0,-3 0 0,-3 0 9,-2 1 1,-2-3 0,-8 0 0,-4 0-3,-6 4 0,-3 4 0,-3 0 0,3 3 114,3 1 0,-4 14 1,5-1 114,-5 8 0,5 4 3,-1 0 0,6 8 0,-4 3 0,3 5 24,3 1 1,2 7-1,2 1 1,0 2 19,0 4 0,2 2 1,2 2-1,3 0-78,3 0 1,2 6 0,5-1-1,1 1-152,-1 2 1,1-4 0,-1 3 0,1-3-182,-1-6 1,6-9-1,3-1 1,-1-6-197,0-5 1,4-4-1,-6-8 1,1-2 447,1-4 0,-6-12 0,7-9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1:31.241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51 654 8015,'0'-17'-283,"2"5"0,1 0 567,3-1 1,0-3 844,-6-1-1075,0 7 0,0 10 1,0 14-1,0 5 92,0 4 0,0 14 0,0 0 1,0 6-33,0 5 0,2 5 0,2 3 0,2 2-47,-2-2 1,-1 1-1,1-1 1,2 4-80,-2 2 0,-2-6 0,-2 1 0,0-7-226,0-3 0,0-10 0,0-3-1348,0-8 1123,0-15 0,0-11 0,0-13 0,0-7 463,0-3 0,0-16 0,0 2 0</inkml:trace>
  <inkml:trace contextRef="#ctx0" brushRef="#br0" timeOffset="216">16 741 6804,'0'-17'0,"0"-3"276,0-3 0,0 4 0,0-5 1,0 5 369,0 2 1,0 5 0,0 0 0,2-1-417,3-3 0,5-1 0,10-1 0,3 1-219,6-1 1,-2 7-1,2 1 1,2 2-193,2 4 1,8 2 0,0 2 0,-2 0-337,-3 0 1,-1 2 0,-2 4 0,-4 6 27,-5 3 1,-5 9 0,-3-1-1,-5-2 489,-5-1 0,-12 5 0,-3 2 0</inkml:trace>
  <inkml:trace contextRef="#ctx0" brushRef="#br0" timeOffset="435">51 1091 8015,'-18'0'1768,"1"0"-1460,7 0 0,4-6 0,14 0-142,9 2 1,9-4-1,9 2 1,-1 3-371,1 1 0,6-4 1,0 0-1,0 2-248,1 2 1,-3 2 0,6 0 0,-3 0-112,-3 0 1,-2 8-1,-4 4 1,-4 3 562,-6 3 0,-11-1 0,-4 1 0</inkml:trace>
  <inkml:trace contextRef="#ctx0" brushRef="#br0" timeOffset="653">103 1562 8015,'-17'10'38,"-1"0"1,1-7 0,-1 3 498,1-2 1,7 0-31,4 2 1,6-4 0,8 6-162,9-1 0,9-5 0,9 4 0,1-4-270,5-2 0,4 0 0,7 0 0,1 0-337,-1 0 1,0-2-1,1-2 1,-1-2-578,1 2 1,-3-3 0,-3-1 0,-5 0 837,1 0 0,-6-5 0,5 3 0</inkml:trace>
  <inkml:trace contextRef="#ctx0" brushRef="#br0" timeOffset="1101">1518 322 7944,'0'-17'-107,"0"5"0,-2 2 1,-2 1 401,-2-1 0,-2 0-44,2-1 1,-3 3 0,-9 8 0,1 0-143,-1 0 0,1 8 0,-3 5 0,-1 9-141,-2 7 0,-6 6 0,5 3 0,3 7 98,2 5 1,1-1 0,1 13 0,1 2 120,5 6 1,3 6 0,8-3-1,2 3-118,4-2 1,5 1-1,11-5 1,3-10-47,2-9 1,0-3 0,4-7-1,-2-2-84,2-2 0,-4-10 0,1-4 0,-1-3-218,0-3 0,-6 1 0,5-3 0,-3-3-123,0-6 1,0 1-1447,-5-1 1848,-8 0 0,-3-14 0,-7-1 0,0-9 0</inkml:trace>
  <inkml:trace contextRef="#ctx0" brushRef="#br0" timeOffset="1436">2042 671 8042,'0'-19'0,"-2"-2"265,-4-3 0,4 7 1,-6 7-1,2 1 498,0-1 1,1 4-206,5-6 0,0 10-564,0 2 1,0 8 0,0 10-1,2 1-76,3 4 1,-1 5-1,8 8 1,0 5-2,-3 6 0,7 3 0,-5 3 1,3-1-19,-2 0 1,3 3 0,-5 1 0,1 2-144,1-2 0,-8-1 1,2-5-1,-4-3-138,-2-6 1,0-7 0,0-4-1,0-7-229,0-4 0,-8-9 0,-2-6 611,1-8 0,-15-13 0,5-11 0</inkml:trace>
  <inkml:trace contextRef="#ctx0" brushRef="#br0" timeOffset="1753">1989 567 7871,'0'-24'0,"0"1"142,0 2 1,0 1-1,0 3 1,0-1 771,0 1 1,2-1-1,4 3-579,6 3 0,-1-1 1,5 7-1,5 2-254,4 2 1,4 2 0,8 0 0,2 2-80,2 4 0,5 4 0,-3 7 0,-2 0-289,-4 1 1,-6 5 0,-14 1 0,-1-1-216,-5 2 0,-3 0 0,-8 6 0,-4-4 104,-7-1 0,-3 5 0,-15-2 1,-4 2 204,-6-2 1,0-2 0,-5-5 0,1-1 80,4-6 0,2 3 0,4-8 0,2 1-34,2 1 1,8-8-346,-2 2 250,3-5 241,18-8 0,4 5 0,16-6 0</inkml:trace>
  <inkml:trace contextRef="#ctx0" brushRef="#br0" timeOffset="2152">2653 1003 10040,'-6'-11'-89,"0"-1"1,-7 6 90,1-5 1,-4 7 0,-1-2-110,-1 4 0,1 2 0,0 2 0,1 4-31,4 5 0,-3 7 0,5 3 0,-2 4 99,1 2 0,7-3 1,-2 5-1,4 2-15,2 2 0,8 2 1,4 0-1,3-2-3,3-4 1,1-4-1,2-9 1,5-5-21,1-5 1,-4-4-1,4-4 1,-2-4 46,-3-5 0,-3-11 0,-1-3 0,-3-2 90,-3-4 0,-4 4 0,-8-2 0,0-2 69,0-2 1,-2-2-1,-4 2 1,-6 2-75,-3 1 1,-3 9-1,1-2 1,-1 3-144,1 3 1,5 7 0,2 2 0,1 3-123,-1-1 0,6 2-765,-2 10 0,4-2 975,2 7 0,8 1 0,2 5 0</inkml:trace>
  <inkml:trace contextRef="#ctx0" brushRef="#br0" timeOffset="2419">3019 951 7968,'0'-18'398,"0"1"0,0-1 21,0 1 1,0 0-1,-1 1 1,-3 2 201,-2 3 1,0-1-158,6-5-432,0 7 0,0 4 0,0 12 0,0 8-30,0 7 1,0 4 0,0 6 0,0 0-196,0 6 1,0-2 0,0 6 0,0-4-242,0-2 1,6 0-1,0-2 1,-2-2-443,-3-2 1,-1-8-1,0 2 876,0-3 0,8-11 0,2-1 0</inkml:trace>
  <inkml:trace contextRef="#ctx0" brushRef="#br0" timeOffset="2584">3089 549 7932,'0'-17'-861,"0"-1"711,0 1 1,0 9-1,0 8 1,2 12 149,4 9 0,4 6 0,7 8 0</inkml:trace>
  <inkml:trace contextRef="#ctx0" brushRef="#br0" timeOffset="3137">3299 1248 7932,'-12'9'539,"3"-5"-170,1-8 1,2-5-1,6-9 1,0 1-72,0-1 1,0-5 0,0 0 0,0 0-147,0-3 0,0 5 0,2-6 1,4 2-169,5 3 0,-1-1 0,2 4 0,1 3-100,3 0 0,-4 9 0,-1-1 1,3 2-139,1 0 0,3 2 0,-1 8 0,-1 6 60,-5 6 0,5-3 0,-6 12 0,1-1 70,1-1 1,-2 6 0,1-4 0,-5 0 17,-4 1 1,4 3-1,0-6 1,-3-2 219,-1-1 0,-2-3 808,0 1-668,-7-9 1,-1-3 0,-4-12-118,6-5 1,4-5 0,2-1 0,0-1-135,0 1 0,0-1 0,0-1 1,0-2-156,0-3 0,6-5 1,0 4-1,0 0 55,2 0 0,-1-4 1,7 5-1,-2 3 9,1 1 0,-3 11 1,2 1 26,1 0 1,3 8 0,1 0 132,1 10 0,-7 11 0,-1 5 1,0-1-56,-1 0 0,-3 4 0,4-4 0,0 1-106,-1-1 1,-5 6 0,4-4 0,-2 0 6,0-4 0,-1 3 0,-5-1 1,0 0-155,0 0 0,0-1 0,0-7-76,0 1 0,-1-7-1076,-5 1 1140,4-1 1,-6-3 0,8-8 247,0-9 0,0-7 0,0-1 0</inkml:trace>
  <inkml:trace contextRef="#ctx0" brushRef="#br0" timeOffset="3933">4050 776 7932,'0'-17'20,"0"-1"0,2 7 1,2-1 156,2-2 1,-1-1 0,-3-1 0,2 3 129,2 1 0,2 8 1,-4-3-43,1-1 1,3 6 60,-2-4-328,-4 4 1,6 4-1,-8 4 1,0 5 87,0 5 0,0 3 0,0 5 0,0 5 44,0 4 1,0 2 0,0 2 0,0 3 19,0 7 0,0 3 0,0 3 1,0-1-64,0 1 1,0 7-1,0 2 1,0 0-118,0-4 1,0-11-1,2-7 1,2-3-59,1-2 0,7-13 1,-4-7-1,1-5-199,5-6 0,2-2 1,1-4-1,1-2-152,-1-2 1,-5-13-1,-1 1 1,3-3-727,1-4 1,1 3 1164,-4-7 0,3 0 0,-5-6 0</inkml:trace>
  <inkml:trace contextRef="#ctx0" brushRef="#br0" timeOffset="4150">4067 1056 7932,'-17'-2'636,"-1"-4"1,1 2 1100,-1-8-1400,9 8 0,3-5 1,12 5-1,5-2-176,5 2 1,3 2 0,5 2 0,5 0-280,4 0 0,4-2 1,1-2-1,5-1-995,2 1 1,1 2 0,7 0 0,1-2 1112,4-2 0,4-7 0,8 3 0</inkml:trace>
  <inkml:trace contextRef="#ctx0" brushRef="#br0" timeOffset="5000">5307 776 7932,'0'-11'383,"0"-1"0,0 6-283,0-6 0,0 1 1,2-5-1,2 3 14,2 1 0,2 0 0,-4-5 1,3 0-11,3-1 1,-4-5-1,4-1 1,-1 3 1,1 2 1,-6-5 0,4 3 0,-3 2-42,1-1 1,0 13-1,-4-9-151,4 6 15,-4-3 1,6 13-1,-8 0 1,0 9 111,0 7 0,0 9 1,0 4-1,0 6 68,0 6 1,5-2 0,1 7 0,-2 3-13,-2 1 1,0 5 0,2 1 0,2 2-83,-2-2 0,-3-1 0,-1-3 0,0-1-108,0-5 1,0 3-1,0-9 1,0-1 27,0-2 0,0-10 0,0-3 1,0-5-81,0-2 1,-1-7-1,-3-2-145,-2 0 0,-8-6 0,3 3 1,-5-3 16,-1-2 1,-1 0 0,1 0 0,-1 0 14,1 0 1,-3-5 0,-1-1-1,-2 2 138,1 2 0,3 2 0,2 0 1,-1-2 243,1-4 0,-1 4 0,1-4 1,-1 4 654,1 2 1,5 0 951,0 0-1322,9 0 1,-3 0 0,12 0-228,5 0 1,7 0-1,3 0 1,4 0-123,2 0 0,4 0 1,8 0-1,2 0-252,-2 0 1,0 0 0,-1 0-1,5 0-202,2 0 0,-6 2 0,1 2 0,-3 2 36,-2-2 0,0-2 1,0-2-1,-2 0-563,-4 0 1,-4 6 920,-7 0 0,-9-1 0,-1-5 0,-16-7 0,-1-3 0</inkml:trace>
  <inkml:trace contextRef="#ctx0" brushRef="#br0" timeOffset="5833">5971 25 7932,'0'-17'1192,"2"9"-1069,4 8 1,3 8 0,11 11 0,1 4-16,2 7 0,7 3 0,-5 2 1,2-1-206,4 1 1,-4 6 0,2 2 0,2 1 67,2 5 0,-4 1 0,-1 3 0,-3-1-2,-4 1 1,-1-7 0,-5 1 0,-1 1-118,-3 3 0,-7 1 0,0 0 0,-6 1 56,-4-1 0,-7 1 0,1-1 1,-3 0 106,-3 1 0,1-1 0,-1 1 0,1-1-76,-1 0 1,1-1 0,-1-3-1,3-3 180,3-2 0,-3-3 1,3-5-1,-2-2-53,3-4 0,-3 3 0,6-9 0,-1-2-40,-5-1 1,-1-3-292,-3 0 1,3-5 0,1-2-255,2-2 0,7-3-527,-7-5 1046,8-7 0,-11-3 0,5-8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1:38.25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155 226 7351,'0'-18'-795,"0"1"1695,0-1 0,0 1-555,0-1 1,-2 9-1,-1 1 20,-3 0 1,-2 6-220,2-4-209,4 5 0,-8 2 1,7 5-1,-3 6 33,2 3 1,2 5 0,2 5 0,0 8 19,0 6 1,0 9 0,0-1 0,0 3 0,0 3 0,0 5 0,0 2 0,0 0-30,0 1 0,0-9 0,0-7 0,0-5-162,0-7 1,0 0 0,0-9-971,0-3 653,0-9 0,0-12 518,0-12 0,-8-4 0,-2-1 0</inkml:trace>
  <inkml:trace contextRef="#ctx0" brushRef="#br0" timeOffset="250">33 331 8086,'0'-24'4,"0"1"0,0 2 146,0 1 1,0 3-1,0-1 1,2-1 87,4-4 1,2 3 0,5-3 0,-1 4-109,1 1 1,3 3-1,3 1 1,3 2-192,1-1 1,2 5-1,-2 0 1,5 2-224,-1 1 1,0 1 0,-6 8 0,3 3-173,-3 3 0,2 8 0,-3 7 1,-5 0 197,1 0 1,-9 6 0,-1-4 0,-4 3 257,-2-1 0,0 0 0,0 6 0</inkml:trace>
  <inkml:trace contextRef="#ctx0" brushRef="#br0" timeOffset="466">51 575 7893,'-18'0'2020,"1"0"-1434,7 0 1,4 0-449,12 0 0,4-6 0,9 0 0,4 3-129,6 1 1,4 0 0,2-2 0,0-2-418,0 2 0,2 2 1,2 2-1,2 0-331,-3 0 0,3 2 0,-4 4 0,-6 4 171,-4-1 0,-3 7 568,-7-5 0,-7 13 0,-3 3 0</inkml:trace>
  <inkml:trace contextRef="#ctx0" brushRef="#br0" timeOffset="684">85 1082 8086,'-17'0'890,"5"0"-263,1 0 0,7 1-309,-2 5 1,6-4 0,6 4 0,5-4-119,5-2 1,9 0-1,4 0 1,6 0-255,6 0 1,-2 0 0,5 0 0,1-2-406,0-4 0,-1 4 0,5-4 0,-4 5-847,-3 1 1,-1 0 1305,-6 0 0,0 0 0,0 0 0</inkml:trace>
  <inkml:trace contextRef="#ctx0" brushRef="#br0" timeOffset="983">819 802 8083,'0'-17'387,"-2"-1"0,-2 1 300,-2-1 0,1 7 568,5-1-806,0 0-491,0 3 0,0 9 1,0 11-1,0 5-39,0 1 0,1 3 0,3 1 0,2 4-86,-2 2 0,4 1 0,-2 3 0,-2-2-79,-3 2 1,-1-4 0,0 0-1,0-2-439,0-3 0,0-3 0,0-1-968,0-1 1653,0-7 0,0-3 0,0-7 0</inkml:trace>
  <inkml:trace contextRef="#ctx0" brushRef="#br0" timeOffset="1149">836 488 8086,'-5'-18'311,"-1"1"1,0 5 0,4 2 351,-4 3-1112,4 1 0,-5 8 1,8 4-1,3 5-997,2 5 1446,8 1 0,-5 9 0,9 1 0</inkml:trace>
  <inkml:trace contextRef="#ctx0" brushRef="#br0" timeOffset="1649">994 1012 9147,'0'-18'637,"0"1"1,0-1-474,0 1 0,0-3 0,0-1 0,0-2-75,0 1 1,5-3 0,3 2-179,2 2 0,0 1 0,3 5 1,-1 1-128,1 2 1,-3 9 0,2-3 0,1 4-48,3 2 0,1 8 0,1 3 0,-1 5 95,1 1 1,-3 6 0,-1 3 0,-3 1 57,3 4 1,-6-4-1,0 2 1,-3 0 87,1-2 0,0 5 0,-6-9 0,0-2 12,0-1 1,0-3 479,0 0 1,-8-7-208,-3-4 1,3-12 0,2-5 0,4-7-145,2-5 0,-6 1 0,0-5 1,3 0-149,1 0 0,2 4 0,0-6 1,2-2-53,3-2 0,-1 5 1,6 5-1,0 4-27,-1 1 1,-3 1 0,6-1 0,1 3-44,3 3 0,3-1 0,3 7 111,1 2 0,0 8 0,-5 3 1,-1 5 39,1 8 1,-1-1 0,-1 8 0,-3 0-27,-1 0 1,-6-3 0,3 3 0,-1 0 27,-4 0 1,-2 0-1,-2 2 1,0-5-160,0-5 0,0-1 0,0-1-1361,0 1 1518,0-9 0,8-9 0,1-9 0</inkml:trace>
  <inkml:trace contextRef="#ctx0" brushRef="#br0" timeOffset="1867">1710 750 8086,'9'-2'1471,"-3"-4"438,-4 4-836,-2-13-984,0 5 1,0 2 9,0 8 1,2 8-1,2 9 1,2 1-306,-2-1 0,-2 8 0,-2 3 1,0 1-487,0 0 0,0 0 0,0 4 1,0-4-878,0-6 1,0-3 1568,0-3 0,0-7 0,0-2 0</inkml:trace>
  <inkml:trace contextRef="#ctx0" brushRef="#br0" timeOffset="2031">1657 470 8086,'0'-11'1161,"0"-1"-1550,0 8-1559,0-4 1948,0 8 0,0 0 0,0 0 0</inkml:trace>
  <inkml:trace contextRef="#ctx0" brushRef="#br0" timeOffset="2350">1954 366 8086,'8'-10'33,"-6"-6"373,4 5 0,-4 1 754,-2-2-900,0 8 0,0 4 0,0 12 0,2 4-24,3 1 1,-3 8-1,4 6 1,-2 6 11,2 4 0,-2 7 0,5-1 0,-1 3-115,-4 3 1,4 1-1,0 2 1,-1 5-391,1 1 0,0-2 0,-4 0 1,2-10-972,-3-5 0,-1-10-218,-2-6 0,0-17 1446,0-6 0,0-12 0,-7-12 0,-3 1 0</inkml:trace>
  <inkml:trace contextRef="#ctx0" brushRef="#br0" timeOffset="2534">1832 767 8086,'-12'0'1129,"1"0"0,7-2-778,-2-4 0,8 4 1,8-3-422,7 3 0,6 2 1,1 0-1,5 0-320,4 0 1,4-2 0,1-2 0,3-2-302,-2 2 1,4 2-1,-3 2 691,-1 0 0,6-7 0,-1-3 0</inkml:trace>
  <inkml:trace contextRef="#ctx0" brushRef="#br0" timeOffset="2767">2338 715 8086,'-7'-18'349,"5"7"328,-4-1 0,4 0 363,2-5-894,0 7 0,0 4-187,0 12 0,0 4 0,2 9 0,2 3-43,2 1 1,-1 8 0,-5-2 0,2 4-233,4 2 1,-4 2-1,4 2 1,-4 1-89,-2-1 1,0-8 0,0-3 403,0-3 0,0 6 0,0-4 0</inkml:trace>
  <inkml:trace contextRef="#ctx0" brushRef="#br0" timeOffset="2949">2338 453 8086,'0'-25'-59,"-2"11"1,-1-3 246,-3 1 0,0 6-477,6-1 1,2 7 0,2 0-1,3 6 289,3 4 0,2 7 0,5-3 0</inkml:trace>
  <inkml:trace contextRef="#ctx0" brushRef="#br0" timeOffset="3647">2810 889 7927,'-12'0'237,"1"0"1,7-1 0,-4-5 55,0-6 1,6-3-1,-4-3-114,5 1 1,1-1-1,-2 1 1,-2-1-210,-2 1 1,0 5-1,4 2 1,-2 1-231,-2-1 0,-7 6 44,1-2 1,-3 6 0,-1 6-1,3 6-15,1 3 1,2 3 0,-3 1-1,1 2-13,-2 3 0,5 7 0,-1-2 0,0 2 178,1-2 0,5 4 0,-2-6 0,4 0 153,2-3 1,0-11-65,0-1 0,2-8 0,4 0 34,5-8 0,5-6 0,1-7 0,-1-1-147,-4 1 0,3-1 1,-3-1-1,3-1 65,3 3 1,-7-4-1,1 11 1,0-2 61,-3 1 0,7 7 147,-5-2 0,3 6 0,0 6 106,-3 5 1,-5 7 0,4 3 0,-1 2 88,1-1 0,0-3 0,3-1 0,-1-1-169,2 1 1,1-3 0,3-1 0,-1-5-13,1-1 0,-1-2 0,1-6 0,1 0-72,4 0 0,-3-8 0,3-3 1,-4-7-106,-1-5 0,-1 2 1,1-9-1,-1-1-169,1-2 0,-3-2 1,-1 1-1,-5-3 10,-1-4 0,-2 2 0,-6-7 0,-2-3-194,-4-1 0,2-3 0,-5 3 1,-1 1 11,0 3 1,4 7 0,-3 0 0,-1 10 305,0 11 0,5 3 191,-7 9 0,8 2 0,-4 10 0,2 6 4,1 3 0,-1 10 1,6 5-1,0 3-45,0 1 1,0 3 0,0 4 0,2 4 92,4-1 1,-4 7 0,5-5 0,-1 5-76,0 1 1,7 1-1,-3-3 1,2-1-251,-1-3 0,3-7 1,7 2-1,3-6-104,-3-6 1,-2-6 0,-1-11-1,1-5-383,5 1 1,-5-6 0,6 2 582,0-8 0,3-6 0,7-7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1:43.72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123 595 8086,'-6'-12'0,"-2"2"93,-2 3 0,5-5 0,-5 4 268,2-1 1,2 3 267,6-6-599,0 8 1,0 4-1,0 12 1,2 5 127,4 7 1,-2-1 0,8 10-1,-1 4-31,-1 0 1,4 7 0,-7 3 0,1 3-94,0 3 0,0-1 0,-4 0 0,1-1-157,-1-5 1,-2 3-1,-2-8 1,0-4-451,0-6 0,0-6 0,0-8-493,0 1 1,0-10 1065,0-8 0,0-16 0,0-11 0,0-8 0</inkml:trace>
  <inkml:trace contextRef="#ctx0" brushRef="#br0" timeOffset="217">35 560 8086,'-2'-18'0,"-1"1"0,-3-1 265,2 1 0,-4 0 1,2-1-1,2 1 106,3-1 1,1 1 0,1-1-1,5 1-144,6-1 0,0 3 1,3 1-1,6 3-282,5-3 1,-3 4-1,6 1 1,2 1-233,2 4 0,2 2 0,-2 2 1,-2 2-288,-2 4 0,-2 3 0,4 11 1,-5 1-6,-7 2 0,0 7 0,-13-5 579,-2 2 0,-2 2 0,-2 6 0</inkml:trace>
  <inkml:trace contextRef="#ctx0" brushRef="#br0" timeOffset="416">123 892 7792,'-18'0'-423,"1"0"1,-1-2 1636,1-4 1,7 2-926,4-8 0,12 3 0,6-3 0,5 6-208,7 4 0,-3-4 0,8 1 0,2 1-61,2 2 0,2 2 0,0 0 1,0 2-451,0 4 1,0-3-1,2 7 1,1 0-388,3 0 0,-6 1 0,-8 9 817,-2 3 0,7 4 0,-5 8 0</inkml:trace>
  <inkml:trace contextRef="#ctx0" brushRef="#br0" timeOffset="635">228 1311 8086,'-18'10'-176,"1"-5"653,-1-3 1,7-2 154,-1 0 1,10 0-359,2 0 1,8 0 0,11 0-1,2 0-196,3 0 0,9 0 0,0 0 0,7 0-250,5 0 0,-4 0 0,5 0 1,3 0-467,1 0 1,3 0 0,-3 0 0,-1 0 637,-3 0 0,1-7 0,5-3 0</inkml:trace>
  <inkml:trace contextRef="#ctx0" brushRef="#br0" timeOffset="1069">1537 123 7981,'-17'0'-94,"-1"0"1,1 0 0,0 0-1,-1 0 62,1 0 0,-1 0 0,1 2 0,-1 6 198,1 9 0,-1 3 0,1 9 1,-1 0 12,1-2 1,-1 14-1,3 0 1,1 7 57,3 5 0,7 1 0,-2 4 0,4 6-1,2 4 1,2 6 0,4-2-1,5-4-204,5-1 1,3-1 0,5 0 0,5-5-64,4-7 1,2-6-1,0-15 1,0-3-156,-1-7 1,7-4 0,2-3 0,0-3-317,-1-1 1,-3-8-1,-8 2 1,-4-4-1251,-1-2 1752,-11 0 0,1-8 0,-7-2 0</inkml:trace>
  <inkml:trace contextRef="#ctx0" brushRef="#br0" timeOffset="1419">2044 350 8086,'-2'-27'-303,"-4"4"710,-6 3 1,-1 3 0,-1 1 2152,3 5-2420,7 3 0,-4 10 0,8 6 0,0 7-27,0 7 1,8 11 0,3 0 0,5 5-33,1 1 0,1 6 0,-1 1 0,1 5-293,-1 1 1,-5-5-1,-2-1 1,-3 3-230,-3 1 1,4-3-1,-2-2 1,-2-3-158,-2-3 1,-2-4-1,-2-6 1,-2-6-282,-2-3 0,-8-11 879,3-3 0,-5-12 0,-1-3 0</inkml:trace>
  <inkml:trace contextRef="#ctx0" brushRef="#br0" timeOffset="1752">2044 263 8086,'0'-19'153,"0"-3"1,0-1 241,0 2 1,0-7-1,2 1-184,4 0 1,9 8 0,10 7 0,3-2-96,3-1 1,3 3 0,5 3-1,4 1-228,2 4 0,-5 2 1,5 4-1,-2 4-81,-5 5 0,-3 5 0,-5 3 0,-9 3-106,-8 1 1,-5 8 0,-8-4 0,-2 2 118,-4 0 0,-11-5 1,-12 5-1,-4 0 147,-2-2 1,-6 4-1,-1-8 1,-3 1 65,-4 1 1,-1-12 0,-1 5 0,5-4 33,5-5 1,4-1 0,4-8 0,4 0-209,6 0 1,11-2 0,6-4-192,5-5 1,2 1-1,5 0 332,6 2 0,3-5 0,3 3 0</inkml:trace>
  <inkml:trace contextRef="#ctx0" brushRef="#br0" timeOffset="2152">2655 734 7461,'0'-17'1585,"-2"1"-1410,-4 5 1,2-3-1,-7 7-231,-3-3 0,-1 6 0,-3-2-5,1 4 1,5 2-1,0 2 1,1 4 40,1 6 1,-3 5 0,7 4-1,2 5 28,2 1 0,2 2 0,0 6 0,0 0-30,0 0 1,8 0 0,3 0 0,5-1-72,1 1 0,1-7 1,1-5-1,3-6 116,1-5 1,0-4 0,-5-8-1,-1 0 37,0 0 1,-5-14 0,-2-5 0,-2-5 90,-5-1 1,-1-6 0,-4 2-1,-3-4 6,-7-2 0,-4 6 1,-1 0-1,-2-2-154,-5-2 0,-1 4 1,-4 2-1,4 1 12,0 5 0,5 4 0,-3 3-697,3 2 1,5 10-1,3 2-48,6 10 0,12 6 1,6 1 729,3 1 0,11-1 0,1 0 0</inkml:trace>
  <inkml:trace contextRef="#ctx0" brushRef="#br0" timeOffset="2385">2969 734 7903,'0'-17'-174,"0"5"0,0 1 0,0-3 1020,0-1 1,2-3 0,2 1 87,2-1 1,0 1-300,-6-1-646,0 9 0,6 9 0,1 13 0,1 9 31,0 7 0,6 6 0,-3 3 0,3 5-383,-3 2 0,3-5 0,-6 5 0,0-2-25,-1-4 1,-1-4-1,-6-4 1,0-4-1969,0-2 2356,0-10 0,8-7 0,2-8 0</inkml:trace>
  <inkml:trace contextRef="#ctx0" brushRef="#br0" timeOffset="2551">3074 333 8086,'-11'-18'655,"-1"1"0,8-1-435,-2 1-409,4 7 1,4 10 0,4 14-1,8 5-877,7 5 0,-2 7 1066,5-2 0,3 4 0,0 2 0</inkml:trace>
  <inkml:trace contextRef="#ctx0" brushRef="#br0" timeOffset="3035">3284 996 8086,'0'10'1635,"0"-4"-1416,0-12 0,0 0 0,0-9 1,0-5-88,0 1 1,6-8 0,1 0 0,1-2-166,0-1 0,5 3 0,-1-2 0,4 4-56,1 0 0,-1 11 0,-3-1 0,-1 5-140,1 6 0,3 2 0,1 6 34,1 8 0,-1 1 0,1 16 0,-1 2 59,1 2 0,-7 2 0,-1-2 1,0-2 46,-1-2 0,-5-5 0,2 3 0,-4-2 168,-2-4 0,0-1 1328,0-3-1066,0-7 0,-2-10 1,-2-12-1,-2-5-121,3-6 1,1 3 0,2-5 0,0 0-257,0-4 1,2 1 0,1-1 0,5 0-107,2 2 0,-4-6 0,5 6 0,3 0-43,2 3 1,3 5 0,2 2 0,3 1 22,-3 4 0,0-1 1,1 7-1,1 2 36,-2 2 0,4 10 1,-1 4-1,-3 5 56,-2 6 0,-1-1 0,-1 7 0,-1 2 36,-4 2 1,-3-4-1,-5 0 1,2 0 18,-2-2 1,-2 4 0,-2-7 0,0-3-304,0-2 1,0-1-1150,0-1 438,-8-7 1029,6-2 0,-13-24 0,5-3 0</inkml:trace>
  <inkml:trace contextRef="#ctx0" brushRef="#br0" timeOffset="3319">4140 280 8200,'0'-27'0,"0"2"342,0 0 0,-2 5 0,-2-3 1314,-2 4-1190,0 9 1,6 4-472,0 12 1,0 6 0,0 11 0,0 6 35,0 4 0,0 4 0,0 4 1,2 5-45,4 5 1,-4 3 0,4 4 0,-4 6 4,-2 4 0,5 2 0,1 0 0,-2 0-179,-2 0 1,4-8 0,2-6-1,-1-8-39,1-7 1,4-6 0,-4-8-114,1-9 0,3-9 0,3-10 0,-1-5-317,-2-6 1,-3-5 655,3-7 0,3-3 0,-5-8 0</inkml:trace>
  <inkml:trace contextRef="#ctx0" brushRef="#br0" timeOffset="3502">4000 490 8086,'-12'0'2256,"1"0"-1902,-1 0 1,10 0-1,10 0 1,11 0-456,10 0 1,12 0 0,6-2 0,3-2-572,2-2 0,9-5 0,3 3 672,3-2 0,19-9 0,3-8 0</inkml:trace>
  <inkml:trace contextRef="#ctx0" brushRef="#br0" timeOffset="4002">5118 560 8359,'-10'-8'1334,"2"-2"-1081,0 1 0,6-7 0,-3 5 0,3-5-95,2-1 0,0-7 1,0-1-1,0 0-35,0 0 1,2-6-1,1 3 1,3-1-151,-2 0 1,0 6-1,0-4 1,2 1 58,-2 5 1,-2 2-1,-2 1-103,0 1 1,1 1 33,5 5 1,-4 5-84,4 12 1,-2 3 0,0 11-1,4 3 128,1 6 0,-3 10 0,4 4 0,0 1 113,-1 5 0,1 1 1,3 3-1,-3 1-150,-2 4 1,4-2 0,-7 7-1,1-3-104,2-4 0,-6-2 0,4-1 1,-4-3-196,-2-3 0,0-5 0,0-9-2043,0-4 1621,0-3 1,-6-19 749,0-7 0,-15-7 0,1-11 0</inkml:trace>
  <inkml:trace contextRef="#ctx0" brushRef="#br0" timeOffset="4236">4995 1014 8086,'-17'0'776,"-1"0"406,1 0 0,5 0 1090,1 0-1975,7-8 1,-2 4 0,12-5 0,5 1-267,5 4 0,3 2 1,5 2-1,5 0-138,4 0 0,2-6 1,0 0-1,1 2-357,5 3 0,-4 1 0,6 0 0,-3 0-54,1 0 1,2 0 0,-4 0 0,1 0-251,-1 0 1,-4 0-1,-4 0 1,-4 0 767,-1 0 0,-5-2 0,-9-4 0,3-4 0,-5-7 0</inkml:trace>
  <inkml:trace contextRef="#ctx0" brushRef="#br0" timeOffset="4668">5834 88 8086,'-6'-11'327,"0"-1"1,-2 2 1075,2-1-1195,4 3 0,-3 10 0,10 2-52,7 2 1,4 7 0,1 1 0,0 5-115,1 4 0,1 8 0,5-1 1,3 3-74,0 1 1,4 7 0,-6 2 0,0 2-32,1 3 1,-3 3 0,-6 3 0,-1 2-4,-4 2 1,1 8 0,-7-2 0,-4 2-86,-6-2 1,-6 2-1,-7-7 1,-2-5-107,-5-6 0,5 1 0,-6-8 1,1-3 90,1-1 0,0-8 0,5-1 0,1-3-386,-1-4 1,7-1 0,-1-5 550,-2-3 0,-1 3 0,-3-5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1:42.9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16 36 8674,'-10'-2'337,"5"-4"0,5 4 0,5-4-460,7 4 0,4-4 0,3 1 1,4 1-157,6 2 0,4 2 0,4 0 1,2 0-174,2 0 1,5 0-1,-7 0 452,-6 0 0,2 8 0,-8 1 0</inkml:trace>
  <inkml:trace contextRef="#ctx0" brushRef="#br0" timeOffset="237">51 315 8086,'-17'0'1022,"-1"0"1,12 0-1019,12 0 1,6 0 0,15 0 0,0 0-182,0 0 0,2 0 0,6 0 0,0 0-174,0 0 1,0 0 0,0 0 0,-2 0-498,-4 0 0,-2 0 848,-3 0 0,-5 0 0,6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1:57.07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53 368 8343,'-18'-8'-496,"7"6"193,-1-4 145,8 4 203,-4 2 1,10 0 10,4 0 1,4 0 0,7 0-55,1 0 0,5 0 0,0 2 0,-1 2 19,-3 2 1,6 0 0,2-6 0,3 0-17,-1 0 1,0 6-1,6-1 1,0-1-21,0-2 0,-1-2 0,1 0 1,0 0 2,0 0 0,2 0 1,2 0-1,2 0 5,-3 0 0,-1-2 1,-2-2-1,-2-1 47,-4 1 0,4 2 0,-4 2 0,3 0-34,-3 0 0,2 0 0,-6 0 0,0 0 0,0 0 0,4 0 0,-5 0 0,-3 0 11,-2 0 1,5 0 0,-1 0 0,0 0 7,3 0 1,-7 0 0,6 0 0,0 0-9,5 0 1,-3 0-1,0 0 1,0 0-11,0 0 0,-2 0 0,6 0 1,2 0-13,-1 0 0,-3 0 1,2 0-1,-2 0-6,2 0 0,0-2 0,0-2 0,-4-2 20,-2 2 0,6 2 0,-3 2 0,-1 0-15,-4 0 1,2 0-1,0 0 1,1 0-8,-1 0 1,4 0 0,-4 0-1,0 0 12,1 0 0,5 0 0,-4 0 0,2 0 26,0 0 0,-2 0 1,4 0-1,-2 0-3,2 0 1,1 0-1,-1 0 1,-2 0-14,2 0 0,2 0 0,0 0 0,-2 0-30,-2 0 1,-6 0 0,4 0-1,0 0-20,1 0 0,-5 0 0,4 0 0,0 0 27,0 0 1,-3 0-1,5 0 1,2 0 1,2 0 0,2 0 1,-2 0-1,0 0-24,2 0 1,-6 0-1,8 0 1,-6 0 22,0 0 0,2 0 0,2 0 0,-2 0-5,-4 0 0,2 0 0,-6 2 0,2 2-14,4 2 0,-6 0 0,-1-6 0,-5 0 17,-1 0 0,1 0 1,2 0-1,3 0 18,-3 0 1,0 0 0,1 0 0,3 0-21,2 0 0,-6 0 1,5 0-1,-3 0-2,0 0 1,8 0 0,-4 0 0,1 0 3,-5 0 0,2 0 0,0 0 0,3 0 12,3 0 1,-6 0 0,0 0 0,-2 0 21,1 0 1,5 0 0,-4 0 0,0 0 13,0 0 0,4 0 0,-3 0 0,-1 0-18,0 0 1,4 0-1,-4 0 1,3 0-15,3 0 0,-2-6 1,2 0-1,2 2 26,-2 2 0,0-4 0,4 1 0,2-1-4,3-2 0,-3 6 0,4-4 0,-4 4-24,-2 2 1,2-5 0,2-1 0,1 2-2,-1 2 1,-2 2-1,-2 0 1,0-2 15,0-4 1,0 4-1,0-4 1,2 4 3,3 2 0,-1 0 1,6 0-1,-3 0-7,-3 0 1,4-5-1,-2-1 1,-1 2-15,3 2 1,-6 2 0,4 0-1,-4 0-1,-2 0 0,-1 0 1,-1 0-1,-2 0 3,-1 0 0,-3 0 0,4 0 0,-2 0 0,2 0 1,0 0 0,0 0-1,-2 0 1,2 0 0,-4 0 1,2 0-1,1 0-1,-3 0 1,6 0-1,-6 0 1,2 0-1,0 0 0,-2 0 0,4 0 0,-4 0 0,-1 0 1,5 0 0,-4 0 0,2 0 0,0 0 0,-6 0 0,7 0 0,1 0-5,2 0 0,-4 0 1,0 0-1,2 0-1,2 0 1,2 0 0,0 0 0,0 0 4,0 0 1,-1 0 0,1-2 0,0-2-1,0-2 1,-2 0 0,-2 6 0,-2 0 6,2 0 0,2 0 0,0 0 1,-2 0 3,-1 0 0,-1 0 0,6-1 0,0-3-1,-1-2 1,1 0-1,0 6 1,-2 0-2,-4 0 1,4 0 0,-3 0 0,3 0 11,1 0 0,1 0 1,-2 0-1,-2 0 4,-1 0 1,-3 0 0,4 0-1,-4 0-13,-2 0 0,6 0 0,-4 0 0,2 0-14,1 0 0,-7 0 1,4 0-1,0 0 5,0 0 0,2 0 0,6 0 0,-2 0-11,-4 0 1,6 0-1,-4 0 1,4 0-3,-2 0 1,-2 0 0,4 0-1,0 0 21,0 0 1,0 0 0,0 0 0,0 0 11,0 0 0,0 0 1,0 0-1,0 0-25,0 0 1,-6-2 0,2-2 0,4-2 1,4 2 1,3 3 0,-3 1 0,2-2-14,-2-4 1,5 4 0,1-4 0,-1 4 6,-3 2 0,-4-6 0,0 0 0,2 3 8,2 1 0,-3 2 1,-7 0-1,-2 0 8,3 0 1,-5 0 0,2 0 0,2 0-8,2 0 1,-4 0 0,0 0 0,2 0-3,2 0 1,-4 0 0,0 0 0,0 0-8,-1 0 0,5 0 0,-4 0 0,4 0-2,2 0 0,-6 0 0,0 0 0,2 0 0,2 0 1,-4 0-1,0 0 1,0 0 27,-2 0 0,6 0 1,-4 0-1,2 0 11,-1 0 1,3-2-1,-4-2 1,4-2-11,2 2 0,0 2 1,-1 2-1,1 0-9,0 0 1,6-6 0,0 1 0,-2 1-9,-3 2 1,5 0 0,0-2-1,-2-2 43,-2 2 1,-2 2-1,0 2 1,1-2-12,5-4 0,-4 5 0,4-5 1,-4 4-34,-2 2 1,5 0 0,1 0 0,-2 0-20,-2 0 1,-2 0 0,0 0 0,-1 0-11,1 0 0,2 0 0,0 0 1,0 0 14,-4 0 0,-4 0 0,2 0 0,-2 0 13,2 0 0,2 0 0,2 0 1,0 0-31,0 0 0,0 0 0,0 0 0,0 0 7,0 0 0,0 0 0,0 0 0,0 0 15,0 0 0,-1 0 0,1 0 0,-2 0 11,-4 0 1,6 0 0,-4 0-1,4 0 1,-2 0 1,-2 0 0,4-2 0,0-2 10,0-2 0,0 0 0,2 6 1,2 0 22,2 0 1,1 0 0,-3-2-1,4-2-7,1-1 1,-5-1 0,4 6-1,0 0 18,3 0 1,-3-2 0,-2-2-1,-3-2 9,3 2 0,-4 2 0,6 2 0,-3 0-52,1 0 1,2-5 0,-4-1-1,3 2 1,3 2 1,-6 2-1,2-2 1,-5-2-28,-1-2 0,0 0 1,0 6-1,-2 0 14,-4 0 1,2-5 0,-7-1 0,-1 2 15,2 2 1,-5 2 0,3 0-5,-4 0 1,-1 0-358,-1 0-301,1 0 0,-11 0-263,-7 0 914,-7 0 0,-11 0 0,1 0 0</inkml:trace>
  <inkml:trace contextRef="#ctx0" brushRef="#br0" timeOffset="1500">1153 1573 8264,'-2'-18'134,"-4"1"212,-5-1 1,3 1 0,0 1-81,0 5 0,4-5 0,-5 5-160,1-5 0,-6 6 1,5 3-1,-3 1-190,0 0 1,-1-6 0,-9 6 0,-3 3-81,-2 1 0,4 2 1,-8 0-1,-4 0 81,-4 0 0,-2 7 0,6 5 0,0 4-70,0 1 1,-5 6-1,1 3 1,4-1 109,4 0 0,10 4 1,-3-4-1,5 3 24,1 3 1,9-4-1,3 0 1,6-2 2,6-4 0,3-1 0,9-5 0,1-1 25,5-2 0,-3-9 1,8 3-1,2-4 2,2-2 1,-4 0-1,0-2 1,0-4-10,-1-5 1,4-5 0,-4-1-1,1-1 5,0 1 0,-6-6 0,4-5 1,0-3-11,1-5 0,-7-3 1,2 2-1,-3-4 26,-3-5 0,6-5 1,1-1-1,-5-1 52,-5 1 0,-1-4 0,-5-1 1,0 5 70,0 2 1,-3 1 0,-5 10-1,0 0 194,0 6 1,0 0-1,-2 12-63,-3 6 0,1 5-393,-8 10 1,8 8 0,-4 5 8,1 9 0,5-1 0,-4 8 1,4 2 123,2 2 1,0 2-1,0 2 1,0 2 37,0 1 0,0 9 0,0-3 0,0 5 41,0 1 1,6 3-1,2 1 1,-1 2 20,1-2 1,4-7 0,-4-2 0,-1-1-83,1-1 1,-2-5 0,-6-10-1,0-7-98,0-4 1,0-1-340,0-1-427,0-7 1,0-10 330,0-12 0,0 3 0,0-3 0,0-2 498,0-1 0,0-10 0,0-3 0</inkml:trace>
  <inkml:trace contextRef="#ctx0" brushRef="#br0" timeOffset="1782">1607 1136 8264,'-2'-15'-239,"-4"3"1,4-4-1,-5 7 1465,-1-1-1065,6 2 1,-6 10-13,8 4 0,0 6 1,0 9-1,0 4 45,0 2 0,0 4 0,0 8 0,0 2-29,0-2 1,6 5 0,0 3 0,-2 2-38,-2-3 1,-2 3 0,0-7 0,0 1-283,0 0 0,0-4 1,0-10-1,0-6-588,0-4 0,-2-1 185,-4-1 1,4-9 0,-4-8 0,4-10 556,2-5 0,0-10 0,0-3 0</inkml:trace>
  <inkml:trace contextRef="#ctx0" brushRef="#br0" timeOffset="1998">1555 1066 8264,'0'-35'60,"0"2"1,0 4 0,0 6 372,0 4 0,0 1 1,2 1-111,3-1 1,3 1 0,6 1 0,-3 5-161,3 5 0,7-2 1,5 2-1,1 2-228,4 2 0,0 2 0,0 2 0,-2 4-419,2 6 0,-6 3 0,0 3 0,-3-1-164,-5 1 1,8 1 0,-13 2 0,-4 3 647,-4-3 0,-4 6 0,0 0 0</inkml:trace>
  <inkml:trace contextRef="#ctx0" brushRef="#br0" timeOffset="2215">1572 1381 8264,'-17'0'951,"5"-2"44,0-4 0,10-4-726,2-7 0,8 7 0,10 2 0,1 2-185,4 1 1,-1-1-1,7 6 1,2 0-126,2 0 1,2 0 0,0 0 0,0 0-446,0 0 1,-1 8-1,-1 1 1,-2 3-299,-1 0 0,-11 1 1,0 8-1,-7 3 784,-4-3 0,-2 6 0,-6 0 0</inkml:trace>
  <inkml:trace contextRef="#ctx0" brushRef="#br0" timeOffset="2398">1624 1852 8264,'-17'0'249,"5"0"905,1 0-788,-1 0 0,4 0 0,8 0 0,10 0-147,6 0 0,7 0 1,2-2-1,2-2-313,4-1 0,2-1 0,2 6 0,0 0-336,0 0 1,0 2 0,0 2 0,0 3-1915,0 3 2344,0-6 0,0 11 0,0-5 0</inkml:trace>
  <inkml:trace contextRef="#ctx0" brushRef="#br0" timeOffset="2666">2899 1223 8383,'-2'-17'131,"-3"0"0,-5-1 685,0 1 1,1 1 0,5 3-332,-2 1 0,2 6 1,10-4-1,5 3-353,5 3 0,3 2 1,5 2-1,5 0-297,4 0 0,0 2 0,-2 2 0,-4 3-800,-2 3 1,4-4 0,-5 6 0,-3 1 964,-2 3 0,6 1 0,3 1 0</inkml:trace>
  <inkml:trace contextRef="#ctx0" brushRef="#br0" timeOffset="2831">2882 1485 8907,'-12'-5'2035,"1"-1"-1221,7 0 1,-2 6-675,12 0 1,5 0 0,11 0 0,3 0-494,2 0 1,2 0 0,6 0 0,0 0-1084,0 0 0,0 0 1436,0 0 0,8 8 0,1 1 0</inkml:trace>
  <inkml:trace contextRef="#ctx0" brushRef="#br0" timeOffset="3165">3947 1084 8328,'-2'-16'-50,"-4"5"1,5-5 0,-5 4 0,2-1 2279,-2 1-1383,4-3-822,-6 13 0,8 2 1,0 11-1,0 7 58,0 5 0,0-2 0,0 11 0,0 2 136,0 5 1,0 8 0,0-4 0,0-1-250,0 1 1,6 5 0,0-1 0,-2 1-56,-2-1 1,0 0-1,2-10 1,1-6-665,-1-4 0,-2 2-645,-2-6 0,0-9 1394,0-14 0,-8-16 0,-1-11 0</inkml:trace>
  <inkml:trace contextRef="#ctx0" brushRef="#br0" timeOffset="3382">3860 1049 8328,'0'-27'0,"0"1"0,0 7 0,0-2 473,0-3 1,0-1 0,2 4 0,2-2 25,2 1 0,7 3 0,1 1 0,5 1-263,4-1 0,7 7 0,-5 1 0,2 2-333,4 4 0,2-3 0,0 1 0,-2 2-211,-2 2 1,-8 8 0,5 2 0,-3 1-243,0 5 1,-5 3-1,-9 5 1,-1 1-748,-4-2 1,-2 5 1296,-2-3 0,0 8 0,0-4 0</inkml:trace>
  <inkml:trace contextRef="#ctx0" brushRef="#br0" timeOffset="3598">3877 1293 8328,'-17'0'807,"-1"0"1,7 0-301,-1 0 0,10 0 0,2-2-311,10-3 0,7 3 0,5-4 0,3 2-120,2-2 0,2 4 1,6-4-1,0 4-414,0 2 0,6 0 1,0 0-1,-3 0-233,-1 0 1,-2 0 0,-2 0-1,-2 2-91,-2 4 1,-7-2-1,-1 8 662,-7 1 0,1 11 0,-5 3 0</inkml:trace>
  <inkml:trace contextRef="#ctx0" brushRef="#br0" timeOffset="3815">3825 1747 9516,'-8'0'1852,"8"0"-1411,10 0 0,13 0 1,4 0-1,4 0-558,4 0 1,-4 0-1,10 0 1,-4 0-435,-2 0 1,2 0 0,0 0 0,1 0-707,1 0 1,-12 0 1256,8 0 0,-11-7 0,1-3 0</inkml:trace>
  <inkml:trace contextRef="#ctx0" brushRef="#br0" timeOffset="4182">4803 1468 8328,'0'-17'-216,"0"-1"1,0 1 0,0-1 560,0 1 0,0-1 0,-2 3 738,-4 3 1,2-2-866,-7 9 1,5-1-1,-6 6-208,-1 0 0,-1 8 0,0 1 0,3 5 64,-3 3 1,5-3 0,-1 11 0,0-2 40,0 1 0,7 7 0,-5-2 1,2 4 45,0 2 1,0 6 0,6 1 0,0 3-23,0 3 1,0 9 0,0 3 0,0 0-361,0 0 0,6 6 0,0-4 1,0-2-40,2-7 0,-6-5 0,3-11 0,-3-6-1441,-2-4-646,0-3 2347,-7-15 0,-3-1 0,-8-8 0</inkml:trace>
  <inkml:trace contextRef="#ctx0" brushRef="#br0" timeOffset="4381">4366 1974 8565,'-2'-27'542,"-3"4"1,3 4-1,-4 1 678,4 1 0,2-1 0,2 1-889,4-1 0,3 7 0,11 1 0,1 2-520,2 4 0,14 2 0,-2 2 0,4 0-612,4 0 0,-1 0 0,7 0 0,-3 0-1187,3 0 1,-4 0 1987,1 0 0,-7 0 0,4 0 0</inkml:trace>
  <inkml:trace contextRef="#ctx0" brushRef="#br0" timeOffset="4599">5030 1660 8328,'0'-17'0,"0"-1"631,0 1 0,-6-1 1118,0 1-656,1-1-936,5 9 1,1 9-1,3 11 1,4 7-7,2 5 1,-6-2-1,2 6 1,-3 1-348,3-1 1,-4 0 0,4 4 0,-4-4-553,-2-2 0,2 1 0,2-5 0,2 2-410,-3-1 0,-1-9 1158,-2-1 0,8-8 0,2 4 0</inkml:trace>
  <inkml:trace contextRef="#ctx0" brushRef="#br0" timeOffset="4747">5117 1381 8328,'0'-28'215,"0"5"1,0 4-229,0 1 0,2 9-698,4 3 1,-4 12 710,4 5 0,4 13 0,-1 3 0</inkml:trace>
  <inkml:trace contextRef="#ctx0" brushRef="#br0" timeOffset="5232">5240 1765 8398,'9'-2'959,"-1"-4"-620,0-6 0,-4-5 0,5-4 0,1-3-111,0 3 1,0 2 0,3-1-1,-1-1-153,1-2 0,-3 1 0,2 9 0,1 3-144,3 2 0,-1 0 1,-1 5-1,-2-3-50,1 2 1,-3 8 0,1 3 0,1 5-101,-2 8 0,3-1 0,-7 8 1,-2 0 50,-2 0 0,4-3 0,0 3 1,-2 0 149,-3 0 0,1-5 1,2 1-1,2-2 97,-2 2 0,-2-9 0,-2 4 738,0-3-550,0-7 0,0-2 0,0-12 1,0-6-131,0-3 0,0-3 0,0 1 0,0-3-121,0-3 1,6-2 0,2-6 0,-1 4-30,1 1 1,6-3 0,-5 6 0,3 2-83,0 1 0,-3 3 1,5 1-1,-2 3 46,1 1 0,-3 8 0,1-2 58,3 4 0,2 12 0,1 6 15,1 5 0,-7 4 0,-1-3 0,-2 3-73,-5 2 1,5-6 0,-2 4-1,-2-1-309,-2-1 1,-2 0 0,0-5 0,0-1-1062,0 1 1,0-1 1418,0 1 0,0-1 0,0 1 0</inkml:trace>
  <inkml:trace contextRef="#ctx0" brushRef="#br0" timeOffset="5896">6113 1712 8328,'-10'-7'878,"4"-5"1,4-3-115,2-3 1,0 1-567,0-1 1,0 1-369,0-1 0,-5 7-152,-1-1 1,-2 8 0,2-2-208,-6 4 1,-3 4 0,-3 4-1,1 6 220,0 3 0,-1 3 0,1 1 0,-1 4 198,1 6 1,5-1 0,2 1 0,3 0 211,3-2 0,-4 4 1,2-8-1,2-1 50,2-3 0,2-7 0,2-3 138,4-1 1,-2-2 0,8-8-216,1-4 1,3-3 0,-1-9 0,-1 1-117,-3-1 0,1-5 0,6 0 0,-1 3-60,0 7 1,-5-3 0,0 6 0,-1-1 6,-1-1 0,6 8 1,-5-2 72,5 4 0,1 2 0,-1 2 126,-5 4 1,3 4-1,-6 7 1,0 1 133,-1-1 1,5 1-1,-4-3 1,-1-1 83,1-2 1,0-7 0,-2 5 64,5-2 0,5-2 0,1-8-180,1-4 0,-1-4 0,1-7 0,-3-1-107,-3 1 1,4-6-1,-5-3 1,5-1-134,1-4 0,-5 0 1,-3-2-1,-1 0-68,-4-4 0,4-2 0,-2 2 0,-2-1-241,-2-3 1,-4 2 0,-2 8 0,-2 4-20,2 2 0,-4 7 1,0 9 207,-1 1 1,3 4-1,-4 10 143,3 5 1,-5 7-1,6 3 1,2 4 113,2 3 0,2 1 0,0 6 0,0 0 192,0-1 1,0 3 0,0 2 0,0 4-44,0 1 1,8-3 0,4 6 0,3-1-192,3-1 1,-1 3 0,1-7 0,1-4-361,4-6 1,-1-4-1,5-7 1,-2-3-296,-4-7 0,5-6 0,-1-4 593,2 0 0,-6-8 0,5-2 0</inkml:trace>
  <inkml:trace contextRef="#ctx0" brushRef="#br0" timeOffset="6401">7370 1276 7493,'-9'-2'1692,"3"-4"-1387,4 4 1,10-6-1,3 8 1,7 2-205,5 4 1,-2-4 0,6 4 0,1-4-138,-1-2 1,0 6 0,4 0 0,-2-3-111,2-1 1,2 0-1,2 2 1,-2 2-94,-4-2 1,2-2 0,-8-2 0,-1 0-70,-3 0 0,-1 0-499,-1 0-360,-7 0 1167,-2 0 0,-16-8 0,-2-2 0</inkml:trace>
  <inkml:trace contextRef="#ctx0" brushRef="#br0" timeOffset="7052">8610 857 8189,'0'-18'203,"-6"1"367,1-1 1,-1 7 119,6-1-702,0 8 0,-6 4 0,0 14 0,2 7 206,2 8 0,2 4 0,0 4 0,0 2-63,0 2 1,6 7 0,0-1 0,-2 3-102,-2 3 1,-2-7 0,0-1 0,0-3-148,0-3 1,0 2 0,0-6-1,0-8-972,0-6 1,0-3-57,0-1 0,2-9 1145,3-8 0,5-15 0,8-13 0</inkml:trace>
  <inkml:trace contextRef="#ctx0" brushRef="#br0" timeOffset="7297">8488 944 8189,'-2'-23'-57,"-4"-1"0,4-1 0,-6 4 0,3-2 714,-1 1 0,0 3 0,6 1 0,2 1-264,4-1 1,3 1 0,9 0 0,-1-1-305,1 1 1,5-5 0,2 3 0,3 3-181,3 1 0,-4 7 1,2 2-1,2 4-138,2 2 0,0 0 0,-4 2 1,-4 4-402,0 6 1,-5 3 0,1 5 0,-5 1 129,-5 2 0,-7 8 0,2-2 0,-4 2 500,-2-1 0,-8-3 0,-3-4 0,-5 4 0,-1 8 0</inkml:trace>
  <inkml:trace contextRef="#ctx0" brushRef="#br0" timeOffset="7497">8593 1154 8178,'-18'0'212,"1"0"0,5-2 347,1-4 1,7-4-313,-2-7 0,12 1 1,5 5-1,5 3-204,1 0 0,8 6 1,3-4-1,1 4-292,0 2 1,0 0-1,4 0 1,-2 2-4,-2 4 0,0-2 1,6 8-1,-2 1-310,-4 3 0,2 3 0,-7 2 0,-3 3 562,-2-3 0,-9 6 0,-2 0 0</inkml:trace>
  <inkml:trace contextRef="#ctx0" brushRef="#br0" timeOffset="7680">8593 1555 8189,'-27'0'-10,"3"0"0,5 6 0,1 0 1120,1-2-691,7-2 0,4-2 1,14 0-1,8 0 9,5 0 0,10 0 0,-2 0 0,4 0-343,2 0 1,0 6-1,0-1 1,2 1-382,4 2 1,-5-6-1,7 4 1,-2-2-833,0 1 0,-1-3 1,-3 4 1127,4-4 0,-4-2 0,6 0 0</inkml:trace>
  <inkml:trace contextRef="#ctx0" brushRef="#br0" timeOffset="7932">9326 1346 8189,'0'-18'-136,"0"1"0,-6-1 0,1 1 1102,1-1 0,2 1 43,2-1-863,0 9 1,0 3 0,2 14 0,2 7 107,1 7 0,3 7 1,-4-4-1,2 2-194,-2 4 1,-2-4 0,-2 2 0,0 2-362,0 2 1,0-3 0,0-3 0,0-2-856,0-4 1,0 5-1,0-3-421,0-2 1577,0-9 0,7-4 0,3-8 0</inkml:trace>
  <inkml:trace contextRef="#ctx0" brushRef="#br0" timeOffset="8080">9396 1014 8189,'-8'-18'-124,"4"1"0,-5 0 1,1-1 1004,4 1-1230,2-1 1,2 10 0,2 8-402,4 10 0,4 6 750,7 1 0,8 16 0,2 4 0</inkml:trace>
  <inkml:trace contextRef="#ctx0" brushRef="#br0" timeOffset="8614">9518 1590 7628,'-9'-8'417,"1"5"1,8-9 54,0-2 1,0-1-1,0-3 1,0 1-309,0-1 0,8-1 1,3-4-1,5-4-85,1-1 1,1 1 0,-1 6 0,3-2-43,3 1 0,-4 3 1,5 3-1,-5 5-216,-2 5 1,1 4 0,-1 2 0,1 2-36,-1 4 0,1 3 1,-3 11-1,-1 3 82,-2 6 0,-9 4 0,5 0 0,-2-2 116,0-2 0,0 0 0,-4 4 0,1-2-4,3-1 0,0-9 0,-6 2 0,0-3 11,0-3 0,0-5 475,0-1 0,-6-9-199,0-2 0,1-7 0,5-13 0,0-1-97,0-2 1,0-9-1,0 5 1,2-2-135,3 0 0,-1 2 1,6-4-1,0 2-132,-1-2 0,1 4 0,4-1 1,-3 3-35,3 4 0,1 3 1,3 5-1,-1 3 103,1 2 1,-1 2 0,1 8 0,-1 4 27,1 6 0,-1 3 1,1 5-1,-3 3 26,-3 6 1,3-2 0,-5 1 0,0-1 48,-5 0 1,3-6-1,-2 4 1,-2-1-194,-2-1 0,-2 0 0,0-5 0,0-1-212,0 1 1,0-7-1,-2-1 1,-2 0-543,-2-1 1,-7-5-811,1 2 1681,4-4 0,-7-10 0,5-1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2:09.4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 18 8482,'-17'-8'877,"7"6"0,4-5 0,12 7-848,6 0 0,5 0 1,6 0-1,6 0-426,4 0 0,2 0 0,0 0 0,-2 0-508,-4 0 0,4 0 0,-5 0 905,-1 0 0,6 7 0,-6 3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2:09.6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61 1 8189,'-18'0'1038,"6"0"-304,1 0 1,5 0-428,-6 0 1,10 0-323,2 0 1,2 0 0,10 0 0,4 0-174,5 0 0,0 0 0,8 0 1,4 0-267,6 0 0,0 0 0,7 0 0,3 0-293,1 0 0,3 0 747,-1 0 0,1 0 0,-1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2:10.17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226 173 7594,'0'-12'-1179,"0"1"2490,0-3 0,0-1-676,0-3 0,-2 9-660,-4 3 0,2 4 1,-8 2-1,1 2-112,1 4 0,-5 3 0,3 11 0,-4 1 170,-1 2 0,-1 14 1,1-2-1,1 4 49,5 4 1,-5 1-1,7 9 1,-3-1 96,0 0 0,8 7 0,-1-1 0,5-2-124,5-2 0,5-3 0,8-5 1,1-7-6,4-8 1,6-2 0,10-9 0,2-7-41,-2-3 0,3-4 1,1-6-1,0-2-109,-1-4 1,5-9-1,-6-11 1,-2-1-34,-3-4 0,-6-2 0,-3-2 0,-2 0 106,-4 0 1,-1 0 0,-5-1 0,-3-3 39,-6-2 0,1-6 0,-1 5 0,-2-3-15,-2-3 1,-10-1 0,-5 1-1,-7 3 29,-3 2 0,-2-1 0,2 7 1,-5 4 85,1 0 0,-6 8 0,4 3 1,-4 7-228,-2 3 1,0 8 0,0-2 0,0 6-183,1 6 0,4 4 0,3 7 0,2 3-199,4 3 0,3 4 494,7 8 0,-5 0 0,6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2:06.788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1 503 8189,'2'-12'-1096,"2"0"1546,2-1 0,-1 3 202,-5-2 1,0 1 244,0-7-820,0 9 1,0 3 43,0 12 0,0 3 1,0 9-1,0 1-2,0 4 0,0-1 0,0 5 0,0 0-212,0 0 1,0 0 0,0 3-1,0-5-387,0 0 0,0-6 0,0 5-1914,0-5 2394,0-1 0,0-9 0,0-1 0</inkml:trace>
  <inkml:trace contextRef="#ctx0" brushRef="#br0" timeOffset="167">1 188 8042,'0'-27'512,"0"2"-203,0 7-621,0 9 0,6 3 1,2 10-1,1 4 312,5 1 0,1 3 0,3 5 0</inkml:trace>
  <inkml:trace contextRef="#ctx0" brushRef="#br0" timeOffset="586">403 206 8189,'0'-18'-71,"0"1"0,0-1 463,0 1 0,2-1 0,1 1 946,3 0-1136,0 7 0,-6 4-115,0 12 0,0 5 0,0 13 0,0 5 97,0 4 1,0 8 0,0 1 0,0 3-109,0 3 0,0 3 0,0 1 0,0 1-178,0-1 0,2 0 0,2 1 0,2-3-294,-2-3 0,-2-4 1,-2-10-1,0-2-2650,0-2 3046,0-16 0,7 3 0,3-16 0</inkml:trace>
  <inkml:trace contextRef="#ctx0" brushRef="#br0" timeOffset="767">158 555 7900,'-15'-8'1960,"3"-3"-1685,4 3 0,18-6 0,5 8 1,9 3-363,3 1 1,4 2 0,8 0 0,3 0-372,3 0 1,2 0-1,3 0 1,-1 0 457,-3 0 0,1 0 0,5 0 0</inkml:trace>
  <inkml:trace contextRef="#ctx0" brushRef="#br0" timeOffset="950">804 415 8189,'-7'-9'277,"3"-7"145,-8 4 0,8 3 1,-4-1 286,1 2 0,5 1-548,-4 1 0,4 6 0,2 0-197,0 9 1,6 13 0,0 3 0,-1 0-22,3 0 1,-6 6 0,4-1 0,-2 3-511,2 2 1,-4-3-1,3 0 1,-3-5 566,-2-2 0,8 6 0,2-4 0</inkml:trace>
  <inkml:trace contextRef="#ctx0" brushRef="#br0" timeOffset="1117">787 188 8189,'-8'-17'224,"4"-1"1,-6 1 0,3-1 203,3 1-641,2 7 1,4 3 0,2 8 0,3 5-639,3 6 1,2 3 850,5 3 0,9 7 0,1 2 0</inkml:trace>
  <inkml:trace contextRef="#ctx0" brushRef="#br0" timeOffset="1783">1293 607 7619,'0'-17'823,"0"5"0,0 1-703,0-3 1,0-1 0,-2-1 0,-2 2-294,-1 3 0,-3-1-14,2-5 0,-2 5 0,-5 2 0,1 3-35,-2 3 0,-1 8 0,-3 3 0,1 5 117,0 7 0,-1 1 0,1 9 0,-1 0 111,1-2 0,-1 6 0,3-6 0,1 2 34,2 1 0,9-9 0,-3 2 99,4-3 0,4-11 0,4-3-69,5-4 0,5-8 1,-1-2-1,-1-1-24,-2-5 1,-1-1-1,7-3 1,-1 1-36,1-1 1,-3 7 0,-1 1 0,-3 0-99,3 1 1,-4 3-1,1-4-76,3 2 0,-4 2 167,1 6 0,-1 8 0,2 4 0,-5 3 234,1 3 0,-4-1 1,6 1-1,-1-1 64,1 1 0,-4-3 1,5-1-1,3-5 168,2-1 1,1-2 0,1-6-219,-1 0 0,6-2 0,1-4 0,-3-5-153,-2-5 1,-1-9-1,-1-2 1,1-2-115,-1 0 0,1-6 1,-3-6-1,-1 0-162,-3-2 1,-5-1-1,4-9 1,-2 3-226,-4 3 1,-3-3-1,-1 5 1,0 1 72,0 3 0,-5 6 0,-3 8 1,0 7 217,0 7 1,-5 9-1,3 0 47,0 8 1,1 8 0,5 9 0,-4 4 246,-2 2 1,6 2-1,-1 8 1,3 2 200,2 2 0,0 7 1,0-1-1,2 3-76,3 3 1,-1-1 0,6-1 0,0-3-182,-1-1 1,9-3 0,7 1 0,2-8-269,4-6 1,-3-10-1,1 3 1,2-7-417,2-5 1,7-5 0,1-9 0,-2-3 556,-2-7 0,13-11 0,5-4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2:15.173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53 53 8093,'11'0'-1949,"1"0"2172,-8 0-109,11 0 1,-11 0 210,8 0-34,-8 0 1,3 8 97,-7 3-241,0-3 1,-7 6 43,-5-8 1,2 1 59,-1-1 1,-1-4-155,-5 4 1,5-4 0,2-4-42,2-4 1,1-2 0,3-5-21,-2 1 0,0 0-182,6-5 0,0 0 1,2 1-78,4 4 1,4 5 0,7 7 7,1 0 1,-7 0-1,1 0 198,1 0 0,-3 5 0,0 3-39,-2 2 1,-3 2 260,-5 5 1,0-5-51,0-1 1,-1-1 0,-5 2-201,-6-7 1,2-3-1,-1-2-157,-3 0 1,4 0-1,1-2-781,1-3 982,2 3 0,6-6 0,0 0 0,0-2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2:15.656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106 175 8355,'-6'-17'82,"0"-1"1,-2 3 0,4 1-1,-1 3 329,1-3 1,2 4 0,2-1-26,0-3 1,0-2-469,0-1-419,0 7 1,2 3 86,4 7 0,-5 7 0,7 5 201,0 3 0,-6 3 0,4-1 0,-4 1 197,-2-1 0,0 1 0,0-1 66,0 1 1,0-7-1,0 1 571,0 2 0,-8-7 59,-4-1 1,3 2-449,-3-2 1,2-8-1,-3-8 1,3-2-98,2 1 0,-3-1 0,5-5-321,2-1 1,2 1 0,2-1-511,0 1 0,2 7-1548,4 4 2244,3-3 0,17 7 0,1-6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2:16.0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51 208 8377,'-8'-18'168,"-2"1"373,1-1 0,-5 1 1,8-1-258,2 1 0,4-1 0,4 1 0,4 1-105,2 5 1,-5-3 0,7 8-272,2 2 1,1-3 0,3 1-416,-1 2 1,1 10 0,-1 5 166,1 5 1,-9-4-1,-3-1 1,-4 3 8,-2 1 0,0 3 0,0-1 324,0 1 1,0-1-1,-2-1 1,-2-3 295,-2-1 1,-7-8 0,3 4 107,0-1 0,-5-5 0,3 4 101,-3-4 0,-3-10-231,1-3 1,1-5 0,5-1-349,5-1 1,2 7-490,-2-1 0,6 2 0,0-1 570,10 5 0,5 12 0,3 3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2:18.40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559 681 10086,'0'-11'511,"-2"1"-549,-4 2 0,2-3 1,-7 5-1,-3 2-127,-1 2 1,-3-4 0,1 0 0,-3 3-38,-3 1 0,2 2 0,-8 0 0,-4 2 131,-6 3 1,2 3 0,-4 6-1,6-1 32,6 7 1,-4-3 0,6 6-1,0-3-10,4-3 1,5 7 0,5 1 0,3 0 9,2 0 0,2 0 1,6-3-1,0 1 40,0-2 1,10-1 0,5-5 0,7-1-13,-1-2 0,4-9 0,1 3 0,1-4-33,4-2 0,-4-2 1,2-2-1,0-3 14,-2-3 0,4-7 0,-5-7 0,-1 1 11,0-2 0,0-2 1,-3-8-1,1 0 55,-2 0 0,-1-6 0,-3 0 0,1 1 67,-1-3 0,1-2 1,-1-5-1,-1 3 27,-5 6 1,-1-1 0,-6 1 0,2 2 8,-2 2 1,-3 4 0,-1 2 0,-1 4 42,-5 2 0,-2 7 0,-6 7-23,3-3 0,-1 6-187,-5 3 1,5 10 0,2 7-120,2 4 0,-3 7 0,5 0 1,2 0 136,2 3 1,2-1 0,0 6 0,0 0 72,0 6 0,2-2 0,2 6 1,4-3 61,1 3 0,-3-2 0,4 6 1,0-1-14,-1 1 1,1-6-1,4 3 1,-5-1-40,-1 0 0,0 0 1,-4-7-1,2-1-237,-2-3 0,3-5-521,-1-8 1,2-7 315,-2-4 1,-4-6 0,3-6 0,-3-6-985,-2-3 1353,8-3 0,-6-7 0,6-2 0</inkml:trace>
  <inkml:trace contextRef="#ctx0" brushRef="#br0" timeOffset="299">1013 315 8466,'0'-18'1033,"-6"1"-311,1-1 0,-3 3-521,2 3 1,4 6-240,-4 12 0,4 6 0,2 9 0,0 4 176,0 3 1,6 3 0,0 7 0,0 5-58,1 2 1,-5-7 0,4 5 0,-2 0-89,2 3 0,-4-1 0,4 0 1,-2-3-234,1-3 1,-3-2 0,4-2 0,-4-2-591,-2-4 0,0-4-1809,0-7 2639,0-9 0,0-1 0,8-16 0,2-1 0</inkml:trace>
  <inkml:trace contextRef="#ctx0" brushRef="#br0" timeOffset="531">996 367 8466,'0'-29'0,"0"0"321,0-2 0,0 6 0,0-1 0,0 3 25,0 0 1,7-6 0,5 5 0,4 3-177,1 2 0,6 1 0,1 1 1,-1-1-225,2 1 0,0 7 0,6 4 1,-3 4-218,-3 2 0,6 2 0,-4 4 0,0 8-419,-3 7 1,-7 0-1,-3 8 1,-5 3-161,-1 1 0,4-4 850,-6 0 0,-1 0 0,-5 6 0</inkml:trace>
  <inkml:trace contextRef="#ctx0" brushRef="#br0" timeOffset="731">1066 559 8630,'-18'-17'1220,"8"-1"-891,5 1 1,5 1-1,5 5 1,7 5-203,4 4 1,7-4 0,2 0 0,0 2-200,1 2 0,5 2 0,-2 0 0,2 0-420,-2 0 0,2 2 0,-6 4 0,0 4-1716,1 0 2208,-3 5 0,-6 3 0,1 9 0</inkml:trace>
  <inkml:trace contextRef="#ctx0" brushRef="#br0" timeOffset="999">1066 1031 8466,'-18'0'-618,"1"2"1217,-1 3 0,1-3 304,-1 4 0,11-4-458,7-2 1,7 0 0,13 0-221,3 0 0,-2 0 1,8 0-1,2 0-231,2 0 1,2 0 0,0 0 0,0 0-36,0 0 1,0 0 0,0 0 0,0 0-167,0 0 0,-6 0 0,0 0 0,0 0-567,-2 0 1,-1 0-1,-9 0-1964,1 0 2738,-9 0 0,-9-8 0,-9-1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2:24.18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33 105 8294,'0'-12'1074,"0"1"1,0-1-398,0-5 0,0 5-624,0 0 0,2 6 1,4-3-250,6 1 0,9 2 1,2 6-1,1 0-344,1 0 1,2 0 0,8 0-1,-2 0-149,-4 0 0,4 0 1,-4 0 688,4 0 0,-6 8 0,-2 2 0</inkml:trace>
  <inkml:trace contextRef="#ctx0" brushRef="#br0" timeOffset="200">103 280 8294,'-27'9'221,"2"-1"1,7-8 1458,1 0-1027,7 0 1,4 0-550,12 0 1,4 0-1,9 0 1,3 0-327,1 0 0,8 0 1,-4 0-1,2 0-312,0 0 0,0 0 0,6 0 1,0 0-1520,0 0 2053,0 0 0,0 0 0,0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2:22.92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577 228 7592,'0'-18'197,"0"1"1,0 5-11,0 1 0,0-1 0,0-5 7,0-1 1,0 6-1,0 1-10,0-3 0,-2 1 0,-2-1-71,-1 2 1,-7 1-1,4-5-183,-1 5 1,3 3 0,-6 8-45,-2 0 0,-1 0 1,-3 0 8,1 0 0,0 8 0,-1 3 1,3 5 78,3 1 1,-4 1 0,7 1 0,-1 2-32,4 3 0,-2 7 0,3-2 0,1 4 60,2 2 0,-4 6 0,0 1 0,2 3-16,2 3 0,8 5 1,2 3-1,0 2-13,-1-1 0,5-1 1,-4 0-1,2 4 34,3 2 0,-3-5 0,0 1 0,-1-4 6,1-1 0,-4-1 1,3 0-1,1-1-12,0-5 0,-6 5 0,3-7 0,-1 3 19,0 0 0,0-1 0,-6 5 0,0-3-14,0-1 1,0-7 0,0 5 0,0-2 8,0-4 1,0-3 0,0-1-1,-2 0 124,-4 0 0,2-6 1,-5-1-1,-1-1-33,0 0 0,4-6 0,-5 2 1,-1-3 65,2-3 0,-5 1 1,3-1-74,-3 1 1,-3-9 0,1-3-1,-1-4 19,1-2 0,-3 6 0,-1 0 0,-4-2-43,-2-2 1,5-4 0,-1-2-1,2-4-182,-3-2 0,5 1 0,-2-5 1,5 2-187,5-1 0,1 3 0,-4-1 0,5-3-80,1-2 1,2-1 0,6 0 0,0-1-1477,0 1 1848,0-9 0,8-1 0,1-8 0</inkml:trace>
  <inkml:trace contextRef="#ctx0" brushRef="#br0" timeOffset="665">612 961 8294,'0'-11'56,"-2"1"153,-4 2 0,3-3 0,-7 3-37,2-2 0,0 6 1,4-3-304,-1-1 1,-9 6 0,2-4 111,-3 4 0,-5 2 1,-1 0-1,-4 0-66,-2 0 0,3 2 1,-3 4-1,0 5 21,0 5 0,-2 3 0,-4 3 0,2 1 54,2-2 0,7 5 1,-1-1-1,4 0 10,1 0 0,7 6 0,1-3 0,2 1 26,4 0 1,4 0 0,6 6 0,6-2 17,3-4 0,5-4 0,3-7 0,6-1 25,4 0 0,2-1 0,2-4 0,2-7-20,1-3 1,7-2 0,-4-2 0,-1-3-54,1-7 0,4-5 0,-7-5 0,-1-3-41,-2-2 1,-8 4 0,-2-7 0,-2 1 43,-3 2 0,-9-6 1,-3 6-1,-2-2 66,-4 0 1,-4 5 0,-6-3 0,-8 0 3,-7 0 0,0 4 0,-8-4 1,-2 1-56,-2 5 1,-2 3-1,0 5 1,0 3-97,0 2 0,6 3 1,2 5-1,-1 0-516,1 0 0,6 7 0,-2 5-458,3 4 1056,10 9 0,-5-6 0,5 6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2:35.337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28 105 8500,'0'-17'296,"0"-1"0,0 7 0,0-1-175,0-1 0,8 5 0,3 2 1,5 4-98,1 2 0,3-6 1,1 0-1,4 2-195,2 3 1,2 1-1,6 0 1,0 0-161,0 0 0,-6 1 1,-2 3-1,-1 2-1017,-5-2 1348,-2-2 0,-1 6 0,-1 1 0</inkml:trace>
  <inkml:trace contextRef="#ctx0" brushRef="#br0" timeOffset="216">63 280 7697,'-18'10'479,"1"-5"0,5-3 779,0-2-1130,9 0 1,3 0-1,11 0 1,5 0-108,1 0 1,6 0 0,3 2-1,1 2-182,4 2 1,0 0-1,0-4 1,-2 2-226,2 2 0,8-1 0,2-5 0,-2 0-150,-3 0 1,-1 0 0,0 0 535,0 0 0,0 0 0,0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2:30.90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1483 470 8277,'0'-17'-233,"0"-1"1,0 6-1,0 1 1427,0-3-1228,0-1 0,-7 5 0,-5 4 0,-3 6-16,-3 6 1,-5 4-1,-2 7 1,-1 1 1,1-1 0,-4 3 0,4 1 0,0 4-26,-1 2 0,-3 0 0,6 4 0,2-3 53,1-3 1,5 4 0,1-4 0,4 2 30,3 4 0,1-3 0,6 1 0,2 0-5,4-2 1,5 4-1,12-8 1,7-1 27,3-3 1,2-1-1,-1-1 1,1 0-1,0 1 0,6-3 0,0-1 1,-2-2-39,-3 1 0,-1 7 0,0-1 0,-2-1-143,-4 3 0,-3-4 1,-9 7-1,-1-5 21,-5-2 0,-5 3 0,-12 1 1,-5 3 89,-5-3 0,-9 4 0,-4-2 0,-2-3 97,2-7 1,-4 1-1,4-6 1,-4-1 162,-2 1 1,6-2 0,1-6 0,3-2-70,4-4 1,1-3-1,3-9 1,-1 1-38,1-1 0,1-1 0,5-3 1,3-1-74,0 2 1,6-4 0,-3 1-1,5 1-81,5-2 1,3 5 0,6-3 0,-3 4-169,3 1 0,1 3 0,5 1 0,1 4-154,2 3 1,3-5 0,-5 6-1,2 2 359,-1 2 0,5 2 0,0 0 0</inkml:trace>
  <inkml:trace contextRef="#ctx0" brushRef="#br0" timeOffset="547">2217 715 8277,'0'-26'261,"0"7"1,0-4 328,0 3 0,0 3-549,0-1 0,-2 9 1,-2 1-1,-4 2-78,-1 0 0,3 2 0,-6 8 0,-1 4-224,-3 2 1,1 1 0,1 7 0,2-1-1,-1 1 1,-3 5-1,-1 2 1,-1 2 183,1 4 0,5 2 0,3 4 0,1 2 89,4 2 0,-4 7 0,2-3 0,2 2 24,2-1 0,4-5 0,4 3 0,6-1 18,3-4 1,3-4-1,-1-6 1,1-6 12,-1-3 1,7-11 0,1-3 0,0-4-18,0-2 0,6-8 1,-2-5-1,2-7-31,-1-3 0,1-8 0,-8 4 1,0-2-22,2 0 0,-5 0 0,1-6 1,-7-2 75,-8-4 1,1 4 0,-1-5 0,-4-1 113,-6-4 0,-2-3 0,-9-3 0,-7 3-114,-3 3 1,2-3 0,-4 5 0,0 3-25,-1 7 0,1 8 0,-2 9 0,6 1-212,4-1 0,1 8 0,1 7-357,-1 6 1,8 7-1,5 10 1,3 1 518,2 2 0,0 8 0,0-4 0</inkml:trace>
  <inkml:trace contextRef="#ctx0" brushRef="#br0" timeOffset="765">2234 1081 8277,'-2'-9'1301,"-3"3"0,5 4-948,0 2 1,2 2 0,11 4 0,5 7-182,3 9 1,4-1-1,-3 6 1,1 0-136,-2 0 0,6 2 0,1 6 0,-1 0-259,-4 0 0,-4 0 1,-1 0-1,-1 0-321,1 0 0,-3-8 0,-3-4 0,-4-5-881,-1-6 0,-3 1 1424,8-7 0,-8-8 0,11-15 0,-5-11 0</inkml:trace>
  <inkml:trace contextRef="#ctx0" brushRef="#br0" timeOffset="982">2881 1081 8277,'0'-17'183,"0"5"1,2 2 249,3 3 1,-1 1 0,8 4-255,1-4 0,3 4 0,3-4 0,5 4-46,5 2 1,4 0 0,4-2 0,1-1-213,3-3 1,8-2-1,-5 4 1,1-2-395,-4 2 1,-12 1 0,-6-1 0,-3-2-1997,-3 2 2469,0 2 0,-15 10 0,-4 2 0</inkml:trace>
  <inkml:trace contextRef="#ctx0" brushRef="#br0" timeOffset="1565">4190 488 8277,'0'-18'39,"0"1"0,0-1 1,0 1 327,0-1 0,-2 3 1,-1 1-125,-3 2 1,-8 9 0,3-3-176,-5 4 1,4 4 0,1 4-1,-3 5-219,-1 5 0,-5 1 0,-1 3 0,-2 1-92,1 2 0,3 6 1,1-3-1,1 1 64,-1 4 0,1-4 0,1 2 0,3 2 175,1 2 0,8-4 0,-1-2 1,3 1 149,2-1 0,7 0 1,5 2-1,5-6 0,7-3 0,3-1 0,8 2 0,0 3 22,0-3 1,0-2 0,0-1 0,0 1-141,-1 5 0,1 1 0,-2 6 1,-4-4-188,-5-2 1,-7 6 0,-5-4 0,-6 3 34,-4-1 0,-6-2 0,-6 2 1,-9-4-60,-7 0 0,-3-5 1,-6 3-1,0-5 95,1-7 1,-1 3 0,0-8-1,2-3 47,4-1 0,-2-2 1,7-2-1,3-3 41,1-7 0,9-5 0,1-5 0,2-3 36,4-2 0,4-2 0,4-4 0,4 2 78,2 2 0,1 1 0,7-3 1,-1 2-41,1-2 0,-1 6 0,1 2 0,-1 3-251,1 3 0,1 1 1,2 3-1,3 3-647,-3 2 0,0 0 824,3 3 0,-5 3 0,6-6 0</inkml:trace>
  <inkml:trace contextRef="#ctx0" brushRef="#br0" timeOffset="2281">4575 662 8277,'0'-27'0,"0"-4"0,0 8 0,0 1 397,0 3 1,0 1 0,0 1 482,0 0-942,0 7 1,0 10-1,0 11 1,2 5-7,3 1 0,-3 9 0,4 3 1,-2 4 53,2 2 0,-4 5 0,6 3 1,-3 2-55,1 3 1,6 1 0,-4-1-1,-1-1-1,1 1 1,0-3 0,-4 0 0,4-3 54,1-3 0,-5-2 0,4-4 0,-2-4 25,0-6 1,1-5 227,-1-7 0,-4-5 143,4-12 0,-2-3 1,0-9-1,1-1-244,-1-4 0,4 3 0,0-3 1,0 2-130,-1-3 1,5 3-1,-4-6 1,0 0-89,-1-1 1,7 5 0,-2-4-1,3 0-10,3 0 0,-7 5 0,1-1 0,-1 4-7,-1 1 0,4 7 0,-6 1-143,1 2 1,3 2 0,3 8 56,-3 4 0,2 4 0,-7 7 1,3 3 80,4 3 1,-5-2 0,3 6 0,2 1 86,1-1 0,3 2 0,-1 4 1,1-2 49,-1-2 0,0-2 1,1 2-1,-1-4 156,1 1 1,-1-7-1,1 4-100,-1-3 1,1-11 4,-1-3 1,-1-12-1,-5-5 1,-3-5 119,0-1 0,-6-6 1,4-3-1,-4-1 3,-2-4 1,0-4 0,0-4 0,0-3-145,0-3 1,0-1-1,-2-7 1,-2 1-115,-2-1 1,-6 1 0,4 0 0,1 1-64,-1 5 0,0 5 0,4 12 0,-1 5-753,1 5 359,2 9 1,-4 10-1,0 12-111,2 3 0,2 3 0,2-1 1,0 1 605,0-1 0,6 1 0,0-1 0,7 1 0,-3-1 0</inkml:trace>
  <inkml:trace contextRef="#ctx0" brushRef="#br0" timeOffset="2683">5588 86 8277,'0'-12'0,"0"1"911,0-3 0,-6-2 1007,0-1-1907,0 7 0,8 4 0,4 12 0,6 8 130,3 7 0,8 1 0,3 7 1,-1 4-92,0 5 0,6 1 0,-2 8 1,4-1-234,2-1 1,0 11-1,0-1 1,-2 3-91,-4 2 0,-4 4 0,-7-4 0,-1 2 121,1 4 1,-9-6 0,-5 1 0,-8-1-7,-7 4 0,-13-2 1,-3-2-1,-2-4 24,0-5 1,8-11-1,-5 3 1,1 0 106,-4 3 1,2-3 0,-2-2 0,0-4-214,2-2 1,-6 2 0,5 1 0,-1 1-145,0-6 0,6 0 0,-6-10 0,-2 1 384,-2 1 0,-10-6 0,-2 7 0</inkml:trace>
  <inkml:trace contextRef="#ctx0" brushRef="#br0" timeOffset="3565">1204 191 8199,'-10'-18'-112,"1"7"497,3-1 1,4 6-141,-4-6 1,2 9 0,0-5-15,-2 0 1,-1 6-120,1-4 0,2 4-250,-8 2 1,1 2 0,-5 4 0,3 6 70,1 3 0,0 5 0,-5 3 0,-1 6 41,1 4 1,-2 4 0,-3 4-1,-1 7 65,2 8 0,1 3 0,5 9 0,3 5-45,6 5 0,-2 1 0,3 5 0,3-3-54,6 3 1,-1-12-1,11-4 1,3-6 83,5-6 1,7-2 0,-4-3 0,2-5-11,4-5 0,-3-6 0,1-4 0,0-2 28,-2 2 0,4-4 0,-8 0 0,-1 1-55,-3-1 1,0-4-1,1 4 1,-1-1-67,-3-5 0,-5-2 0,3-3 0,-4-3-824,-3-1 326,-1-8 1,-4 4 576,4-8 0,-4 0 0,6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2:36.95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261 298 8277,'2'-12'0,"4"1"-200,5-3 1,-1 4 0,0-1 572,-3-3 1,-1 4 0,-4 1 962,4 1-1037,-4-6 0,4 12-263,-12-3 0,2 3 0,-8 2 0,-1 0-253,-3 0 1,-1 5 0,-1 3-1,1 2-6,-1 3 1,1 5 0,0 3-1,-1 4 133,1 3 1,-1-5 0,1 6-1,-1 4 73,1 6 1,-1 0 0,3 7 0,1 5 13,3 5 0,7-2 0,-2 4 1,6-5 23,6-7 0,3 3 0,9-8 1,1-4-5,5-6 0,1-8 0,6-9 0,-2-5 84,2-1 1,2-2 0,2-6 0,0 0-74,0 0 1,-6-8-1,0-4 1,2-5 0,2-6 1,-4 3-1,-2-5 1,-2 2 17,-3-1 1,-3-5-1,-1 4 1,-1 0-51,1 0 1,-3-6-1,-1 1 1,-5-1-3,-1 2 1,-2-4-1,-6 4 1,0-4-94,0-2 1,-2 0 0,-2 0-1,-4 1 98,-1-1 0,-3 2 0,-5 0 0,-1 2 37,1 0 0,1-4 0,1 9 0,1 1 71,0 0 0,-11-4 1,8 6-1,-3 1-59,1 3 1,1 3 0,-1 3 0,-2 1-53,-3-2 0,1 7 1,6 1-312,-1 4 0,1 4 0,1 4 0,3 5-412,1 5 0,2 1 726,-1 1 0,-5 7 0,6 2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2:42.83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103 297 8273,'-11'0'0,"1"-2"-52,2-4 0,0 4 0,4-6 2339,-1 1-1401,-9 5 0,10-12-168,-7 8-825,7 1 0,4 5 0,11 0 0,5 0-366,1 0 1,3 0 0,3 0-1,4 0-200,0 0 1,6 0 0,-4 0-1,4 0-1115,2 0 1788,0 7 0,0-5 0,0 6 0</inkml:trace>
  <inkml:trace contextRef="#ctx0" brushRef="#br0" timeOffset="216">51 594 8273,'-18'0'753,"1"0"1,7-2-508,4-4 1,6 4 0,6-6-1,6 3-238,3-1 0,9 0 1,1 6-1,0 0-264,0 0 0,6 0 0,-2 0 1,3 0-339,-3 0 1,4 0 0,-4 0 0,4 2 593,2 4 0,0-4 0,-1 5 0</inkml:trace>
  <inkml:trace contextRef="#ctx0" brushRef="#br0" timeOffset="701">505 87 8217,'-8'-17'0,"-4"1"236,-3 5 1,-1-5 1763,5 5-1730,-5 3 0,16 0 0,0 8-323,10 0 0,5 0 0,3 2 1,-1 4 60,1 5 0,5 5 0,2-1 0,1-1-125,-1-2 0,6 1 1,-2 9-1,2 1 0,-2-2 0,4-1 1,-6-3-1,2 1 32,1-1 0,-3 1 1,4-3-1,-4-1 38,-2-3 1,-2-5 0,-5 4-1,-1-2-15,1-5 0,-7 5 85,1-2 0,-8-2 367,2-10-116,-4 4 1,-10-6-287,-4 8 1,3 0-1,-3 0-46,-2 0 0,-1 8 0,-3 2 0,1 2-68,-1-1 0,-1 7 1,-2 5-1,-4 0 70,-3 2 1,1-3 0,-4 7 0,0 2 59,-6 2 1,2-4 0,-5 0 0,3 2 2,2 2 1,6-6-1,1-3 1,3-5-207,4-2 1,3-5-488,7 0 1,5-8-560,12 1 1245,3-3 0,17-2 0,1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2:50.78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647 210 7568,'-10'-8'-853,"2"-1"1095,8-9 0,0 6 50,0 1 0,0-1-122,0-5 0,0 5 0,0 0-25,0-1 0,0 3-175,0-2 1,0 7-67,0-7 1,-8 2 47,-3-1 0,3 1 1,0 6 26,0-2 1,5 0-1,-9 8 19,-2 4 1,5-2 0,-3 8 0,0 1 1,3 3 1,-1 1-1,6 3 1,-4 3-2,-1 6 1,3-2-1,-4 4 1,2 4-1,4 4 1,-3 4-1,1-3 1,2 7-6,2 3 1,2 3 0,0-1-1,0 3-22,0 3 1,0-4-1,0 4 1,0-3-10,0-3 1,0 0 0,2 3 0,2 1 34,2 2 1,1-5-1,-3-7 1,2 3-4,-2 1 0,4 6 0,-2-1 0,-1-5-41,3 1 1,-6-7-1,4 3 1,-4-1 47,-2-1 0,6-2 1,0-6-1,-3 0 113,-1-3 0,-2 5 0,0-10 0,0 2-81,0-1 1,0-5 0,0-6-1,-2 3 22,-3 1 0,3 0 0,-6-5 17,0-1 1,-2-1 0,-5-3 6,3-1 0,-3-8 0,3 1 1,-3-3-20,-3-2 0,-1 0 0,-5 0 0,-3-2-83,0-3 0,-6 1 0,6-6 0,-2 0-71,0 1 1,7-1-1,-3-4 1,2 3-191,0-3 1,1 4 0,9 1 0,1-1 282,-2 0 0,-1-9 0,-3-8 0</inkml:trace>
  <inkml:trace contextRef="#ctx0" brushRef="#br0" timeOffset="665">682 961 7933,'0'-18'-68,"-2"3"1,-2 1 136,-2 3 1,-2 7 0,2-2 0,-3 2-27,-1-2 0,-6 4 0,5-3 0,-5 1 10,-1-2 0,-7 4 1,-1-4-1,-2 4-67,-4 2 1,4 0 0,-2 2 0,-2 4-68,-2 6 0,0 3 0,2 3 0,4-1 10,1 0 0,-3 3 1,6 1-1,2 4-14,1 3 1,5-5 0,3 6 0,6 2 67,4 2 0,2-4 1,0-2-1,4 0 19,8 1 0,-1-7 0,15 2 1,-1-3 3,4-3 0,4-5 0,4-3 0,2-1-16,1-4 1,1-2-1,-4-2 1,2-2-35,2-4 1,-1-3-1,-5-9 1,-2 1 10,-4-1 0,-3-1 1,-9-3-1,-1-1 74,-5 2 0,3-4 1,-8-1-1,-3-1 3,-1-4 1,-2 4 0,0-2 0,-2 0 42,-3 2 1,-5-4 0,-8 5 0,-1-1-93,-4-4 1,1 6-1,-5 2 1,2 3-119,4 3 1,-5 1 0,1 3 0,0 3-151,0 2 0,0 2 1,3 6 272,-1 0 0,-8 8 0,4 2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2:54.48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350 140 8086,'6'-17'163,"0"-1"0,-1 1 246,-5-1 0,0 1 320,0-1-664,0 1 0,-7 7 1,-5 4-1,-3 4-236,-3 2 0,1 2 0,-1 4 0,-1 6-68,-5 3 1,3 9-1,-8 1 1,0 2 78,2 4 0,-4-4 1,7 2-1,3 2 93,2 2 1,3 0 0,4-2 0,7-2 12,3 3 0,2 1 0,2-1 0,3-2 55,7-7 1,9 2-1,5-2 1,1 1 22,4 1 1,4-6-1,4 5 1,-1-5-56,-5-2 1,2 3 0,-6 1-1,3 2 9,-3-1 0,-4 3 0,-10-2 0,-1 1 19,-2 1 0,-9-4 0,1 8 0,-8 0 0,-7-1 1,-7 5 0,-3-6 0,-4 0 16,-2-4 0,3-3 0,-3-3 0,0-1 40,0-5 0,6-3 1,-3-8-1,5 0-12,1 0 1,1-2 0,-1-4 0,1-5 25,0-5 0,5-7 1,2-2-1,2-3-62,5-3 0,1 4 1,2 0-1,0 2 7,0 3 0,2-5 1,1 0-1,5 0-33,2 4 1,2 3-1,5 3 1,0-1-8,1 1 1,5 1 0,0 5-1,1 5 15,1 4 1,-4 2 11,8 0 0,-7-8 0,3-2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2:55.03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228 263 8137,'-6'-12'-32,"-2"1"168,-1-3 0,-1 4 0,-4 1-364,3 1 1,-1 2 85,-5 6 1,-1 2 0,3 4 0,1 3 60,2 1 0,3 12 0,-5-5 0,4 2 38,3 1 0,-5 3 0,6 2 1,0 2 21,-1 5 0,5 2 0,-4 5 0,4 4 50,2 2 1,0-5 0,2 7 0,4 1 33,5 3 1,5-7-1,1-3 1,1-6 63,-1-6 1,7-4 0,1-7-1,2-3 39,4-3 0,2-4 0,2-10 0,0-4-3,0-6 1,0-11 0,0-6 0,0-4-34,-1-2 1,-4-2-1,-3-1 1,-2-3 53,-4 2 1,-3-4 0,-7 1-1,-3-3-46,0-4 0,-6 5 0,2-1 0,-8 1-61,-8-1 0,-11 0 0,-6-3 1,-2 3-88,2 2 0,-10 9 0,4 6 1,-4 3-141,-4 4 0,9 3 1,-3 7-1,8 5-167,3 4 0,3 2 1,8 2-1,1 4-284,2 5 0,8 11 1,-1 3-1,3 2 601,2 4 0,0-6 0,0 16 0,0-4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2:55.28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36 16 8137,'-16'-2'1638,"5"-4"-1456,3 4 0,10-4 0,4 12 19,5 5 1,5 5-1,3 3 1,2 3-130,3 1 1,1 8 0,-4-2 0,5 4-102,1 2 1,-4 0-1,4 0 1,-2 0-132,-3 0 1,-3-6 0,-1 0-1,-3 0-142,-3-2 1,1-1 0,-5-11-1163,2-3-280,-6-5 1744,3-7 0,-7-7 0,0-3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2:55.55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69 123 8109,'-16'-17'681,"5"-1"0,-5 1 0,6-1-231,1 1 0,3 5-250,12 0 0,3 8 0,9-1 0,-1 3-112,1 2 0,-1 0 1,3 0-1,1 0-427,2 0 1,6 2-1,-3 2 1,1 3-1629,4 3 1967,-6-6 0,8 11 0,-6-5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2:55.75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62 35 8109,'-15'-2'0,"1"-2"912,2-2 1431,1 1-2195,1 5 1,10 0 0,12 0 0,3 0-298,3 0 0,1 0 1,2 0-1,5 0-260,1 0 1,2 0-1,6 0 1,0 0-1292,0 0 1700,0 0 0,7-8 0,3-2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2:56.65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333 228 8140,'9'-8'-137,"1"4"1,-6-7 255,2-3 0,0 4 0,-4-1 235,3-3 1,-3-2 0,4-1-106,-4 0 0,-2-1 0,0 1-151,0-1 1,-2 7 0,-2-1-48,-2-2 0,-1 7-262,1 1 1,-4 4 0,-7 4 128,-1 4 1,1 3 0,-1 9 0,3 1-5,3 4 1,-1 5 0,5 6 0,0 3 36,0 4 1,0 4 0,5 9 0,-3 4 50,2 6 0,2 6 0,2 4 1,2 4-16,4 1 0,1-3 0,7 5 1,-2 1 22,1-3 1,3-1 0,1-8-1,1 0 50,-1-1 0,-1-1 0,-3-4 1,-1-5 23,2-5 1,-5-4 0,1-1 0,0-6-90,-1-6 1,-3-1 0,6-12 0,-1-3 55,-1-2 1,4-1-1,-6-1 162,1 1 1,-5-1-226,2 1 0,-6-9 1,-6-1-4,-6 0 0,-3-6 1,-4 6-1,-3-3-76,-1 1 1,0 0-1,3-6 1,-1 0-75,-2 0 0,-7 0 1,5 0-1,0 0 22,0 0 1,-4 0-1,5-2 1,1-4-174,-2-5 0,7 1 1,-3-2-1,6-1 316,1-3 0,-5-9 0,9-2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2:57.20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468 123 8206,'-8'-17'667,"4"5"-554,-7 0 0,1 7 0,-4-5 1,3 2-72,-3 4 1,-1 2 0,-3 2-1,1 0-111,-1 0 0,-1 0 0,-2 0 0,-5 2-90,-1 4 0,0 2 1,-2 5-1,4-1 22,-1 2 1,7 1 0,-4 3 0,3-1 87,3 1 1,1-1 0,5 2 0,3 3 40,0 1 0,6 2 0,-2-3 1,6 1 18,4-2 1,14 4 0,-1-3 0,6-5 32,6-3 1,2-4 0,2 1 0,0-5 6,0-4 1,6-2 0,0 0 0,-3 0-35,-1 0 1,-2-8-1,-2-3 1,-2-5 21,-2-1 0,-7-1 0,-1 1 0,-6-3 44,-3-3 0,-8 4 0,2-5 1,-4 3-74,-2-2 1,-8 1-1,-4-5 1,-5 2-19,-6 4 1,1-1 0,-7 1 0,0-2-87,2 1 0,-6 9 1,6 3-1,-2 0-29,0 1 1,5 5 0,-3-2 0,2 4-115,4 2 0,3 2 0,4 2 0,5 3-234,1 3 0,0 2 471,2 5 0,4 8 0,-5 3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13:00.73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402 156 8074,'-10'-8'-104,"2"-2"0,8-7 143,0-1 0,0 1 1,0-1 98,0 1 1,0 5-1,0 1 433,0-3-605,0 6 1,-2 2 0,-3 12-115,-7 6 0,-4 5 0,-3 5 0,-4 3 44,-6 2 0,1 2 1,1 6-1,2 0 70,4 0 1,-4 0 0,1 0-1,5 0 71,5 0 0,1-6 0,7 0 0,4 0 32,6-2 1,5 4-1,11-8 1,3-1-9,6-3 1,4-1-1,2-3 1,0-1-72,0-3 1,0 1 0,0 6 0,-2-1-27,-4 0 0,-4-5 0,-7 0 0,-3 1-39,-3 3 0,-4 1 1,-10 1-1,-4 1 84,-6 4 1,-5-3 0,-7 3 0,-5-3 78,-4-3 0,-2 0 0,1 1 1,-1-1-46,0 1 0,0-8 0,0-5 0,2-3-16,4-2 1,-2-2-1,7-3 1,5-7 25,5-4 1,1-3 0,7-4 0,2-4-43,2-1 0,2-3 0,2 6 0,4 0-67,6 0 0,3-6 1,5 3-1,1 1-21,2 4 0,8 4 0,-4 1 0,2 3-411,1 3 0,-1-2 488,6 9 0,0-9 0,-1 4 0</inkml:trace>
  <inkml:trace contextRef="#ctx0" brushRef="#br0" timeOffset="764">821 208 8097,'0'-25'-119,"0"3"1,-2-5 0,-2 2 637,-2 4 0,1 7 329,5 2-931,0 9 0,0-3 1,1 10 62,5 1 1,-4 15 0,4-1-1,-4 5 77,-2 1 0,2 6 1,2-2-1,2 6-12,-2 6 1,3-3 0,-1 7 0,-2 0 0,-2-1 0,4-5 0,0 4 0,-1-2-33,3-1 0,-6 7 1,6-6-1,0-5-20,3-4 1,-1-1 0,0-8 0,-3-2 7,-3-1 111,6-3 1,-6-7 0,6-6 135,-3-8 1,-1-8 0,-4-9 0,2-4-227,2-3 0,5 5 1,-3-6-1,0-2-87,0-2 1,5 4-1,-1 0 1,2-2 7,-3-2 0,5 0 1,-5 2-1,3 4-52,-2 1 1,3 3-1,-5 6 1,1 1 12,1 4 1,-6-1-1,6 7 54,1 2 1,-3 4-1,0 8 1,-1 7 45,1 7 0,-4 3 0,5-2 0,1 4-28,-2 1 0,5 5 0,-3-6 0,3 2 36,3 0 0,-1-2 0,1 4 0,-1-4 28,1-1 1,5-3-1,2-6 1,1 1 45,-1-1 1,0-5 0,-4-2 0,3-3 29,-3-3 1,-2-2-1,-1-2-18,-1 0 0,-5-8 0,-2-3 0,-3-5 7,-3-1 0,4-3 0,-2-3 0,-2-4 2,-2 0 0,-2-6 0,0 2 0,0-6-9,0-4 1,0-2 0,-2 3 0,-2-5-89,-2 0 0,-2-3 1,4 5-1,-1 0-81,1 1 0,2 1 1,2 8-1,0 4-365,0 6 1,0 3-231,0 3 0,2 7 1,4 4-1335,5 4 2000,5 10 0,1 2 0,1 7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6T21:34:53.68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420 210 7577,'10'-7'-937,"-3"3"2909,-7-8-1628,0 0 0,0-5-208,0 0 1,0 5 35,0 0 1,0 1-110,0-7 0,0 7-8,0-1 0,-1 2 1,-3-3-133,-2 1 0,-2 8 0,4-4-7,-2 1 0,-1 5 19,1-4 0,-4 4 0,-7 2 2,-1 0 1,7 6-1,1 1 1,0 3 32,0 4 1,1 1-1,-5 3 1,4-1 21,3 1 1,-5 5 0,4 2-1,0 2 12,1 4 0,-1 0 0,4 0 0,-2 0 29,2 6 1,2-2-1,2 6 1,0-2 11,0 2 0,0-3 1,0 7-1,0 0-33,0-1 0,0 3 0,2 3 0,2-1-2,2-3 1,0-5-1,-4 6 1,2-1 0,2-1 0,-1 3 0,-5-7 1,2 0-19,4 2 0,-4-7 0,4 5 0,-4-4 2,-2-2 0,6 0 1,-1 0-1,-1 0-24,-2 0 0,4 0 1,0 0-1,-2-2 24,-2-4 1,0 8 0,2-6-1,1-2 21,-1-2 0,-2 4 0,-2-4 0,0 2 34,0 0 0,0-7 0,0 1 0,0-4-15,0-1 0,0 5 0,0 0 36,0-1 1,-2-9 0,-2-1 87,-1 2 0,-9-7-3,2-1 0,-3-4 1,-3-2-238,1 0 1,-1-8 0,1-3-273,0-5 1,-1 1 0,3 1-1,1 2-266,2-1 1,6 3 618,-5-2 0,-1 1 0,-5-7 0</inkml:trace>
  <inkml:trace contextRef="#ctx0" brushRef="#br0" timeOffset="782">472 892 8422,'12'-6'-355,"0"0"910,-8-8-411,3 5 0,-9-7 0,-3 2-101,-7 3 0,2 7 0,-1-4-50,-3 0 1,-2 6 0,-1-3 0,0 3-45,-1 2 1,-1 0-1,-3 0 1,-1 0-40,2 0 0,-1 2 0,1 3 1,-4 5 42,-2 0 1,5 5-1,-1-3 1,4 4 34,1 1 1,1 2-1,-1 3 1,1 3-1,-1 0 1,3 2-1,1 1 1,4 3 37,3 2 0,1-4 1,6-2-1,0 0-7,0 0 1,8-3 0,3 3 0,5-2-18,1-4 0,1-1 1,-1-5-1,1-1 68,-1-3 0,1-5 0,1 4 0,2-2-46,3-4 1,5-2-1,-4-2 1,0 0-36,0 0 1,1-6 0,-5-2 0,4-2-49,2-3 0,1-3 0,1-3 0,-4-3-63,0-1 0,-5-2 0,3 4 0,-4-3 85,-1 3 1,-3-4-1,-1 1 1,-5 1 107,-1-2 0,-2 5 0,-6-5 1,0 2 84,0 0 1,-8-3 0,-3 5 0,-5-2 48,-1 1 0,-1-3 1,1 2-1,-1 2-96,1 1 0,-6 3 0,-1-1 0,3 3-158,1 3 0,3-1 0,0 7 0,-1 2-385,1 2 1,5 2 0,0 0 433,-1 0 0,-3 0 0,-1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7T01:54:54.47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 53 7103,'0'-11'1689,"0"-1"-1461,0 8 0,-2-9-393,-4 7 167,4 0 0,-5 8 2,7 4 0,0 3 0,0 9 1,0-1 48,0 1 1,0 1-1,0 3 1,0 1-16,0-2 0,5 4 0,3-1 0,0-1-35,0 2 0,3-5 0,-3 5 0,0-2 23,0 0 1,5 1-1,-1-7 1,1 1-27,-1-1 1,4-5-1,-5-1-8,5 3 1,1-4 0,1-1-8,-1-1 1,-5-2 21,-1-6 0,1 0 28,6 0 0,-9-2 0,-1-2 18,0-2 0,-6-7 1,5 3-33,1 0 0,-6-5 1,6 3-1,-2-3-22,0-3 1,1 7 0,-3-1-1,4-2-7,2-1 1,-6-3 0,3 1 0,-1-1-5,0 1 1,6-1-1,-5 1-52,3 0 1,-4 1-1,4 2-44,-3 3 0,7 7 58,-2-2 1,-3 4-1,3 2 35,1 0 1,3 2 0,0 4 45,-5 6 0,5-3 1,-7 3-1,3 1 27,0 3 0,-6 1 0,5 1-43,3-1 1,-1 1 0,1-1 0,-4 1 16,-3-1 1,7 1 0,-4-1 17,-1 1 0,-1-7 48,-8 1 150,0 0 178,0-3-241,0-1 0,0-10-115,0-4 1,0 2-112,0-7 0,0 5 1,0-6-89,0-1 0,0 3 0,0-2-5,0-1 1,0-3-1,0-1 107,0-1 0,6 7 0,0-1 0,0 0-4,1 3 0,-3-7-57,8 4 0,-6-1 6,5 1 1,1 5 71,5 7 0,1 0 1,-1 0 25,1 0 1,-1 0 0,1 1-1,-1 3 6,1 2 1,5 6 0,0-4-1,-1-1 56,-3 1 0,4 6 1,3-5-1,-1 3-51,0 0 1,0-7 0,-3 5 0,1-2 14,-2-4 1,-1 4 0,-3-3 0,0-1 11,1-2 0,-1 4 1,1 0-1,-1-2 8,1-2 1,-1-4-42,1-4 0,-3-4 0,-1-7-26,-3-1 1,-7 7 0,4-1 0,-2-2 45,0-1 0,0-3 0,-6 1-36,0 0 0,5-1 0,1 1 0,-2-1 14,-2 1 1,-2-1 0,0 1-17,0-1 0,0 7 0,0-1-2,0-2 1,0-1-116,0-3-729,0 9-831,-8 1 585,6 8 1089,-13 8 0,13 1 0,-6 9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7T01:55:01.12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0 280 8038,'0'12'5,"2"-3"31,4-1 0,-4 0 0,6-2-13,0 5 1,-1 5 0,7-1-1,-2-1-21,1-2 0,1-1 0,-1 5 0,-1-3 9,2-1 0,1-6 0,3 6-25,-1 1 1,0-3 0,1-1 5,-1-1 1,1-2-1,-3-4 1,-1 2-11,-2 2 0,-7 0-28,7-6 1,0 0 17,5 0 0,-5 0 13,-1 0 1,1 0-4,6 0 0,-7 0 12,1 0 1,0-6-1,5 0 3,0 2 0,-5 2 0,0 2 0,-1-2-5,-1-4 1,6 4 0,-5-3 9,5 3 1,-1 0 0,-1-2 0,-2-2-1,1 2 1,-3 2 0,1 0 0,3-2-2,2-1 1,-5-1-1,1 6 1,1-2 0,3-4 1,1 4 0,1-6-1,-1 0 1,1 7-1,-1-7 13,1 0 1,-1 6 0,1-4 7,-1 4 0,1-4 0,-1 1-22,1 1 1,-7 2-1,1 2 1,1 0 2,3 0 1,1 0 0,1 0-10,-1 0 1,1-6-1,-1 0 1,1 2 1,-1 2 0,1 2 0,-1 0 0,1 0 5,-1 0 1,6 0 0,1 0 0,-3 0 11,-2 0 1,-1 0-1,-1 0 1,1 0-7,-1 0 0,1 0 0,-1 0 0,1 0-4,-1 0 0,1 0 1,-1 0-1,0 2 63,1 4 1,5-4-1,0 4-44,-1-4 0,-3-2 0,1 2-4,3 4 1,-4-4 0,5 3 0,-5-1 4,-2 2 0,1-4 1,-1 6-35,1 0 0,-1-7 0,-1 7 0,-3-2 27,-1 0 0,-2 2 0,3-4 0,-1 3-2,2 3 1,1-6 0,1 4-1,-3-3 4,-1 1 0,0 8 1,5-3-5,0 5 0,-5-4 0,0-3 0,-1 1-6,-1 0 1,6-1 0,-5 5 0,3-2-15,-3 1 0,3-3 0,-6 0 0,2-1 6,3 1 1,-3-4 0,1 6-5,3 1 0,-4-5 0,-1 0 9,-1-1 1,4-3-8,-6 8-4,7-8 113,-11 4 88,6-8-161,-8 0 0,0-2-34,0-4 0,0 2-80,0-8 0,0 1-21,0-7 1,0 1 55,0-1 1,6 1 0,2 1 26,1 5 1,-5-5 0,4 6 8,0 1 0,-4-7 0,7 6 5,3 1 0,-6-7 1,-1 7-1,1-1 5,4 4 0,-3-2 0,1 0 0,0 1 5,-1-1 0,-3-4 0,6 7-8,2 1 1,1-4-1,1 0 6,-5-2 1,5 7-4,-5-3 0,-1 2 0,2 0-2,1-2 0,-3 0 0,2 6 0,1 0 1,-3 0-1,0-2 1,-1-2 0,1-1 0,2-1 18,5 6 1,1 0-1,-1 0 14,1 0 1,-1 0 0,0 0-22,1 0 0,-6 0 0,-1 0 0,3 0-13,1 0 1,-3 0-1,0 0 1,1 0 30,3 0 1,1 0-1,1 0-3,-1 0 1,6 0-1,1 0 2,-3 0 1,-2 0-1,1 0 1,1 0 3,2 0 1,1 0-1,-7 0 1,1 0-7,-1 0 1,1 0-1,-1 0-19,1 0 0,-1 0 0,0 0 0,1 0-5,-1 0 0,1 0 0,-1 0-20,1 0 1,-1 0 0,1 0 28,-1 0 0,1 0 0,-1 0 0,1 0 17,-1 0 0,1 0 0,-1 0-19,0 0 0,7 0 0,-1 0-92,-2 0 1,-1 0-1,-1 0 1,3 0 111,1 0 1,0 0-1,-5 0 1,-1 0 16,0 0 0,1 0 0,-1 0 1,1 0-17,-1 0 0,1 0 0,-1 0 1,1 0-5,-1 0 1,1 0 0,-1 0-1,1 0-25,-1 0 1,6 0 0,1 0-40,-3 0 0,-2 0 0,-1 0 16,-1 0 0,1 0 0,-1 0 1,1 0-56,-1 0 1,-5 0 0,-1 0 52,3 0 0,2 0 39,1 0 0,0-2 13,1-4 1,-1 2 8,1-7 0,-1 5 0,1-4-4,-1 2 1,-5-3 0,0 3-11,1-2 1,-3 4 0,1-3 0,1-1-22,-2 0 0,0 6 0,-5-3 0,5-1 3,0-4 0,-1 2 1,-5-1-14,2-3 1,6 5 0,-4-3-6,1-2 0,-3-1-8,6-3 1,-8 1 0,3 1-71,1 5 1,-6-5 40,4 5 1,-4 1-100,-2-2 1,0 6-696,0-5-173,0 7 1016,0-4 0,-8 0 0,-2-1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7T01:55:25.38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559 385 8344,'-2'10'-59,"-4"-4"0,3-4 0,-9-2 141,-2 0 0,-1 0 1,-3 0-1,1 0-32,-1 0 0,1 0 0,-1 0 0,1 0 25,0 0 1,-3 0-1,-1 0 1,-3 0-5,3 0 0,0 0 1,-1 0-1,-1 0-29,2 0 1,1 0 0,3 2 0,-2 1 27,-5 3 0,5 0 0,-4-6 73,3 0 0,3 0 149,-1 0-130,1 0-51,7 0-82,2 0 0,8-2-28,0-4-349,0 4-288,0-5 603,0 7 1,6 2-1,0 3 16,-2 7 0,-2-2 1,-2 1-1,0 3 33,0 1 1,6 9 0,-1-1 0,-1 0 53,-2 3 1,0 1 0,2 8-1,2 2-24,-2 3 0,-2-1 1,-2 6-1,2-3 0,3-3 1,-3 4-1,4 0 1,-4 1-25,-2 5 1,0-7 0,0-1-1,0-2 41,0 2 1,0-4-1,0 3 1,0-3-10,0-2 0,0 0 0,0 0 0,0 2-29,0 4 1,2-5 0,2 3-1,2-6-28,-2-4 0,-2 1 0,-2 4 1,0 1 8,0 0 1,0-6-1,0 1 1,2 1 58,3 2 0,-3-6 0,4-2 0,-4-2-49,-2 1 0,0 5 0,2-4 0,2 0 35,2 0 1,0-1-1,-6-5 1,0 2 25,0 3 0,0 5 0,0-4 0,0 0-63,0 0 1,0 1 0,-2-3-1,-2 4 13,-2 0 0,0-2 0,6-7 0,0 1-56,0 5 0,0-5 1,0 4 12,0-3 1,0-9-1,0 1 42,0 2 0,0 1 15,0 3 1,0-1-31,0 1 1,0-1-102,0 0 86,0-7 92,0-2 8,0-8 130,0 0-184,0 8 1,0-4-38,0 7 1,6-5-3,0 6 1,0-7 35,-6 7-37,7-8 1,-3 10 0,8-9-8,1-1 1,-3-2 0,2-2-2,1 0 1,3 2 0,1 2-32,1 2 0,1 0 1,3-6-1,1 0-7,-2 0 1,-1 0 0,-1 0 0,2 0 43,3 0 0,-1-2 1,-6-2-1,1-2-38,-1 2 1,1 2 0,-1 0 0,1-2 62,-1-1 0,1-3 0,-1 4-15,1-2 1,-7-2 4,1 3 0,-2 1-11,1-8-580,-3 8-152,-8-4 0,-2 8-395,-4 0 1123,4 0 0,-13-7 0,5-3 0</inkml:trace>
  <inkml:trace contextRef="#ctx0" brushRef="#br0" timeOffset="1215">1397 787 6695,'8'-10'-172,"-6"0"946,4 5 1,-4 1-516,-2-8 0,0 0 88,0-5 0,0 5-110,0 1 1,0-1 0,-2-3-132,-4 3 1,2-2 0,-7 7 0,-3-1-128,-1 0 1,-3-4-1,1 7 1,-3-1-75,-3-2 1,3 6 0,-5-4 0,2 4-5,0 2 1,-3 0 0,5 0 0,-4 0 50,-2 0 0,5 8 0,-1 4 0,4 1 17,1-1 0,7 3 0,-1-3 1,0 6-12,3 5 0,-1-4 0,6 6 0,-2-1-17,2-1 0,2 2 1,2-3-1,2 1 27,4-2 0,-2-1 1,8-3-1,1-1 31,3-5 1,1 3 0,1-6 0,-1-1-8,1 1 0,-1-2 0,1-6 1,-1 0 17,0 0 1,1-6 0,-1-2 0,1-1-22,-1-5 1,1-1 0,-1-5 0,1-1-12,-1-2 1,1-7 0,-1 5 0,1-2 23,-1-4 1,-1 4 0,-3-2 0,-1 0 23,1 1 0,-5-5 0,0 4 0,-2-4 40,0-2 1,-1 6 0,-5 2 0,0 0 36,0 0 1,0 0 0,0-2-1,0 3-2,0 1 0,0 6 0,0-5-78,0 5 0,-2 3 0,-1 3 61,-3 1 0,-2 8-15,2-1 1,4 5-137,-4 5 0,4-1 1,0 8-1,-1 1 95,-3 3 1,0 7-1,6 2 1,0 3 52,0 3 0,0-2 1,0 4-1,2 4 57,4 0 1,-2 5 0,5 1 0,1 0 13,0-1 1,-4 7-1,5-5 1,3 3 8,1 0 1,-3-9 0,0 1 0,-1-6-65,-1-4 1,0-9-1,-6-1-3,1-5-140,1-10-611,-6 3 0,0-9-256,0-3 1,0 1 123,0-8 1,0 6 0,0-5 788,0-3 0,8-2 0,2-1 0</inkml:trace>
  <inkml:trace contextRef="#ctx0" brushRef="#br0" timeOffset="1566">1921 385 8297,'-7'-17'601,"3"1"-324,-8 5-204,8 3 0,-4 10 35,8 4 1,0 3 0,0 9 0,2-1 26,4 1 1,-4 7 0,4 4 0,-2 4-14,2 2 0,-4 0 0,5 0 0,-1 0-71,0 0 0,2 0 1,-4-1-1,1-1-211,-1-3 0,-2-5 0,-2-8-922,0 1 368,0-1 0,0-9 0,0-10 714,0-14 0,0-1 0,0-8 0</inkml:trace>
  <inkml:trace contextRef="#ctx0" brushRef="#br0" timeOffset="1800">1904 315 8297,'0'-17'56,"0"-1"1,0 1-1,0-1 186,0 1 1,0 0-1,0-1 1,0 1 5,0-1 0,8 1 1,3-1-116,5 1 1,1-5 0,1 3 0,-1 3-235,1 1 0,5 5 1,2 1-1,0 1-256,1 4 1,-1 2 0,-4 2-1,3 2-121,-3 4 0,-4-2 1,-3 7-1,-4 5 478,-3 5 0,-1-2 0,-6 5 0,0-5 0,-8 6 0,-1 3 0</inkml:trace>
  <inkml:trace contextRef="#ctx0" brushRef="#br0" timeOffset="2033">1956 490 8297,'-7'10'164,"3"-1"707,-8-3 0,6-4 692,-5 4-1404,7-4 0,4-4 0,11-2 0,5-2-140,1 2 0,3-3 0,1 1 1,2 0-190,-1-2 1,3 6-1,0-4 1,0 4-449,1 2 1,3 0-1,-6 0 1,0 0-256,2 0 1,-5 2-1,3 4 873,-3 6 0,-5 3 0,-3 3 0,-6-1 0,-4 1 0,-2-1 0</inkml:trace>
  <inkml:trace contextRef="#ctx0" brushRef="#br0" timeOffset="2333">2026 822 8297,'-17'9'33,"-1"5"1228,1-8-495,-1 7 0,7-11-514,-1 4 1,8-2-1,0 0-112,8 2 1,0 0-1,8-6 1,1 0-112,3 0 1,1 0-1,3 0 1,1 0-50,2 0 1,6 0 0,-3 0 0,1 0-169,4 0 1,-4 0-1,0 0 1,0 0-217,0 0 0,1 0 1,1 0-1,-6-2-223,-4-4 1,-1 4-1,-1-4-1079,1 4 1706,-8 2 0,-5 0 0,-10 0 0,-5 0 0,-8 0 0</inkml:trace>
  <inkml:trace contextRef="#ctx0" brushRef="#br0" timeOffset="2947">1240 1311 7864,'-8'9'-1606,"5"1"2453,-9-4 1,6-4-191,-5 4 1,5-4-138,-6-2 1,6 0-26,-5 0-296,7 0 1,4 0 0,11 0-40,5 0 1,1 0 0,3 0 0,3 0-113,6 0 1,4 0-1,2 0 1,0 0-14,0 0 0,8 0 1,3 0-1,3 0-26,-3 0 1,9 0 0,-7 0 0,1 0-59,1 0 1,-5 0 0,-3 0-1,-3 0-76,-6 0 0,-4 0 1,0 0-1,-5 0-85,-5 0 0,-7 0-225,-1 0 70,-7 0 288,4 0 1,-10 0-214,-4 0 0,2 0-425,-7 0 1,5 0-157,-6 0 1,6 0 870,-5 0 0,-1 0 0,-5 0 0</inkml:trace>
  <inkml:trace contextRef="#ctx0" brushRef="#br0" timeOffset="3765">1624 1974 6814,'-9'0'3887,"1"0"-3902,0 0 0,-1-5 1,-7-3-1,2 0-129,3 0 0,-1 2 0,-7 5 0,-3-3-15,-1-2 0,-8 0 0,4 6 1,-2 0 83,0 0 0,0 8 0,-6 3 0,0 5 36,0 1 0,6 3 1,2 3-1,-1 4 53,1 0 0,8 6 1,-1-3-1,9 1-22,3-2 1,0 4-1,4-6 1,-1 0-38,1-4 1,8-3-1,3-3 1,3 1 25,4-1 1,1-7 0,3-4 0,-1-4-6,0-2 0,3 0 1,1 0-1,3-2 19,-3-4 0,-2-4 0,-1-7 0,-1-3-7,1-3 1,-1 2-1,1-9 1,-1-1 15,1-2 1,-1-1 0,0-1-1,-1 0 21,-4 0 0,3-2 0,-5-2 0,1-2 64,1 2 1,-8 3 0,4 1-1,-2 2 38,-1 4 1,1-2 0,-6 7 0,0 3 43,0 2 0,0 1 1,-2 3-1,-2 1 44,-1 2 1,-3 6-194,2-5 1,2 7 13,-8-2-228,9 4 0,-5 10 0,8 4 161,0 3 0,-2 1 0,-2-1 0,-2 1 72,2 3 0,2 2 1,2-1-1,0 3 107,0 6 1,6 4-1,0 2 1,0 0 72,2 0 0,-5 6 0,7 1 0,0 3 137,0 4 1,-5-1 0,7 1-1,0-5-102,-3-1 0,1-2 0,-6-8 0,4-4-202,1-6 1,-5-4-490,2-1 196,-4-8 0,-2-5 1,0-10-341,0-7 0,0 2 0,0-1-319,0-3 0,6-1 0,0-3-189,-2 1 1,3-1 1086,-1 1 0,8-9 0,-5-1 0</inkml:trace>
  <inkml:trace contextRef="#ctx0" brushRef="#br0" timeOffset="4116">1956 1730 8276,'0'-18'129,"0"1"0,0 0 1,0-1 365,0 1 1,0-1-1,0 1 299,0-1 1,-2 3-144,-3 3-617,3 4 1,-6 10 0,8 4 0,0 6 7,0 3 0,0 10 0,0 5 0,0 3 42,0 1 1,0 3 0,0 2 0,0 2 136,0-2 0,0 3 0,2 1 1,2 0-41,1-1 1,3 5 0,-4-6-1,4-2-63,2-3 1,-5-1 0,7-2 0,2-4-168,1-5 1,-3-5-1,-1-3-318,3-5 1,2-3 0,1-10-87,0-4 1,-1-3 0,-2-9 0,-3-1-408,3-5 0,-4 5 0,1-4 0,1 1-834,-3-1 1694,-1 4 0,0-14 0,2 6 0</inkml:trace>
  <inkml:trace contextRef="#ctx0" brushRef="#br0" timeOffset="4365">1869 1974 8276,'-16'-2'107,"3"-1"2205,1-3-848,1-8-1346,1 12 1,10-6 0,12 8 0,3-1-346,3-5 1,1 4 0,2-4-1,4 4-273,3 2 1,-5-2 0,4-2 0,0-2-135,0 2 0,1 1 1,3-1-1,-2-4 634,2-2 0,2-1 0,2-7 0</inkml:trace>
  <inkml:trace contextRef="#ctx0" brushRef="#br0" timeOffset="5397">2777 315 8332,'12'-11'-101,"-1"-1"1,1 2-1,6-3 253,-1 1 0,-5 6 0,-1-3-60,3 1 0,1-4 0,3 6 1,-3 1 27,-3-3 0,9 6 0,-3-4-44,1 4 1,1 2 0,-3 0-11,1 0 1,-7 0-1,1 2-5,1 4 0,-5-2 0,0 5 0,-2 1 99,0 0 0,-1 1 0,-5 7-57,0-1 0,0 7 0,0-1 1,0 0-25,0 2 1,0 3 0,0 7 0,0-1-10,0 1 1,-5 8-1,-1 6 1,2 5-14,2 4 0,2 8 1,0-2-1,0 4 23,0 2 0,2 0 0,2 0 1,4 0 7,1-1 1,-3 7 0,4 0 0,-1-3 7,1-1 1,-6-8 0,4-2 0,-2-1 11,-1-5 0,3 4 1,-4-4-1,2-3 1,-2-5 1,0-3 0,0 3 0,3-3-156,3-2 1,-6-3-1,2-5 1,-4 0 34,-2 0 1,0-6 0,0-2-52,0-1 0,0-3 1,0-6 9,0 1 1,0-7-89,0 1 1,-2-2 52,-4 1 0,2-3-155,-8-8 133,8 8 1,-11-6 74,3 4 1,3-4 114,-3-2 1,6 0 0,-5 0-1,-3 0-48,-2 0 0,-1 0 0,-1 0 1,-1 0-18,-4 0 1,3 0 0,-5 0-1,2-2-29,0-4 1,-1 4-1,7-6 1,-1 2-230,1 1 1,1-3-1,3 4-315,1-2 1,2-2-1,-3 4-1258,1-1 1815,8-1 0,-3-2 0,7-2 0</inkml:trace>
  <inkml:trace contextRef="#ctx0" brushRef="#br0" timeOffset="6130">3755 1119 8930,'-8'-10'1358,"6"0"-809,-3 4 0,3 3-325,2-9 1,0 6-1,2-4-210,3 3 0,5 1 0,8 6 1,1 0-175,4 0 0,-1 0 1,5 0-1,0 0-129,0 0 0,-4 0 0,7 0 0,-1 0 27,-2 0 0,4 0 1,-8 0-1,-2 0-349,-1 0 1,-3 0-1,1 0-893,-1 0 1504,-7 0 0,5 0 0,-5 0 0</inkml:trace>
  <inkml:trace contextRef="#ctx0" brushRef="#br0" timeOffset="6480">3860 1346 8201,'-10'17'269,"0"-5"357,5-1 0,-3-5 62,-4 6 1,3-8-378,3 2 0,6-4 0,0-2-127,9 0 1,7 0 0,1 0 0,1 0-199,-1 0 1,1 0 0,1 0 0,3 0-179,1 0 1,6-6 0,-4 0 0,0 2-60,1 2 1,3 0-1,-4-2 1,0-2-11,0 3 0,-1 1 1,-7 0-1,1-2-135,-1-2 1,1 0-427,-1 6 91,-7 0-373,-2 0 418,-8 0 686,0 0 0,-8 8 0,-2 2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7T01:55:34.61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121 454 6526,'9'0'733,"-1"0"0,-8 2-635,0 4 1,0 4-1,-2 7 1,-2 1 33,-2-1 1,1 6-1,5 3 1,0 3-24,0 8 1,0-1 0,0 11 0,0 3 11,0 7 1,0-3 0,0 4 0,0-3-53,0-3 1,0 0 0,0 1 0,0-3 8,0-3 1,0-10 0,0-8 0,0 0-17,0-2 0,0-2-251,0-7-526,0-9-18,0-1 0,0-21 391,0-5 1,5-3 0,1 3 0,-2 1-538,-2-1 879,-2-7 0,8-2 0,2-8 0</inkml:trace>
  <inkml:trace contextRef="#ctx0" brushRef="#br0" timeOffset="299">86 559 8190,'7'-17'-758,"-5"5"0,4 0 1365,-4-1 1,0 3-1,2-2-338,2-1 0,5-3 0,-3-1-191,2-1 1,2 7-1,5-1 1,0 0-100,1 3 1,5-5 0,2 8 0,3 2-62,3 2 1,2 2 0,2 0-1,-2 0-41,-4 0 1,4 2 0,-6 4-1,2 6-320,0 3 0,-8-3 0,1 0 54,-9 1 0,1 3 1,-8 1 388,-2 1 0,-10-1 0,-4 1 0,-7-1 0</inkml:trace>
  <inkml:trace contextRef="#ctx0" brushRef="#br0" timeOffset="583">86 821 8190,'-18'0'568,"1"0"0,-1 0 920,1 0-1239,7 0 1,4 0-178,12 0 1,4 0 0,7 0 0,1 0-122,-1 0 0,3 0 0,3 0 0,6 0-130,4 0 0,-4 2 0,0 2 0,2 2-141,2-3 1,2-1 0,0-2 0,-2 0-52,-4 0 1,2 2-1,-7 2 1,-1 2-169,2-2 0,-6-2 0,3 0 539,-9 4 0,3 3 0,-14 17 0,6 1 0</inkml:trace>
  <inkml:trace contextRef="#ctx0" brushRef="#br0" timeOffset="965">121 1380 8223,'-10'17'0,"-6"1"401,5-1 1,1-5 617,-2 0-791,9-9 0,-3 5 0,12-8-88,5 0 1,7-2-1,3-2 1,4-1-76,2 1 1,2 2-1,6 2 1,0 0-150,0 0 1,2 0-1,2-2 1,4-2 3,1-2 0,-3 0 0,4 6 0,-3 0-96,-3 0 0,-4 0 0,-4-2-136,-2-4 1,-7 5-279,1-5 424,-11 4 0,-12 2 0,-12 0-369,-4 0 1,-1 0-1,-1 0 181,1 0 1,5 0-1,3-2 354,1-4 0,-6 4 0,5-6 0</inkml:trace>
  <inkml:trace contextRef="#ctx0" brushRef="#br0" timeOffset="1613">784 1153 8227,'10'-18'-166,"4"1"0,-7-1 127,3 1 1,-6-1-1,4 1 1,-3 0 372,1-1 1,2 6 0,-2 3-188,6 1 1,-3-4-237,3 7 0,0 1 41,5 9 0,0 5 1,-1 8-1,-2-1 44,-3 1 0,-5 5 1,4 2-1,-1 0 25,1 1 1,-6 3 0,4-4 0,-2 2 51,-1 4 0,1-6 0,-6 1 0,0-3 36,0 0 1,0 0 0,0-5 99,0-1 1,-2-1-3,-4-5 1,3-3-91,-9-8 1,6-8-1,-4-3-113,3-5 0,1-1 1,6-1-1,0 1-52,0-1 0,0 1 0,0 0 0,0-1-17,0 1 0,6-7 0,1 1 1,3 0 12,4-3 0,1 5 1,3-6-1,-1 2 18,1 3 0,-1-3 1,1 2-1,-1 3-17,0 7 0,-1-3 1,-2 7-107,-3-1 0,1 2 117,5 8 0,-1 8 0,-4 4 0,-5 5 54,1 6 1,-6-3 0,6 5 0,-2-2 114,-1 1 0,3 7 0,-4-4 0,2 2 13,-2 0 0,3-6 0,-1 4 0,-2-1-38,-2-5 0,-2-2 1,0-1-1,0-1-127,0 1 0,0-7-256,0 1-285,0-8 1,0 2-981,0-12 1187,0 4 1,0-8-1,2 6 1,2-3 356,2-3 0,7-2 0,-3-5 0</inkml:trace>
  <inkml:trace contextRef="#ctx0" brushRef="#br0" timeOffset="2447">1535 1310 8038,'-8'10'1207,"7"-3"-940,-7-7-178,8 0 1,8-7 0,1-5-149,1-3 1,5 3 0,-5 0-1,2-1-70,-1-3 0,1-3 0,6-3 0,-3-1 65,-3 2 0,3-1 1,-5 1-1,2-2-4,-1 1 1,-7-3-1,2 2 1,-4 2-139,-2 1 1,0 3 0,-2-1-17,-4 1 1,2 7-1,-7 4 92,-3 4 0,-2 2 1,-1 2 131,0 4 1,5 4-1,2 7 1,1 1 142,-1-1 0,6 6 0,-2 3 1,4 1 24,2 4 0,0-4 0,0 2 0,0 2 126,0 2 0,8 0 0,4-2 1,3-2-22,3 2 1,1-5 0,2-3 0,5-4-125,1-1 1,-4-3 0,4-3-1,0-6-68,0-4 0,-5-4 0,3-4 1,-2-6-102,1-3 0,5-10 0,-6-5 0,-2-3-287,-1-1 0,-3-1 0,1 0 0,-1 0 18,1 0 1,-7-2-1,-1-2 1,-2-2 19,-4 3 1,-2 1 0,-2 2-1,0 0 104,0 0 1,-8 8 0,-4 5 0,-3 9 98,-3 7 1,5 4 0,-3 2 0,-3 0 123,-1 0 1,3 2-1,3 4 1,3 5 86,-3 5 0,0 1 0,1 1 72,1-1 1,8 1 0,-2-1-71,5 1 1,1-1 0,1 1-28,5-1 0,-2-5 1,8-3-1,1-1-47,3-4 0,1 0 1,1 0-1,1 2-14,5-2 1,-5-2-1,6-2 1,-2 0-84,1 0 0,5 0 1,-6 0-1,-2 0 16,-1 0 0,3 0 0,0 1 1,-3 5 70,-7 6 1,1 3 0,-8 3 0,0-1 70,1 1 1,-5 7 0,4 4 0,-4 2 167,-2-2 1,0 2 0,0-5 0,0-1-69,0 0 0,0-2 1,0-5 28,0-1 1,2-7-248,4-4 0,-2-4 0,7-2-317,3 0 1,-4-2-1,1-4 1,3-6-112,1-3 0,9-3 0,-1 1 0,0 1-221,3 5 0,-7-5 1,4 5-1,-3-5 631,-3-1 0,1-1 0,-1 1 0</inkml:trace>
  <inkml:trace contextRef="#ctx0" brushRef="#br0" timeOffset="3497">2915 1083 8202,'2'-12'-275,"2"1"225,2-3 1,5 4 0,-5-1 192,-2-3 1,0 4-1,0-1 2,1-3 0,3 1 0,-4-1-38,2 2 0,0 1 0,-6-7-76,0 1 1,0 5 0,-2 2 0,-4 3-107,-6 3 0,3 2 0,-3 2 1,-2 0-96,-1 0 1,-8 0-1,-1 2 1,3 4 54,2 5 1,-5 5 0,1 3 0,2 3 41,1 1 0,3 6 0,-1-4 1,3 2 45,3 4 0,-1 0 1,7 1-1,2-5 55,2-2 1,2 4 0,2-6-1,4-1 53,5-3 1,5-3-1,3-5 1,3-5 19,1-4 1,6-2-1,-6-2 1,-1-4 5,-3-5 1,-1-7-1,-1-3 1,0-3-38,1 3 1,-6-6 0,-1 0 0,1-2 6,-2 0 1,-1 5 0,-5-3-1,2 0 13,-2 0 0,-2 5 0,-2-1-14,0 4 0,0 7-99,0 0 0,0 11 0,0 1-94,0 9 0,-6 7 0,0 3 0,2 4 178,2 7 0,0 4 0,-2 5 0,-1 4 101,1 2 1,2 1-1,4 9 1,4 1 56,5 2 0,-1 14 1,2 0-1,1 5-6,3 7 1,-1-1 0,-1-1-1,-3-7-147,3-3 0,-6-8 0,-2-2 0,-4-2-84,-2-3 1,0-17 0,0-7 0,-2-4 77,-4-1 0,2-15 0,-8 1 23,-1-4 0,-3-10 0,-1 0 1,-1-10-60,1-6 0,-1-3 1,1-4-1,-1-7-56,1-2 0,-1-3 0,1 0 0,0-2-112,-1-4 0,6 2 0,3-5 0,-1-1 53,0 0 0,6 7 0,-1-5 0,3 2-76,2 0 1,2-5-1,3 5 1,5 2 13,0 2 0,5 6 0,-3 0 0,5-2-183,7 2 1,-5 6 0,4-2 0,-1 2-224,1 3 1,-4 3 0,5 1 558,-5 1 0,6-1 0,3 1 0</inkml:trace>
  <inkml:trace contextRef="#ctx0" brushRef="#br0" timeOffset="4263">3229 1153 7174,'2'-18'-110,"4"1"1,-4 5 0,4 1 0,-4-3 625,-2-2 0,0 5 0,0-1 0,0-1-306,0-3 0,2 1 0,2 1 0,1 2-102,-1-1 0,4-3 1,0 1-1,0 1-197,-1 2 1,1 3 0,-4-5-1,4 4-235,1 3 0,-3 1-171,6 6 1,-8 2 374,2 4 0,-4 3 1,-2 9-1,0-1 63,0 1 0,0 1 1,0 3-1,1 3 66,5 2 0,-4-6 0,4 3 0,-2-5 69,2-2 0,-4 1 0,5-1 1,-1 1 189,0-1 1,8-1 0,-3-5-69,5-5 0,-5-4 0,1-2 0,2-2-15,1-4 1,5-9 0,1-10 0,2-2-112,-1-5 0,-1-1 0,0-1 1,5-1 34,1 0 0,-6 0 1,2 2-1,-3 2-35,-3 2 0,-5 1 1,-2-1-1,-3 6 91,-3 4 0,-2 7-168,-2 0 1,0 10-233,0 2 0,-2 8 0,-2 10 1,-3-1 103,-3 1 0,4 7 0,-4 2 0,1 4 145,-1 4 0,6-4 1,-4 12-1,2-1 34,1 5 0,-1 3 0,6 5 0,0 3 156,0 6 1,8 4 0,1 4 0,3 3 92,0 7 0,5-3 1,6 1-1,-1-2-145,-3-5 1,-3-1 0,-3-6-1,-3-8-158,-2-11 1,-3-16 0,-5-8 0,0-3 22,0-3 0,-7-7 0,-5-4 0,-3-4-59,-3-2 0,1-2 0,-3-2 0,-1-4-88,-2-2 0,-3-3 0,5-9 0,-4-3-75,-2-2 0,3 4 0,-1-6 0,2-1-22,1 3 0,13-12 0,-7 5 1,5-3 99,1 0 0,6 0 0,-2-2 0,4-4 56,2-1 0,8 5 1,4-2-1,5 4 32,6 2 0,-1 4 0,5 0 0,0-2-107,0 2 0,-5 8 1,3 0-1,-2 3-152,0 3 0,1 1 0,-7 3 0,1 3-518,-1 2 816,1 3 0,-1-3 0,0-2 0</inkml:trace>
  <inkml:trace contextRef="#ctx0" brushRef="#br0" timeOffset="4896">4923 0 7557,'-6'12'166,"1"-1"0,-3 1 0,4 6 0,-4 1-25,-1 4 0,3 6 0,-6 12 0,-1 8 28,-3 7 0,-1 14 1,-1 11-1,-1 7-7,-5 5 0,5 2 0,7-45 1,1 1-1,1-2 0,0 1 69,1 0 1,1 1 0,-10 46 0,1-2-1,-1-4 67,1-6 0,-2-9 1,-3 2-1,-1-3-90,2 1 0,-1 0 1,1-9-1,-2-1-81,1-1 1,1-7-1,0 4 1,-3-4-143,3-8 0,2 1 0,1-10 0,1-3-36,-1-1 1,6-4 0,3-4 0,-1-5-304,0-5 229,7-1-429,-5-9-44,8-1 1,0-16 0,2-3-94,4-5 0,-3 5 0,7-1 0,0-2 691,-1-1 0,3-10 0,6-3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7T01:55:59.933"/>
    </inkml:context>
    <inkml:brush xml:id="br0">
      <inkml:brushProperty name="width" value="0.11429" units="cm"/>
      <inkml:brushProperty name="height" value="0.11429" units="cm"/>
      <inkml:brushProperty name="color" value="#E71224"/>
    </inkml:brush>
    <inkml:brush xml:id="br1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455 158 9997,'-2'-12'13,"-4"1"1,2 5-40,-7-6 0,5 8 0,-6-1 91,-1 3 1,3-4 0,-2 0 0,1 0-89,1-2 0,-6 6 1,5-3-1,-5 1 23,-1-2 0,-1 4 1,1-6-1,-1 2-13,1 1 1,-1-1 0,1 6-1,0 0 40,-1 0 0,1 0 1,-1 0-1,1 0 6,-1 0 0,1 0 0,-1 0 14,1 0 1,7 2 0,2 4 13,1 5 0,5-1 1,-4 1-1,4 3-38,2 2 0,0 1 0,0 2 0,2 3 31,4 1 0,-2 8 0,7-2 1,3 4 12,1 2 1,-3 6 0,-2 2-1,-1-1 12,1 1 1,-4 6-1,6-3 1,-1 5-8,-1 1 1,0-2-1,-7-1 1,3-3 69,-2 3 0,-2-4 0,-2-1 1,0-1-18,0-4 0,0 0 1,0-3-1,0 1-109,0-4 1,0-9-1,0-1-61,0-4 202,0-1-225,0-9 45,0-1 0,2-8 51,4 0 0,-2-2 0,7-2-80,3-1 1,1-1 0,3 4 0,-1-2-76,1-2 0,-1 0 0,1 4 0,1-2-252,4-1 1,-3-1-1,5 6 1,-2 0-296,1 0 1,5-2 0,-4-2 700,2-2 0,2-7 0,6 3 0</inkml:trace>
  <inkml:trace contextRef="#ctx0" brushRef="#br0" timeOffset="547">804 647 11026,'18'0'209,"-1"-2"1,1-2 0,-1-4 68,1-1 0,1-5 1,2-7-1,5-3-71,1 3 1,-6-6 0,4 0 0,-1-2-98,-1 0 1,-2 7 0,-9-1-1,-6 4-59,-4 1 1,-2 1 0,-2 1-351,-4 4 0,-6 5 0,-11 7 0,-4 0 217,0 0 1,-4 0-1,5 2 1,1 3 73,0 7 0,-4 6 1,5 3-1,3 4 73,2 2 0,1-3 0,3 5 0,1 2 47,3 2 1,7 7 0,-2 1 0,4-2-43,2-2 0,2 0 0,4 0 0,7 0-93,9-4 1,-1-10 0,8 0 0,2-4 51,2-1 0,2-8 1,2-5-1,2-3 173,1-2 1,3-2-1,-4-3 1,0-7-270,-6-4 1,0 5 0,-10-1 0,0 1-366,2 1 0,-11-4 1,4 8-1,-3 3-1093,1 1 1516,-7 2 0,15-8 0,-5-2 0</inkml:trace>
  <inkml:trace contextRef="#ctx0" brushRef="#br1" timeOffset="1147">1363 123 8588,'0'-17'-208,"-2"-1"179,-4 1 0,4 5 0,-1 2-22,6 3 1,7 1-1,8 6 1,-1-2 58,1-4 0,7 4 1,4-4-1,6 4 28,6 2 1,-3-2-1,7-2 1,0-1-62,-1 1 0,-5 2 0,2 2 1,-6 0 17,-6 0 0,-4 0 1,-7 0-1,-3 2 35,-3 4 1,-5-3 33,-7 9 0,0 0 1,-2 5 56,-3 1 1,-3 5 0,-6 0-1,5 1-33,1 1 1,-4 0 0,6 8 0,1 0 6,-3 4 0,6 9 1,-4 1-1,4 3-71,2 3 0,0 1 1,2 2-1,2 3-10,2-3 1,5-4 0,-3-3-1,0-5 8,0-1 0,3-2 0,-3-6 1,0 0-34,0 0 0,3-8 0,-5-4 0,-2-2 16,-2 3 0,-2-11-4,0 5 0,0-10 111,0 3 1,-2-7-57,-4 2 0,-4-4 0,-7-2 0,-2 0-50,-5 0 1,3 0-1,-6 0 1,0 0-59,-1 0 1,5 0 0,-4 0 0,2 0-88,3 0 0,3 0 0,2 0 0,-1 0-475,1 0 0,5-6 616,0 0 0,8-7 0,-3 3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7T01:56:56.863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280 71 21660,'-2'-10'-5597,"-2"2"3867,-1 1 1,-3 3 1478,2-8 0,2 8 1,-8-4 303,-1 1 1,3 5 0,-1-4 77,-3 4 1,-2 2 0,-1 0 37,0 0 0,-1 0 1,1 0-15,-1 0 1,6 0 0,1 0-408,-3 0 1,-1 0 981,-3 0 6,9 0-328,1 0-324,8 0 0,0 8 0,0 3-191,0 5 1,0 1 0,0 1 0,0 1 49,0 5 1,0 3 0,0 8 0,2 1 29,4 5 0,-5 4 0,7 7 1,-2 1 19,0-1 0,2 2 0,-4 3 1,1 1-99,-1-2 1,4-2-1,0-3 1,0-1 8,-1 3 1,5-12-1,-6 7 1,0-5-36,1-3 0,-5 1 0,4-6 0,-4 0 46,-2 0 1,0-8-1,0-2 1,0-1 140,0-1 0,0 0 0,0-5-2,0-1 0,-6 1 381,0-1 3,1-7 41,5-2-127,-8-8 1,6 2 351,-4 3-96,4-3-517,2 6 1,2-8 184,4 0 1,-2 0-275,7 0 1,1 0 0,4-2-1,-3-2-123,-1-2 0,-1 1 1,7 5-1,-1 0-306,1 0 0,5 0 368,0 0 1,8 7 0,-3 3-1</inkml:trace>
  <inkml:trace contextRef="#ctx0" brushRef="#br0" timeOffset="830">647 1171 14218,'-12'0'101,"1"0"0,7-2 0,-2-4-550,4-5 1,2 1-1,-2-2 1,-2-1 256,-2-3 0,1-7 1,5-2-1,0-1 121,0 1 0,0-6 0,0 2 0,0-6 15,0-6 1,0 3 0,0-9 0,0-1 26,0-3 0,0-3 0,0-3 0,0-3-52,0-2 0,2 8 1,1 0-1,5 7-86,2 4 0,-4 8 0,3 6 1,1 0 48,0 2 1,1 8-1,7 7 298,-1-2 0,1 7 0,-1 1 0,-1 6-116,-5 6 0,5-3 0,-4 9 0,3 4-123,3 5 1,-1 0 0,-1 6 0,-3 1-46,-1-1 1,-6 0 0,3 4 0,-1-4 35,-4-2 1,-2 6-1,-2-3 1,0 1 88,0 0 1,-8-8 0,-3 2-1,-5-1 142,-1 1 0,-7-9 0,-1 3 1,0-3 11,0-5 0,-6 5 1,3-8-1,1-2-188,4-2 0,4-2 0,1 0 1,1 0 95,-1 0 0,3-2-192,3-4 1,0 2-358,12-8 0,-2 9 628,14-3 1,7-4 0,9 0-1</inkml:trace>
  <inkml:trace contextRef="#ctx0" brushRef="#br0" timeOffset="1446">1188 141 16598,'0'-18'-2297,"0"1"0,8 5 2964,4 0 1,3 9-1,3-3-438,-1 4 1,1 2 0,-1 0 0,1 0-55,-1 0 0,1 0 0,-1 2-144,0 4 0,1-3-100,-1 9 1,-5-8-1,-2 4-88,-2 0 0,-3 1 1,-5 9 24,0-1 0,0-5 0,0-1 0,0 5 138,0 5 1,-2-1-1,-1 5 1,-5 0-54,-2 4 1,6 6 0,-4 4-1,3 6-89,-1 5 0,0-1 0,6 9 0,0-2-5,0 2 0,0 4 0,0 6 1,0-2 17,0-2 1,0-7-1,0 1 1,0-4 15,0-1 0,2-9 1,2-3-1,2-4 127,-3-2 1,-1-6-1,-2-2-122,0-2 4,0-2 1,-2-13 154,-3-4 1,1-4-1,-8-2 61,-1 0 1,3 0 0,0-2 0,0-2-22,1-2 0,-3-1 0,-5 3 0,-1-2-39,1 2 0,-7-4 0,1 2 1,2 1-54,1-3 1,3 6 0,-1-6 0,1 2-191,0 0 0,-1-1 225,1 1 0,-9-4 1,-1-7-1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7T01:57:04.011"/>
    </inkml:context>
    <inkml:brush xml:id="br0">
      <inkml:brushProperty name="width" value="0.11429" units="cm"/>
      <inkml:brushProperty name="height" value="0.11429" units="cm"/>
      <inkml:brushProperty name="color" value="#E71224"/>
    </inkml:brush>
    <inkml:brush xml:id="br1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455 402 14854,'0'-12'-1131,"0"1"1,-2 7-1,-2-4 365,-2 0 0,-8 6 917,3-3 0,-5 3 0,-1 2-21,-1 0 1,1 0-1,-1 0 1,-1 0-40,-4 0 0,3 5 0,-3 1 0,4 0 46,1 2 1,-1-6 0,-3 4 0,-1-5 0,2-1 0,7 6 1,3 0-1,-3-2 12,-2-2 1,1 0-1,1 2 420,3 2 1,5-1 269,-6-5-930,8 0 42,-3 0 1,8 2 0,3 4-223,2 6 0,2 3 0,-4 3 89,2-1 0,-1 7 0,-5 1 0,2 2 81,4 4 1,-4 2 0,6 2 0,-2 0-18,0 0 1,-1 6 0,-5 1 0,2 3 11,4 3 0,-4-3 0,4 0 0,-4-1 38,-2 1 1,6-4-1,0 3 1,-3-1-2,-1-4 1,-2-2 0,2-2 0,2 1-69,2 5 0,0-10 1,-6 4-1,0-4 204,0-4 1,0 4 0,0-7 0,0-3 14,0-2 0,0 5 0,0-1 1,0-2-55,0-1 0,0-3 0,0 1 34,0-1 1,0 1 5,0-1 1,0 1-34,0-1 0,0-5 36,0-1 55,0-7-92,0 4-43,0-8 384,0 0-388,8 0 0,-5 0 0,9 0 0,2 0-164,1 0 1,5 0 0,1 0-1,4 0 319,2 0 0,10-8 0,8-2 0</inkml:trace>
  <inkml:trace contextRef="#ctx0" brushRef="#br0" timeOffset="1767">594 1188 17004,'-2'-16'-1194,"-3"5"1,3-5 0,-4 5 1079,4-5 0,2 4 0,0 1 0,0-3 175,0-1 0,0-3 0,0 1 57,0-1 1,6 1 0,1-1 0,3 1 49,4-1 1,-1 1 0,1 1 0,-2 3-50,1 1 1,3 8 0,1-4-164,1 1 1,-1 5 0,1-2 0,-3 8-257,-3 7 0,1 5 0,-5 3 1,0 5 301,0 5 1,-3 4 0,-5 2 0,2 2 41,4 3 1,-4-1-1,4 6 1,-4-3-30,-2-3 1,6 4-1,-1 0 1,1-1-78,2 1 0,-4-2 1,8-8-1,1-4-257,3-6 0,1-3 0,1-5 78,-1-3 1,1-5-1,-1-7 340,0 0 1,1-7 0,-3-5 0,-1-5 116,-2-7 0,-1 3 0,7-8 0,-1-2-105,1-2 1,-3 4 0,-1-2 0,-3-4-75,3-4 1,0-2 0,-1 6-1,-3 0-88,-2 0 0,3 0 1,-5 1-1,-2-1-22,-2 0 1,-2 2 0,0 2 0,-2 3 4,-4 3 1,-3 4-1,-9 7 1,1 3 3,-1-3 0,1 6 0,-1 3 0,1 3-170,-1 2 1,1 0 0,-1 0 169,1 0 1,5 0 0,3 2 137,1 3 1,-4-1 0,6 8 0,2 1-81,2 3 1,2-4 0,0-1-1,2 3-25,4 1 0,-2 3 0,8-1 0,1 1 47,3-1 0,1-5 0,1-1 0,-1 1 88,1-2 1,-1-2 0,3-8 0,1 0-130,2 0 0,8 0 60,-2 0 1,4-8 0,2-2-1</inkml:trace>
  <inkml:trace contextRef="#ctx0" brushRef="#br0" timeOffset="2481">926 559 13618,'-17'-12'-3097,"-1"1"3144,1-1 0,7 1-133,4-1 1,6 8 294,6-2 0,4 4 0,7 2 0,1 0-94,-1 0 1,6 0 0,3 0 0,1 0-34,4 0 1,0 0 0,0 0 0,-4 0-34,-2 0 0,6-2 0,-1-2 0,1-1-44,-2 1 0,2 0 0,-8 0 0,0-2 125,3 2 1,-7-3 0,4 1 109,-3 2-25,-11 2 0,-1 0 0,-10-2-383,-4-2 0,2 0 0,-7 6 169,-3 0 0,-1 0 1,-3-2-1,1-1-37,-1-3 0,1-2 0,-1 4 0,1-2-45,-1 2 0,1-3 0,1-1 0,3 0-82,1 0 1,1-3-1,-7 3-35,1-2 1,5 4 47,0-5-287,1-1 261,1 2 1,4 3 174,12 7 0,4 2 1,7 2-1,3 3-20,3 3 1,-4 2-1,7 3 1,-3-1 15,0-3 0,6 1 0,-6 5 0,-1 1-23,-3-1 0,-1 1 0,-1-1 0,-1 3-66,-5 3 0,-3-4 0,-8 5 0,0-3-39,0 2 0,-2-3 1,-4 3-1,-5-4-7,-5-1 1,-7-1 278,0 1 0,-8-1 0,3 1 0</inkml:trace>
  <inkml:trace contextRef="#ctx0" brushRef="#br1" timeOffset="2932">1747 1415 8558,'-12'-6'-758,"1"0"685,7-7 1,-4 9 0,10-6-298,4 2 0,-2 2 370,7 6 0,9-7 0,7-3 0</inkml:trace>
  <inkml:trace contextRef="#ctx0" brushRef="#br0" timeOffset="3581">1904 961 13698,'0'-27'-717,"0"1"0,0 9 0,0-1 714,0 1 0,0 5 0,0 1-20,0-3 1,8 6 0,4 3 129,3 3 1,3 2 0,-1 2-225,0 3 1,1-1-1,-1 8 1,1 2-1,-1 1 0,1 8 0,-3 3 0,-1-1-20,-2 0 1,-3 4-1,5-4 1,-3 2-18,3 5 0,-4 1 0,-1 0 1,1-2 147,0-2 0,-6 0 0,2 4 0,-5-4 31,-1-6 0,0-3 1,0-3-1,0 0 32,0 1 0,-1-8 86,-5-5 1,2-3 0,-6-4-42,2-3 1,-3 1 0,5-8-1,0-3-127,-2-7 1,6 3-1,-3-6 1,1 1-13,-2 1 0,4-8 0,-4 4 0,4-2-26,2 0 1,2 0 0,2-6 0,4 0 80,1 0 1,3 0 0,6 2 0,-1 2 46,0 2 1,1 2 0,1-3-1,3 7 45,1 4 0,0 3 1,-5 3-1,-1 3-61,1 2 0,-1 2 0,1 6 0,-1 2-57,1 4 1,-1 0-1,0 9 1,-1 5-11,-4-1 0,1 8 0,-5 1 0,0 1 83,-1 0 0,5 0 0,-6 6 0,0 0 9,2 0 0,-7 2 0,5 1 0,-4 3-3,-2-2 1,0-2 0,0-2 0,0 0-52,0 0 1,0-8 0,0-4-530,0-4-762,0-1 890,0-8 0,0-5 1,-2-8-13,-4-3 384,5-8 1,-7 4 0,8-7 0</inkml:trace>
  <inkml:trace contextRef="#ctx0" brushRef="#br0" timeOffset="4198">2044 559 15042,'-16'-8'0,"3"-1"-654,1-1 1,6-4-756,-5 9 1509,7-1 1,-2 6 0,12 0-21,5 0 0,7 0 0,3 0 0,4 0-5,3 0 1,1 0 0,6 0 0,0 2-110,-1 4 0,1-5 0,0 5 0,2-4 60,4-2 0,-4 0 0,6 0 0,-3 0-52,1 0 1,0 0 0,-8 0-1,-2-2 95,-2-4 1,-8 5-1,3-5 1,-7 2 340,-5-2 1,1 2-280,-7-8 1,0 7 0,-8-5 0,-4 2-248,-6 4 1,3-3 0,-3-1 0,-1 0-27,-3 0 1,-1-3 0,-1 3 0,-1 0-100,-5 0 0,11-3 0,-5 3 0,3 0-19,-1 0 0,5-3 0,-1 3-38,-2-2 0,1 4-124,1-5 198,4 7 0,10-4 0,4 8 0,6 0 223,3 0 0,9 0 0,-1 2 0,0 2 53,2 2 1,-5 5 0,3-3 0,-3 2 25,-3 4 1,0-5 0,-1 3 0,-2 1-97,-3 3 0,-7 1 0,2 1 0,-4-1 15,-2 1 1,0-1-1,-2 1 1,-2-1-11,-2 1 0,-7-1 1,1 1-1,-2-1-251,3 1 0,-5-7 445,5 1 1,-5-1 0,-1 7 0</inkml:trace>
  <inkml:trace contextRef="#ctx0" brushRef="#br0" timeOffset="4881">2987 105 24789,'0'-12'-3830,"0"1"0,0 5 3324,0-6 0,0 6 0,2-3 740,4 1 0,3-4 1,9 5 183,-1-3 1,3 6 0,1-2-1,2 4-221,-1 2 1,-3 0-1,-1 0 1,-1 0-108,0 0 0,1 0 0,-1 0-174,1 0 0,-6 8 1,-3 6-1,-1 5-358,-4 4 0,4 8 0,-3-2 0,-1 6 423,-2 6 1,-2-2-1,0 8 1,0 3 46,0 6 0,0 6 0,0 6 0,0-2-113,0-2 0,0 0 0,0 4 1,0 0-267,0 2 1,2-12-1,2 6 1,4-7 39,2-5 0,-7 0 1,5-1-1,-2-7-81,0-9 1,5-2-1,-5-7 1,-2 1 161,-2 4 0,-2-6 0,2-2 0,2-3 25,2-3 1,0 1 0,-6-1 49,0 1 0,0-7 3,0 1 1,-2-8 183,-4 2 1,2-5 0,-6 1 0,1 2 17,-1 2 0,6 2 1,-4-4-1,0 4 37,-3 1 0,1-5 0,-2 4-3,-1 0 0,-5-5 0,-3 7 0,-4-2-143,-2-4 1,-2-2-1,-6-2 1,-2 2-58,-4 4 1,2-5 0,-5 5-1,1-2-115,4 2 1,8-2 308,2 8 1,0-1-1,-6 7 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7T01:57:13.611"/>
    </inkml:context>
    <inkml:brush xml:id="br0">
      <inkml:brushProperty name="width" value="0.11429" units="cm"/>
      <inkml:brushProperty name="height" value="0.11429" units="cm"/>
      <inkml:brushProperty name="color" value="#E71224"/>
    </inkml:brush>
    <inkml:brush xml:id="br1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472 402 12116,'0'-17'-1760,"0"5"1355,0 0 0,-2 6 283,-4-5 0,-2 5 0,-5-4 0,1 3 194,-2 3 0,-3 2 15,-6 2 1,-3 0-1,-3 0 1,6 0-10,4 0 1,1 0 0,-1 0 0,-3 0-14,-1 0 0,0 6 1,5-1-1,1-1 2,-1-2 0,7-2 1,-1 0-1,-1 0 139,-3 0 1,4-2-1,1-2-160,-3-1 0,5-1 0,-1 4 283,2-4-276,2 4 0,6-8-163,0 4-307,0 5 327,0-7 1,0 10 0,2 2 0,2 3-1,2 3 0,0 4 0,-4 7 1,2 4 58,1 2 1,1 2 0,-6 8-1,0 4 54,0 6 0,6-3 0,0 5 1,-2 3 76,-2 4 1,-2 5-1,0-5 1,0 2-51,0-2 1,0 5 0,0-3 0,2-2 28,3-2 0,-3-3 0,4-5 0,-4-5-17,-2-4 0,6 0 0,0 0 0,-2 0-88,-2-4 1,0-10 0,1 2 0,3-2 51,-2 1 1,-2-1 0,0-6-60,4 1 1,-4-1 0,4 1-44,-5-1 1,-1 1-1,0-1 65,0 1 0,0-1 26,0 1 0,0-7 22,0 1 1,0 0-5,0 5-9,0-7 91,0 5 301,0-13 354,0 6-846,0-8 19,0 0 0,8-2 1,4-2-1,3-2-23,3 2 1,1-3 0,3-1 0,3 0-230,2 0 1,8 1 0,8 3 0,1-2-867,5 2 1257,-7 2 0,17-6 1,-5-1-1</inkml:trace>
  <inkml:trace contextRef="#ctx0" brushRef="#br0" timeOffset="1366">1048 961 17780,'0'-18'-2898,"0"1"2197,0-1 0,0 1 0,0 0 1060,0-1 0,0 6 0,0 1 11,0-3 0,0-1-504,0-3 1,-2 9 0,-4 1 0,-5 2 203,-5 0 1,-1 0 0,-1 6 0,-1 0-42,-4 0 0,-5 2 1,-8 2-1,-3 4-168,-2 2 0,0 1 0,4 9 0,-1 1 359,-3 2 1,6 3 0,8-5 0,1 2-107,5-2 0,-2 7 0,5-1 0,7 0-69,1-4 0,8 4 0,-2 1 1,8-1-96,8-4 0,11-4 0,6-1 1,4-1 161,2 1 1,0-8-1,0-5 1,0-3-31,0-2 0,-2 0 0,0-2 0,-2-3 9,0-7 0,6-4 0,-10-3 0,2-4-143,0-6 0,-2-4 0,2-2 0,-5 0-75,-5 0 1,-2-2 0,-1-2 0,-2-4 59,-3-1 1,-7 5-1,2-4 1,-4 3 3,-2-1 1,0-6-1,-2 5 1,-2-1 55,-2 0 1,-5 2-1,5 6 1,0 3-171,-2 2 0,6-1 0,-6 10-288,1 5 0,3 1 266,-8 9 1,8 2 0,-1 10 0,1 6 118,-2 3 1,4 10 0,-4 3 0,4 1 87,2 0 1,0 6 0,0 7 0,0 1 143,0 0 0,6 5 0,2-1 0,1 3-15,5 3 1,-4-1-1,1 1 1,3-1 1,1 0 0,1 7 0,-2-3 0,-5-6-130,-1-7 1,4-6 0,-5-4 0,1-4-246,0-6 1,-2-9-1293,-6-3 294,0-7 1,2-4 1346,4-11 1,3-5 0,9-1-1</inkml:trace>
  <inkml:trace contextRef="#ctx0" brushRef="#br0" timeOffset="1866">1502 1170 13434,'0'-17'-1267,"0"0"0,0-1 1253,0 1 0,0 5 0,2 0 0,2-1 156,2-3 0,5-3 0,-3-3 0,2-3-50,4-2 0,-5 4 1,3-8-1,1-4-18,3-4 0,1-4 0,1 4 1,-3-3-39,-3-3 0,9 1 0,-3-5 0,-1 4-55,-3 3 0,1 1 0,-3 6 0,2 0-133,-3 0 0,3 8 718,-8 4-568,0 11 1,-6 6 0,0 12-1,0 6-52,0 3 0,0 3 1,0 1-1,1 4 61,5 7 0,-4 2 0,6 3 0,-2 2 86,0 4 1,7-2 0,-1 7 0,1 1-27,-1-2 0,4 3 0,-3-5 0,7 1-82,3 5 1,0-1-1,-5 1 1,-1-4-133,1-3 0,-1-1 0,-1-6 1,-3-2-382,-1-4 0,-8-10-6,1-7 0,-5-8 0,-5 2 222,-7-4 1,-4-2 416,-1 0 1,-8-8-1,-2-2 1</inkml:trace>
  <inkml:trace contextRef="#ctx0" brushRef="#br0" timeOffset="2064">1485 943 13460,'-10'-7'-899,"4"-5"0,4 2 1414,2-1 1,8 1 0,6-2 0,5 5-214,4-1 0,8 4 0,0-6 0,6 1-394,4-1 1,8 6-1,-5-4 1,3 2-111,-1 1 0,-5-3 1,4 4 249,-3-2 0,7-8 1,-5 5-1</inkml:trace>
  <inkml:trace contextRef="#ctx0" brushRef="#br1" timeOffset="2612">2201 332 8325,'11'-8'0,"-1"-3"-338,-2-5 1,5 5-1,-1-1 597,4-2 0,7 1 1,0-1-1,-1 5-115,-3 1 0,4-4 0,0 6 1,-1 0-52,-3-1 0,-1 5 0,-1-4-24,1 4 1,-1 4-101,1 4 1,-9 3 0,-3 9 0,-4-1 43,-2 1 1,0 5 0,0 2-1,0 3 106,0 3 0,0 2 0,0 3 1,0 3-18,0 2 1,0 8 0,0-1-1,0 6 23,0 5 0,0 1 1,0-4-1,0 4-10,0 2 0,2 0 1,2 4-1,4-4-23,1-1 1,1-3-1,4-4 1,-3 0-127,3-1 1,-1-3-1,1-11 1,-4 2-118,-3-2 1,5-10 0,-6-6-128,-2-4 224,-2-1 0,-4-3 0,-4-3 34,-6-6 1,-3-4-1,-5-2 1,-3 0-34,-6 0 0,-4 0 0,-2 0 1,0 0-96,0 0 1,-2-6 0,-1 0-1,-3 2-57,2 2 0,4-3 1,4-1-1,4 2-258,2 2 0,1 2 1,7 0-466,-1 0 928,9-8 0,-7 6 0,6-6 0</inkml:trace>
  <inkml:trace contextRef="#ctx0" brushRef="#br0" timeOffset="2981">3091 769 11029,'0'-18'-1527,"0"1"1565,0-1 1,0 7 170,0-1 1,8 8 0,4-2 0,3 4-148,3 2 1,-1 0 0,3 0-1,1 0-258,2 0 0,8 0 0,-3 0 0,1 0 204,0 0 0,0 8 0,6 2 0</inkml:trace>
  <inkml:trace contextRef="#ctx0" brushRef="#br0" timeOffset="3180">3109 1031 10591,'-18'0'50,"1"0"390,-1 0 1,7 0 205,-1 0-492,8 0 1,-1 0-1,10 0 1,7 0-318,3 0 1,11 0 0,3 0 0,4 0-311,2 0 0,0 0 1,0 0-1,0-2 479,-1-4 0,1 4 1,0-6-1</inkml:trace>
  <inkml:trace contextRef="#ctx0" brushRef="#br0" timeOffset="4467">4279 175 25547,'0'-12'-7263,"0"1"6099,0-3 1,0 4 0,0-1 712,0-3 0,-2 6 1,-4 3 482,-5 3 1,-7 2-1,-3 0 1,-4 0 34,-3 0 0,-1 0 1,-6 2-1,0 1 77,0 3 0,6 6 0,2-6 0,2-2-27,4-2 1,1-2 0,3 0 0,1 2-913,5 3 1560,-5-3-275,14 6-600,-6-8 1,10 2-1,2 4-63,2 5 0,6-1 0,-7 4 0,-1 3 18,-2 5 0,4 9 1,0-2-1,0 6 84,2 5 0,-7 5 1,7 7-1,-2 3-22,0 3 1,0-4 0,-4 6-1,2-1 43,1-1 1,1 6 0,-6-6-1,0 0 46,0 3 0,0-13 0,0 2 1,0-3-25,0-2 1,0-8-1,0-3 1,0-8 130,0-7 1,0-1 18,0-1 0,-2-7 310,-4-4 0,4-6-302,-3-6 0,5 2 0,5-6-88,7 2 0,0-3 1,1 3-1,5 0-130,1 0 0,-3 1 0,9 3 0,0-4-322,4-2 0,4 5 1,2-5-1,0 2-1226,0 4 1786,0-6 1,0 1-1,0-9 1</inkml:trace>
  <inkml:trace contextRef="#ctx0" brushRef="#br0" timeOffset="4997">4558 716 16295,'-9'-17'-2030,"3"-1"0,-2 1 1917,2 0 1,2 5 196,10 0 0,4 6 0,7-3 0,1 1-116,-1 4 0,3-4 1,1 1-1,4-3 39,2-4 0,-5 5 0,1-3 1,-2-2-93,3-1 1,-5-3 0,4 1 0,-3-1-59,-3 1 0,1-1 1,-3 1-1,-1-2-258,-2-5 1,-9 5 0,3-4 282,-4 3 1,-10 5-1,-3 1 1,-5 4 86,-1 3 0,-7 1 0,-1 6 0,-2 2 6,-4 4 1,4 3-1,-2 9 1,0-1 12,1 1 1,1 5 0,6 2 0,-2 2 136,1 4 0,3 2 1,3 2-1,3 0-28,1 0 1,8 0 0,-2 0-1,5 0 45,1 0 0,1 0 1,5 0-1,8-2 3,7-4 0,1 2 0,7-10 0,2-3-28,2-5 0,2-9 1,0 4-1,1-2-262,5 0 0,-2-1 0,6-7 0,-3-1-162,-3-3 0,-8-6 0,-4 4 1,1-1-293,-1-5 1,-4 4 627,6-1 0,-8-1 1,5-5-1</inkml:trace>
  <inkml:trace contextRef="#ctx0" brushRef="#br0" timeOffset="5547">5117 70 21531,'8'-17'-2700,"-6"5"0,6 2 2876,-1 3 0,3 1 1,10 4 236,3-4 0,-4 4 1,7-4-1,-1 4-233,4 2 1,-2 0 0,0 0 0,0 0-59,1 0 1,-7 0-1,2 0 1,-3 0 13,-3 0 1,-5 0-246,-1 0 1,-7 2-1,2 4-429,-4 6 1,-2 5-1,0 5 469,0 1 1,-2 2 0,-2-2 0,-2 6 5,2 4 0,-3 2 1,1 2-1,0 4-108,-2 6 1,6 5 0,-4 4 0,5 2-16,1-1 1,0-1 0,0 0 0,0 4 5,0 3 0,0-3 1,1 0-1,5-8-101,6-1 1,3-1 0,3 1 0,-3-5 1,-3-5 1,4-10 0,-7-4 0,3-2 192,0-3 1,-8-3-38,1-1 0,-3-7 1,-4-1 141,-3-2 0,-5-3 0,-8-5 0,-1 0 2,-4 0 0,1-1 1,-7-3-1,-2-2-132,-2 2 0,-2 2 1,2 2-1,2 0-104,2 0 1,8 0 0,-4 0 0,1 0-135,1 0 1,0 2 0,5 2-576,1 2 940,-1-1 0,1 3 0,-1 2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7T01:57:20.976"/>
    </inkml:context>
    <inkml:brush xml:id="br0">
      <inkml:brushProperty name="width" value="0.11429" units="cm"/>
      <inkml:brushProperty name="height" value="0.11429" units="cm"/>
      <inkml:brushProperty name="color" value="#E71224"/>
    </inkml:brush>
    <inkml:brush xml:id="br1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68 103 15743,'0'-17'-1098,"0"-1"0,-2 3 0,-2 1 632,-2 3 0,1 5 818,5-6-492,0 8 0,-6-2 1,0 12-1,2 6 193,2 3 1,2 9 0,0 1 0,2 4 59,4 8 0,-2 0 0,5 9 0,-1 3 153,-4 1 0,6 8 1,0 3-1,1-1-329,1 0 0,-2 6 0,3-2 1,-3 0 91,-2-6 1,3-2 0,-5-15 0,-2-2 83,-2-2 0,-2-10-547,0-4-135,0-11-91,0-12 0,0-10 25,0-7 0,0 5 0,2 1 732,4-3 0,3-9 0,9-4 0</inkml:trace>
  <inkml:trace contextRef="#ctx0" brushRef="#br0" timeOffset="333">540 540 12385,'-2'-10'-2837,"-2"2"2971,-2 1 1,-2 5-1,2-4 40,-5 4 1,-7 2 0,-3 2 0,-4 2-65,-2 2 0,-1 7 0,-3-3 0,2 1-20,-2 1 1,4-2 0,0 3-1,2-1-24,3 2 1,3-5 0,1 3-59,1 2 1,1 1-1,5 3-95,5-1 1,6 0 0,6 1 169,5-1 1,13-5 0,3-2 0,2-1-50,0 1 0,6 0 0,6 3 1,-2-3-111,-3-2 0,-3 6 1,0-3-1,-2 5-262,0 1 0,4-5 0,-9-1 0,-1 1-377,0-2 0,4 5 0,-6-5 659,-1 0 0,5 5 0,0-5 0</inkml:trace>
  <inkml:trace contextRef="#ctx0" brushRef="#br0" timeOffset="981">941 732 9370,'0'-18'-211,"0"1"1,0 0 115,0-1 1,0 1 0,0-1 101,0 1 1,0-1-1,-2 1-153,-3-1 1,1 3-1,-6 1 143,2 3 0,-5 7 0,1-2-129,-4 4 0,-1 2 1,-1 2-1,1 4 36,0 5 0,-1 5 1,1 1-1,1 1 78,4-1 1,-3 7 0,5 1 0,1 0 35,3 0 0,4 4 0,2-5 0,0-3 43,0-2 0,2-1 1,2-1-1,3-1 51,3-5 0,2 3 0,5-8 0,1-2-3,-1-2 1,1-8-1,-3-2 1,-1-2-67,-3-3 0,-5-3 1,4-3-1,-2-2-33,-5-3 1,5-5 0,-2 6 0,-2 0-65,-2-3 0,-2 7 0,0-4 1,0 3-238,0 3 0,0 5-67,0 0 1,6 11 379,0 1 1,-1 9-1,-5 13 1,2 3 51,4 2 0,-2 4 1,6 8-1,-3 4-14,-3 1 1,4 3 0,0 5 0,0 1 40,-1-1 0,5 2 0,-4 4 0,1 5-44,5-1 0,-6 4 0,0-8 0,-3-2-33,1-2 1,0-9-1,-6-4 23,0-4 1,-6-10 0,-2-6-1,-1-7 192,-5-8 1,-1-4 0,-3-2 0,1-2-36,-1-4 1,-5-4 0,0-7-1,1-1-229,3 1 1,-2-1 0,1 1-1,5-1-22,-1 1 1,3-6 0,1-1 0,6 3-73,4 2 1,2-5 0,0 1 0,0 0-65,0-3 1,2 7-1,4-6 1,6 2 50,3-1 0,8 1 1,3 5-1,-1-1-82,0-4 0,6 7 0,-2-3 0,4 1-268,2 5 1,0 1 487,0 1 1,0-5 0,0 6-1</inkml:trace>
  <inkml:trace contextRef="#ctx0" brushRef="#br0" timeOffset="1415">86 1308 10174,'-18'-6'-45,"1"1"1,5-7 0,2 4 0,1 0 823,-1 1-594,6 1 0,-2 6 0,12 0-96,6 0 0,5 0 1,4 0-1,5 0-103,1 0 1,8 0 0,5 0 0,1 0-51,2 0 0,2 0 1,7 0-1,0 2-15,1 4 1,1-4 0,2 3 0,4-3 65,3-2 0,-7 0 1,2-2-1,-4-1 1,-1-3 0,-1-6 0,-1 6 0,-5 0-38,-5-1 0,-12 5 0,-6-4 0,-3 2-206,-3-2-288,1 4-204,-9-6 436,-1 8 1,-10 6-118,-4 0 1,3 0 436,-9-6 0,8 0 0,-4 0 0</inkml:trace>
  <inkml:trace contextRef="#ctx0" brushRef="#br0" timeOffset="2365">51 2583 8901,'-2'-17'-538,"-2"-3"0,-2-1 506,2-2 1,2-1 0,2 7 0,0-1 271,0 1 1,0-6 0,0-3 0,0 1-120,0 0 1,8-4-1,2 6 1,1-1-106,1-1 0,-2 6 0,3-5 0,-1 5-77,1 2 0,3 1 1,1 4-143,1 7 1,-7 3 0,1 2 98,2 0 0,-7 7 1,1 7-1,-2 5 85,0 5 1,2 7 0,-4-2-1,1 4 74,-1 2 0,-2 5 0,-2 1 1,0 0 85,0 2 1,6-6-1,0 3 1,0-1 29,1 2 1,-5-4 0,4 2 0,-4-6-27,-2-4 1,0-8 252,0 2 1,0-13-83,0-10 1,0-8 0,0-11 0,0-3-378,0-1 1,0-8 0,0 2 0,2-4-143,4-2 0,-2 0 0,5 0 0,1 0-16,0 0 0,-4 2 0,5 2 0,3 4-18,1 2 0,-3-4 0,0 6 0,1 3 39,3 7 1,1-1-1,1 8 69,-1 2 1,-5 2-1,-2 4 1,-1 6 128,1 10 0,-4 1 0,3 10 1,-1 0 92,-4-2 0,-2 6 0,0-4 0,2 4-39,2 2 1,0-2 0,-6-2-1,0-3 106,0-3 0,1 0 0,3-4 111,2 3 1,0-7 0,-6-5 0,0-10 0,0-2-164,0-10 0,0-8 0,0-3 1,0-2-81,0 2 1,0-7 0,0-1 0,0-4-95,0-2 0,0 6 0,2 0 0,2-2-81,2-2 0,5-4 0,-3 0 0,2 0-45,3 4 0,1 10 1,-1 0-1,-1 3 29,2 3 0,-5 2 0,3 3 40,2 6 1,1 14-1,1 7 126,-5 7 0,3 9 1,-6-2-1,1 4 180,5 2 0,-6 5 0,-1 1 0,-1-2 61,0-2 1,2 6 0,-4 1 0,2 3-34,-3-1 0,5-7 0,-2 2 0,-2-2-212,-2 2 1,-2-10 0,0 2 0,0-6-72,0-6 1,0-2-434,0-1 0,0-10 127,0-8 0,-6-2 1,0-10-1,2-1-299,2-3 0,0-3 677,-3-5 0,-5-3 0,-8-8 0</inkml:trace>
  <inkml:trace contextRef="#ctx0" brushRef="#br1" timeOffset="2817">994 1920 8540,'0'-35'27,"0"2"1,2 2 0,1 3 115,3 3 1,8 2 0,-2 5 103,3 1 0,3 1 1,-1 5-1,0 5-187,1 4 1,-1 2 0,1 2 0,-1 4-190,1 5 0,-7 5 0,-1 3 0,-2 3-75,-4 1 1,-2 6 0,-2-4 0,0 2 66,0 5 0,-2-5 0,-4 0 0,-4 0 49,1 0 1,-7-5 0,4 1 0,-1-4 88,1-1 1,-3-7 0,5 1 460,0 2-110,-5-7 0,13-1-358,-4-12 1,4 2 0,4-7-1,4-1 6,5 2 0,5 3 0,1 5 1,1-2-58,-1-2 1,3 0-1,1 6 1,2 2 23,-1 4 0,-3-2 0,-1 8 0,-1 1 108,0 3 0,-7 1 1,-2 3-1,-2 1 65,0 2 0,-3 0 1,-8-3-1,-7 1-51,-4 2 0,-3 1 0,-2-7 1,-4-1-62,-3-5 1,1 3 0,-2-8 0,4-2-226,0-2 0,5-2 0,-3 0-1523,4 0 1720,1 0 0,1-16 0,-1-3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7T01:57:32.94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104 314 8308,'-18'0'-505,"6"-1"236,1-5 0,5 4 1,-4-6 461,3 0-1,1 4-40,6-7 1,-6 5 0,0-6-64,2-1 1,2 3 0,2-2-22,0-1 1,6-3 0,2-1-57,2-1 1,-5 3 0,5 1 0,0 3-50,-1-3 1,1 4-1,4-1 12,-3-3 1,1-1 0,6-1-34,-1 4 0,-7 3 0,-3 5-148,1-2 0,-4 0 138,8 6 0,-3 2 0,3 4 0,-6 6 105,-4 3 1,4 3-1,-1 1 1,-1 4-48,-2 6 1,-2 4-1,0 2 1,0 0 66,0 0 1,0 6 0,0 0 0,0-3-15,0-1 0,0-8 0,0-1 1,0-3 10,0-4 0,0-1 0,0-3 185,0 0-118,0-7 1,0-4-1,0-12 0,0-5 0,0-7-132,0-5 1,0-2 0,0-5-1,0 7-41,0 4 1,0-5-1,0 1 1,2 0-33,4-2 1,-4 5 0,6-5 0,0 2-42,3-1 1,-1 1 0,2 6 0,-1-3 12,-1-3 1,5 9 0,-3-3-18,4 1 0,-5 9 115,1 1 1,-2 14-1,1 7 1,-5 8 45,-4 5 0,4-5 0,0 6 1,-3 2 79,-1 2 0,0 2 0,2 0 0,2 0-31,-2 0 0,-2-2 0,-2-2 0,0-2-69,0 2 1,0-6 0,0-2 0,0-3-53,0-3 87,0 1 112,0-9 0,0-9 0,0-13-138,0-8 1,0 1-1,0-3 1,0 2-29,0-3 0,0 3 1,0-8-1,0 0-34,0 2 1,2-6 0,2 5 0,2-1-36,-3 0 1,7 0-1,0-4 1,1 2 15,1 2 1,0 6 0,5-7 0,3 1 34,3 2 1,-4 2-1,5 8 1,-5-1 43,-2 1 1,-5 7-1,0 4-39,1 4 1,-3 2 0,2 2 31,1 4 0,-5 6 1,-2 9-1,-4 4 53,-2 2 1,6 2-1,-1 6 1,-1 0 122,-2 0 0,-2 0 1,0 0-1,0 0-69,0 0 1,0 0 0,0 0 0,0-2-36,0-4 1,0 4 0,0-6 0,0 0-41,0-4 0,0-3-199,0-3 1,-2-7-826,-4-4-533,5-4 970,-7-2 1,2-2 542,0-4 0,-7 4 0,3-6 0</inkml:trace>
  <inkml:trace contextRef="#ctx0" brushRef="#br0" timeOffset="433">139 978 8308,'-28'0'-157,"5"0"0,4 0-85,1 0 1,1 0 1102,-1 0-476,9 0 0,3 0-359,12 0 1,3 0 0,9 0 0,1 0 29,4 0 1,5 0 0,7 0 0,-1 0-28,1 0 0,0 0 1,0 0-1,0 0-29,0 0 0,2 0 0,2 0 1,2 0 16,-3 0 0,1 0 1,0 0-1,2 0 1,-3 0 0,-6-6 0,-3 0 0,0 1-16,-2-3 1,-2 6-31,-7-4-80,-9 4 0,-3 2-182,-12 0 1,2 0-202,-7 0 1,-1 2-414,-5 4 904,-1-4 0,1 21 0,-1-3 0</inkml:trace>
  <inkml:trace contextRef="#ctx0" brushRef="#br0" timeOffset="1148">540 1415 6934,'10'-2'1173,"-4"-4"-246,-4-4-745,-2-7-228,0-1 1,-8 9 0,-4 3-1,-3 6-14,-3 6 0,1-2 0,-3 7 1,-1 3 22,-2 1 0,-1 3 0,7 1 1,0 2 8,-1 3 1,1-1 0,1-5 0,4-1-34,7 0 1,-3 1 0,2-1-1,2 1-9,2-1 1,4-5 0,4 0 42,6 1 1,3-3 0,5 0-1,1-3-3,2-3 0,2 0 0,-3 0 0,1 4 70,-2 1 0,5-3 0,-3 4 0,-2 0-26,-1-1 1,-1 3 0,0 5 0,1 1-8,-5-1 0,-1 1 1,2-1-1,-5 1 0,-5-1 1,-4 1-1,-2-1 1,0 1 66,0-1 0,0 1 0,-2-1 0,-4-1 47,-5-5 0,-5 5 1,-1-7-1,-3 3-18,-3 0 1,1-3 0,-5 3 0,0-4-5,0 0 1,6-6 0,-5 3 0,3-3 4,0-2 0,0 0 0,5 0 0,1 0 47,-1 0 1,1-2-166,-1-3 0,7-3 0,1-6-415,2 3 0,2-1 1,6-6 61,0 1 1,2 7-1,2 3 1,4 1-762,2 0 1128,1-8 0,7 5 0,-1-9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7T01:57:36.608"/>
    </inkml:context>
    <inkml:brush xml:id="br0">
      <inkml:brushProperty name="width" value="0.11429" units="cm"/>
      <inkml:brushProperty name="height" value="0.11429" units="cm"/>
      <inkml:brushProperty name="color" value="#E71224"/>
    </inkml:brush>
    <inkml:brush xml:id="br1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71 1346 11816,'-12'-6'-1338,"2"-2"1395,3-2 1,-5 4 0,4-3-1,0-1 574,1 0-1028,1 6-290,6-11-20,0 13 0,0-4-299,0 12 924,0-4 0,8 13 1,1-5-1</inkml:trace>
  <inkml:trace contextRef="#ctx0" brushRef="#br1" timeOffset="1118">280 787 8277,'6'-24'0,"2"1"-561,2 2 1,-7 1 0,3 3 824,-4-1 0,4 7 0,0-1-8,-2-1-185,5 5-129,1 0 0,2 8 51,-1 0 1,-1 8 0,2 3-1,-5 5 111,1 1 0,-4 7 0,6 1 0,0 2-42,-1 4 1,-5 2 0,4 4-1,-2 2-20,0 2 0,-1-1 1,-5-5-1,0 0-20,0 0 0,0 0 1,0-2-1,0-2 32,0-2 1,0-7 4,0 1 58,-7-4 1,3-11 0,-6-8-67,2-10 0,2-5 0,6-3 0,0-1-41,0-4 1,0 3 0,0-5 0,0 2-94,0-1 0,0-7 0,0 2 0,0-2-42,0 2 1,6-4-1,2 4 1,0-4 85,0-2 0,5 2 0,-3 2 0,1 4 15,1 2 1,0-2 0,3 7 0,-1 5-31,-3-1 0,-5 8 0,6 2-10,2 5 0,-7 2 1,1 5 69,0 6 0,-6 5 0,6 5 0,-3 3 48,1 2 0,2 2 1,-4 6-1,4 0 37,1 0 0,-5 0 0,4-2 0,-2-2 3,0-2 0,1 4 0,-3 4 0,2-6-75,-2-4 0,-2 2 1,0-5-18,4-3 133,-4-2 0,5-11 6,-7-8 0,0-2 1,0-10-1,0-1-108,0-3 1,0-1-1,0-2 1,0-3-60,0-1 1,0-6 0,2 4 0,2-1-80,2 1 1,2-6 0,-4 2-1,3-2-34,3 2 1,-4-4-1,4 6 1,-1-2 55,1-1 0,0 9 0,1-2 0,-3 3 12,0 3 1,-4 7-59,7 4 0,-1 6 122,2 6 0,1 4 0,-5 9 0,0 3 176,0 1 1,-1 8-1,-1 0 1,4 6 5,0 4 0,3-1 1,-5-3-1,0 2-79,-1 2 0,5 0 0,-6-6 0,0-1-14,1 1 0,-5-2 0,4-4 0,-4-3-84,-2-1 0,0-11-400,0 3 1,-2-11 207,-4 0 1,3-4 0,-7-4 0,2-4-262,4-6 1,-4 1 0,1-5 454,-3-3 0,-2-11 0,-5 3 0</inkml:trace>
  <inkml:trace contextRef="#ctx0" brushRef="#br1" timeOffset="1601">1031 245 8581,'-10'-29'0,"3"2"0,1 0-251,0 0 0,0 11 0,6-1 0,0 1 548,0 1 1,2 3-1,2 0 1,4 1-112,2 1 1,-5-4 0,7 9-227,2 1 0,1 2 0,3 2 0,-1 0-73,1 0 0,-1 2 1,0 4-1,-1 5 43,-4 5 1,1 3 0,-5 2 0,0 5-14,-1 1 1,-1 0-1,-6 4 1,0-2 70,0 2 1,0 2 0,-2 2 0,-3 0 31,-7 0 0,2-6 0,-1 0 1,-3 0 12,-2-1 1,1-3 0,1-8 0,3 1 41,-3-1 0,4-5 0,-1-3 184,-3-1-160,6-2 0,1-8-75,7-4 0,2-1 0,3-7 0,7 4-31,4 2 0,7-3 0,0 3 1,0 0-17,3 1 1,1-5 0,6 6 0,-2 0-65,-2-1 1,0 3 0,6-6 0,-2 2 8,-4 4 1,2-3 0,-8 1-1,1 2-167,1 2 0,-6-4-267,5 0 1,-11 0-190,-1 6 701,-8 8 0,-4-6 0,-10 6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7T01:57:58.80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36 105 8294,'-10'-17'34,"2"5"0,6 0 420,-3-1 1,3 3 21,-4-2-515,4 9 1,4-11 0,4 8-36,5 2 0,5 2 1,1 2 35,1 0 0,-1 0 1,1 0-1,-1 0-1,1 0 1,-1 0-1,1 0 1,1 0 49,4 0 1,-3 0 0,5 0 0,-2 2-44,1 4 0,5-2 0,-4 6 0,0-1-56,0 1 0,4-4 0,-5 6 0,-3 1-12,-2 3 0,5-5 0,-1 3 0,-2 3 76,-1 5 1,-3 1 0,-1-4 0,-3 3-42,-1 1 1,0 8-1,3-4 1,-1 2 53,-3 0 0,-5 1 0,6 5 0,-1-1 26,-1 1 0,-2-2 1,-8-2-1,0-1-10,0 1 1,0 0 0,0 0 0,0-2 63,0 2 1,0-4-1,0 2 1,0 0-6,0-2 0,-6 1 0,-2-7 0,1 4-38,-1 2 1,0 0 0,4 3 0,-2-5-9,2 0 1,-3-4 0,1 6 0,0 1-17,-2-1 0,6-4 0,-5 4 0,1-1-4,0-5 0,0 4 0,4-2 0,-2-1 3,-1-3 0,-1-1 0,4 1 1,-2 2-7,-2 3 0,0-1 0,4-6 1,-2 1-2,-1-1 1,-1 1 0,4-1 0,-2 1 27,-2-1 0,-2 1 0,4-1 0,-1 1-64,1-1 1,-4 0-1,2 1 1,2-1-2,2 1 1,-3-1 0,-1 1 0,0-1-4,-2 1 0,6-1 1,-4 1 32,4-1 1,-3 1 0,-1-1 19,2 1 1,2-1 0,2 0 2,0 1 0,0-1 0,0 1-1,0-1 1,0 1 0,0-1 17,0 1 0,0-1 0,2-1 0,2-3-5,2-1 0,1 0 1,-3 5 8,2 0 0,6 1 0,-5-3-14,3-3 0,-4 4 0,6-7 0,-1 3 27,-1 0 0,6-7 1,-5 5 10,5-2 0,1 4 0,1-5-27,-1 3 1,1-6-1,-1 4 1,0-3-37,1 1 1,-1 6-1,1-4 1,-1-1 21,1 1 0,-1 0 1,3-4-1,1 2-19,2-2 1,6 3 0,-3-1-1,-1 0-9,0 2 0,0-6 0,-1 3 0,3-3-11,0-2 1,4 2 0,-6 2 0,0 2 17,1-2 1,-1-2-1,-4-2 1,3 0 1,-3 0 1,-2 0 0,-1 0-65,-1 0 0,-5 0-34,-1 0 1,-5 0-63,6 0 84,-8 0 315,4 0-104,-8 0 1,-2 0-99,-4 0-183,4 0-237,-6 0 301,8 0 1,-2 0 94,-4 0 0,2 6 28,-7 0 0,5 5 0,-4-3 0,1 0 17,-1-1 1,4 5 0,-4-4 0,1 0-29,-1-1 1,4 7 0,-4-2-1,1 1-28,-1-1 1,0 3 0,-3-3 0,1 4-11,-1 1 1,3 0-1,-2 1 1,1 1 4,1 5 0,-6-5 0,7 4 0,-3-1 15,0 1 0,7-4 1,-5 5-1,0-5 4,0-2 0,5 7 0,-5-1 0,2 0 5,4 3 1,-4-7-1,3 6 1,1-2-9,2 1 1,2-1 0,0-5 0,0 1-12,0 4 1,0-3 0,0 3 0,0-4 53,0-1 0,0 5 0,0 2 1,0 1-41,0-1 0,0 4 0,0-4 0,0 2 4,0 4 1,0-4-1,0 1 1,0-1-7,0 0 0,2 0 0,2 4 0,1-4 38,-1-1 1,-2 3-1,-2-4 1,0 2-8,0 4 0,2 0 1,2 0-1,2-4 12,-2-1 1,-2 3 0,0-6-1,2 0-7,1 3 1,1-1 0,-4 4 0,2-4-55,2 0 1,2 1-1,-4 5 1,1-4 59,-1-2 0,0 6 1,0-4-1,2 2-64,-2 0 0,-2-5 0,-2 3 0,0 0 61,0 0 0,5-4 0,1 5 0,-2-1-3,-2 0 0,-2-4 0,0 4 0,0-1-57,0-5 1,2-2 0,2 1 0,2 1 70,-2 2 1,-2 7 0,-2-7 0,0-2 5,0-1 0,-2 3 0,-2 0 0,-2-2-51,2-1 1,2-1 0,2 3 0,0 1-23,0-2 1,-2 4 0,-2 1 0,-2-1-98,3 0 0,1 6 1,2-4-1,0 1 45,0-5 1,-6 2 0,0-2 0,2 1 10,2 1 1,2-6 0,-2 6-1,-2-1 23,-1-1 1,-1 2-1,6-3 1,0 3-20,0 2 0,-6-6 0,0 3 0,0-3 68,-2 2 0,7-9 0,-7 3 0,2-1-26,0-1 1,-6-3 0,5 0 0,-3-1-24,-4-1 0,-1 0 0,-3-6 0,-1 3-1,-4 3 1,1-6-1,-7 4 1,-2-2 15,-2-1 0,-7 1 0,-3-4 1,-2 2-1,-3 2 0,3 0 0,0-6 1,1 0-64,-1 0 0,6 2 0,-1 1 0,1 3-38,-2-2 1,4 0-1,-4 0 1,6 2-99,6-2 1,2 3 0,6 1-1,-2 0-251,1 0 1,3 3 460,1-5 0,1 8 0,-1-5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7T01:58:04.691"/>
    </inkml:context>
    <inkml:brush xml:id="br0">
      <inkml:brushProperty name="width" value="0.08" units="cm"/>
      <inkml:brushProperty name="height" value="0.08" units="cm"/>
      <inkml:brushProperty name="color" value="#004F8B"/>
    </inkml:brush>
    <inkml:brush xml:id="br1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402 157 13186,'0'-11'-867,"-2"1"1,-2 0 339,-2 1 0,-2 5 544,2-2 1,-3-2-1,-9 2 34,1 3 1,5 1 0,1 2 0,-3 0 21,-2 0 1,-1 0-1,0 0 1,-1 0-46,1 0 1,-1 0-1,1 0 1,-1 2 107,1 3 0,-1-3 1,1 4-70,-1-4 1,1-2 0,1 2 0,3 2 367,1 2 0,6 0 284,-5-6-732,7 0-8,-4 0 0,8 1 0,2 3 0,2 4-147,2 2 1,0 1 0,-5 7 0,3-1 128,2 1 0,0 7 0,-6 4 1,0 6 43,0 6 0,0 3 1,0 9-1,0 1-19,0 4 0,0-1 1,0 5-1,0 2-44,0 4 0,0-10 0,0 6 0,0-8-31,0-3 1,6-7 0,0-1-1,-1-4-35,3-8 0,-4-4 0,6-8 0,-2 2-144,-5-1 0,5-3 483,-2-1-32,0-1 1,-6-5 131,0-1-182,0-7-262,0 4 0,2-8 162,4 0 0,-3 0 1,9 0-26,2 0 1,1 0-1,3 0 1,-1 0-126,1 0 0,1 0 0,2 0 0,5 0-461,1 0 0,-4 0 690,6 0 1,0 8 0,6 1 0</inkml:trace>
  <inkml:trace contextRef="#ctx0" brushRef="#br1" timeOffset="548">524 891 8582,'0'-18'-1311,"0"7"1185,0-1 283,-8 8 1,8-3-1,0 7 69,10 0 0,5 0 1,3-2-1,-1-2-166,1-2 0,1-2 1,3 2-1,3-5-19,2-5 1,-6 5-1,5-3 1,-3-4-37,0-3 0,0-2 0,-5 5 1,-3-1-81,-3-4 0,2 3 0,-9-3 1,-1 4-10,-2 1 0,-2 1 0,-2-1 1,-5 1 58,-11-1 0,1 7 1,-9 1-1,1 2 5,-4 4 1,2 2 0,-2 2 0,0 0 12,2 0 0,-1 6 1,7 2-1,-2 2 51,1 3 1,5 9-1,3 3 1,5 0 31,1 0 1,-4 8 0,6 0-1,3 6 28,1 0 0,2-2 0,2-2 0,5 0-40,11-1 0,-1 1 0,8-2 0,1-4-24,3-5 0,4-1 0,2-4 0,0-5-70,0-4 1,-1-4 0,1-6 0,0 0-111,0 0 1,0-2-1,0-4 1,0-6-161,0-3 0,-6-3 0,-2 1 1,-2-1-170,-3 1 1,-3 5 468,-1 0 0,-1 1 0,1-7 0</inkml:trace>
  <inkml:trace contextRef="#ctx0" brushRef="#br0" timeOffset="1163">1135 105 13572,'0'-17'-1024,"0"-1"1,0 1 1062,0-1 1,8 8 0,2 3 0,1 1 285,1 0 1,5 0-1,9 6 1,1 0-196,4 0 1,2 0 0,0 0 0,-2 0-10,-2 0 1,0 0-1,4 0 1,-2 0-34,-2 0 1,-7 0-1,1 0 1,-4 0 1,-1 0 0,-7 0-86,1 0 1,-8 2-1,2 4-5,-4 6 1,-2 3 0,0 3 0,0-1 2,0 1 0,0-1 1,0 2-1,0 5-109,0 5 0,-6 0 0,0 4 0,2 4 44,2 0 1,2 1 0,-2 3 0,-2 6-69,-1 3 1,-1 3 0,6-1-1,0 2 7,0 5 0,-6-3 0,0 6 0,2-4 7,2-7 0,2 1 0,0-7 0,2-1-4,4-3 1,-2-4 0,6-4-1,-3-4 98,-3-6 1,4-3 0,-2-3-61,-2 1 99,5-9 143,-7 7 0,4-14 0,-12 4-59,-5-4 0,-5-2 0,-1 0 0,-3 0-56,-3 0 1,4 0 0,-5 0 0,5 0-63,1 0 1,-5 0 0,0 0 0,4-2-347,5-4 1,-2 4 0,5-4-433,-5 4 0,-1 2-698,-1 0 1549,9 0 1,9 0 0,9 0 0</inkml:trace>
  <inkml:trace contextRef="#ctx0" brushRef="#br0" timeOffset="1514">2323 524 11430,'-12'-6'0,"2"-1"-752,3-3 1,-1 0 0,4-3 735,-2 1 1,2 8 360,10-2 0,4 4 1,9 2-1,3 0-238,1 0 1,2 0-1,-2 0 1,5 0-316,-1 0 1,4 0 0,-6 0 0,2 0 48,4 0 0,-4 0 1,1 2-1,-3 2 150,-4 2 0,-1 8 0,-3-5 0</inkml:trace>
  <inkml:trace contextRef="#ctx0" brushRef="#br0" timeOffset="1713">2358 839 10906,'-18'0'-1893,"1"0"2191,7 0 1,4 0-1,12-2-196,6-4 1,9 4 0,4-4 0,2 2-244,5-2 1,-5 4-1,2-3 1,2 3-237,2 2 0,-4-6 0,0 0 1,0 2 363,-2 2 1,6 10 0,-6 2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7T01:58:12.423"/>
    </inkml:context>
    <inkml:brush xml:id="br0">
      <inkml:brushProperty name="width" value="0.08" units="cm"/>
      <inkml:brushProperty name="height" value="0.08" units="cm"/>
      <inkml:brushProperty name="color" value="#004F8B"/>
    </inkml:brush>
    <inkml:brush xml:id="br1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577 350 9272,'0'-12'-1101,"0"1"0,0 5 1711,0-6-244,0 1 0,0-7 90,0 1-426,0 7-128,0 2 0,-6 10 0,0 4 175,2 6 1,2 5 0,2 6 0,2 7 30,4 3 1,-4 3 0,6 3-1,0 4 39,3 2 0,-1 1 0,0 5 0,-1-3-94,1-1 1,-4-7-1,6 5 1,-1-2-78,-1-4 1,0-10 0,-6-6 0,1-4-301,-1-1-638,6-1 452,-8-7 1,6-4 49,-8-12 0,0 2 460,0-8 1,-8 1 0,-2-7 0</inkml:trace>
  <inkml:trace contextRef="#ctx0" brushRef="#br0" timeOffset="266">594 368 8721,'0'-35'0,"0"2"-111,0 4 1,0-3 0,0 9 0,0 2 253,0 1 1,2-3 0,4 0-1,6 2-34,3 1 0,3 5 0,1 1 1,3 2 99,1-1 0,0 3 0,-5 0 0,-1 3-187,1 3 0,5 2 0,0 2 0,-2 0-80,-1 0 0,-1 8 1,3 3-1,1 5-158,-2 1 1,-1 6 0,-5 3 0,-1-1-160,-3 0 0,-1 4 0,4-4 0,-5 1-22,-1-1 0,-2 6 400,-6-2 1,0 4 0,0 2-1</inkml:trace>
  <inkml:trace contextRef="#ctx0" brushRef="#br0" timeOffset="498">559 682 10598,'-9'-2'-1435,"1"-2"1871,0-2 1,6-2-424,-3 3 1,3 1-1,4-8 79,3-1 1,5 5 0,9 0 0,5 2-90,5 0 1,4-1-1,0 3 1,0-2-47,2 2 1,-4 2 0,10 2 0,-5 0-259,-1 0 1,-2 2 0,-2 4-1,-3 4-296,-3-1 1,2 7 568,-10-5 1,5 13-1,-13 3 1</inkml:trace>
  <inkml:trace contextRef="#ctx0" brushRef="#br0" timeOffset="699">682 1049 10598,'-10'-2'-90,"4"-4"84,-3 4 1,9-6 0,0 8 0,9 0 121,7 0 0,9-2 0,4-2 1,4-1-291,2 1 0,0 2 0,0 2 0,2 0-199,3 0 1,3 0 0,4 0 374,-7 0 0,5 7 0,0 3 0</inkml:trace>
  <inkml:trace contextRef="#ctx0" brushRef="#br0" timeOffset="1241">1241 839 10598,'0'-29'-845,"0"2"1,0 2 692,0 3 1,2-3-1,3 2 273,7 1 1,4 3-1,1 3 1,0 3 136,1 1 1,-6 8 0,-1-1 0,3 3-230,1 2 1,-3 0-1,0 0 1,1 2-96,3 3 0,1 5 0,1 8 0,-3-1 40,-3 0 0,3 1 0,-3 1 1,3 3-29,3 1 1,-3 2 0,-1-3 0,-4 1 61,-2-2 0,3-1 1,-3-1-1,0 2-10,-1 3 1,-1-7 0,-6-5-141,0 1 488,0 3 0,0-8-222,0-8 0,-6-2 0,1-10 1,-1-2-120,-2-1 0,6-3 1,-4 1-1,4-1 0,2 1 1,-5-2 0,-1-3 0,2-1-116,2 2 0,2-5 0,2 3 0,2 2 37,2 1 1,7-3-1,-1 0 1,3 1 66,3 3 0,-5 4 0,3 1 0,3 4 26,1 2 0,-1 3 0,-1 5 0,-1 0-1,0 0 0,1 7 0,-3 5 0,-1 6-34,-2 5 1,-3-2-1,5 6 1,-4 0 23,-3 1 0,5-5 0,-4 4 1,0-2-36,-1-3 1,-1 3 0,-6-2 0,0-1-269,0-3 1,0-2 0,0 1-1008,0-1 1281,0 1 0,-8-1 0,-1 1 0</inkml:trace>
  <inkml:trace contextRef="#ctx0" brushRef="#br0" timeOffset="1980">2009 891 10212,'10'-1'-363,"-4"-5"1,-3 4 726,3-4 1,4-4-1,7 1-322,1-1 1,-6-6-1,1 7 1,5-3-13,3 0 0,2 1 0,-5-7 0,-1-1-78,1-4 0,-3 3 0,-1-3 1,-3 3-162,3 3 0,-6 0 1,-2-3-1,-5-1-150,-1-3 0,0 1 0,0 6 184,0-1 0,-5 7 1,-3 1-1,-2 2 68,-3 4 0,3 2 0,-2 2 42,-1 0 0,3 0 1,0 2 123,2 4 0,-3 4 0,5 9 0,2 3 45,2 1 0,2 2 1,0-2-1,0 6 25,0 4 0,0-3 0,0-1 0,2 2-16,4 2 0,2-4 0,5-2 1,-1 0-12,2 0 1,1-5 0,3-1 0,-1-5-49,0-5 1,1-7 0,-1 2 0,1-4-13,-1-2 1,3-8-1,1-4 1,2-3-113,-1-3 1,3-1 0,-2-2-1,-1-5-4,-3-1 1,-2-2 0,1-6 0,-1 2-127,1 4 0,-7-6 1,-1 4-1,-2-4 17,-4 2 1,-2 4 0,-2-2 0,0 4 96,0 2 0,-6 7 0,-2 9 1,-2 1 78,-3 4 0,3 2 0,-1 2 171,-3 0 1,-2 2-19,-1 4 1,5 3-24,1 9 0,7-1 8,-2 1 1,4-7 0,4-1 0,2 0-44,2 0 0,7-5 0,-1 5-63,3-2 0,1 0 1,-2-5-1,-3 5-23,3 2 1,-1-4 0,1 3 0,-2 1-7,1 0 1,-3 2-1,0 5 1,-3 0 51,-3 1 0,4-1 0,-2 1 1,-2-1-21,-2 1 0,-2-1 1,0 1-1,2-1 58,3 1 0,-3-7 0,4 1-60,-4 1 1,0-3-268,4 2 0,4-8 0,9 2-233,4-5 0,-3-1 505,3 0 0,4-7 1,0-3-1</inkml:trace>
  <inkml:trace contextRef="#ctx0" brushRef="#br0" timeOffset="2680">3249 734 10560,'2'-11'-569,"2"-1"1,2-2 413,-2-1 0,5 3 0,1 1 0,2-3 358,-1-1 0,-5 1 0,6-2-155,1-3 1,-5-2-1,-2 3 1,-4 1-153,-2-1 1,0 7-1,0-1-127,0-2 1,-8 5-1,-6-1 1,-5 2 69,-4 4 0,-1 2 0,5 4 0,-2 2 96,-3 2 0,1 8 0,6-3 0,-1 5 78,1 1 1,-1 3-1,1 1 1,-1 4 214,1 2 1,7 1 0,2 3 0,3-4-31,-1-2 0,0 4 1,6-6-1,0-1-26,0-3 0,8-3 0,1-3 0,3-3 20,0-2 1,-1-2 0,7-6 0,-1-2-78,1-4 0,5-4 0,0-7 0,-1-1-148,-3 1 1,-1-1 0,-1 1-1,0-1-16,1 1 0,-1-1 0,-1 1 0,-3-1-142,-1 1 1,-2 0-79,1-1-159,5 8 1,-14 5 352,4 10 0,-4 5 0,-2 8 1,0 1 119,0 4 1,0-1 0,0 7-1,0 0 58,0-2 0,2 12 1,2-2-1,3 7 47,3 11 0,-6 5 0,2 10 0,-4 1-106,-2 5 0,0-2 0,0 5 1,0-3-73,0-8 0,0-2 1,0-12-1,0-5 50,0-5 0,0-11 13,0-9 1,-2-13 0,-4-5 89,-6-4 0,3-4 0,-3-4 1,-2-5-111,-1-5 1,-3-3-1,1-3 1,-1-3-116,1-2 0,-6-2 0,-1-8 0,5-2-17,5-2 1,1-1-1,7 3 1,0-4-28,-2-1 0,6-3 0,-1-3 0,6 1 46,9 3 1,4-1 0,1-3 0,2 1-150,5 2 0,-3 9 1,8-1-1,2 6-678,2 4 904,2 0 0,0-6 1,0 0-1</inkml:trace>
  <inkml:trace contextRef="#ctx0" brushRef="#br0" timeOffset="3430">3546 734 10560,'0'-17'-753,"0"-1"1,0 1-1,0-1 1067,0 1 0,0 5 0,2 1 27,4-3 0,-2 1 1,7-1-1,3 4-312,1 2 1,-3-3-1,0 5 1,3 0-11,6-2 1,-7 6-1,3-3 1,-1 1-196,0-2 1,1 4 0,0-4-51,1 4 0,-3 4 0,-1 2 1,-4 4 91,-3 2 1,5-5-1,-6 7 1,-2 2 145,-2 1 0,4 3 0,-1-1 0,-1 1-8,-2-1 1,4 0 0,0 1 0,0-1 83,1 1 1,-3-7-1,6 1 6,-2 2 1,3-5-1,-3 1 1,2-2 156,3-4 0,-3-2 0,2-2-152,1 0 1,3-8 0,1-4 0,1-3-47,-1-3 0,-5 1 1,0-1-1,1-1-24,3-4 1,-5 3 0,-1-3 0,0 2-25,-1-3 1,-5 5 0,4-4 0,-2 3-56,0 3 0,0-1-57,-6 1-686,0 7 487,0 2 1,0 22 0,0 3 280,0 3 1,0 7 0,0 0 0,0 4 122,0 4 1,0-4 0,0 12 0,0-2 177,0-1 0,0 17 0,0 1 0,2 8-53,3 4 1,-1 7 0,6 5 0,0 5-111,-1 6 1,-5 0-1,2 3 1,-4-11-197,-2-6 1,-2-9-1,-2-10 1,-4-5-43,-1-11 0,5-7 1,-4-8-1,0-5-41,-3-5 0,1-7 0,-2-3 147,-1-1 0,-3-8 0,-1-8 0,-1-3-50,1-9 0,-6-5 0,-1-10 0,3-2-33,1-3 1,3 1 0,0-8 0,-1 1 6,1 1 1,5-7-1,2 3 1,3-3 15,3 1 0,4 3 0,5-5 1,7 1-31,4 0 1,9 5 0,4 2-1,4 3 10,2 3 1,0-4 0,0 2 0,2 5-80,3 5 1,-3 0 0,4 7 0,-2 3-713,2 1 883,-5 11 0,7-7 0,-8 7 0</inkml:trace>
  <inkml:trace contextRef="#ctx0" brushRef="#br1" timeOffset="4483">944 1485 8488,'-18'0'-315,"3"-2"951,3-4-154,4 5-731,8-7-130,0 8 136,0 0 343,8 0 1,2 0-1,7 0-70,1 0 0,5 0 0,2 0 1,2 0-21,4 0 0,2 0 0,2 0 0,2 0-24,4 0 1,4 0-1,7 0 1,0 0-71,1 0 1,5 0 0,0 0-1,-2 0 56,-1 0 0,-5 0 0,-1 0 0,-5 0-34,-1 0 1,0 0 0,-4 0 0,1 0-5,-1 0 0,-2 0 1,-2 0-1,2 0 19,4 0 1,-5-6 0,5 0-1,-4 2 39,-2 2 1,2 0 0,2-2 0,1-1-12,-1 1 0,-2 0 1,-2 0-1,0-2 4,0 2 1,-2 2-1,-2 2 1,-4 0-6,-2 0 0,6 0 0,-2-2 0,4-1 28,2-3 1,-6 0 0,1 6 0,3 0-15,5 0 0,-1 0 0,4 0 1,-4 0-2,-2 0 1,2-2-1,0-2 1,-1-2 9,-3 2 0,-2 2 0,2 2 0,-2 0 39,-1 0 1,-3 0 0,4 0 0,-4 0 17,-2 0 1,6 0 0,-2 0-1,2 0-55,-1 0 1,2 0 0,-2 0 0,5 0 4,5 0 1,-3 0 0,4-1-1,-4-3-20,-2-2 1,5 0 0,1 6 0,-2 0-5,-2 0 1,4 0-1,-1-2 1,-3-2 8,-6-2 1,2 1 0,-4 5 0,2 0 25,-1 0 0,1 0 1,-6-2-1,0-2 10,0-2 1,-1 0 0,-7 6-1,0-2 15,1-4 1,-1 4-384,1-3-657,-1 3 268,-7 2 726,-2 0 0,-8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7T01:58:46.17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1 926 8310,'17'-7'180,"1"-1"0,-1-8 0,3 1-68,3-5 1,-2-3 0,6 0 0,1-6 34,-1-4 0,0-2 0,4 0 0,-4-2-73,-2-4 1,-1 2-1,-7-7 1,-1-1-81,-5 3 0,3-5 0,-8 7 1,-2-3 5,-3-4 1,-1 1 0,0 3 0,-1 8-79,-5 6 0,2 10 1,-6-2-1,0 5 72,1 7 1,3 3-102,-6 8 1,6 0-1,-3 2 1,-1 4-17,0 5 1,4 5 0,-3 3 0,1 2 99,4 3 0,2 7 0,2 0 0,-2 8 23,-4 7 0,5 3 0,-5 1 0,4 1 121,2 3 1,2 4 0,2 0 0,1 6-47,-1 4 1,4 0 0,0-2-1,0-4 16,-1-1 0,-1-5 1,-4-12-1,2-9 247,2-9-117,0-7 0,-6-11 0,0-8 33,0-10 0,0-11 0,0-5 0,0-1-322,0-4 0,0-4 0,2-3 0,1-3-159,3 2 0,6 2 0,-4 2 1,-1-2-2,1-3 1,6 3 0,-3-4 0,5 6 83,1 6 0,1-2 0,1 6 0,3-1 70,1 1 0,0 8 0,-3 7 0,1 2-64,2 4 0,-5 2 1,-9 4 38,-1 4 0,-2 4 0,-6 7 0,0 1 58,0-1 1,-6 3-1,-2 1 1,-1 2-8,-5-1 1,-1-3 0,-3-1 0,1-1 56,-1 0 1,1 1 0,-1-1 0,3 1 166,3-1 1,-3-5 0,3-2 105,-4-3 1,7 1 359,3-2-442,4-4 0,4 8 1,4-6-96,5 1 1,5 7 0,1-4-1,1 0-90,-1-1 1,1 7 0,-1-2 0,3 1-92,3-1 0,-4 3 0,5-3 0,-3 3-286,2 3 1,-1-3 0,5-1 0,-2-2-514,-4 1 0,6 1 0,1-3 875,-1-5 0,6 4 0,-6 0 0</inkml:trace>
  <inkml:trace contextRef="#ctx0" brushRef="#br0" timeOffset="663">1171 804 8339,'0'-17'0,"0"-1"0,0 1 0,0-1 244,0 1 0,0-1 0,0 1 0,0-1 113,0 1 1,0 0 0,0-1 0,0 1-242,0-1 1,0 1 0,0-1-331,0 1 0,-2 1 90,-4 5 1,-4 3 0,-7 8 0,-1 0-157,1 0 1,-2 2 0,-3 4-1,-1 5 117,2 5 0,-5 7 0,3 2 0,2 0 127,1 1 1,3 3 0,-1-4 0,3 0 2,3 0 0,5-1 1,7-7-1,0 1-19,0-1 0,0-5 0,1-2 105,5-3 1,4-1 0,7-6 0,1 0 34,-1 0 0,7-6 0,-1-1 0,-2-3-12,-1-4 1,3-1 0,0-3 0,-1 3-8,-3 3 1,-7-3 0,-1 3-1,3-2 24,1 3 0,-3-5 1,0 5 107,1-5-580,-5 6 269,0 3 1,-8 8 0,0 5 0,0 8 162,0 7 0,-6-1 0,0 5 0,2 0 4,2 4 1,4 4-1,2 4 1,4 4 84,2 5 0,-5 5 0,7 3 0,0 4-52,-3 6 1,7 2 0,-6 0 0,-1-4-120,-3-1 0,-4 3 1,-2-8-1,0-6-19,0-7 1,-6-8-1,-1-4 1,-3-4 17,-4-2 1,-1-7 0,-3-8 114,1-3 0,-1-3 0,1-10 0,-1-5 60,1-5 1,-6-3 0,-1-4 0,1-7-105,-2-3 0,7-1 0,-1-1 1,5 0-81,1 0 1,3 0 0,0 0 0,3 0-46,3 0 0,2 6 0,4 2 1,4 0-40,5-1 1,11 1-1,3-2 1,2 6-81,4 3 0,4 1 0,4-2 0,3-3-349,3 3 0,-4 2 552,5 1 0,1 1 0,5-1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7T01:59:04.035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435 122 15533,'6'-11'-593,"0"-1"1,0 6 178,-6-5 0,0-1 292,0-5 0,2 5 290,4 0-256,-4 1 0,3 1-13,-10 4 0,-5 4 0,-9 2 0,-3 2 51,-1 4 1,-8 4-1,2 7 1,-4 3-47,-2 3 1,0-2 0,0 6 0,2-1 61,4-5 1,-2 4 0,8-2-1,1-1 95,3-3 0,7-1 0,2-1-12,3 1 1,3-3 0,8-1 0,5-5 32,7-1 0,-2-2 0,11-6 0,0 0-5,4 0 0,2 6 0,0 0 0,-2-3-20,2-1 1,2 0 0,0 2-1,-2 4-214,-2 2 1,-1 1-1,1 7 1,-4-1-97,0 1 1,-5 7 0,3 2 0,-4 2-25,-1 0 1,-9 0-1,-1 6 1,-2 0 127,0 0 1,-6 0 0,-8-2 0,-4-2 186,-7-2 1,2-7 0,-9 1 0,3-4 119,0-1 0,-2-9 0,3-3 0,-1-4-58,2-2 1,-1 0 0,1 0-1,-2-2-92,1-4 1,3-3 0,1-9 0,3 1 5,3-1 1,-3-5 0,5 0 42,0 1 0,-3 3 1,7 2 99,2-1-691,2 8 0,2 5-158,0 10 1,0-1 544,0 8 0,0 7 0,0 9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74BD4-B981-CDF7-915F-0223B13CF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6A3EFD-1C39-A07D-C51C-54233380B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BBB82-32BF-A4DB-11BE-CB5D3D924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Sayan Bhowmik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A7591-D3C3-35FB-F1F7-3897AA515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57B70-4737-DDC1-CAFA-3E89A13E9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80E-35C1-48F1-B888-07E07241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4580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1ECAB-F72F-7392-D2F5-2B6FC9C5E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C3A69-CC79-DF2C-282E-C997BAAE5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3C28A-E393-BC26-22C2-31B6C97B4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8FBC8-B373-43F3-ACB4-243D99066DE6}" type="datetimeFigureOut">
              <a:rPr lang="en-IN" smtClean="0"/>
              <a:t>07-09-2023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4793A-4BE0-12BC-66F3-139C15DB6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CF8ED-756F-0643-6A13-C48F3D97B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80E-35C1-48F1-B888-07E07241F495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61A1F3-2B40-5314-E3EE-C80830C0AD2C}"/>
              </a:ext>
            </a:extLst>
          </p:cNvPr>
          <p:cNvSpPr txBox="1"/>
          <p:nvPr userDrawn="1"/>
        </p:nvSpPr>
        <p:spPr>
          <a:xfrm>
            <a:off x="0" y="1072"/>
            <a:ext cx="1962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Arial Rounded MT Bold" panose="020F0704030504030204" pitchFamily="34" charset="0"/>
              </a:rPr>
              <a:t>Sayan Bhowmik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38DBD6-2E22-AAD0-0E85-1D516FF847F6}"/>
              </a:ext>
            </a:extLst>
          </p:cNvPr>
          <p:cNvSpPr txBox="1"/>
          <p:nvPr userDrawn="1"/>
        </p:nvSpPr>
        <p:spPr>
          <a:xfrm>
            <a:off x="5390232" y="2550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Arial Rounded MT Bold" panose="020F0704030504030204" pitchFamily="34" charset="0"/>
              </a:rPr>
              <a:t>ChBE 3200</a:t>
            </a:r>
          </a:p>
        </p:txBody>
      </p:sp>
    </p:spTree>
    <p:extLst>
      <p:ext uri="{BB962C8B-B14F-4D97-AF65-F5344CB8AC3E}">
        <p14:creationId xmlns:p14="http://schemas.microsoft.com/office/powerpoint/2010/main" val="1332542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F993A-CC41-7A39-5EA0-A2C067C07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033DD-A85D-3EAD-B503-737B37B01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27D6A-FAD8-5B1B-4CC9-64A234043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8FBC8-B373-43F3-ACB4-243D99066DE6}" type="datetimeFigureOut">
              <a:rPr lang="en-IN" smtClean="0"/>
              <a:t>07-09-2023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20FEE-37CB-D350-91F9-8CE44E55D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6626C-9634-4B34-D4F7-736C1C304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80E-35C1-48F1-B888-07E07241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76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7002A-AB25-17F5-2FCC-20CBC469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AFCFE-8DF8-56FE-C3BE-EB867C820E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6B7387-CA97-7F94-1D9C-EF474948B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4177B-0351-705B-F8A1-037079F8F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/>
              <a:t>Sayan Bhowmik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16614-EEA9-58AD-48AA-9F16916DD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8C828-5F5D-0D89-3209-889662A69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80E-35C1-48F1-B888-07E07241F49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A4C390-BD67-0D0F-7818-9ED449249608}"/>
              </a:ext>
            </a:extLst>
          </p:cNvPr>
          <p:cNvSpPr txBox="1"/>
          <p:nvPr userDrawn="1"/>
        </p:nvSpPr>
        <p:spPr>
          <a:xfrm>
            <a:off x="0" y="1072"/>
            <a:ext cx="1962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Arial Rounded MT Bold" panose="020F0704030504030204" pitchFamily="34" charset="0"/>
              </a:rPr>
              <a:t>Sayan Bhowmik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646EBA-A395-AE93-2324-44A55D9699BE}"/>
              </a:ext>
            </a:extLst>
          </p:cNvPr>
          <p:cNvSpPr txBox="1"/>
          <p:nvPr userDrawn="1"/>
        </p:nvSpPr>
        <p:spPr>
          <a:xfrm>
            <a:off x="5390232" y="2550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Arial Rounded MT Bold" panose="020F0704030504030204" pitchFamily="34" charset="0"/>
              </a:rPr>
              <a:t>ChBE 3200</a:t>
            </a:r>
          </a:p>
        </p:txBody>
      </p:sp>
    </p:spTree>
    <p:extLst>
      <p:ext uri="{BB962C8B-B14F-4D97-AF65-F5344CB8AC3E}">
        <p14:creationId xmlns:p14="http://schemas.microsoft.com/office/powerpoint/2010/main" val="3064499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B0E40-CDD5-4AC7-D569-B2A6BEECC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726FC-BF76-042A-30BD-CF8956F2C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BD917-998F-F714-33CC-114849F4E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C5B060-BC2D-1D2E-C5DD-6D50B9EEED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6840D7-3688-57B4-40FA-EE589FB044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C2A284-C53D-C437-4BC7-4B7723F4F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8FBC8-B373-43F3-ACB4-243D99066DE6}" type="datetimeFigureOut">
              <a:rPr lang="en-IN" smtClean="0"/>
              <a:t>07-09-2023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5DC051-CE88-8E9A-21DA-911407C76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DDBA49-1085-98DE-5AB0-B79D6F8DF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80E-35C1-48F1-B888-07E07241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303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E4FCB-40E8-0D34-BDA2-8CE185C03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A2BFBC-3EF5-BD04-4215-232E1F5BE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8FBC8-B373-43F3-ACB4-243D99066DE6}" type="datetimeFigureOut">
              <a:rPr lang="en-IN" smtClean="0"/>
              <a:t>07-09-2023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2EBE7F-80CE-0CFE-D408-B9C73B4A0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78F36C-0CAE-1800-16D5-DEFAEC0C2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80E-35C1-48F1-B888-07E07241F495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8A5177-432B-2739-CB45-94D342F2CBE8}"/>
              </a:ext>
            </a:extLst>
          </p:cNvPr>
          <p:cNvSpPr txBox="1"/>
          <p:nvPr userDrawn="1"/>
        </p:nvSpPr>
        <p:spPr>
          <a:xfrm>
            <a:off x="0" y="1072"/>
            <a:ext cx="1962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Arial Rounded MT Bold" panose="020F0704030504030204" pitchFamily="34" charset="0"/>
              </a:rPr>
              <a:t>Sayan Bhowmik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AA1F9C-8852-5095-F1D8-921AD2E3B25D}"/>
              </a:ext>
            </a:extLst>
          </p:cNvPr>
          <p:cNvSpPr txBox="1"/>
          <p:nvPr userDrawn="1"/>
        </p:nvSpPr>
        <p:spPr>
          <a:xfrm>
            <a:off x="5390232" y="2550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Arial Rounded MT Bold" panose="020F0704030504030204" pitchFamily="34" charset="0"/>
              </a:rPr>
              <a:t>ChBE 3200</a:t>
            </a:r>
          </a:p>
        </p:txBody>
      </p:sp>
    </p:spTree>
    <p:extLst>
      <p:ext uri="{BB962C8B-B14F-4D97-AF65-F5344CB8AC3E}">
        <p14:creationId xmlns:p14="http://schemas.microsoft.com/office/powerpoint/2010/main" val="163183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CE8CAA-F123-DD6B-CF80-E75F62DAE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8FBC8-B373-43F3-ACB4-243D99066DE6}" type="datetimeFigureOut">
              <a:rPr lang="en-IN" smtClean="0"/>
              <a:t>07-09-2023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FFA27D-4080-FB71-3EF7-588EACB23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2D6E8-C36B-8851-2986-9B5D9C24A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80E-35C1-48F1-B888-07E07241F495}" type="slidenum">
              <a:rPr lang="en-IN" smtClean="0"/>
              <a:t>‹#›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F65F19-DEF1-DC6F-BF12-C2661A118680}"/>
              </a:ext>
            </a:extLst>
          </p:cNvPr>
          <p:cNvSpPr txBox="1"/>
          <p:nvPr userDrawn="1"/>
        </p:nvSpPr>
        <p:spPr>
          <a:xfrm>
            <a:off x="0" y="1072"/>
            <a:ext cx="1962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Arial Rounded MT Bold" panose="020F0704030504030204" pitchFamily="34" charset="0"/>
              </a:rPr>
              <a:t>Sayan Bhowmik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9F352C-1C6F-E12E-2D51-E374337C690C}"/>
              </a:ext>
            </a:extLst>
          </p:cNvPr>
          <p:cNvSpPr txBox="1"/>
          <p:nvPr userDrawn="1"/>
        </p:nvSpPr>
        <p:spPr>
          <a:xfrm>
            <a:off x="5390232" y="2550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2060"/>
                </a:solidFill>
                <a:latin typeface="Arial Rounded MT Bold" panose="020F0704030504030204" pitchFamily="34" charset="0"/>
              </a:rPr>
              <a:t>ChBE 3200</a:t>
            </a:r>
          </a:p>
        </p:txBody>
      </p:sp>
    </p:spTree>
    <p:extLst>
      <p:ext uri="{BB962C8B-B14F-4D97-AF65-F5344CB8AC3E}">
        <p14:creationId xmlns:p14="http://schemas.microsoft.com/office/powerpoint/2010/main" val="3415500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FDA4A-2E95-4EA2-CFA4-04D6952D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B9619-BB4A-94C7-10C1-2E94702D3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E822A6-BBA4-9EC2-7DD6-31941FC69F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BA379C-E4BA-DEA1-4642-7F17E8BA0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8FBC8-B373-43F3-ACB4-243D99066DE6}" type="datetimeFigureOut">
              <a:rPr lang="en-IN" smtClean="0"/>
              <a:t>07-09-2023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028E2-C217-7E4E-64C5-E77461F8D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F03B5F-036B-DD60-7CD0-B63E8DFD0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80E-35C1-48F1-B888-07E07241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873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3284-8A19-EAE5-931F-09C73A29A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D52F9-77A7-B2E0-0FDE-DA2A8AB3F1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54BC11-5619-A697-297E-63A612B844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EDC868-AAB6-F716-6AB7-8880F70C5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8FBC8-B373-43F3-ACB4-243D99066DE6}" type="datetimeFigureOut">
              <a:rPr lang="en-IN" smtClean="0"/>
              <a:t>07-09-2023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6E0F86-F6FC-7CA2-AA94-8FF68862F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6FA39-5A40-05F3-6A31-368F67D0D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80E-35C1-48F1-B888-07E07241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769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8AB47-AC8B-6F8C-5537-21DA8DD95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A5B7BF-F131-D064-7B98-75C0AFC0F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CE31F-C34E-9384-6EF4-AC2A0452E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8FBC8-B373-43F3-ACB4-243D99066DE6}" type="datetimeFigureOut">
              <a:rPr lang="en-IN" smtClean="0"/>
              <a:t>07-09-2023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2E8E9-B9FF-D6D6-5F1F-7DD92900A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9D360-D373-2360-9582-1CC10E4B6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80E-35C1-48F1-B888-07E07241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411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6C848A-2653-7675-C80D-055241FFB1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462247-C4EF-4DC9-6B32-646D0A8C17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92FFA-7625-D83C-B7A9-4CB0A1D92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8FBC8-B373-43F3-ACB4-243D99066DE6}" type="datetimeFigureOut">
              <a:rPr lang="en-IN" smtClean="0"/>
              <a:t>07-09-2023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7E46C-A584-F108-FB98-ACF6C1868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7981B-1998-BF20-54A3-E5C063C95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80E-35C1-48F1-B888-07E07241F4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05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87349B-6052-F98F-206E-0D2483D12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7A78B-7D8E-C577-4B44-8BC2141E4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F80D2-60D3-81C8-0A49-97A336D8BF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Sayan Bhowmik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FD5D1-F4C2-9EF0-34B6-3DCBA3CA6B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B7778-9187-E4F5-AFF0-970188BDA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71380E-35C1-48F1-B888-07E07241F495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4EAD41F7-57AC-C55F-47F0-495C0051CBD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4101" y="100467"/>
            <a:ext cx="3034959" cy="58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717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.xml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5" Type="http://schemas.openxmlformats.org/officeDocument/2006/relationships/image" Target="../media/image15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12.png"/><Relationship Id="rId14" Type="http://schemas.openxmlformats.org/officeDocument/2006/relationships/customXml" Target="../ink/ink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13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openxmlformats.org/officeDocument/2006/relationships/customXml" Target="../ink/ink13.xml"/><Relationship Id="rId17" Type="http://schemas.openxmlformats.org/officeDocument/2006/relationships/image" Target="../media/image16.png"/><Relationship Id="rId2" Type="http://schemas.openxmlformats.org/officeDocument/2006/relationships/customXml" Target="../ink/ink8.xml"/><Relationship Id="rId16" Type="http://schemas.openxmlformats.org/officeDocument/2006/relationships/customXml" Target="../ink/ink15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0.xml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5" Type="http://schemas.openxmlformats.org/officeDocument/2006/relationships/image" Target="../media/image15.png"/><Relationship Id="rId10" Type="http://schemas.openxmlformats.org/officeDocument/2006/relationships/customXml" Target="../ink/ink12.xml"/><Relationship Id="rId4" Type="http://schemas.openxmlformats.org/officeDocument/2006/relationships/customXml" Target="../ink/ink9.xml"/><Relationship Id="rId9" Type="http://schemas.openxmlformats.org/officeDocument/2006/relationships/image" Target="../media/image12.png"/><Relationship Id="rId14" Type="http://schemas.openxmlformats.org/officeDocument/2006/relationships/customXml" Target="../ink/ink1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13" Type="http://schemas.openxmlformats.org/officeDocument/2006/relationships/image" Target="../media/image22.png"/><Relationship Id="rId18" Type="http://schemas.openxmlformats.org/officeDocument/2006/relationships/customXml" Target="../ink/ink24.xml"/><Relationship Id="rId3" Type="http://schemas.openxmlformats.org/officeDocument/2006/relationships/image" Target="../media/image17.png"/><Relationship Id="rId21" Type="http://schemas.openxmlformats.org/officeDocument/2006/relationships/image" Target="../media/image26.png"/><Relationship Id="rId7" Type="http://schemas.openxmlformats.org/officeDocument/2006/relationships/image" Target="../media/image19.png"/><Relationship Id="rId12" Type="http://schemas.openxmlformats.org/officeDocument/2006/relationships/customXml" Target="../ink/ink21.xml"/><Relationship Id="rId17" Type="http://schemas.openxmlformats.org/officeDocument/2006/relationships/image" Target="../media/image24.png"/><Relationship Id="rId2" Type="http://schemas.openxmlformats.org/officeDocument/2006/relationships/customXml" Target="../ink/ink16.xml"/><Relationship Id="rId16" Type="http://schemas.openxmlformats.org/officeDocument/2006/relationships/customXml" Target="../ink/ink23.xml"/><Relationship Id="rId20" Type="http://schemas.openxmlformats.org/officeDocument/2006/relationships/customXml" Target="../ink/ink25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8.xml"/><Relationship Id="rId11" Type="http://schemas.openxmlformats.org/officeDocument/2006/relationships/image" Target="../media/image21.png"/><Relationship Id="rId5" Type="http://schemas.openxmlformats.org/officeDocument/2006/relationships/image" Target="../media/image18.png"/><Relationship Id="rId15" Type="http://schemas.openxmlformats.org/officeDocument/2006/relationships/image" Target="../media/image23.png"/><Relationship Id="rId10" Type="http://schemas.openxmlformats.org/officeDocument/2006/relationships/customXml" Target="../ink/ink20.xml"/><Relationship Id="rId19" Type="http://schemas.openxmlformats.org/officeDocument/2006/relationships/image" Target="../media/image25.png"/><Relationship Id="rId4" Type="http://schemas.openxmlformats.org/officeDocument/2006/relationships/customXml" Target="../ink/ink17.xml"/><Relationship Id="rId9" Type="http://schemas.openxmlformats.org/officeDocument/2006/relationships/image" Target="../media/image20.png"/><Relationship Id="rId14" Type="http://schemas.openxmlformats.org/officeDocument/2006/relationships/customXml" Target="../ink/ink22.xml"/><Relationship Id="rId22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3.png"/><Relationship Id="rId21" Type="http://schemas.openxmlformats.org/officeDocument/2006/relationships/customXml" Target="../ink/ink35.xml"/><Relationship Id="rId42" Type="http://schemas.openxmlformats.org/officeDocument/2006/relationships/image" Target="../media/image41.png"/><Relationship Id="rId47" Type="http://schemas.openxmlformats.org/officeDocument/2006/relationships/customXml" Target="../ink/ink48.xml"/><Relationship Id="rId63" Type="http://schemas.openxmlformats.org/officeDocument/2006/relationships/customXml" Target="../ink/ink56.xml"/><Relationship Id="rId68" Type="http://schemas.openxmlformats.org/officeDocument/2006/relationships/image" Target="../media/image54.png"/><Relationship Id="rId84" Type="http://schemas.openxmlformats.org/officeDocument/2006/relationships/image" Target="../media/image62.png"/><Relationship Id="rId89" Type="http://schemas.openxmlformats.org/officeDocument/2006/relationships/customXml" Target="../ink/ink69.xml"/><Relationship Id="rId16" Type="http://schemas.openxmlformats.org/officeDocument/2006/relationships/image" Target="../media/image28.png"/><Relationship Id="rId107" Type="http://schemas.openxmlformats.org/officeDocument/2006/relationships/customXml" Target="../ink/ink78.xml"/><Relationship Id="rId11" Type="http://schemas.openxmlformats.org/officeDocument/2006/relationships/image" Target="../media/image21.png"/><Relationship Id="rId32" Type="http://schemas.openxmlformats.org/officeDocument/2006/relationships/image" Target="../media/image36.png"/><Relationship Id="rId37" Type="http://schemas.openxmlformats.org/officeDocument/2006/relationships/customXml" Target="../ink/ink43.xml"/><Relationship Id="rId53" Type="http://schemas.openxmlformats.org/officeDocument/2006/relationships/customXml" Target="../ink/ink51.xml"/><Relationship Id="rId58" Type="http://schemas.openxmlformats.org/officeDocument/2006/relationships/image" Target="../media/image49.png"/><Relationship Id="rId74" Type="http://schemas.openxmlformats.org/officeDocument/2006/relationships/image" Target="../media/image57.png"/><Relationship Id="rId79" Type="http://schemas.openxmlformats.org/officeDocument/2006/relationships/customXml" Target="../ink/ink64.xml"/><Relationship Id="rId102" Type="http://schemas.openxmlformats.org/officeDocument/2006/relationships/image" Target="../media/image71.png"/><Relationship Id="rId5" Type="http://schemas.openxmlformats.org/officeDocument/2006/relationships/image" Target="../media/image18.png"/><Relationship Id="rId90" Type="http://schemas.openxmlformats.org/officeDocument/2006/relationships/image" Target="../media/image65.png"/><Relationship Id="rId95" Type="http://schemas.openxmlformats.org/officeDocument/2006/relationships/customXml" Target="../ink/ink72.xml"/><Relationship Id="rId22" Type="http://schemas.openxmlformats.org/officeDocument/2006/relationships/image" Target="../media/image31.png"/><Relationship Id="rId27" Type="http://schemas.openxmlformats.org/officeDocument/2006/relationships/customXml" Target="../ink/ink38.xml"/><Relationship Id="rId43" Type="http://schemas.openxmlformats.org/officeDocument/2006/relationships/customXml" Target="../ink/ink46.xml"/><Relationship Id="rId48" Type="http://schemas.openxmlformats.org/officeDocument/2006/relationships/image" Target="../media/image44.png"/><Relationship Id="rId64" Type="http://schemas.openxmlformats.org/officeDocument/2006/relationships/image" Target="../media/image52.png"/><Relationship Id="rId69" Type="http://schemas.openxmlformats.org/officeDocument/2006/relationships/customXml" Target="../ink/ink59.xml"/><Relationship Id="rId80" Type="http://schemas.openxmlformats.org/officeDocument/2006/relationships/image" Target="../media/image60.png"/><Relationship Id="rId85" Type="http://schemas.openxmlformats.org/officeDocument/2006/relationships/customXml" Target="../ink/ink67.xml"/><Relationship Id="rId12" Type="http://schemas.openxmlformats.org/officeDocument/2006/relationships/customXml" Target="../ink/ink31.xml"/><Relationship Id="rId17" Type="http://schemas.openxmlformats.org/officeDocument/2006/relationships/customXml" Target="../ink/ink33.xml"/><Relationship Id="rId33" Type="http://schemas.openxmlformats.org/officeDocument/2006/relationships/customXml" Target="../ink/ink41.xml"/><Relationship Id="rId38" Type="http://schemas.openxmlformats.org/officeDocument/2006/relationships/image" Target="../media/image39.png"/><Relationship Id="rId59" Type="http://schemas.openxmlformats.org/officeDocument/2006/relationships/customXml" Target="../ink/ink54.xml"/><Relationship Id="rId103" Type="http://schemas.openxmlformats.org/officeDocument/2006/relationships/customXml" Target="../ink/ink76.xml"/><Relationship Id="rId108" Type="http://schemas.openxmlformats.org/officeDocument/2006/relationships/image" Target="../media/image74.png"/><Relationship Id="rId20" Type="http://schemas.openxmlformats.org/officeDocument/2006/relationships/image" Target="../media/image30.png"/><Relationship Id="rId41" Type="http://schemas.openxmlformats.org/officeDocument/2006/relationships/customXml" Target="../ink/ink45.xml"/><Relationship Id="rId54" Type="http://schemas.openxmlformats.org/officeDocument/2006/relationships/image" Target="../media/image47.png"/><Relationship Id="rId62" Type="http://schemas.openxmlformats.org/officeDocument/2006/relationships/image" Target="../media/image51.png"/><Relationship Id="rId70" Type="http://schemas.openxmlformats.org/officeDocument/2006/relationships/image" Target="../media/image55.png"/><Relationship Id="rId75" Type="http://schemas.openxmlformats.org/officeDocument/2006/relationships/customXml" Target="../ink/ink62.xml"/><Relationship Id="rId83" Type="http://schemas.openxmlformats.org/officeDocument/2006/relationships/customXml" Target="../ink/ink66.xml"/><Relationship Id="rId88" Type="http://schemas.openxmlformats.org/officeDocument/2006/relationships/image" Target="../media/image64.png"/><Relationship Id="rId91" Type="http://schemas.openxmlformats.org/officeDocument/2006/relationships/customXml" Target="../ink/ink70.xml"/><Relationship Id="rId96" Type="http://schemas.openxmlformats.org/officeDocument/2006/relationships/image" Target="../media/image68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8.xml"/><Relationship Id="rId15" Type="http://schemas.openxmlformats.org/officeDocument/2006/relationships/image" Target="../media/image23.png"/><Relationship Id="rId23" Type="http://schemas.openxmlformats.org/officeDocument/2006/relationships/customXml" Target="../ink/ink36.xml"/><Relationship Id="rId28" Type="http://schemas.openxmlformats.org/officeDocument/2006/relationships/image" Target="../media/image34.png"/><Relationship Id="rId36" Type="http://schemas.openxmlformats.org/officeDocument/2006/relationships/image" Target="../media/image38.png"/><Relationship Id="rId49" Type="http://schemas.openxmlformats.org/officeDocument/2006/relationships/customXml" Target="../ink/ink49.xml"/><Relationship Id="rId57" Type="http://schemas.openxmlformats.org/officeDocument/2006/relationships/customXml" Target="../ink/ink53.xml"/><Relationship Id="rId106" Type="http://schemas.openxmlformats.org/officeDocument/2006/relationships/image" Target="../media/image73.png"/><Relationship Id="rId10" Type="http://schemas.openxmlformats.org/officeDocument/2006/relationships/customXml" Target="../ink/ink30.xml"/><Relationship Id="rId31" Type="http://schemas.openxmlformats.org/officeDocument/2006/relationships/customXml" Target="../ink/ink40.xml"/><Relationship Id="rId44" Type="http://schemas.openxmlformats.org/officeDocument/2006/relationships/image" Target="../media/image42.png"/><Relationship Id="rId52" Type="http://schemas.openxmlformats.org/officeDocument/2006/relationships/image" Target="../media/image46.png"/><Relationship Id="rId60" Type="http://schemas.openxmlformats.org/officeDocument/2006/relationships/image" Target="../media/image50.png"/><Relationship Id="rId65" Type="http://schemas.openxmlformats.org/officeDocument/2006/relationships/customXml" Target="../ink/ink57.xml"/><Relationship Id="rId73" Type="http://schemas.openxmlformats.org/officeDocument/2006/relationships/customXml" Target="../ink/ink61.xml"/><Relationship Id="rId78" Type="http://schemas.openxmlformats.org/officeDocument/2006/relationships/image" Target="../media/image59.png"/><Relationship Id="rId81" Type="http://schemas.openxmlformats.org/officeDocument/2006/relationships/customXml" Target="../ink/ink65.xml"/><Relationship Id="rId86" Type="http://schemas.openxmlformats.org/officeDocument/2006/relationships/image" Target="../media/image63.png"/><Relationship Id="rId94" Type="http://schemas.openxmlformats.org/officeDocument/2006/relationships/image" Target="../media/image67.png"/><Relationship Id="rId99" Type="http://schemas.openxmlformats.org/officeDocument/2006/relationships/customXml" Target="../ink/ink74.xml"/><Relationship Id="rId101" Type="http://schemas.openxmlformats.org/officeDocument/2006/relationships/customXml" Target="../ink/ink75.xml"/><Relationship Id="rId4" Type="http://schemas.openxmlformats.org/officeDocument/2006/relationships/customXml" Target="../ink/ink27.xml"/><Relationship Id="rId9" Type="http://schemas.openxmlformats.org/officeDocument/2006/relationships/image" Target="../media/image20.png"/><Relationship Id="rId13" Type="http://schemas.openxmlformats.org/officeDocument/2006/relationships/image" Target="../media/image22.png"/><Relationship Id="rId18" Type="http://schemas.openxmlformats.org/officeDocument/2006/relationships/image" Target="../media/image29.png"/><Relationship Id="rId39" Type="http://schemas.openxmlformats.org/officeDocument/2006/relationships/customXml" Target="../ink/ink44.xml"/><Relationship Id="rId34" Type="http://schemas.openxmlformats.org/officeDocument/2006/relationships/image" Target="../media/image37.png"/><Relationship Id="rId50" Type="http://schemas.openxmlformats.org/officeDocument/2006/relationships/image" Target="../media/image45.png"/><Relationship Id="rId55" Type="http://schemas.openxmlformats.org/officeDocument/2006/relationships/customXml" Target="../ink/ink52.xml"/><Relationship Id="rId76" Type="http://schemas.openxmlformats.org/officeDocument/2006/relationships/image" Target="../media/image58.png"/><Relationship Id="rId97" Type="http://schemas.openxmlformats.org/officeDocument/2006/relationships/customXml" Target="../ink/ink73.xml"/><Relationship Id="rId104" Type="http://schemas.openxmlformats.org/officeDocument/2006/relationships/image" Target="../media/image72.png"/><Relationship Id="rId7" Type="http://schemas.openxmlformats.org/officeDocument/2006/relationships/image" Target="../media/image19.png"/><Relationship Id="rId71" Type="http://schemas.openxmlformats.org/officeDocument/2006/relationships/customXml" Target="../ink/ink60.xml"/><Relationship Id="rId92" Type="http://schemas.openxmlformats.org/officeDocument/2006/relationships/image" Target="../media/image66.png"/><Relationship Id="rId2" Type="http://schemas.openxmlformats.org/officeDocument/2006/relationships/customXml" Target="../ink/ink26.xml"/><Relationship Id="rId29" Type="http://schemas.openxmlformats.org/officeDocument/2006/relationships/customXml" Target="../ink/ink39.xml"/><Relationship Id="rId24" Type="http://schemas.openxmlformats.org/officeDocument/2006/relationships/image" Target="../media/image32.png"/><Relationship Id="rId40" Type="http://schemas.openxmlformats.org/officeDocument/2006/relationships/image" Target="../media/image40.png"/><Relationship Id="rId45" Type="http://schemas.openxmlformats.org/officeDocument/2006/relationships/customXml" Target="../ink/ink47.xml"/><Relationship Id="rId66" Type="http://schemas.openxmlformats.org/officeDocument/2006/relationships/image" Target="../media/image53.png"/><Relationship Id="rId87" Type="http://schemas.openxmlformats.org/officeDocument/2006/relationships/customXml" Target="../ink/ink68.xml"/><Relationship Id="rId61" Type="http://schemas.openxmlformats.org/officeDocument/2006/relationships/customXml" Target="../ink/ink55.xml"/><Relationship Id="rId82" Type="http://schemas.openxmlformats.org/officeDocument/2006/relationships/image" Target="../media/image61.png"/><Relationship Id="rId19" Type="http://schemas.openxmlformats.org/officeDocument/2006/relationships/customXml" Target="../ink/ink34.xml"/><Relationship Id="rId14" Type="http://schemas.openxmlformats.org/officeDocument/2006/relationships/customXml" Target="../ink/ink32.xml"/><Relationship Id="rId30" Type="http://schemas.openxmlformats.org/officeDocument/2006/relationships/image" Target="../media/image35.png"/><Relationship Id="rId35" Type="http://schemas.openxmlformats.org/officeDocument/2006/relationships/customXml" Target="../ink/ink42.xml"/><Relationship Id="rId56" Type="http://schemas.openxmlformats.org/officeDocument/2006/relationships/image" Target="../media/image48.png"/><Relationship Id="rId77" Type="http://schemas.openxmlformats.org/officeDocument/2006/relationships/customXml" Target="../ink/ink63.xml"/><Relationship Id="rId100" Type="http://schemas.openxmlformats.org/officeDocument/2006/relationships/image" Target="../media/image70.png"/><Relationship Id="rId105" Type="http://schemas.openxmlformats.org/officeDocument/2006/relationships/customXml" Target="../ink/ink77.xml"/><Relationship Id="rId8" Type="http://schemas.openxmlformats.org/officeDocument/2006/relationships/customXml" Target="../ink/ink29.xml"/><Relationship Id="rId51" Type="http://schemas.openxmlformats.org/officeDocument/2006/relationships/customXml" Target="../ink/ink50.xml"/><Relationship Id="rId72" Type="http://schemas.openxmlformats.org/officeDocument/2006/relationships/image" Target="../media/image56.png"/><Relationship Id="rId93" Type="http://schemas.openxmlformats.org/officeDocument/2006/relationships/customXml" Target="../ink/ink71.xml"/><Relationship Id="rId98" Type="http://schemas.openxmlformats.org/officeDocument/2006/relationships/image" Target="../media/image69.png"/><Relationship Id="rId3" Type="http://schemas.openxmlformats.org/officeDocument/2006/relationships/image" Target="../media/image17.png"/><Relationship Id="rId25" Type="http://schemas.openxmlformats.org/officeDocument/2006/relationships/customXml" Target="../ink/ink37.xml"/><Relationship Id="rId46" Type="http://schemas.openxmlformats.org/officeDocument/2006/relationships/image" Target="../media/image43.png"/><Relationship Id="rId67" Type="http://schemas.openxmlformats.org/officeDocument/2006/relationships/customXml" Target="../ink/ink58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7.png"/><Relationship Id="rId21" Type="http://schemas.openxmlformats.org/officeDocument/2006/relationships/customXml" Target="../ink/ink88.xml"/><Relationship Id="rId42" Type="http://schemas.openxmlformats.org/officeDocument/2006/relationships/image" Target="../media/image85.png"/><Relationship Id="rId47" Type="http://schemas.openxmlformats.org/officeDocument/2006/relationships/customXml" Target="../ink/ink101.xml"/><Relationship Id="rId63" Type="http://schemas.openxmlformats.org/officeDocument/2006/relationships/customXml" Target="../ink/ink109.xml"/><Relationship Id="rId68" Type="http://schemas.openxmlformats.org/officeDocument/2006/relationships/image" Target="../media/image98.png"/><Relationship Id="rId84" Type="http://schemas.openxmlformats.org/officeDocument/2006/relationships/image" Target="../media/image106.png"/><Relationship Id="rId89" Type="http://schemas.openxmlformats.org/officeDocument/2006/relationships/customXml" Target="../ink/ink122.xml"/><Relationship Id="rId16" Type="http://schemas.openxmlformats.org/officeDocument/2006/relationships/image" Target="../media/image28.png"/><Relationship Id="rId11" Type="http://schemas.openxmlformats.org/officeDocument/2006/relationships/image" Target="../media/image21.png"/><Relationship Id="rId32" Type="http://schemas.openxmlformats.org/officeDocument/2006/relationships/image" Target="../media/image80.png"/><Relationship Id="rId37" Type="http://schemas.openxmlformats.org/officeDocument/2006/relationships/customXml" Target="../ink/ink96.xml"/><Relationship Id="rId53" Type="http://schemas.openxmlformats.org/officeDocument/2006/relationships/customXml" Target="../ink/ink104.xml"/><Relationship Id="rId58" Type="http://schemas.openxmlformats.org/officeDocument/2006/relationships/image" Target="../media/image93.png"/><Relationship Id="rId74" Type="http://schemas.openxmlformats.org/officeDocument/2006/relationships/image" Target="../media/image101.png"/><Relationship Id="rId79" Type="http://schemas.openxmlformats.org/officeDocument/2006/relationships/customXml" Target="../ink/ink117.xml"/><Relationship Id="rId102" Type="http://schemas.openxmlformats.org/officeDocument/2006/relationships/image" Target="../media/image115.png"/><Relationship Id="rId5" Type="http://schemas.openxmlformats.org/officeDocument/2006/relationships/image" Target="../media/image18.png"/><Relationship Id="rId90" Type="http://schemas.openxmlformats.org/officeDocument/2006/relationships/image" Target="../media/image109.png"/><Relationship Id="rId95" Type="http://schemas.openxmlformats.org/officeDocument/2006/relationships/customXml" Target="../ink/ink125.xml"/><Relationship Id="rId22" Type="http://schemas.openxmlformats.org/officeDocument/2006/relationships/image" Target="../media/image75.png"/><Relationship Id="rId27" Type="http://schemas.openxmlformats.org/officeDocument/2006/relationships/customXml" Target="../ink/ink91.xml"/><Relationship Id="rId43" Type="http://schemas.openxmlformats.org/officeDocument/2006/relationships/customXml" Target="../ink/ink99.xml"/><Relationship Id="rId48" Type="http://schemas.openxmlformats.org/officeDocument/2006/relationships/image" Target="../media/image88.png"/><Relationship Id="rId64" Type="http://schemas.openxmlformats.org/officeDocument/2006/relationships/image" Target="../media/image96.png"/><Relationship Id="rId69" Type="http://schemas.openxmlformats.org/officeDocument/2006/relationships/customXml" Target="../ink/ink112.xml"/><Relationship Id="rId80" Type="http://schemas.openxmlformats.org/officeDocument/2006/relationships/image" Target="../media/image104.png"/><Relationship Id="rId85" Type="http://schemas.openxmlformats.org/officeDocument/2006/relationships/customXml" Target="../ink/ink120.xml"/><Relationship Id="rId12" Type="http://schemas.openxmlformats.org/officeDocument/2006/relationships/customXml" Target="../ink/ink84.xml"/><Relationship Id="rId17" Type="http://schemas.openxmlformats.org/officeDocument/2006/relationships/customXml" Target="../ink/ink86.xml"/><Relationship Id="rId33" Type="http://schemas.openxmlformats.org/officeDocument/2006/relationships/customXml" Target="../ink/ink94.xml"/><Relationship Id="rId38" Type="http://schemas.openxmlformats.org/officeDocument/2006/relationships/image" Target="../media/image83.png"/><Relationship Id="rId59" Type="http://schemas.openxmlformats.org/officeDocument/2006/relationships/customXml" Target="../ink/ink107.xml"/><Relationship Id="rId103" Type="http://schemas.openxmlformats.org/officeDocument/2006/relationships/customXml" Target="../ink/ink129.xml"/><Relationship Id="rId20" Type="http://schemas.openxmlformats.org/officeDocument/2006/relationships/image" Target="../media/image30.png"/><Relationship Id="rId41" Type="http://schemas.openxmlformats.org/officeDocument/2006/relationships/customXml" Target="../ink/ink98.xml"/><Relationship Id="rId54" Type="http://schemas.openxmlformats.org/officeDocument/2006/relationships/image" Target="../media/image91.png"/><Relationship Id="rId62" Type="http://schemas.openxmlformats.org/officeDocument/2006/relationships/image" Target="../media/image95.png"/><Relationship Id="rId70" Type="http://schemas.openxmlformats.org/officeDocument/2006/relationships/image" Target="../media/image99.png"/><Relationship Id="rId75" Type="http://schemas.openxmlformats.org/officeDocument/2006/relationships/customXml" Target="../ink/ink115.xml"/><Relationship Id="rId83" Type="http://schemas.openxmlformats.org/officeDocument/2006/relationships/customXml" Target="../ink/ink119.xml"/><Relationship Id="rId88" Type="http://schemas.openxmlformats.org/officeDocument/2006/relationships/image" Target="../media/image108.png"/><Relationship Id="rId91" Type="http://schemas.openxmlformats.org/officeDocument/2006/relationships/customXml" Target="../ink/ink123.xml"/><Relationship Id="rId96" Type="http://schemas.openxmlformats.org/officeDocument/2006/relationships/image" Target="../media/image112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81.xml"/><Relationship Id="rId15" Type="http://schemas.openxmlformats.org/officeDocument/2006/relationships/image" Target="../media/image23.png"/><Relationship Id="rId23" Type="http://schemas.openxmlformats.org/officeDocument/2006/relationships/customXml" Target="../ink/ink89.xml"/><Relationship Id="rId28" Type="http://schemas.openxmlformats.org/officeDocument/2006/relationships/image" Target="../media/image78.png"/><Relationship Id="rId36" Type="http://schemas.openxmlformats.org/officeDocument/2006/relationships/image" Target="../media/image82.png"/><Relationship Id="rId49" Type="http://schemas.openxmlformats.org/officeDocument/2006/relationships/customXml" Target="../ink/ink102.xml"/><Relationship Id="rId57" Type="http://schemas.openxmlformats.org/officeDocument/2006/relationships/customXml" Target="../ink/ink106.xml"/><Relationship Id="rId106" Type="http://schemas.openxmlformats.org/officeDocument/2006/relationships/image" Target="../media/image117.png"/><Relationship Id="rId10" Type="http://schemas.openxmlformats.org/officeDocument/2006/relationships/customXml" Target="../ink/ink83.xml"/><Relationship Id="rId31" Type="http://schemas.openxmlformats.org/officeDocument/2006/relationships/customXml" Target="../ink/ink93.xml"/><Relationship Id="rId44" Type="http://schemas.openxmlformats.org/officeDocument/2006/relationships/image" Target="../media/image86.png"/><Relationship Id="rId52" Type="http://schemas.openxmlformats.org/officeDocument/2006/relationships/image" Target="../media/image90.png"/><Relationship Id="rId60" Type="http://schemas.openxmlformats.org/officeDocument/2006/relationships/image" Target="../media/image94.png"/><Relationship Id="rId65" Type="http://schemas.openxmlformats.org/officeDocument/2006/relationships/customXml" Target="../ink/ink110.xml"/><Relationship Id="rId73" Type="http://schemas.openxmlformats.org/officeDocument/2006/relationships/customXml" Target="../ink/ink114.xml"/><Relationship Id="rId78" Type="http://schemas.openxmlformats.org/officeDocument/2006/relationships/image" Target="../media/image103.png"/><Relationship Id="rId81" Type="http://schemas.openxmlformats.org/officeDocument/2006/relationships/customXml" Target="../ink/ink118.xml"/><Relationship Id="rId86" Type="http://schemas.openxmlformats.org/officeDocument/2006/relationships/image" Target="../media/image107.png"/><Relationship Id="rId94" Type="http://schemas.openxmlformats.org/officeDocument/2006/relationships/image" Target="../media/image111.png"/><Relationship Id="rId99" Type="http://schemas.openxmlformats.org/officeDocument/2006/relationships/customXml" Target="../ink/ink127.xml"/><Relationship Id="rId101" Type="http://schemas.openxmlformats.org/officeDocument/2006/relationships/customXml" Target="../ink/ink128.xml"/><Relationship Id="rId4" Type="http://schemas.openxmlformats.org/officeDocument/2006/relationships/customXml" Target="../ink/ink80.xml"/><Relationship Id="rId9" Type="http://schemas.openxmlformats.org/officeDocument/2006/relationships/image" Target="../media/image20.png"/><Relationship Id="rId13" Type="http://schemas.openxmlformats.org/officeDocument/2006/relationships/image" Target="../media/image22.png"/><Relationship Id="rId18" Type="http://schemas.openxmlformats.org/officeDocument/2006/relationships/image" Target="../media/image29.png"/><Relationship Id="rId39" Type="http://schemas.openxmlformats.org/officeDocument/2006/relationships/customXml" Target="../ink/ink97.xml"/><Relationship Id="rId34" Type="http://schemas.openxmlformats.org/officeDocument/2006/relationships/image" Target="../media/image81.png"/><Relationship Id="rId50" Type="http://schemas.openxmlformats.org/officeDocument/2006/relationships/image" Target="../media/image89.png"/><Relationship Id="rId55" Type="http://schemas.openxmlformats.org/officeDocument/2006/relationships/customXml" Target="../ink/ink105.xml"/><Relationship Id="rId76" Type="http://schemas.openxmlformats.org/officeDocument/2006/relationships/image" Target="../media/image102.png"/><Relationship Id="rId97" Type="http://schemas.openxmlformats.org/officeDocument/2006/relationships/customXml" Target="../ink/ink126.xml"/><Relationship Id="rId104" Type="http://schemas.openxmlformats.org/officeDocument/2006/relationships/image" Target="../media/image116.png"/><Relationship Id="rId7" Type="http://schemas.openxmlformats.org/officeDocument/2006/relationships/image" Target="../media/image19.png"/><Relationship Id="rId71" Type="http://schemas.openxmlformats.org/officeDocument/2006/relationships/customXml" Target="../ink/ink113.xml"/><Relationship Id="rId92" Type="http://schemas.openxmlformats.org/officeDocument/2006/relationships/image" Target="../media/image110.png"/><Relationship Id="rId2" Type="http://schemas.openxmlformats.org/officeDocument/2006/relationships/customXml" Target="../ink/ink79.xml"/><Relationship Id="rId29" Type="http://schemas.openxmlformats.org/officeDocument/2006/relationships/customXml" Target="../ink/ink92.xml"/><Relationship Id="rId24" Type="http://schemas.openxmlformats.org/officeDocument/2006/relationships/image" Target="../media/image76.png"/><Relationship Id="rId40" Type="http://schemas.openxmlformats.org/officeDocument/2006/relationships/image" Target="../media/image84.png"/><Relationship Id="rId45" Type="http://schemas.openxmlformats.org/officeDocument/2006/relationships/customXml" Target="../ink/ink100.xml"/><Relationship Id="rId66" Type="http://schemas.openxmlformats.org/officeDocument/2006/relationships/image" Target="../media/image97.png"/><Relationship Id="rId87" Type="http://schemas.openxmlformats.org/officeDocument/2006/relationships/customXml" Target="../ink/ink121.xml"/><Relationship Id="rId61" Type="http://schemas.openxmlformats.org/officeDocument/2006/relationships/customXml" Target="../ink/ink108.xml"/><Relationship Id="rId82" Type="http://schemas.openxmlformats.org/officeDocument/2006/relationships/image" Target="../media/image105.png"/><Relationship Id="rId19" Type="http://schemas.openxmlformats.org/officeDocument/2006/relationships/customXml" Target="../ink/ink87.xml"/><Relationship Id="rId14" Type="http://schemas.openxmlformats.org/officeDocument/2006/relationships/customXml" Target="../ink/ink85.xml"/><Relationship Id="rId30" Type="http://schemas.openxmlformats.org/officeDocument/2006/relationships/image" Target="../media/image79.png"/><Relationship Id="rId35" Type="http://schemas.openxmlformats.org/officeDocument/2006/relationships/customXml" Target="../ink/ink95.xml"/><Relationship Id="rId56" Type="http://schemas.openxmlformats.org/officeDocument/2006/relationships/image" Target="../media/image92.png"/><Relationship Id="rId77" Type="http://schemas.openxmlformats.org/officeDocument/2006/relationships/customXml" Target="../ink/ink116.xml"/><Relationship Id="rId100" Type="http://schemas.openxmlformats.org/officeDocument/2006/relationships/image" Target="../media/image114.png"/><Relationship Id="rId105" Type="http://schemas.openxmlformats.org/officeDocument/2006/relationships/customXml" Target="../ink/ink130.xml"/><Relationship Id="rId8" Type="http://schemas.openxmlformats.org/officeDocument/2006/relationships/customXml" Target="../ink/ink82.xml"/><Relationship Id="rId51" Type="http://schemas.openxmlformats.org/officeDocument/2006/relationships/customXml" Target="../ink/ink103.xml"/><Relationship Id="rId72" Type="http://schemas.openxmlformats.org/officeDocument/2006/relationships/image" Target="../media/image100.png"/><Relationship Id="rId93" Type="http://schemas.openxmlformats.org/officeDocument/2006/relationships/customXml" Target="../ink/ink124.xml"/><Relationship Id="rId98" Type="http://schemas.openxmlformats.org/officeDocument/2006/relationships/image" Target="../media/image113.png"/><Relationship Id="rId3" Type="http://schemas.openxmlformats.org/officeDocument/2006/relationships/image" Target="../media/image17.png"/><Relationship Id="rId25" Type="http://schemas.openxmlformats.org/officeDocument/2006/relationships/customXml" Target="../ink/ink90.xml"/><Relationship Id="rId46" Type="http://schemas.openxmlformats.org/officeDocument/2006/relationships/image" Target="../media/image87.png"/><Relationship Id="rId67" Type="http://schemas.openxmlformats.org/officeDocument/2006/relationships/customXml" Target="../ink/ink111.xml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13.png"/><Relationship Id="rId21" Type="http://schemas.openxmlformats.org/officeDocument/2006/relationships/customXml" Target="../ink/ink140.xml"/><Relationship Id="rId42" Type="http://schemas.openxmlformats.org/officeDocument/2006/relationships/image" Target="../media/image121.png"/><Relationship Id="rId47" Type="http://schemas.openxmlformats.org/officeDocument/2006/relationships/customXml" Target="../ink/ink153.xml"/><Relationship Id="rId63" Type="http://schemas.openxmlformats.org/officeDocument/2006/relationships/customXml" Target="../ink/ink161.xml"/><Relationship Id="rId68" Type="http://schemas.openxmlformats.org/officeDocument/2006/relationships/image" Target="../media/image134.png"/><Relationship Id="rId84" Type="http://schemas.openxmlformats.org/officeDocument/2006/relationships/image" Target="../media/image142.png"/><Relationship Id="rId16" Type="http://schemas.openxmlformats.org/officeDocument/2006/relationships/image" Target="../media/image28.png"/><Relationship Id="rId11" Type="http://schemas.openxmlformats.org/officeDocument/2006/relationships/image" Target="../media/image21.png"/><Relationship Id="rId32" Type="http://schemas.openxmlformats.org/officeDocument/2006/relationships/image" Target="../media/image116.png"/><Relationship Id="rId37" Type="http://schemas.openxmlformats.org/officeDocument/2006/relationships/customXml" Target="../ink/ink148.xml"/><Relationship Id="rId53" Type="http://schemas.openxmlformats.org/officeDocument/2006/relationships/customXml" Target="../ink/ink156.xml"/><Relationship Id="rId58" Type="http://schemas.openxmlformats.org/officeDocument/2006/relationships/image" Target="../media/image129.png"/><Relationship Id="rId74" Type="http://schemas.openxmlformats.org/officeDocument/2006/relationships/image" Target="../media/image137.png"/><Relationship Id="rId79" Type="http://schemas.openxmlformats.org/officeDocument/2006/relationships/customXml" Target="../ink/ink169.xml"/><Relationship Id="rId5" Type="http://schemas.openxmlformats.org/officeDocument/2006/relationships/image" Target="../media/image18.png"/><Relationship Id="rId19" Type="http://schemas.openxmlformats.org/officeDocument/2006/relationships/customXml" Target="../ink/ink139.xml"/><Relationship Id="rId14" Type="http://schemas.openxmlformats.org/officeDocument/2006/relationships/customXml" Target="../ink/ink137.xml"/><Relationship Id="rId22" Type="http://schemas.openxmlformats.org/officeDocument/2006/relationships/image" Target="../media/image111.png"/><Relationship Id="rId27" Type="http://schemas.openxmlformats.org/officeDocument/2006/relationships/customXml" Target="../ink/ink143.xml"/><Relationship Id="rId30" Type="http://schemas.openxmlformats.org/officeDocument/2006/relationships/image" Target="../media/image115.png"/><Relationship Id="rId35" Type="http://schemas.openxmlformats.org/officeDocument/2006/relationships/customXml" Target="../ink/ink147.xml"/><Relationship Id="rId43" Type="http://schemas.openxmlformats.org/officeDocument/2006/relationships/customXml" Target="../ink/ink151.xml"/><Relationship Id="rId48" Type="http://schemas.openxmlformats.org/officeDocument/2006/relationships/image" Target="../media/image124.png"/><Relationship Id="rId56" Type="http://schemas.openxmlformats.org/officeDocument/2006/relationships/image" Target="../media/image128.png"/><Relationship Id="rId64" Type="http://schemas.openxmlformats.org/officeDocument/2006/relationships/image" Target="../media/image132.png"/><Relationship Id="rId69" Type="http://schemas.openxmlformats.org/officeDocument/2006/relationships/customXml" Target="../ink/ink164.xml"/><Relationship Id="rId77" Type="http://schemas.openxmlformats.org/officeDocument/2006/relationships/customXml" Target="../ink/ink168.xml"/><Relationship Id="rId8" Type="http://schemas.openxmlformats.org/officeDocument/2006/relationships/customXml" Target="../ink/ink134.xml"/><Relationship Id="rId51" Type="http://schemas.openxmlformats.org/officeDocument/2006/relationships/customXml" Target="../ink/ink155.xml"/><Relationship Id="rId72" Type="http://schemas.openxmlformats.org/officeDocument/2006/relationships/image" Target="../media/image136.png"/><Relationship Id="rId80" Type="http://schemas.openxmlformats.org/officeDocument/2006/relationships/image" Target="../media/image140.png"/><Relationship Id="rId85" Type="http://schemas.openxmlformats.org/officeDocument/2006/relationships/customXml" Target="../ink/ink172.xml"/><Relationship Id="rId3" Type="http://schemas.openxmlformats.org/officeDocument/2006/relationships/image" Target="../media/image17.png"/><Relationship Id="rId12" Type="http://schemas.openxmlformats.org/officeDocument/2006/relationships/customXml" Target="../ink/ink136.xml"/><Relationship Id="rId17" Type="http://schemas.openxmlformats.org/officeDocument/2006/relationships/customXml" Target="../ink/ink138.xml"/><Relationship Id="rId25" Type="http://schemas.openxmlformats.org/officeDocument/2006/relationships/customXml" Target="../ink/ink142.xml"/><Relationship Id="rId33" Type="http://schemas.openxmlformats.org/officeDocument/2006/relationships/customXml" Target="../ink/ink146.xml"/><Relationship Id="rId38" Type="http://schemas.openxmlformats.org/officeDocument/2006/relationships/image" Target="../media/image119.png"/><Relationship Id="rId46" Type="http://schemas.openxmlformats.org/officeDocument/2006/relationships/image" Target="../media/image123.png"/><Relationship Id="rId59" Type="http://schemas.openxmlformats.org/officeDocument/2006/relationships/customXml" Target="../ink/ink159.xml"/><Relationship Id="rId67" Type="http://schemas.openxmlformats.org/officeDocument/2006/relationships/customXml" Target="../ink/ink163.xml"/><Relationship Id="rId20" Type="http://schemas.openxmlformats.org/officeDocument/2006/relationships/image" Target="../media/image30.png"/><Relationship Id="rId41" Type="http://schemas.openxmlformats.org/officeDocument/2006/relationships/customXml" Target="../ink/ink150.xml"/><Relationship Id="rId54" Type="http://schemas.openxmlformats.org/officeDocument/2006/relationships/image" Target="../media/image127.png"/><Relationship Id="rId62" Type="http://schemas.openxmlformats.org/officeDocument/2006/relationships/image" Target="../media/image131.png"/><Relationship Id="rId70" Type="http://schemas.openxmlformats.org/officeDocument/2006/relationships/image" Target="../media/image135.png"/><Relationship Id="rId75" Type="http://schemas.openxmlformats.org/officeDocument/2006/relationships/customXml" Target="../ink/ink167.xml"/><Relationship Id="rId83" Type="http://schemas.openxmlformats.org/officeDocument/2006/relationships/customXml" Target="../ink/ink171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33.xml"/><Relationship Id="rId15" Type="http://schemas.openxmlformats.org/officeDocument/2006/relationships/image" Target="../media/image23.png"/><Relationship Id="rId23" Type="http://schemas.openxmlformats.org/officeDocument/2006/relationships/customXml" Target="../ink/ink141.xml"/><Relationship Id="rId28" Type="http://schemas.openxmlformats.org/officeDocument/2006/relationships/image" Target="../media/image114.png"/><Relationship Id="rId36" Type="http://schemas.openxmlformats.org/officeDocument/2006/relationships/image" Target="../media/image118.png"/><Relationship Id="rId49" Type="http://schemas.openxmlformats.org/officeDocument/2006/relationships/customXml" Target="../ink/ink154.xml"/><Relationship Id="rId57" Type="http://schemas.openxmlformats.org/officeDocument/2006/relationships/customXml" Target="../ink/ink158.xml"/><Relationship Id="rId10" Type="http://schemas.openxmlformats.org/officeDocument/2006/relationships/customXml" Target="../ink/ink135.xml"/><Relationship Id="rId31" Type="http://schemas.openxmlformats.org/officeDocument/2006/relationships/customXml" Target="../ink/ink145.xml"/><Relationship Id="rId44" Type="http://schemas.openxmlformats.org/officeDocument/2006/relationships/image" Target="../media/image122.png"/><Relationship Id="rId52" Type="http://schemas.openxmlformats.org/officeDocument/2006/relationships/image" Target="../media/image126.png"/><Relationship Id="rId60" Type="http://schemas.openxmlformats.org/officeDocument/2006/relationships/image" Target="../media/image130.png"/><Relationship Id="rId65" Type="http://schemas.openxmlformats.org/officeDocument/2006/relationships/customXml" Target="../ink/ink162.xml"/><Relationship Id="rId73" Type="http://schemas.openxmlformats.org/officeDocument/2006/relationships/customXml" Target="../ink/ink166.xml"/><Relationship Id="rId78" Type="http://schemas.openxmlformats.org/officeDocument/2006/relationships/image" Target="../media/image139.png"/><Relationship Id="rId81" Type="http://schemas.openxmlformats.org/officeDocument/2006/relationships/customXml" Target="../ink/ink170.xml"/><Relationship Id="rId86" Type="http://schemas.openxmlformats.org/officeDocument/2006/relationships/image" Target="../media/image143.png"/><Relationship Id="rId4" Type="http://schemas.openxmlformats.org/officeDocument/2006/relationships/customXml" Target="../ink/ink132.xml"/><Relationship Id="rId9" Type="http://schemas.openxmlformats.org/officeDocument/2006/relationships/image" Target="../media/image20.png"/><Relationship Id="rId13" Type="http://schemas.openxmlformats.org/officeDocument/2006/relationships/image" Target="../media/image22.png"/><Relationship Id="rId18" Type="http://schemas.openxmlformats.org/officeDocument/2006/relationships/image" Target="../media/image29.png"/><Relationship Id="rId39" Type="http://schemas.openxmlformats.org/officeDocument/2006/relationships/customXml" Target="../ink/ink149.xml"/><Relationship Id="rId34" Type="http://schemas.openxmlformats.org/officeDocument/2006/relationships/image" Target="../media/image117.png"/><Relationship Id="rId50" Type="http://schemas.openxmlformats.org/officeDocument/2006/relationships/image" Target="../media/image125.png"/><Relationship Id="rId55" Type="http://schemas.openxmlformats.org/officeDocument/2006/relationships/customXml" Target="../ink/ink157.xml"/><Relationship Id="rId76" Type="http://schemas.openxmlformats.org/officeDocument/2006/relationships/image" Target="../media/image138.png"/><Relationship Id="rId7" Type="http://schemas.openxmlformats.org/officeDocument/2006/relationships/image" Target="../media/image19.png"/><Relationship Id="rId71" Type="http://schemas.openxmlformats.org/officeDocument/2006/relationships/customXml" Target="../ink/ink165.xml"/><Relationship Id="rId2" Type="http://schemas.openxmlformats.org/officeDocument/2006/relationships/customXml" Target="../ink/ink131.xml"/><Relationship Id="rId29" Type="http://schemas.openxmlformats.org/officeDocument/2006/relationships/customXml" Target="../ink/ink144.xml"/><Relationship Id="rId24" Type="http://schemas.openxmlformats.org/officeDocument/2006/relationships/image" Target="../media/image112.png"/><Relationship Id="rId40" Type="http://schemas.openxmlformats.org/officeDocument/2006/relationships/image" Target="../media/image120.png"/><Relationship Id="rId45" Type="http://schemas.openxmlformats.org/officeDocument/2006/relationships/customXml" Target="../ink/ink152.xml"/><Relationship Id="rId66" Type="http://schemas.openxmlformats.org/officeDocument/2006/relationships/image" Target="../media/image133.png"/><Relationship Id="rId61" Type="http://schemas.openxmlformats.org/officeDocument/2006/relationships/customXml" Target="../ink/ink160.xml"/><Relationship Id="rId82" Type="http://schemas.openxmlformats.org/officeDocument/2006/relationships/image" Target="../media/image141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png"/><Relationship Id="rId18" Type="http://schemas.openxmlformats.org/officeDocument/2006/relationships/image" Target="../media/image29.png"/><Relationship Id="rId26" Type="http://schemas.openxmlformats.org/officeDocument/2006/relationships/image" Target="../media/image144.png"/><Relationship Id="rId39" Type="http://schemas.openxmlformats.org/officeDocument/2006/relationships/customXml" Target="../ink/ink191.xml"/><Relationship Id="rId21" Type="http://schemas.openxmlformats.org/officeDocument/2006/relationships/customXml" Target="../ink/ink182.xml"/><Relationship Id="rId34" Type="http://schemas.openxmlformats.org/officeDocument/2006/relationships/image" Target="../media/image148.png"/><Relationship Id="rId42" Type="http://schemas.openxmlformats.org/officeDocument/2006/relationships/image" Target="../media/image152.png"/><Relationship Id="rId47" Type="http://schemas.openxmlformats.org/officeDocument/2006/relationships/customXml" Target="../ink/ink195.xml"/><Relationship Id="rId50" Type="http://schemas.openxmlformats.org/officeDocument/2006/relationships/image" Target="../media/image156.png"/><Relationship Id="rId55" Type="http://schemas.openxmlformats.org/officeDocument/2006/relationships/customXml" Target="../ink/ink199.xml"/><Relationship Id="rId7" Type="http://schemas.openxmlformats.org/officeDocument/2006/relationships/image" Target="../media/image19.png"/><Relationship Id="rId2" Type="http://schemas.openxmlformats.org/officeDocument/2006/relationships/customXml" Target="../ink/ink173.xml"/><Relationship Id="rId16" Type="http://schemas.openxmlformats.org/officeDocument/2006/relationships/image" Target="../media/image28.png"/><Relationship Id="rId29" Type="http://schemas.openxmlformats.org/officeDocument/2006/relationships/customXml" Target="../ink/ink186.xml"/><Relationship Id="rId11" Type="http://schemas.openxmlformats.org/officeDocument/2006/relationships/image" Target="../media/image21.png"/><Relationship Id="rId24" Type="http://schemas.openxmlformats.org/officeDocument/2006/relationships/image" Target="../media/image142.png"/><Relationship Id="rId32" Type="http://schemas.openxmlformats.org/officeDocument/2006/relationships/image" Target="../media/image147.png"/><Relationship Id="rId37" Type="http://schemas.openxmlformats.org/officeDocument/2006/relationships/customXml" Target="../ink/ink190.xml"/><Relationship Id="rId40" Type="http://schemas.openxmlformats.org/officeDocument/2006/relationships/image" Target="../media/image151.png"/><Relationship Id="rId45" Type="http://schemas.openxmlformats.org/officeDocument/2006/relationships/customXml" Target="../ink/ink194.xml"/><Relationship Id="rId53" Type="http://schemas.openxmlformats.org/officeDocument/2006/relationships/customXml" Target="../ink/ink198.xml"/><Relationship Id="rId5" Type="http://schemas.openxmlformats.org/officeDocument/2006/relationships/image" Target="../media/image18.png"/><Relationship Id="rId10" Type="http://schemas.openxmlformats.org/officeDocument/2006/relationships/customXml" Target="../ink/ink177.xml"/><Relationship Id="rId19" Type="http://schemas.openxmlformats.org/officeDocument/2006/relationships/customXml" Target="../ink/ink181.xml"/><Relationship Id="rId31" Type="http://schemas.openxmlformats.org/officeDocument/2006/relationships/customXml" Target="../ink/ink187.xml"/><Relationship Id="rId44" Type="http://schemas.openxmlformats.org/officeDocument/2006/relationships/image" Target="../media/image153.png"/><Relationship Id="rId52" Type="http://schemas.openxmlformats.org/officeDocument/2006/relationships/image" Target="../media/image157.png"/><Relationship Id="rId4" Type="http://schemas.openxmlformats.org/officeDocument/2006/relationships/customXml" Target="../ink/ink174.xml"/><Relationship Id="rId9" Type="http://schemas.openxmlformats.org/officeDocument/2006/relationships/image" Target="../media/image20.png"/><Relationship Id="rId14" Type="http://schemas.openxmlformats.org/officeDocument/2006/relationships/customXml" Target="../ink/ink179.xml"/><Relationship Id="rId22" Type="http://schemas.openxmlformats.org/officeDocument/2006/relationships/image" Target="../media/image141.png"/><Relationship Id="rId27" Type="http://schemas.openxmlformats.org/officeDocument/2006/relationships/customXml" Target="../ink/ink185.xml"/><Relationship Id="rId30" Type="http://schemas.openxmlformats.org/officeDocument/2006/relationships/image" Target="../media/image146.png"/><Relationship Id="rId35" Type="http://schemas.openxmlformats.org/officeDocument/2006/relationships/customXml" Target="../ink/ink189.xml"/><Relationship Id="rId43" Type="http://schemas.openxmlformats.org/officeDocument/2006/relationships/customXml" Target="../ink/ink193.xml"/><Relationship Id="rId48" Type="http://schemas.openxmlformats.org/officeDocument/2006/relationships/image" Target="../media/image155.png"/><Relationship Id="rId56" Type="http://schemas.openxmlformats.org/officeDocument/2006/relationships/image" Target="../media/image159.png"/><Relationship Id="rId8" Type="http://schemas.openxmlformats.org/officeDocument/2006/relationships/customXml" Target="../ink/ink176.xml"/><Relationship Id="rId51" Type="http://schemas.openxmlformats.org/officeDocument/2006/relationships/customXml" Target="../ink/ink197.xml"/><Relationship Id="rId3" Type="http://schemas.openxmlformats.org/officeDocument/2006/relationships/image" Target="../media/image17.png"/><Relationship Id="rId12" Type="http://schemas.openxmlformats.org/officeDocument/2006/relationships/customXml" Target="../ink/ink178.xml"/><Relationship Id="rId17" Type="http://schemas.openxmlformats.org/officeDocument/2006/relationships/customXml" Target="../ink/ink180.xml"/><Relationship Id="rId25" Type="http://schemas.openxmlformats.org/officeDocument/2006/relationships/customXml" Target="../ink/ink184.xml"/><Relationship Id="rId33" Type="http://schemas.openxmlformats.org/officeDocument/2006/relationships/customXml" Target="../ink/ink188.xml"/><Relationship Id="rId38" Type="http://schemas.openxmlformats.org/officeDocument/2006/relationships/image" Target="../media/image150.png"/><Relationship Id="rId46" Type="http://schemas.openxmlformats.org/officeDocument/2006/relationships/image" Target="../media/image154.png"/><Relationship Id="rId20" Type="http://schemas.openxmlformats.org/officeDocument/2006/relationships/image" Target="../media/image30.png"/><Relationship Id="rId41" Type="http://schemas.openxmlformats.org/officeDocument/2006/relationships/customXml" Target="../ink/ink192.xml"/><Relationship Id="rId54" Type="http://schemas.openxmlformats.org/officeDocument/2006/relationships/image" Target="../media/image158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75.xml"/><Relationship Id="rId15" Type="http://schemas.openxmlformats.org/officeDocument/2006/relationships/image" Target="../media/image23.png"/><Relationship Id="rId23" Type="http://schemas.openxmlformats.org/officeDocument/2006/relationships/customXml" Target="../ink/ink183.xml"/><Relationship Id="rId28" Type="http://schemas.openxmlformats.org/officeDocument/2006/relationships/image" Target="../media/image145.png"/><Relationship Id="rId36" Type="http://schemas.openxmlformats.org/officeDocument/2006/relationships/image" Target="../media/image149.png"/><Relationship Id="rId49" Type="http://schemas.openxmlformats.org/officeDocument/2006/relationships/customXml" Target="../ink/ink196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5.png"/><Relationship Id="rId18" Type="http://schemas.openxmlformats.org/officeDocument/2006/relationships/customXml" Target="../ink/ink208.xml"/><Relationship Id="rId26" Type="http://schemas.openxmlformats.org/officeDocument/2006/relationships/customXml" Target="../ink/ink212.xml"/><Relationship Id="rId39" Type="http://schemas.openxmlformats.org/officeDocument/2006/relationships/image" Target="../media/image178.png"/><Relationship Id="rId21" Type="http://schemas.openxmlformats.org/officeDocument/2006/relationships/image" Target="../media/image169.png"/><Relationship Id="rId34" Type="http://schemas.openxmlformats.org/officeDocument/2006/relationships/customXml" Target="../ink/ink216.xml"/><Relationship Id="rId42" Type="http://schemas.openxmlformats.org/officeDocument/2006/relationships/customXml" Target="../ink/ink220.xml"/><Relationship Id="rId47" Type="http://schemas.openxmlformats.org/officeDocument/2006/relationships/image" Target="../media/image182.png"/><Relationship Id="rId50" Type="http://schemas.openxmlformats.org/officeDocument/2006/relationships/customXml" Target="../ink/ink224.xml"/><Relationship Id="rId55" Type="http://schemas.openxmlformats.org/officeDocument/2006/relationships/image" Target="../media/image186.png"/><Relationship Id="rId7" Type="http://schemas.openxmlformats.org/officeDocument/2006/relationships/image" Target="../media/image162.png"/><Relationship Id="rId2" Type="http://schemas.openxmlformats.org/officeDocument/2006/relationships/customXml" Target="../ink/ink200.xml"/><Relationship Id="rId16" Type="http://schemas.openxmlformats.org/officeDocument/2006/relationships/customXml" Target="../ink/ink207.xml"/><Relationship Id="rId29" Type="http://schemas.openxmlformats.org/officeDocument/2006/relationships/image" Target="../media/image173.png"/><Relationship Id="rId11" Type="http://schemas.openxmlformats.org/officeDocument/2006/relationships/image" Target="../media/image164.png"/><Relationship Id="rId24" Type="http://schemas.openxmlformats.org/officeDocument/2006/relationships/customXml" Target="../ink/ink211.xml"/><Relationship Id="rId32" Type="http://schemas.openxmlformats.org/officeDocument/2006/relationships/customXml" Target="../ink/ink215.xml"/><Relationship Id="rId37" Type="http://schemas.openxmlformats.org/officeDocument/2006/relationships/image" Target="../media/image177.png"/><Relationship Id="rId40" Type="http://schemas.openxmlformats.org/officeDocument/2006/relationships/customXml" Target="../ink/ink219.xml"/><Relationship Id="rId45" Type="http://schemas.openxmlformats.org/officeDocument/2006/relationships/image" Target="../media/image181.png"/><Relationship Id="rId53" Type="http://schemas.openxmlformats.org/officeDocument/2006/relationships/image" Target="../media/image185.png"/><Relationship Id="rId5" Type="http://schemas.openxmlformats.org/officeDocument/2006/relationships/image" Target="../media/image161.png"/><Relationship Id="rId19" Type="http://schemas.openxmlformats.org/officeDocument/2006/relationships/image" Target="../media/image168.png"/><Relationship Id="rId4" Type="http://schemas.openxmlformats.org/officeDocument/2006/relationships/customXml" Target="../ink/ink201.xml"/><Relationship Id="rId9" Type="http://schemas.openxmlformats.org/officeDocument/2006/relationships/image" Target="../media/image163.png"/><Relationship Id="rId14" Type="http://schemas.openxmlformats.org/officeDocument/2006/relationships/customXml" Target="../ink/ink206.xml"/><Relationship Id="rId22" Type="http://schemas.openxmlformats.org/officeDocument/2006/relationships/customXml" Target="../ink/ink210.xml"/><Relationship Id="rId27" Type="http://schemas.openxmlformats.org/officeDocument/2006/relationships/image" Target="../media/image172.png"/><Relationship Id="rId30" Type="http://schemas.openxmlformats.org/officeDocument/2006/relationships/customXml" Target="../ink/ink214.xml"/><Relationship Id="rId35" Type="http://schemas.openxmlformats.org/officeDocument/2006/relationships/image" Target="../media/image176.png"/><Relationship Id="rId43" Type="http://schemas.openxmlformats.org/officeDocument/2006/relationships/image" Target="../media/image180.png"/><Relationship Id="rId48" Type="http://schemas.openxmlformats.org/officeDocument/2006/relationships/customXml" Target="../ink/ink223.xml"/><Relationship Id="rId56" Type="http://schemas.openxmlformats.org/officeDocument/2006/relationships/customXml" Target="../ink/ink227.xml"/><Relationship Id="rId8" Type="http://schemas.openxmlformats.org/officeDocument/2006/relationships/customXml" Target="../ink/ink203.xml"/><Relationship Id="rId51" Type="http://schemas.openxmlformats.org/officeDocument/2006/relationships/image" Target="../media/image184.png"/><Relationship Id="rId3" Type="http://schemas.openxmlformats.org/officeDocument/2006/relationships/image" Target="../media/image160.png"/><Relationship Id="rId12" Type="http://schemas.openxmlformats.org/officeDocument/2006/relationships/customXml" Target="../ink/ink205.xml"/><Relationship Id="rId17" Type="http://schemas.openxmlformats.org/officeDocument/2006/relationships/image" Target="../media/image167.png"/><Relationship Id="rId25" Type="http://schemas.openxmlformats.org/officeDocument/2006/relationships/image" Target="../media/image171.png"/><Relationship Id="rId33" Type="http://schemas.openxmlformats.org/officeDocument/2006/relationships/image" Target="../media/image175.png"/><Relationship Id="rId38" Type="http://schemas.openxmlformats.org/officeDocument/2006/relationships/customXml" Target="../ink/ink218.xml"/><Relationship Id="rId46" Type="http://schemas.openxmlformats.org/officeDocument/2006/relationships/customXml" Target="../ink/ink222.xml"/><Relationship Id="rId20" Type="http://schemas.openxmlformats.org/officeDocument/2006/relationships/customXml" Target="../ink/ink209.xml"/><Relationship Id="rId41" Type="http://schemas.openxmlformats.org/officeDocument/2006/relationships/image" Target="../media/image179.png"/><Relationship Id="rId54" Type="http://schemas.openxmlformats.org/officeDocument/2006/relationships/customXml" Target="../ink/ink226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02.xml"/><Relationship Id="rId15" Type="http://schemas.openxmlformats.org/officeDocument/2006/relationships/image" Target="../media/image166.png"/><Relationship Id="rId23" Type="http://schemas.openxmlformats.org/officeDocument/2006/relationships/image" Target="../media/image170.png"/><Relationship Id="rId28" Type="http://schemas.openxmlformats.org/officeDocument/2006/relationships/customXml" Target="../ink/ink213.xml"/><Relationship Id="rId36" Type="http://schemas.openxmlformats.org/officeDocument/2006/relationships/customXml" Target="../ink/ink217.xml"/><Relationship Id="rId49" Type="http://schemas.openxmlformats.org/officeDocument/2006/relationships/image" Target="../media/image183.png"/><Relationship Id="rId57" Type="http://schemas.openxmlformats.org/officeDocument/2006/relationships/image" Target="../media/image187.png"/><Relationship Id="rId10" Type="http://schemas.openxmlformats.org/officeDocument/2006/relationships/customXml" Target="../ink/ink204.xml"/><Relationship Id="rId31" Type="http://schemas.openxmlformats.org/officeDocument/2006/relationships/image" Target="../media/image174.png"/><Relationship Id="rId44" Type="http://schemas.openxmlformats.org/officeDocument/2006/relationships/customXml" Target="../ink/ink221.xml"/><Relationship Id="rId52" Type="http://schemas.openxmlformats.org/officeDocument/2006/relationships/customXml" Target="../ink/ink225.xml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40.xml"/><Relationship Id="rId21" Type="http://schemas.openxmlformats.org/officeDocument/2006/relationships/image" Target="../media/image189.png"/><Relationship Id="rId42" Type="http://schemas.openxmlformats.org/officeDocument/2006/relationships/customXml" Target="../ink/ink248.xml"/><Relationship Id="rId47" Type="http://schemas.openxmlformats.org/officeDocument/2006/relationships/image" Target="../media/image193.png"/><Relationship Id="rId63" Type="http://schemas.openxmlformats.org/officeDocument/2006/relationships/image" Target="../media/image201.png"/><Relationship Id="rId68" Type="http://schemas.openxmlformats.org/officeDocument/2006/relationships/customXml" Target="../ink/ink261.xml"/><Relationship Id="rId7" Type="http://schemas.openxmlformats.org/officeDocument/2006/relationships/image" Target="../media/image162.png"/><Relationship Id="rId2" Type="http://schemas.openxmlformats.org/officeDocument/2006/relationships/customXml" Target="../ink/ink228.xml"/><Relationship Id="rId16" Type="http://schemas.openxmlformats.org/officeDocument/2006/relationships/customXml" Target="../ink/ink235.xml"/><Relationship Id="rId29" Type="http://schemas.openxmlformats.org/officeDocument/2006/relationships/image" Target="../media/image17.png"/><Relationship Id="rId11" Type="http://schemas.openxmlformats.org/officeDocument/2006/relationships/image" Target="../media/image164.png"/><Relationship Id="rId24" Type="http://schemas.openxmlformats.org/officeDocument/2006/relationships/customXml" Target="../ink/ink239.xml"/><Relationship Id="rId32" Type="http://schemas.openxmlformats.org/officeDocument/2006/relationships/customXml" Target="../ink/ink243.xml"/><Relationship Id="rId37" Type="http://schemas.openxmlformats.org/officeDocument/2006/relationships/image" Target="../media/image21.png"/><Relationship Id="rId40" Type="http://schemas.openxmlformats.org/officeDocument/2006/relationships/customXml" Target="../ink/ink247.xml"/><Relationship Id="rId45" Type="http://schemas.openxmlformats.org/officeDocument/2006/relationships/image" Target="../media/image30.png"/><Relationship Id="rId53" Type="http://schemas.openxmlformats.org/officeDocument/2006/relationships/image" Target="../media/image196.png"/><Relationship Id="rId58" Type="http://schemas.openxmlformats.org/officeDocument/2006/relationships/customXml" Target="../ink/ink256.xml"/><Relationship Id="rId66" Type="http://schemas.openxmlformats.org/officeDocument/2006/relationships/customXml" Target="../ink/ink260.xml"/><Relationship Id="rId5" Type="http://schemas.openxmlformats.org/officeDocument/2006/relationships/image" Target="../media/image161.png"/><Relationship Id="rId61" Type="http://schemas.openxmlformats.org/officeDocument/2006/relationships/image" Target="../media/image200.png"/><Relationship Id="rId19" Type="http://schemas.openxmlformats.org/officeDocument/2006/relationships/image" Target="../media/image188.png"/><Relationship Id="rId14" Type="http://schemas.openxmlformats.org/officeDocument/2006/relationships/customXml" Target="../ink/ink234.xml"/><Relationship Id="rId22" Type="http://schemas.openxmlformats.org/officeDocument/2006/relationships/customXml" Target="../ink/ink238.xml"/><Relationship Id="rId27" Type="http://schemas.openxmlformats.org/officeDocument/2006/relationships/image" Target="../media/image192.png"/><Relationship Id="rId30" Type="http://schemas.openxmlformats.org/officeDocument/2006/relationships/customXml" Target="../ink/ink242.xml"/><Relationship Id="rId35" Type="http://schemas.openxmlformats.org/officeDocument/2006/relationships/image" Target="../media/image20.png"/><Relationship Id="rId43" Type="http://schemas.openxmlformats.org/officeDocument/2006/relationships/image" Target="../media/image29.png"/><Relationship Id="rId48" Type="http://schemas.openxmlformats.org/officeDocument/2006/relationships/customXml" Target="../ink/ink251.xml"/><Relationship Id="rId56" Type="http://schemas.openxmlformats.org/officeDocument/2006/relationships/customXml" Target="../ink/ink255.xml"/><Relationship Id="rId64" Type="http://schemas.openxmlformats.org/officeDocument/2006/relationships/customXml" Target="../ink/ink259.xml"/><Relationship Id="rId69" Type="http://schemas.openxmlformats.org/officeDocument/2006/relationships/image" Target="../media/image204.png"/><Relationship Id="rId8" Type="http://schemas.openxmlformats.org/officeDocument/2006/relationships/customXml" Target="../ink/ink231.xml"/><Relationship Id="rId51" Type="http://schemas.openxmlformats.org/officeDocument/2006/relationships/image" Target="../media/image195.png"/><Relationship Id="rId3" Type="http://schemas.openxmlformats.org/officeDocument/2006/relationships/image" Target="../media/image160.png"/><Relationship Id="rId12" Type="http://schemas.openxmlformats.org/officeDocument/2006/relationships/customXml" Target="../ink/ink233.xml"/><Relationship Id="rId17" Type="http://schemas.openxmlformats.org/officeDocument/2006/relationships/image" Target="../media/image167.png"/><Relationship Id="rId25" Type="http://schemas.openxmlformats.org/officeDocument/2006/relationships/image" Target="../media/image191.png"/><Relationship Id="rId33" Type="http://schemas.openxmlformats.org/officeDocument/2006/relationships/image" Target="../media/image19.png"/><Relationship Id="rId38" Type="http://schemas.openxmlformats.org/officeDocument/2006/relationships/customXml" Target="../ink/ink246.xml"/><Relationship Id="rId46" Type="http://schemas.openxmlformats.org/officeDocument/2006/relationships/customXml" Target="../ink/ink250.xml"/><Relationship Id="rId59" Type="http://schemas.openxmlformats.org/officeDocument/2006/relationships/image" Target="../media/image199.png"/><Relationship Id="rId67" Type="http://schemas.openxmlformats.org/officeDocument/2006/relationships/image" Target="../media/image203.png"/><Relationship Id="rId20" Type="http://schemas.openxmlformats.org/officeDocument/2006/relationships/customXml" Target="../ink/ink237.xml"/><Relationship Id="rId41" Type="http://schemas.openxmlformats.org/officeDocument/2006/relationships/image" Target="../media/image23.png"/><Relationship Id="rId54" Type="http://schemas.openxmlformats.org/officeDocument/2006/relationships/customXml" Target="../ink/ink254.xml"/><Relationship Id="rId62" Type="http://schemas.openxmlformats.org/officeDocument/2006/relationships/customXml" Target="../ink/ink258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30.xml"/><Relationship Id="rId15" Type="http://schemas.openxmlformats.org/officeDocument/2006/relationships/image" Target="../media/image166.png"/><Relationship Id="rId23" Type="http://schemas.openxmlformats.org/officeDocument/2006/relationships/image" Target="../media/image190.png"/><Relationship Id="rId28" Type="http://schemas.openxmlformats.org/officeDocument/2006/relationships/customXml" Target="../ink/ink241.xml"/><Relationship Id="rId36" Type="http://schemas.openxmlformats.org/officeDocument/2006/relationships/customXml" Target="../ink/ink245.xml"/><Relationship Id="rId49" Type="http://schemas.openxmlformats.org/officeDocument/2006/relationships/image" Target="../media/image194.png"/><Relationship Id="rId57" Type="http://schemas.openxmlformats.org/officeDocument/2006/relationships/image" Target="../media/image198.png"/><Relationship Id="rId10" Type="http://schemas.openxmlformats.org/officeDocument/2006/relationships/customXml" Target="../ink/ink232.xml"/><Relationship Id="rId31" Type="http://schemas.openxmlformats.org/officeDocument/2006/relationships/image" Target="../media/image18.png"/><Relationship Id="rId44" Type="http://schemas.openxmlformats.org/officeDocument/2006/relationships/customXml" Target="../ink/ink249.xml"/><Relationship Id="rId52" Type="http://schemas.openxmlformats.org/officeDocument/2006/relationships/customXml" Target="../ink/ink253.xml"/><Relationship Id="rId60" Type="http://schemas.openxmlformats.org/officeDocument/2006/relationships/customXml" Target="../ink/ink257.xml"/><Relationship Id="rId65" Type="http://schemas.openxmlformats.org/officeDocument/2006/relationships/image" Target="../media/image202.png"/><Relationship Id="rId4" Type="http://schemas.openxmlformats.org/officeDocument/2006/relationships/customXml" Target="../ink/ink229.xml"/><Relationship Id="rId9" Type="http://schemas.openxmlformats.org/officeDocument/2006/relationships/image" Target="../media/image163.png"/><Relationship Id="rId13" Type="http://schemas.openxmlformats.org/officeDocument/2006/relationships/image" Target="../media/image165.png"/><Relationship Id="rId18" Type="http://schemas.openxmlformats.org/officeDocument/2006/relationships/customXml" Target="../ink/ink236.xml"/><Relationship Id="rId39" Type="http://schemas.openxmlformats.org/officeDocument/2006/relationships/image" Target="../media/image22.png"/><Relationship Id="rId34" Type="http://schemas.openxmlformats.org/officeDocument/2006/relationships/customXml" Target="../ink/ink244.xml"/><Relationship Id="rId50" Type="http://schemas.openxmlformats.org/officeDocument/2006/relationships/customXml" Target="../ink/ink252.xml"/><Relationship Id="rId55" Type="http://schemas.openxmlformats.org/officeDocument/2006/relationships/image" Target="../media/image197.png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74.xml"/><Relationship Id="rId21" Type="http://schemas.openxmlformats.org/officeDocument/2006/relationships/image" Target="../media/image212.png"/><Relationship Id="rId42" Type="http://schemas.openxmlformats.org/officeDocument/2006/relationships/customXml" Target="../ink/ink282.xml"/><Relationship Id="rId47" Type="http://schemas.openxmlformats.org/officeDocument/2006/relationships/image" Target="../media/image225.png"/><Relationship Id="rId63" Type="http://schemas.openxmlformats.org/officeDocument/2006/relationships/image" Target="../media/image233.png"/><Relationship Id="rId68" Type="http://schemas.openxmlformats.org/officeDocument/2006/relationships/customXml" Target="../ink/ink295.xml"/><Relationship Id="rId16" Type="http://schemas.openxmlformats.org/officeDocument/2006/relationships/customXml" Target="../ink/ink269.xml"/><Relationship Id="rId11" Type="http://schemas.openxmlformats.org/officeDocument/2006/relationships/image" Target="../media/image207.png"/><Relationship Id="rId32" Type="http://schemas.openxmlformats.org/officeDocument/2006/relationships/customXml" Target="../ink/ink277.xml"/><Relationship Id="rId37" Type="http://schemas.openxmlformats.org/officeDocument/2006/relationships/image" Target="../media/image220.png"/><Relationship Id="rId53" Type="http://schemas.openxmlformats.org/officeDocument/2006/relationships/image" Target="../media/image228.png"/><Relationship Id="rId58" Type="http://schemas.openxmlformats.org/officeDocument/2006/relationships/customXml" Target="../ink/ink290.xml"/><Relationship Id="rId74" Type="http://schemas.openxmlformats.org/officeDocument/2006/relationships/customXml" Target="../ink/ink298.xml"/><Relationship Id="rId79" Type="http://schemas.openxmlformats.org/officeDocument/2006/relationships/image" Target="../media/image241.png"/><Relationship Id="rId5" Type="http://schemas.openxmlformats.org/officeDocument/2006/relationships/image" Target="../media/image161.png"/><Relationship Id="rId61" Type="http://schemas.openxmlformats.org/officeDocument/2006/relationships/image" Target="../media/image232.png"/><Relationship Id="rId19" Type="http://schemas.openxmlformats.org/officeDocument/2006/relationships/image" Target="../media/image211.png"/><Relationship Id="rId14" Type="http://schemas.openxmlformats.org/officeDocument/2006/relationships/customXml" Target="../ink/ink268.xml"/><Relationship Id="rId22" Type="http://schemas.openxmlformats.org/officeDocument/2006/relationships/customXml" Target="../ink/ink272.xml"/><Relationship Id="rId27" Type="http://schemas.openxmlformats.org/officeDocument/2006/relationships/image" Target="../media/image215.png"/><Relationship Id="rId30" Type="http://schemas.openxmlformats.org/officeDocument/2006/relationships/customXml" Target="../ink/ink276.xml"/><Relationship Id="rId35" Type="http://schemas.openxmlformats.org/officeDocument/2006/relationships/image" Target="../media/image219.png"/><Relationship Id="rId43" Type="http://schemas.openxmlformats.org/officeDocument/2006/relationships/image" Target="../media/image223.png"/><Relationship Id="rId48" Type="http://schemas.openxmlformats.org/officeDocument/2006/relationships/customXml" Target="../ink/ink285.xml"/><Relationship Id="rId56" Type="http://schemas.openxmlformats.org/officeDocument/2006/relationships/customXml" Target="../ink/ink289.xml"/><Relationship Id="rId64" Type="http://schemas.openxmlformats.org/officeDocument/2006/relationships/customXml" Target="../ink/ink293.xml"/><Relationship Id="rId69" Type="http://schemas.openxmlformats.org/officeDocument/2006/relationships/image" Target="../media/image236.png"/><Relationship Id="rId77" Type="http://schemas.openxmlformats.org/officeDocument/2006/relationships/image" Target="../media/image240.png"/><Relationship Id="rId8" Type="http://schemas.openxmlformats.org/officeDocument/2006/relationships/customXml" Target="../ink/ink265.xml"/><Relationship Id="rId51" Type="http://schemas.openxmlformats.org/officeDocument/2006/relationships/image" Target="../media/image227.png"/><Relationship Id="rId72" Type="http://schemas.openxmlformats.org/officeDocument/2006/relationships/customXml" Target="../ink/ink297.xml"/><Relationship Id="rId80" Type="http://schemas.openxmlformats.org/officeDocument/2006/relationships/customXml" Target="../ink/ink301.xml"/><Relationship Id="rId3" Type="http://schemas.openxmlformats.org/officeDocument/2006/relationships/image" Target="../media/image160.png"/><Relationship Id="rId12" Type="http://schemas.openxmlformats.org/officeDocument/2006/relationships/customXml" Target="../ink/ink267.xml"/><Relationship Id="rId17" Type="http://schemas.openxmlformats.org/officeDocument/2006/relationships/image" Target="../media/image210.png"/><Relationship Id="rId25" Type="http://schemas.openxmlformats.org/officeDocument/2006/relationships/image" Target="../media/image214.png"/><Relationship Id="rId33" Type="http://schemas.openxmlformats.org/officeDocument/2006/relationships/image" Target="../media/image218.png"/><Relationship Id="rId38" Type="http://schemas.openxmlformats.org/officeDocument/2006/relationships/customXml" Target="../ink/ink280.xml"/><Relationship Id="rId46" Type="http://schemas.openxmlformats.org/officeDocument/2006/relationships/customXml" Target="../ink/ink284.xml"/><Relationship Id="rId59" Type="http://schemas.openxmlformats.org/officeDocument/2006/relationships/image" Target="../media/image231.png"/><Relationship Id="rId67" Type="http://schemas.openxmlformats.org/officeDocument/2006/relationships/image" Target="../media/image235.png"/><Relationship Id="rId20" Type="http://schemas.openxmlformats.org/officeDocument/2006/relationships/customXml" Target="../ink/ink271.xml"/><Relationship Id="rId41" Type="http://schemas.openxmlformats.org/officeDocument/2006/relationships/image" Target="../media/image222.png"/><Relationship Id="rId54" Type="http://schemas.openxmlformats.org/officeDocument/2006/relationships/customXml" Target="../ink/ink288.xml"/><Relationship Id="rId62" Type="http://schemas.openxmlformats.org/officeDocument/2006/relationships/customXml" Target="../ink/ink292.xml"/><Relationship Id="rId70" Type="http://schemas.openxmlformats.org/officeDocument/2006/relationships/customXml" Target="../ink/ink296.xml"/><Relationship Id="rId75" Type="http://schemas.openxmlformats.org/officeDocument/2006/relationships/image" Target="../media/image239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64.xml"/><Relationship Id="rId15" Type="http://schemas.openxmlformats.org/officeDocument/2006/relationships/image" Target="../media/image209.png"/><Relationship Id="rId23" Type="http://schemas.openxmlformats.org/officeDocument/2006/relationships/image" Target="../media/image213.png"/><Relationship Id="rId28" Type="http://schemas.openxmlformats.org/officeDocument/2006/relationships/customXml" Target="../ink/ink275.xml"/><Relationship Id="rId36" Type="http://schemas.openxmlformats.org/officeDocument/2006/relationships/customXml" Target="../ink/ink279.xml"/><Relationship Id="rId49" Type="http://schemas.openxmlformats.org/officeDocument/2006/relationships/image" Target="../media/image226.png"/><Relationship Id="rId57" Type="http://schemas.openxmlformats.org/officeDocument/2006/relationships/image" Target="../media/image230.png"/><Relationship Id="rId10" Type="http://schemas.openxmlformats.org/officeDocument/2006/relationships/customXml" Target="../ink/ink266.xml"/><Relationship Id="rId31" Type="http://schemas.openxmlformats.org/officeDocument/2006/relationships/image" Target="../media/image217.png"/><Relationship Id="rId44" Type="http://schemas.openxmlformats.org/officeDocument/2006/relationships/customXml" Target="../ink/ink283.xml"/><Relationship Id="rId52" Type="http://schemas.openxmlformats.org/officeDocument/2006/relationships/customXml" Target="../ink/ink287.xml"/><Relationship Id="rId60" Type="http://schemas.openxmlformats.org/officeDocument/2006/relationships/customXml" Target="../ink/ink291.xml"/><Relationship Id="rId65" Type="http://schemas.openxmlformats.org/officeDocument/2006/relationships/image" Target="../media/image234.png"/><Relationship Id="rId73" Type="http://schemas.openxmlformats.org/officeDocument/2006/relationships/image" Target="../media/image238.png"/><Relationship Id="rId78" Type="http://schemas.openxmlformats.org/officeDocument/2006/relationships/customXml" Target="../ink/ink300.xml"/><Relationship Id="rId81" Type="http://schemas.openxmlformats.org/officeDocument/2006/relationships/image" Target="../media/image242.png"/><Relationship Id="rId4" Type="http://schemas.openxmlformats.org/officeDocument/2006/relationships/customXml" Target="../ink/ink263.xml"/><Relationship Id="rId9" Type="http://schemas.openxmlformats.org/officeDocument/2006/relationships/image" Target="../media/image206.png"/><Relationship Id="rId13" Type="http://schemas.openxmlformats.org/officeDocument/2006/relationships/image" Target="../media/image208.png"/><Relationship Id="rId18" Type="http://schemas.openxmlformats.org/officeDocument/2006/relationships/customXml" Target="../ink/ink270.xml"/><Relationship Id="rId39" Type="http://schemas.openxmlformats.org/officeDocument/2006/relationships/image" Target="../media/image221.png"/><Relationship Id="rId34" Type="http://schemas.openxmlformats.org/officeDocument/2006/relationships/customXml" Target="../ink/ink278.xml"/><Relationship Id="rId50" Type="http://schemas.openxmlformats.org/officeDocument/2006/relationships/customXml" Target="../ink/ink286.xml"/><Relationship Id="rId55" Type="http://schemas.openxmlformats.org/officeDocument/2006/relationships/image" Target="../media/image229.png"/><Relationship Id="rId76" Type="http://schemas.openxmlformats.org/officeDocument/2006/relationships/customXml" Target="../ink/ink299.xml"/><Relationship Id="rId7" Type="http://schemas.openxmlformats.org/officeDocument/2006/relationships/image" Target="../media/image205.png"/><Relationship Id="rId71" Type="http://schemas.openxmlformats.org/officeDocument/2006/relationships/image" Target="../media/image237.png"/><Relationship Id="rId2" Type="http://schemas.openxmlformats.org/officeDocument/2006/relationships/customXml" Target="../ink/ink262.xml"/><Relationship Id="rId29" Type="http://schemas.openxmlformats.org/officeDocument/2006/relationships/image" Target="../media/image216.png"/><Relationship Id="rId24" Type="http://schemas.openxmlformats.org/officeDocument/2006/relationships/customXml" Target="../ink/ink273.xml"/><Relationship Id="rId40" Type="http://schemas.openxmlformats.org/officeDocument/2006/relationships/customXml" Target="../ink/ink281.xml"/><Relationship Id="rId45" Type="http://schemas.openxmlformats.org/officeDocument/2006/relationships/image" Target="../media/image224.png"/><Relationship Id="rId66" Type="http://schemas.openxmlformats.org/officeDocument/2006/relationships/customXml" Target="../ink/ink29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5.png"/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6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07.xml"/><Relationship Id="rId18" Type="http://schemas.openxmlformats.org/officeDocument/2006/relationships/image" Target="../media/image255.png"/><Relationship Id="rId26" Type="http://schemas.openxmlformats.org/officeDocument/2006/relationships/image" Target="../media/image259.png"/><Relationship Id="rId3" Type="http://schemas.openxmlformats.org/officeDocument/2006/relationships/customXml" Target="../ink/ink302.xml"/><Relationship Id="rId21" Type="http://schemas.openxmlformats.org/officeDocument/2006/relationships/customXml" Target="../ink/ink311.xml"/><Relationship Id="rId34" Type="http://schemas.openxmlformats.org/officeDocument/2006/relationships/image" Target="../media/image263.png"/><Relationship Id="rId7" Type="http://schemas.openxmlformats.org/officeDocument/2006/relationships/customXml" Target="../ink/ink304.xml"/><Relationship Id="rId12" Type="http://schemas.openxmlformats.org/officeDocument/2006/relationships/image" Target="../media/image252.png"/><Relationship Id="rId17" Type="http://schemas.openxmlformats.org/officeDocument/2006/relationships/customXml" Target="../ink/ink309.xml"/><Relationship Id="rId25" Type="http://schemas.openxmlformats.org/officeDocument/2006/relationships/customXml" Target="../ink/ink313.xml"/><Relationship Id="rId33" Type="http://schemas.openxmlformats.org/officeDocument/2006/relationships/customXml" Target="../ink/ink317.xml"/><Relationship Id="rId2" Type="http://schemas.openxmlformats.org/officeDocument/2006/relationships/image" Target="../media/image247.png"/><Relationship Id="rId16" Type="http://schemas.openxmlformats.org/officeDocument/2006/relationships/image" Target="../media/image254.png"/><Relationship Id="rId20" Type="http://schemas.openxmlformats.org/officeDocument/2006/relationships/image" Target="../media/image256.png"/><Relationship Id="rId29" Type="http://schemas.openxmlformats.org/officeDocument/2006/relationships/customXml" Target="../ink/ink3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9.png"/><Relationship Id="rId11" Type="http://schemas.openxmlformats.org/officeDocument/2006/relationships/customXml" Target="../ink/ink306.xml"/><Relationship Id="rId24" Type="http://schemas.openxmlformats.org/officeDocument/2006/relationships/image" Target="../media/image258.png"/><Relationship Id="rId32" Type="http://schemas.openxmlformats.org/officeDocument/2006/relationships/image" Target="../media/image262.png"/><Relationship Id="rId5" Type="http://schemas.openxmlformats.org/officeDocument/2006/relationships/customXml" Target="../ink/ink303.xml"/><Relationship Id="rId15" Type="http://schemas.openxmlformats.org/officeDocument/2006/relationships/customXml" Target="../ink/ink308.xml"/><Relationship Id="rId23" Type="http://schemas.openxmlformats.org/officeDocument/2006/relationships/customXml" Target="../ink/ink312.xml"/><Relationship Id="rId28" Type="http://schemas.openxmlformats.org/officeDocument/2006/relationships/image" Target="../media/image260.png"/><Relationship Id="rId10" Type="http://schemas.openxmlformats.org/officeDocument/2006/relationships/image" Target="../media/image251.png"/><Relationship Id="rId19" Type="http://schemas.openxmlformats.org/officeDocument/2006/relationships/customXml" Target="../ink/ink310.xml"/><Relationship Id="rId31" Type="http://schemas.openxmlformats.org/officeDocument/2006/relationships/customXml" Target="../ink/ink316.xml"/><Relationship Id="rId4" Type="http://schemas.openxmlformats.org/officeDocument/2006/relationships/image" Target="../media/image248.png"/><Relationship Id="rId9" Type="http://schemas.openxmlformats.org/officeDocument/2006/relationships/customXml" Target="../ink/ink305.xml"/><Relationship Id="rId14" Type="http://schemas.openxmlformats.org/officeDocument/2006/relationships/image" Target="../media/image253.png"/><Relationship Id="rId22" Type="http://schemas.openxmlformats.org/officeDocument/2006/relationships/image" Target="../media/image257.png"/><Relationship Id="rId27" Type="http://schemas.openxmlformats.org/officeDocument/2006/relationships/customXml" Target="../ink/ink314.xml"/><Relationship Id="rId30" Type="http://schemas.openxmlformats.org/officeDocument/2006/relationships/image" Target="../media/image261.png"/><Relationship Id="rId35" Type="http://schemas.openxmlformats.org/officeDocument/2006/relationships/image" Target="../media/image264.png"/><Relationship Id="rId8" Type="http://schemas.openxmlformats.org/officeDocument/2006/relationships/image" Target="../media/image25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6.png"/><Relationship Id="rId2" Type="http://schemas.openxmlformats.org/officeDocument/2006/relationships/image" Target="../media/image26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9.gif"/><Relationship Id="rId2" Type="http://schemas.openxmlformats.org/officeDocument/2006/relationships/image" Target="../media/image268.gi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1.gif"/><Relationship Id="rId4" Type="http://schemas.openxmlformats.org/officeDocument/2006/relationships/image" Target="../media/image270.g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3.png"/><Relationship Id="rId7" Type="http://schemas.openxmlformats.org/officeDocument/2006/relationships/image" Target="../media/image277.png"/><Relationship Id="rId2" Type="http://schemas.openxmlformats.org/officeDocument/2006/relationships/image" Target="../media/image27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6.png"/><Relationship Id="rId5" Type="http://schemas.openxmlformats.org/officeDocument/2006/relationships/image" Target="../media/image275.png"/><Relationship Id="rId4" Type="http://schemas.openxmlformats.org/officeDocument/2006/relationships/image" Target="../media/image27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9.png"/><Relationship Id="rId2" Type="http://schemas.openxmlformats.org/officeDocument/2006/relationships/image" Target="../media/image27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7A301-816D-8A6D-A631-E16296CE5E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0650" y="657226"/>
            <a:ext cx="9420225" cy="3729038"/>
          </a:xfrm>
        </p:spPr>
        <p:txBody>
          <a:bodyPr>
            <a:normAutofit fontScale="90000"/>
          </a:bodyPr>
          <a:lstStyle/>
          <a:p>
            <a:r>
              <a:rPr lang="en-IN" sz="5000">
                <a:solidFill>
                  <a:srgbClr val="002060"/>
                </a:solidFill>
                <a:latin typeface="Arial Rounded MT Bold" panose="020F0704030504030204" pitchFamily="34" charset="0"/>
              </a:rPr>
              <a:t>ChBE 3200: Transport Phenomena</a:t>
            </a:r>
            <a:br>
              <a:rPr lang="en-IN" sz="5000">
                <a:latin typeface="Arial Rounded MT Bold" panose="020F0704030504030204" pitchFamily="34" charset="0"/>
              </a:rPr>
            </a:br>
            <a:r>
              <a:rPr lang="en-IN" sz="3500">
                <a:latin typeface="Arial Rounded MT Bold" panose="020F0704030504030204" pitchFamily="34" charset="0"/>
              </a:rPr>
              <a:t>(Fall 2023)</a:t>
            </a:r>
            <a:br>
              <a:rPr lang="en-IN" sz="3500">
                <a:latin typeface="Arial Rounded MT Bold" panose="020F0704030504030204" pitchFamily="34" charset="0"/>
              </a:rPr>
            </a:br>
            <a:br>
              <a:rPr lang="en-IN" sz="5000">
                <a:latin typeface="Arial Rounded MT Bold" panose="020F0704030504030204" pitchFamily="34" charset="0"/>
              </a:rPr>
            </a:br>
            <a:r>
              <a:rPr lang="en-IN" sz="5000">
                <a:latin typeface="Arial Rounded MT Bold" panose="020F0704030504030204" pitchFamily="34" charset="0"/>
              </a:rPr>
              <a:t>Lecture 8: Macroscopic Energy Balance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677BF7-B459-0B6F-DA1B-CCE2D8E52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92638"/>
            <a:ext cx="9144000" cy="1846262"/>
          </a:xfrm>
        </p:spPr>
        <p:txBody>
          <a:bodyPr>
            <a:normAutofit fontScale="92500" lnSpcReduction="20000"/>
          </a:bodyPr>
          <a:lstStyle/>
          <a:p>
            <a:r>
              <a:rPr lang="en-IN" sz="3500" i="1">
                <a:latin typeface="Arial" panose="020B0604020202020204" pitchFamily="34" charset="0"/>
                <a:cs typeface="Arial" panose="020B0604020202020204" pitchFamily="34" charset="0"/>
              </a:rPr>
              <a:t>Sayan Bhowmik,</a:t>
            </a:r>
          </a:p>
          <a:p>
            <a:r>
              <a:rPr lang="en-IN" sz="2800">
                <a:latin typeface="Arial" panose="020B0604020202020204" pitchFamily="34" charset="0"/>
                <a:cs typeface="Arial" panose="020B0604020202020204" pitchFamily="34" charset="0"/>
              </a:rPr>
              <a:t>Graduate Teaching Assistant.</a:t>
            </a:r>
          </a:p>
          <a:p>
            <a:endParaRPr lang="en-IN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3500">
                <a:latin typeface="Arial" panose="020B0604020202020204" pitchFamily="34" charset="0"/>
                <a:cs typeface="Arial" panose="020B0604020202020204" pitchFamily="34" charset="0"/>
              </a:rPr>
              <a:t>09-08-2023</a:t>
            </a:r>
          </a:p>
        </p:txBody>
      </p:sp>
    </p:spTree>
    <p:extLst>
      <p:ext uri="{BB962C8B-B14F-4D97-AF65-F5344CB8AC3E}">
        <p14:creationId xmlns:p14="http://schemas.microsoft.com/office/powerpoint/2010/main" val="66441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3CED3-9F3F-FBE2-90C6-B9FBF8C11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3900"/>
            <a:ext cx="10515600" cy="709104"/>
          </a:xfrm>
        </p:spPr>
        <p:txBody>
          <a:bodyPr>
            <a:normAutofit/>
          </a:bodyPr>
          <a:lstStyle/>
          <a:p>
            <a:r>
              <a:rPr lang="en-IN" sz="3600">
                <a:latin typeface="Arial Rounded MT Bold"/>
                <a:ea typeface="+mj-lt"/>
                <a:cs typeface="+mj-lt"/>
              </a:rPr>
              <a:t>Conservation of Mass: Continuity</a:t>
            </a:r>
            <a:endParaRPr lang="en-US" sz="3600">
              <a:latin typeface="Arial Rounded MT 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277A770-EC48-0945-388D-13347702541A}"/>
                  </a:ext>
                </a:extLst>
              </p:cNvPr>
              <p:cNvSpPr txBox="1"/>
              <p:nvPr/>
            </p:nvSpPr>
            <p:spPr>
              <a:xfrm>
                <a:off x="342900" y="1538287"/>
                <a:ext cx="11515724" cy="7091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𝑅𝑎𝑡𝑒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𝑚𝑎𝑠𝑠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𝑒𝑓𝑓𝑙𝑢𝑥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𝑓𝑟𝑜𝑚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𝑅𝑎𝑡𝑒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𝑚𝑎𝑠𝑠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𝑓𝑙𝑜𝑤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𝑖𝑛𝑡𝑜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𝑅𝑎𝑡𝑒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𝑎𝑐𝑐𝑢𝑚𝑢𝑙𝑎𝑡𝑖𝑜𝑛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𝑚𝑎𝑠𝑠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277A770-EC48-0945-388D-133477025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" y="1538287"/>
                <a:ext cx="11515724" cy="7091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5D2C20-F765-3554-21BC-7025C1A1C8CE}"/>
                  </a:ext>
                </a:extLst>
              </p:cNvPr>
              <p:cNvSpPr txBox="1"/>
              <p:nvPr/>
            </p:nvSpPr>
            <p:spPr>
              <a:xfrm>
                <a:off x="6102741" y="2711657"/>
                <a:ext cx="4672818" cy="8631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I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nary>
                        <m:naryPr>
                          <m:chr m:val="∭"/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∬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acc>
                                <m:accPr>
                                  <m:chr m:val="⃗"/>
                                  <m:ctrlP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</m:d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𝑑𝐴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5D2C20-F765-3554-21BC-7025C1A1C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741" y="2711657"/>
                <a:ext cx="4672818" cy="8631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5AA0FD7-E065-D77C-1EC4-366AE9258F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5424" y="2653300"/>
            <a:ext cx="3834862" cy="21251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565D21-D707-E3DD-74B6-6F4268F04F1D}"/>
              </a:ext>
            </a:extLst>
          </p:cNvPr>
          <p:cNvSpPr txBox="1"/>
          <p:nvPr/>
        </p:nvSpPr>
        <p:spPr>
          <a:xfrm>
            <a:off x="3174818" y="6105863"/>
            <a:ext cx="58614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/>
              <a:t>Image: Welty, </a:t>
            </a:r>
            <a:r>
              <a:rPr lang="en-IN" sz="1200" err="1"/>
              <a:t>Rorrer</a:t>
            </a:r>
            <a:r>
              <a:rPr lang="en-IN" sz="1200"/>
              <a:t>, Foster, Fundamentals of Momentum, Heat and Mass Transfer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F5AF28-839E-4D0B-882C-857702F5C090}"/>
                  </a:ext>
                </a:extLst>
              </p:cNvPr>
              <p:cNvSpPr txBox="1"/>
              <p:nvPr/>
            </p:nvSpPr>
            <p:spPr>
              <a:xfrm>
                <a:off x="6102741" y="3671235"/>
                <a:ext cx="5703869" cy="8631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I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nary>
                        <m:naryPr>
                          <m:chr m:val="∭"/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𝑑𝑚</m:t>
                          </m:r>
                        </m:e>
                      </m:nary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∬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̇"/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𝑚𝑎𝑠𝑠</m:t>
                          </m:r>
                        </m:e>
                      </m:d>
                    </m:oMath>
                  </m:oMathPara>
                </a14:m>
                <a:endParaRPr lang="en-IN" sz="240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F5AF28-839E-4D0B-882C-857702F5C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741" y="3671235"/>
                <a:ext cx="5703869" cy="8631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3DC36858-3B66-30EC-5922-FB134CDCD612}"/>
              </a:ext>
            </a:extLst>
          </p:cNvPr>
          <p:cNvSpPr/>
          <p:nvPr/>
        </p:nvSpPr>
        <p:spPr>
          <a:xfrm>
            <a:off x="2867025" y="4879521"/>
            <a:ext cx="2152650" cy="74295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FF0000"/>
                </a:solidFill>
              </a:rPr>
              <a:t>Continuity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3ADA02-DDE4-8D25-11E5-33612293B7BC}"/>
              </a:ext>
            </a:extLst>
          </p:cNvPr>
          <p:cNvSpPr/>
          <p:nvPr/>
        </p:nvSpPr>
        <p:spPr>
          <a:xfrm>
            <a:off x="5026416" y="4879521"/>
            <a:ext cx="2152650" cy="7429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Momentum Theorem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07F909-3C35-4276-21CA-267419AEE792}"/>
              </a:ext>
            </a:extLst>
          </p:cNvPr>
          <p:cNvSpPr/>
          <p:nvPr/>
        </p:nvSpPr>
        <p:spPr>
          <a:xfrm>
            <a:off x="7185807" y="4879521"/>
            <a:ext cx="2152650" cy="7429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Energy Equation</a:t>
            </a:r>
          </a:p>
        </p:txBody>
      </p:sp>
    </p:spTree>
    <p:extLst>
      <p:ext uri="{BB962C8B-B14F-4D97-AF65-F5344CB8AC3E}">
        <p14:creationId xmlns:p14="http://schemas.microsoft.com/office/powerpoint/2010/main" val="932529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3CED3-9F3F-FBE2-90C6-B9FBF8C11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8649"/>
            <a:ext cx="10515600" cy="632270"/>
          </a:xfrm>
        </p:spPr>
        <p:txBody>
          <a:bodyPr>
            <a:normAutofit/>
          </a:bodyPr>
          <a:lstStyle/>
          <a:p>
            <a:r>
              <a:rPr lang="en-IN" sz="3600">
                <a:latin typeface="Arial Rounded MT Bold"/>
                <a:ea typeface="+mj-lt"/>
                <a:cs typeface="+mj-lt"/>
              </a:rPr>
              <a:t>Conservation of Momentum: Newton’s 2</a:t>
            </a:r>
            <a:r>
              <a:rPr lang="en-IN" sz="3600" baseline="30000">
                <a:latin typeface="Arial Rounded MT Bold"/>
                <a:ea typeface="+mj-lt"/>
                <a:cs typeface="+mj-lt"/>
              </a:rPr>
              <a:t>nd</a:t>
            </a:r>
            <a:r>
              <a:rPr lang="en-IN" sz="3600">
                <a:latin typeface="Arial Rounded MT Bold"/>
                <a:ea typeface="+mj-lt"/>
                <a:cs typeface="+mj-lt"/>
              </a:rPr>
              <a:t> Law</a:t>
            </a:r>
            <a:endParaRPr lang="en-US" sz="3600">
              <a:latin typeface="Arial Rounded MT 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277A770-EC48-0945-388D-13347702541A}"/>
                  </a:ext>
                </a:extLst>
              </p:cNvPr>
              <p:cNvSpPr txBox="1"/>
              <p:nvPr/>
            </p:nvSpPr>
            <p:spPr>
              <a:xfrm>
                <a:off x="342900" y="1281112"/>
                <a:ext cx="11515724" cy="11791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𝑅𝑎𝑡𝑒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𝑚𝑜𝑚𝑒𝑛𝑡𝑢𝑚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𝑅𝑎𝑡𝑒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𝑚𝑜𝑚𝑒𝑛𝑡𝑢𝑚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𝑖𝑛𝑡𝑜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𝑅𝑎𝑡𝑒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𝑎𝑐𝑐𝑢𝑚𝑢𝑙𝑎𝑡𝑖𝑜𝑛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𝑚𝑜𝑚𝑒𝑛𝑡𝑢𝑚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𝑆𝑢𝑚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𝑓𝑜𝑟𝑐𝑒𝑠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𝑎𝑐𝑡𝑖𝑛𝑔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𝑜𝑛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240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277A770-EC48-0945-388D-133477025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" y="1281112"/>
                <a:ext cx="11515724" cy="11791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5D2C20-F765-3554-21BC-7025C1A1C8CE}"/>
                  </a:ext>
                </a:extLst>
              </p:cNvPr>
              <p:cNvSpPr txBox="1"/>
              <p:nvPr/>
            </p:nvSpPr>
            <p:spPr>
              <a:xfrm>
                <a:off x="6102741" y="2711657"/>
                <a:ext cx="5647123" cy="9619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I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nary>
                        <m:naryPr>
                          <m:chr m:val="∭"/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∬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acc>
                                <m:accPr>
                                  <m:chr m:val="⃗"/>
                                  <m:ctrlP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</m:d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𝑑𝐴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acc>
                                <m:accPr>
                                  <m:chr m:val="⃗"/>
                                  <m:ctrlP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</m:nary>
                        </m:e>
                      </m:nary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5D2C20-F765-3554-21BC-7025C1A1C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741" y="2711657"/>
                <a:ext cx="5647123" cy="9619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6565D21-D707-E3DD-74B6-6F4268F04F1D}"/>
              </a:ext>
            </a:extLst>
          </p:cNvPr>
          <p:cNvSpPr txBox="1"/>
          <p:nvPr/>
        </p:nvSpPr>
        <p:spPr>
          <a:xfrm>
            <a:off x="3174818" y="6105863"/>
            <a:ext cx="58614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/>
              <a:t>Image: Welty, </a:t>
            </a:r>
            <a:r>
              <a:rPr lang="en-IN" sz="1200" err="1"/>
              <a:t>Rorrer</a:t>
            </a:r>
            <a:r>
              <a:rPr lang="en-IN" sz="1200"/>
              <a:t>, Foster, Fundamentals of Momentum, Heat and Mass Transfer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F5AF28-839E-4D0B-882C-857702F5C090}"/>
                  </a:ext>
                </a:extLst>
              </p:cNvPr>
              <p:cNvSpPr txBox="1"/>
              <p:nvPr/>
            </p:nvSpPr>
            <p:spPr>
              <a:xfrm>
                <a:off x="6102741" y="3671235"/>
                <a:ext cx="4986686" cy="9619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I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nary>
                        <m:naryPr>
                          <m:chr m:val="∭"/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𝑑𝑚</m:t>
                          </m:r>
                        </m:e>
                      </m:nary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∬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̇"/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acc>
                                <m:accPr>
                                  <m:chr m:val="⃗"/>
                                  <m:ctrlPr>
                                    <a:rPr lang="en-I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</m:acc>
                            </m:e>
                          </m:nary>
                        </m:e>
                      </m:nary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F5AF28-839E-4D0B-882C-857702F5C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741" y="3671235"/>
                <a:ext cx="4986686" cy="9619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4D52B31E-7845-E35E-78C2-FB8626863DDB}"/>
              </a:ext>
            </a:extLst>
          </p:cNvPr>
          <p:cNvSpPr/>
          <p:nvPr/>
        </p:nvSpPr>
        <p:spPr>
          <a:xfrm>
            <a:off x="2867025" y="4879521"/>
            <a:ext cx="2152650" cy="7429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bg1"/>
                </a:solidFill>
              </a:rPr>
              <a:t>Continuity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962535-1F7A-FA38-A2B4-A83F950D623C}"/>
              </a:ext>
            </a:extLst>
          </p:cNvPr>
          <p:cNvSpPr/>
          <p:nvPr/>
        </p:nvSpPr>
        <p:spPr>
          <a:xfrm>
            <a:off x="5026416" y="4879521"/>
            <a:ext cx="2152650" cy="74295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FF0000"/>
                </a:solidFill>
              </a:rPr>
              <a:t>Momentum Theorem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DA5F40-73B8-3604-AB79-827734ABBD69}"/>
              </a:ext>
            </a:extLst>
          </p:cNvPr>
          <p:cNvSpPr/>
          <p:nvPr/>
        </p:nvSpPr>
        <p:spPr>
          <a:xfrm>
            <a:off x="7185807" y="4879521"/>
            <a:ext cx="2152650" cy="7429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Energy Equation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83BDC04-599D-B08A-D5CC-2D48847FDD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5424" y="2653300"/>
            <a:ext cx="3834862" cy="212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403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6626D-6F93-4C9A-4C5D-8E4A78FDB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7546"/>
            <a:ext cx="10515600" cy="742950"/>
          </a:xfrm>
        </p:spPr>
        <p:txBody>
          <a:bodyPr>
            <a:normAutofit/>
          </a:bodyPr>
          <a:lstStyle/>
          <a:p>
            <a:r>
              <a:rPr lang="en-IN" sz="3600">
                <a:latin typeface="Arial Rounded MT Bold" panose="020F0704030504030204" pitchFamily="34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C08AD-0D1E-EB53-DE4F-410B11CDE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5049"/>
            <a:ext cx="10515600" cy="3471863"/>
          </a:xfrm>
        </p:spPr>
        <p:txBody>
          <a:bodyPr/>
          <a:lstStyle/>
          <a:p>
            <a:pPr marL="0" indent="0">
              <a:buNone/>
            </a:pPr>
            <a:r>
              <a:rPr lang="en-IN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Conservation of Energy: First Law of Thermodynamics</a:t>
            </a:r>
          </a:p>
          <a:p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First Law of Thermodynamics</a:t>
            </a:r>
          </a:p>
          <a:p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Macroscopic Energy Balance Equation</a:t>
            </a:r>
          </a:p>
          <a:p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Specific Total Energy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975B43-1BA0-6295-E677-9DB658594DA1}"/>
              </a:ext>
            </a:extLst>
          </p:cNvPr>
          <p:cNvSpPr/>
          <p:nvPr/>
        </p:nvSpPr>
        <p:spPr>
          <a:xfrm>
            <a:off x="2867025" y="1279071"/>
            <a:ext cx="2152650" cy="7429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bg1"/>
                </a:solidFill>
              </a:rPr>
              <a:t>Continuity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9F7BCB-E160-33A1-032F-D2322AB82ED9}"/>
              </a:ext>
            </a:extLst>
          </p:cNvPr>
          <p:cNvSpPr/>
          <p:nvPr/>
        </p:nvSpPr>
        <p:spPr>
          <a:xfrm>
            <a:off x="5026416" y="1279071"/>
            <a:ext cx="2152650" cy="7429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bg1"/>
                </a:solidFill>
              </a:rPr>
              <a:t>Momentum Theorem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ACC7EA-2312-3C1E-5A39-CD5FF58A79C9}"/>
              </a:ext>
            </a:extLst>
          </p:cNvPr>
          <p:cNvSpPr/>
          <p:nvPr/>
        </p:nvSpPr>
        <p:spPr>
          <a:xfrm>
            <a:off x="7185807" y="1279071"/>
            <a:ext cx="2152650" cy="74295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FF0000"/>
                </a:solidFill>
              </a:rPr>
              <a:t>Energy Equation</a:t>
            </a:r>
          </a:p>
        </p:txBody>
      </p:sp>
    </p:spTree>
    <p:extLst>
      <p:ext uri="{BB962C8B-B14F-4D97-AF65-F5344CB8AC3E}">
        <p14:creationId xmlns:p14="http://schemas.microsoft.com/office/powerpoint/2010/main" val="888638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C1C98F-13AF-96E4-B452-5A141AD07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450"/>
            <a:ext cx="10515600" cy="714375"/>
          </a:xfrm>
        </p:spPr>
        <p:txBody>
          <a:bodyPr>
            <a:normAutofit/>
          </a:bodyPr>
          <a:lstStyle/>
          <a:p>
            <a:r>
              <a:rPr lang="en-IN" sz="3600">
                <a:latin typeface="Arial Rounded MT Bold" panose="020F0704030504030204" pitchFamily="34" charset="0"/>
              </a:rPr>
              <a:t>First Law of Thermodynamics</a:t>
            </a:r>
            <a:endParaRPr lang="en-IN" sz="3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8FA7F2-9B05-5A04-26AF-674863CEC4B7}"/>
              </a:ext>
            </a:extLst>
          </p:cNvPr>
          <p:cNvSpPr txBox="1"/>
          <p:nvPr/>
        </p:nvSpPr>
        <p:spPr>
          <a:xfrm>
            <a:off x="685800" y="1276350"/>
            <a:ext cx="10820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/>
              <a:t>Statement</a:t>
            </a:r>
            <a:r>
              <a:rPr lang="en-IN" sz="2200"/>
              <a:t>: If a system is carried through a cycle, the total heat added to the system is proportional to the work done by the system on its surroundings. </a:t>
            </a:r>
          </a:p>
        </p:txBody>
      </p:sp>
    </p:spTree>
    <p:extLst>
      <p:ext uri="{BB962C8B-B14F-4D97-AF65-F5344CB8AC3E}">
        <p14:creationId xmlns:p14="http://schemas.microsoft.com/office/powerpoint/2010/main" val="3887785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C1C98F-13AF-96E4-B452-5A141AD07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450"/>
            <a:ext cx="10515600" cy="714375"/>
          </a:xfrm>
        </p:spPr>
        <p:txBody>
          <a:bodyPr>
            <a:normAutofit/>
          </a:bodyPr>
          <a:lstStyle/>
          <a:p>
            <a:r>
              <a:rPr lang="en-IN" sz="3600">
                <a:latin typeface="Arial Rounded MT Bold" panose="020F0704030504030204" pitchFamily="34" charset="0"/>
              </a:rPr>
              <a:t>First Law of Thermodynamics</a:t>
            </a:r>
            <a:endParaRPr lang="en-IN" sz="3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8FA7F2-9B05-5A04-26AF-674863CEC4B7}"/>
              </a:ext>
            </a:extLst>
          </p:cNvPr>
          <p:cNvSpPr txBox="1"/>
          <p:nvPr/>
        </p:nvSpPr>
        <p:spPr>
          <a:xfrm>
            <a:off x="685800" y="1276350"/>
            <a:ext cx="10820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/>
              <a:t>Statement</a:t>
            </a:r>
            <a:r>
              <a:rPr lang="en-IN" sz="2200"/>
              <a:t>: If a system is carried through a </a:t>
            </a:r>
            <a:r>
              <a:rPr lang="en-IN" sz="2200" b="1">
                <a:solidFill>
                  <a:srgbClr val="FF0000"/>
                </a:solidFill>
              </a:rPr>
              <a:t>cycle</a:t>
            </a:r>
            <a:r>
              <a:rPr lang="en-IN" sz="2200"/>
              <a:t>, the total heat added to the system is proportional to the work done by the system on its surroundings. 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23E0460-2073-33BC-8960-BF7BB8F720C4}"/>
              </a:ext>
            </a:extLst>
          </p:cNvPr>
          <p:cNvCxnSpPr/>
          <p:nvPr/>
        </p:nvCxnSpPr>
        <p:spPr>
          <a:xfrm flipV="1">
            <a:off x="1047750" y="2686050"/>
            <a:ext cx="0" cy="28860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73C8D24-AF9F-5B24-DBE4-D62A24EB4850}"/>
              </a:ext>
            </a:extLst>
          </p:cNvPr>
          <p:cNvCxnSpPr/>
          <p:nvPr/>
        </p:nvCxnSpPr>
        <p:spPr>
          <a:xfrm>
            <a:off x="1047750" y="5591175"/>
            <a:ext cx="36195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3EF5933-040C-C75F-F18D-2346C14F2E24}"/>
              </a:ext>
            </a:extLst>
          </p:cNvPr>
          <p:cNvSpPr txBox="1"/>
          <p:nvPr/>
        </p:nvSpPr>
        <p:spPr>
          <a:xfrm>
            <a:off x="656482" y="3990975"/>
            <a:ext cx="3722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/>
              <a:t>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B9FF05-E681-9596-0EB2-612F7D5A17B8}"/>
              </a:ext>
            </a:extLst>
          </p:cNvPr>
          <p:cNvSpPr txBox="1"/>
          <p:nvPr/>
        </p:nvSpPr>
        <p:spPr>
          <a:xfrm>
            <a:off x="2590800" y="5610225"/>
            <a:ext cx="3722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/>
              <a:t>V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E134FFF-E05B-DFE7-E007-F77DF577BD90}"/>
                  </a:ext>
                </a:extLst>
              </p14:cNvPr>
              <p14:cNvContentPartPr/>
              <p14:nvPr/>
            </p14:nvContentPartPr>
            <p14:xfrm>
              <a:off x="1557103" y="4950644"/>
              <a:ext cx="75960" cy="878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E134FFF-E05B-DFE7-E007-F77DF577BD9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41623" y="4935164"/>
                <a:ext cx="10656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9" name="Ink 29">
                <a:extLst>
                  <a:ext uri="{FF2B5EF4-FFF2-40B4-BE49-F238E27FC236}">
                    <a16:creationId xmlns:a16="http://schemas.microsoft.com/office/drawing/2014/main" id="{65A7AD68-F024-2854-1657-FBF6493816FE}"/>
                  </a:ext>
                </a:extLst>
              </p14:cNvPr>
              <p14:cNvContentPartPr/>
              <p14:nvPr/>
            </p14:nvContentPartPr>
            <p14:xfrm>
              <a:off x="1475383" y="5145404"/>
              <a:ext cx="245520" cy="321120"/>
            </p14:xfrm>
          </p:contentPart>
        </mc:Choice>
        <mc:Fallback xmlns="">
          <p:pic>
            <p:nvPicPr>
              <p:cNvPr id="29" name="Ink 29">
                <a:extLst>
                  <a:ext uri="{FF2B5EF4-FFF2-40B4-BE49-F238E27FC236}">
                    <a16:creationId xmlns:a16="http://schemas.microsoft.com/office/drawing/2014/main" id="{65A7AD68-F024-2854-1657-FBF6493816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54863" y="5124861"/>
                <a:ext cx="286200" cy="3618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3" name="Ink 33">
                <a:extLst>
                  <a:ext uri="{FF2B5EF4-FFF2-40B4-BE49-F238E27FC236}">
                    <a16:creationId xmlns:a16="http://schemas.microsoft.com/office/drawing/2014/main" id="{044C5A8B-4335-BA48-56C0-283F72B9B6B3}"/>
                  </a:ext>
                </a:extLst>
              </p14:cNvPr>
              <p14:cNvContentPartPr/>
              <p14:nvPr/>
            </p14:nvContentPartPr>
            <p14:xfrm>
              <a:off x="1619743" y="2844284"/>
              <a:ext cx="2817000" cy="2118960"/>
            </p14:xfrm>
          </p:contentPart>
        </mc:Choice>
        <mc:Fallback xmlns="">
          <p:pic>
            <p:nvPicPr>
              <p:cNvPr id="33" name="Ink 33">
                <a:extLst>
                  <a:ext uri="{FF2B5EF4-FFF2-40B4-BE49-F238E27FC236}">
                    <a16:creationId xmlns:a16="http://schemas.microsoft.com/office/drawing/2014/main" id="{044C5A8B-4335-BA48-56C0-283F72B9B6B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04263" y="2828804"/>
                <a:ext cx="2847600" cy="21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" name="Ink 36">
                <a:extLst>
                  <a:ext uri="{FF2B5EF4-FFF2-40B4-BE49-F238E27FC236}">
                    <a16:creationId xmlns:a16="http://schemas.microsoft.com/office/drawing/2014/main" id="{B27B6425-AABA-E70D-C0CF-53E14D60EEBF}"/>
                  </a:ext>
                </a:extLst>
              </p14:cNvPr>
              <p14:cNvContentPartPr/>
              <p14:nvPr/>
            </p14:nvContentPartPr>
            <p14:xfrm>
              <a:off x="1594903" y="3076844"/>
              <a:ext cx="2471040" cy="1918080"/>
            </p14:xfrm>
          </p:contentPart>
        </mc:Choice>
        <mc:Fallback xmlns="">
          <p:pic>
            <p:nvPicPr>
              <p:cNvPr id="36" name="Ink 36">
                <a:extLst>
                  <a:ext uri="{FF2B5EF4-FFF2-40B4-BE49-F238E27FC236}">
                    <a16:creationId xmlns:a16="http://schemas.microsoft.com/office/drawing/2014/main" id="{B27B6425-AABA-E70D-C0CF-53E14D60EEB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74383" y="3056324"/>
                <a:ext cx="2511720" cy="19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E81FE131-38A3-0236-3FEB-C0BF75EEA8FE}"/>
                  </a:ext>
                </a:extLst>
              </p14:cNvPr>
              <p14:cNvContentPartPr/>
              <p14:nvPr/>
            </p14:nvContentPartPr>
            <p14:xfrm>
              <a:off x="2311303" y="3045524"/>
              <a:ext cx="295920" cy="1890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E81FE131-38A3-0236-3FEB-C0BF75EEA8F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95823" y="3030044"/>
                <a:ext cx="32652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F436DC0-B860-24EB-C36B-E56C4239EC00}"/>
                  </a:ext>
                </a:extLst>
              </p14:cNvPr>
              <p14:cNvContentPartPr/>
              <p14:nvPr/>
            </p14:nvContentPartPr>
            <p14:xfrm>
              <a:off x="3053263" y="4291124"/>
              <a:ext cx="251280" cy="2448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F436DC0-B860-24EB-C36B-E56C4239EC0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37761" y="4275667"/>
                <a:ext cx="281924" cy="2753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1" name="Ink 41">
                <a:extLst>
                  <a:ext uri="{FF2B5EF4-FFF2-40B4-BE49-F238E27FC236}">
                    <a16:creationId xmlns:a16="http://schemas.microsoft.com/office/drawing/2014/main" id="{00EDEEC7-AB9F-CDE0-7333-FA7E8FD9257A}"/>
                  </a:ext>
                </a:extLst>
              </p14:cNvPr>
              <p14:cNvContentPartPr/>
              <p14:nvPr/>
            </p14:nvContentPartPr>
            <p14:xfrm>
              <a:off x="3260983" y="3601724"/>
              <a:ext cx="276840" cy="443160"/>
            </p14:xfrm>
          </p:contentPart>
        </mc:Choice>
        <mc:Fallback xmlns="">
          <p:pic>
            <p:nvPicPr>
              <p:cNvPr id="41" name="Ink 41">
                <a:extLst>
                  <a:ext uri="{FF2B5EF4-FFF2-40B4-BE49-F238E27FC236}">
                    <a16:creationId xmlns:a16="http://schemas.microsoft.com/office/drawing/2014/main" id="{00EDEEC7-AB9F-CDE0-7333-FA7E8FD9257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45503" y="3586244"/>
                <a:ext cx="307440" cy="47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1136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C1C98F-13AF-96E4-B452-5A141AD07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450"/>
            <a:ext cx="10515600" cy="714375"/>
          </a:xfrm>
        </p:spPr>
        <p:txBody>
          <a:bodyPr>
            <a:normAutofit/>
          </a:bodyPr>
          <a:lstStyle/>
          <a:p>
            <a:r>
              <a:rPr lang="en-IN" sz="3600">
                <a:latin typeface="Arial Rounded MT Bold" panose="020F0704030504030204" pitchFamily="34" charset="0"/>
              </a:rPr>
              <a:t>First Law of Thermodynamics</a:t>
            </a:r>
            <a:endParaRPr lang="en-IN" sz="3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8FA7F2-9B05-5A04-26AF-674863CEC4B7}"/>
              </a:ext>
            </a:extLst>
          </p:cNvPr>
          <p:cNvSpPr txBox="1"/>
          <p:nvPr/>
        </p:nvSpPr>
        <p:spPr>
          <a:xfrm>
            <a:off x="685800" y="1276350"/>
            <a:ext cx="10820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/>
              <a:t>Statement</a:t>
            </a:r>
            <a:r>
              <a:rPr lang="en-IN" sz="2200"/>
              <a:t>: If a system is carried through a </a:t>
            </a:r>
            <a:r>
              <a:rPr lang="en-IN" sz="2200" b="1">
                <a:solidFill>
                  <a:srgbClr val="FF0000"/>
                </a:solidFill>
              </a:rPr>
              <a:t>cycle</a:t>
            </a:r>
            <a:r>
              <a:rPr lang="en-IN" sz="2200"/>
              <a:t>, the </a:t>
            </a:r>
            <a:r>
              <a:rPr lang="en-IN" sz="2200" b="1">
                <a:solidFill>
                  <a:srgbClr val="0070C0"/>
                </a:solidFill>
              </a:rPr>
              <a:t>total heat added to the system </a:t>
            </a:r>
            <a:r>
              <a:rPr lang="en-IN" sz="2200"/>
              <a:t>is proportional to the work done by the system on its surroundings.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F599CD8-2512-81F6-C4FC-3748F44641DD}"/>
              </a:ext>
            </a:extLst>
          </p:cNvPr>
          <p:cNvCxnSpPr/>
          <p:nvPr/>
        </p:nvCxnSpPr>
        <p:spPr>
          <a:xfrm flipV="1">
            <a:off x="1047750" y="2686050"/>
            <a:ext cx="0" cy="28860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D8D0B46-E190-FE28-61CE-A10572AB905D}"/>
              </a:ext>
            </a:extLst>
          </p:cNvPr>
          <p:cNvCxnSpPr/>
          <p:nvPr/>
        </p:nvCxnSpPr>
        <p:spPr>
          <a:xfrm>
            <a:off x="1047750" y="5591175"/>
            <a:ext cx="36195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B57733A-DA98-A091-4F81-4BEE286D8067}"/>
              </a:ext>
            </a:extLst>
          </p:cNvPr>
          <p:cNvSpPr txBox="1"/>
          <p:nvPr/>
        </p:nvSpPr>
        <p:spPr>
          <a:xfrm>
            <a:off x="656482" y="3990975"/>
            <a:ext cx="3722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/>
              <a:t>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18B4E7-92BF-D62F-BE2A-CAFF03BEF8E7}"/>
              </a:ext>
            </a:extLst>
          </p:cNvPr>
          <p:cNvSpPr txBox="1"/>
          <p:nvPr/>
        </p:nvSpPr>
        <p:spPr>
          <a:xfrm>
            <a:off x="2590800" y="5610225"/>
            <a:ext cx="3722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/>
              <a:t>V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A200861-4EA9-6C13-5CE7-67325AFC997B}"/>
                  </a:ext>
                </a:extLst>
              </p14:cNvPr>
              <p14:cNvContentPartPr/>
              <p14:nvPr/>
            </p14:nvContentPartPr>
            <p14:xfrm>
              <a:off x="1557103" y="4950644"/>
              <a:ext cx="75960" cy="878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A200861-4EA9-6C13-5CE7-67325AFC99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41623" y="4935164"/>
                <a:ext cx="10656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" name="Ink 29">
                <a:extLst>
                  <a:ext uri="{FF2B5EF4-FFF2-40B4-BE49-F238E27FC236}">
                    <a16:creationId xmlns:a16="http://schemas.microsoft.com/office/drawing/2014/main" id="{25E3F9E2-51B9-7AF1-2A33-75EC9A9027C2}"/>
                  </a:ext>
                </a:extLst>
              </p14:cNvPr>
              <p14:cNvContentPartPr/>
              <p14:nvPr/>
            </p14:nvContentPartPr>
            <p14:xfrm>
              <a:off x="1475383" y="5145404"/>
              <a:ext cx="245520" cy="321120"/>
            </p14:xfrm>
          </p:contentPart>
        </mc:Choice>
        <mc:Fallback xmlns="">
          <p:pic>
            <p:nvPicPr>
              <p:cNvPr id="20" name="Ink 29">
                <a:extLst>
                  <a:ext uri="{FF2B5EF4-FFF2-40B4-BE49-F238E27FC236}">
                    <a16:creationId xmlns:a16="http://schemas.microsoft.com/office/drawing/2014/main" id="{25E3F9E2-51B9-7AF1-2A33-75EC9A9027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54863" y="5124861"/>
                <a:ext cx="286200" cy="3618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1" name="Ink 33">
                <a:extLst>
                  <a:ext uri="{FF2B5EF4-FFF2-40B4-BE49-F238E27FC236}">
                    <a16:creationId xmlns:a16="http://schemas.microsoft.com/office/drawing/2014/main" id="{A98EE4A4-0CC2-5FFA-87B1-37A452EEBD5F}"/>
                  </a:ext>
                </a:extLst>
              </p14:cNvPr>
              <p14:cNvContentPartPr/>
              <p14:nvPr/>
            </p14:nvContentPartPr>
            <p14:xfrm>
              <a:off x="1619743" y="2844284"/>
              <a:ext cx="2817000" cy="2118960"/>
            </p14:xfrm>
          </p:contentPart>
        </mc:Choice>
        <mc:Fallback xmlns="">
          <p:pic>
            <p:nvPicPr>
              <p:cNvPr id="21" name="Ink 33">
                <a:extLst>
                  <a:ext uri="{FF2B5EF4-FFF2-40B4-BE49-F238E27FC236}">
                    <a16:creationId xmlns:a16="http://schemas.microsoft.com/office/drawing/2014/main" id="{A98EE4A4-0CC2-5FFA-87B1-37A452EEBD5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04263" y="2828804"/>
                <a:ext cx="2847600" cy="21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2" name="Ink 36">
                <a:extLst>
                  <a:ext uri="{FF2B5EF4-FFF2-40B4-BE49-F238E27FC236}">
                    <a16:creationId xmlns:a16="http://schemas.microsoft.com/office/drawing/2014/main" id="{2B51B8C2-D499-E4F2-64BC-23646AAB5AD2}"/>
                  </a:ext>
                </a:extLst>
              </p14:cNvPr>
              <p14:cNvContentPartPr/>
              <p14:nvPr/>
            </p14:nvContentPartPr>
            <p14:xfrm>
              <a:off x="1594903" y="3076844"/>
              <a:ext cx="2471040" cy="1918080"/>
            </p14:xfrm>
          </p:contentPart>
        </mc:Choice>
        <mc:Fallback xmlns="">
          <p:pic>
            <p:nvPicPr>
              <p:cNvPr id="22" name="Ink 36">
                <a:extLst>
                  <a:ext uri="{FF2B5EF4-FFF2-40B4-BE49-F238E27FC236}">
                    <a16:creationId xmlns:a16="http://schemas.microsoft.com/office/drawing/2014/main" id="{2B51B8C2-D499-E4F2-64BC-23646AAB5AD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74383" y="3056324"/>
                <a:ext cx="2511720" cy="19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4330C02-7F25-BFCB-2A7B-037548573BF1}"/>
                  </a:ext>
                </a:extLst>
              </p14:cNvPr>
              <p14:cNvContentPartPr/>
              <p14:nvPr/>
            </p14:nvContentPartPr>
            <p14:xfrm>
              <a:off x="2311303" y="3045524"/>
              <a:ext cx="295920" cy="1890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4330C02-7F25-BFCB-2A7B-037548573BF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95823" y="3030044"/>
                <a:ext cx="32652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AF75EAAD-4ECE-FD38-6CA6-A885E1EC422E}"/>
                  </a:ext>
                </a:extLst>
              </p14:cNvPr>
              <p14:cNvContentPartPr/>
              <p14:nvPr/>
            </p14:nvContentPartPr>
            <p14:xfrm>
              <a:off x="3053263" y="4291124"/>
              <a:ext cx="251280" cy="2448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AF75EAAD-4ECE-FD38-6CA6-A885E1EC422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37761" y="4275667"/>
                <a:ext cx="281924" cy="2753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5" name="Ink 41">
                <a:extLst>
                  <a:ext uri="{FF2B5EF4-FFF2-40B4-BE49-F238E27FC236}">
                    <a16:creationId xmlns:a16="http://schemas.microsoft.com/office/drawing/2014/main" id="{9D30898E-9CE9-823D-9BF4-84697B036E06}"/>
                  </a:ext>
                </a:extLst>
              </p14:cNvPr>
              <p14:cNvContentPartPr/>
              <p14:nvPr/>
            </p14:nvContentPartPr>
            <p14:xfrm>
              <a:off x="3260983" y="3601724"/>
              <a:ext cx="276840" cy="443160"/>
            </p14:xfrm>
          </p:contentPart>
        </mc:Choice>
        <mc:Fallback xmlns="">
          <p:pic>
            <p:nvPicPr>
              <p:cNvPr id="25" name="Ink 41">
                <a:extLst>
                  <a:ext uri="{FF2B5EF4-FFF2-40B4-BE49-F238E27FC236}">
                    <a16:creationId xmlns:a16="http://schemas.microsoft.com/office/drawing/2014/main" id="{9D30898E-9CE9-823D-9BF4-84697B036E0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45503" y="3586244"/>
                <a:ext cx="307440" cy="47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9">
                <a:extLst>
                  <a:ext uri="{FF2B5EF4-FFF2-40B4-BE49-F238E27FC236}">
                    <a16:creationId xmlns:a16="http://schemas.microsoft.com/office/drawing/2014/main" id="{78C3474C-00CF-69BD-0224-78215E8EB8A0}"/>
                  </a:ext>
                </a:extLst>
              </p14:cNvPr>
              <p14:cNvContentPartPr/>
              <p14:nvPr/>
            </p14:nvContentPartPr>
            <p14:xfrm>
              <a:off x="2889823" y="2134004"/>
              <a:ext cx="798840" cy="1596960"/>
            </p14:xfrm>
          </p:contentPart>
        </mc:Choice>
        <mc:Fallback xmlns="">
          <p:pic>
            <p:nvPicPr>
              <p:cNvPr id="9" name="Ink 9">
                <a:extLst>
                  <a:ext uri="{FF2B5EF4-FFF2-40B4-BE49-F238E27FC236}">
                    <a16:creationId xmlns:a16="http://schemas.microsoft.com/office/drawing/2014/main" id="{78C3474C-00CF-69BD-0224-78215E8EB8A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879023" y="2123206"/>
                <a:ext cx="820080" cy="161819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422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C1C98F-13AF-96E4-B452-5A141AD07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450"/>
            <a:ext cx="10515600" cy="714375"/>
          </a:xfrm>
        </p:spPr>
        <p:txBody>
          <a:bodyPr>
            <a:normAutofit/>
          </a:bodyPr>
          <a:lstStyle/>
          <a:p>
            <a:r>
              <a:rPr lang="en-IN" sz="3600">
                <a:latin typeface="Arial Rounded MT Bold" panose="020F0704030504030204" pitchFamily="34" charset="0"/>
              </a:rPr>
              <a:t>First Law of Thermodynamics</a:t>
            </a:r>
            <a:endParaRPr lang="en-IN" sz="3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8FA7F2-9B05-5A04-26AF-674863CEC4B7}"/>
              </a:ext>
            </a:extLst>
          </p:cNvPr>
          <p:cNvSpPr txBox="1"/>
          <p:nvPr/>
        </p:nvSpPr>
        <p:spPr>
          <a:xfrm>
            <a:off x="685800" y="1276350"/>
            <a:ext cx="10820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/>
              <a:t>Statement</a:t>
            </a:r>
            <a:r>
              <a:rPr lang="en-IN" sz="2200"/>
              <a:t>: If a system is carried through a </a:t>
            </a:r>
            <a:r>
              <a:rPr lang="en-IN" sz="2200" b="1">
                <a:solidFill>
                  <a:srgbClr val="FF0000"/>
                </a:solidFill>
              </a:rPr>
              <a:t>cycle</a:t>
            </a:r>
            <a:r>
              <a:rPr lang="en-IN" sz="2200"/>
              <a:t>, the </a:t>
            </a:r>
            <a:r>
              <a:rPr lang="en-IN" sz="2200" b="1">
                <a:solidFill>
                  <a:srgbClr val="0070C0"/>
                </a:solidFill>
              </a:rPr>
              <a:t>total heat added to the system </a:t>
            </a:r>
            <a:r>
              <a:rPr lang="en-IN" sz="2200"/>
              <a:t>is </a:t>
            </a:r>
            <a:r>
              <a:rPr lang="en-IN" sz="2200" b="1">
                <a:solidFill>
                  <a:srgbClr val="0070C0"/>
                </a:solidFill>
              </a:rPr>
              <a:t>proportional to the work done by the system</a:t>
            </a:r>
            <a:r>
              <a:rPr lang="en-IN" sz="2200"/>
              <a:t> on its </a:t>
            </a:r>
            <a:r>
              <a:rPr lang="en-IN" sz="2200">
                <a:solidFill>
                  <a:srgbClr val="0070C0"/>
                </a:solidFill>
              </a:rPr>
              <a:t>surroundings</a:t>
            </a:r>
            <a:r>
              <a:rPr lang="en-IN" sz="2200"/>
              <a:t>. 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92DA186-8EC0-174D-C19B-D8DA2F62EBA3}"/>
              </a:ext>
            </a:extLst>
          </p:cNvPr>
          <p:cNvCxnSpPr/>
          <p:nvPr/>
        </p:nvCxnSpPr>
        <p:spPr>
          <a:xfrm flipV="1">
            <a:off x="1047750" y="2686050"/>
            <a:ext cx="0" cy="28860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CAFB4D8-E916-DAFF-3BF6-23090301C12A}"/>
              </a:ext>
            </a:extLst>
          </p:cNvPr>
          <p:cNvCxnSpPr/>
          <p:nvPr/>
        </p:nvCxnSpPr>
        <p:spPr>
          <a:xfrm>
            <a:off x="1047750" y="5591175"/>
            <a:ext cx="36195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FC7C615-671D-738E-8114-9ECEC8D0A451}"/>
              </a:ext>
            </a:extLst>
          </p:cNvPr>
          <p:cNvSpPr txBox="1"/>
          <p:nvPr/>
        </p:nvSpPr>
        <p:spPr>
          <a:xfrm>
            <a:off x="656482" y="3990975"/>
            <a:ext cx="3722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/>
              <a:t>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559624-F54D-B12E-4D09-7168433BAA47}"/>
              </a:ext>
            </a:extLst>
          </p:cNvPr>
          <p:cNvSpPr txBox="1"/>
          <p:nvPr/>
        </p:nvSpPr>
        <p:spPr>
          <a:xfrm>
            <a:off x="2590800" y="5610225"/>
            <a:ext cx="3722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/>
              <a:t>V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C874BA1-3BDD-E4AA-1378-B4859BA63B64}"/>
                  </a:ext>
                </a:extLst>
              </p14:cNvPr>
              <p14:cNvContentPartPr/>
              <p14:nvPr/>
            </p14:nvContentPartPr>
            <p14:xfrm>
              <a:off x="1557103" y="4950644"/>
              <a:ext cx="75960" cy="878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C874BA1-3BDD-E4AA-1378-B4859BA63B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41623" y="4935164"/>
                <a:ext cx="10656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29">
                <a:extLst>
                  <a:ext uri="{FF2B5EF4-FFF2-40B4-BE49-F238E27FC236}">
                    <a16:creationId xmlns:a16="http://schemas.microsoft.com/office/drawing/2014/main" id="{A9FB04E7-6DA6-1105-F63B-FC071812C6AC}"/>
                  </a:ext>
                </a:extLst>
              </p14:cNvPr>
              <p14:cNvContentPartPr/>
              <p14:nvPr/>
            </p14:nvContentPartPr>
            <p14:xfrm>
              <a:off x="1475383" y="5145404"/>
              <a:ext cx="245520" cy="321120"/>
            </p14:xfrm>
          </p:contentPart>
        </mc:Choice>
        <mc:Fallback xmlns="">
          <p:pic>
            <p:nvPicPr>
              <p:cNvPr id="9" name="Ink 29">
                <a:extLst>
                  <a:ext uri="{FF2B5EF4-FFF2-40B4-BE49-F238E27FC236}">
                    <a16:creationId xmlns:a16="http://schemas.microsoft.com/office/drawing/2014/main" id="{A9FB04E7-6DA6-1105-F63B-FC071812C6A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54863" y="5124861"/>
                <a:ext cx="286200" cy="3618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33">
                <a:extLst>
                  <a:ext uri="{FF2B5EF4-FFF2-40B4-BE49-F238E27FC236}">
                    <a16:creationId xmlns:a16="http://schemas.microsoft.com/office/drawing/2014/main" id="{E851A8E8-D424-54C0-4871-F5C817F6FFA8}"/>
                  </a:ext>
                </a:extLst>
              </p14:cNvPr>
              <p14:cNvContentPartPr/>
              <p14:nvPr/>
            </p14:nvContentPartPr>
            <p14:xfrm>
              <a:off x="1619743" y="2844284"/>
              <a:ext cx="2817000" cy="2118960"/>
            </p14:xfrm>
          </p:contentPart>
        </mc:Choice>
        <mc:Fallback xmlns="">
          <p:pic>
            <p:nvPicPr>
              <p:cNvPr id="10" name="Ink 33">
                <a:extLst>
                  <a:ext uri="{FF2B5EF4-FFF2-40B4-BE49-F238E27FC236}">
                    <a16:creationId xmlns:a16="http://schemas.microsoft.com/office/drawing/2014/main" id="{E851A8E8-D424-54C0-4871-F5C817F6FF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04263" y="2828804"/>
                <a:ext cx="2847600" cy="21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36">
                <a:extLst>
                  <a:ext uri="{FF2B5EF4-FFF2-40B4-BE49-F238E27FC236}">
                    <a16:creationId xmlns:a16="http://schemas.microsoft.com/office/drawing/2014/main" id="{6188DF72-481C-9AF1-FAC3-64E9E5349468}"/>
                  </a:ext>
                </a:extLst>
              </p14:cNvPr>
              <p14:cNvContentPartPr/>
              <p14:nvPr/>
            </p14:nvContentPartPr>
            <p14:xfrm>
              <a:off x="1594903" y="3076844"/>
              <a:ext cx="2471040" cy="1918080"/>
            </p14:xfrm>
          </p:contentPart>
        </mc:Choice>
        <mc:Fallback xmlns="">
          <p:pic>
            <p:nvPicPr>
              <p:cNvPr id="11" name="Ink 36">
                <a:extLst>
                  <a:ext uri="{FF2B5EF4-FFF2-40B4-BE49-F238E27FC236}">
                    <a16:creationId xmlns:a16="http://schemas.microsoft.com/office/drawing/2014/main" id="{6188DF72-481C-9AF1-FAC3-64E9E534946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74383" y="3056324"/>
                <a:ext cx="2511720" cy="19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17B3B5F-627F-5691-E87D-FEA8D6F6BC5E}"/>
                  </a:ext>
                </a:extLst>
              </p14:cNvPr>
              <p14:cNvContentPartPr/>
              <p14:nvPr/>
            </p14:nvContentPartPr>
            <p14:xfrm>
              <a:off x="2311303" y="3045524"/>
              <a:ext cx="295920" cy="1890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17B3B5F-627F-5691-E87D-FEA8D6F6BC5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95823" y="3030044"/>
                <a:ext cx="32652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75D5A53-1F16-C783-6534-71623BC8FFDB}"/>
                  </a:ext>
                </a:extLst>
              </p14:cNvPr>
              <p14:cNvContentPartPr/>
              <p14:nvPr/>
            </p14:nvContentPartPr>
            <p14:xfrm>
              <a:off x="3053263" y="4291124"/>
              <a:ext cx="251280" cy="2448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75D5A53-1F16-C783-6534-71623BC8FFD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37761" y="4275667"/>
                <a:ext cx="281924" cy="2753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Ink 41">
                <a:extLst>
                  <a:ext uri="{FF2B5EF4-FFF2-40B4-BE49-F238E27FC236}">
                    <a16:creationId xmlns:a16="http://schemas.microsoft.com/office/drawing/2014/main" id="{5B1981BD-75E6-67E6-7424-851336CDB5E7}"/>
                  </a:ext>
                </a:extLst>
              </p14:cNvPr>
              <p14:cNvContentPartPr/>
              <p14:nvPr/>
            </p14:nvContentPartPr>
            <p14:xfrm>
              <a:off x="3260983" y="3601724"/>
              <a:ext cx="276840" cy="443160"/>
            </p14:xfrm>
          </p:contentPart>
        </mc:Choice>
        <mc:Fallback xmlns="">
          <p:pic>
            <p:nvPicPr>
              <p:cNvPr id="14" name="Ink 41">
                <a:extLst>
                  <a:ext uri="{FF2B5EF4-FFF2-40B4-BE49-F238E27FC236}">
                    <a16:creationId xmlns:a16="http://schemas.microsoft.com/office/drawing/2014/main" id="{5B1981BD-75E6-67E6-7424-851336CDB5E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45503" y="3586244"/>
                <a:ext cx="307440" cy="47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5" name="Ink 9">
                <a:extLst>
                  <a:ext uri="{FF2B5EF4-FFF2-40B4-BE49-F238E27FC236}">
                    <a16:creationId xmlns:a16="http://schemas.microsoft.com/office/drawing/2014/main" id="{FD0C8A1A-AD75-B33D-1DA4-4DC4B794F0BE}"/>
                  </a:ext>
                </a:extLst>
              </p14:cNvPr>
              <p14:cNvContentPartPr/>
              <p14:nvPr/>
            </p14:nvContentPartPr>
            <p14:xfrm>
              <a:off x="2889823" y="2134004"/>
              <a:ext cx="798840" cy="1596960"/>
            </p14:xfrm>
          </p:contentPart>
        </mc:Choice>
        <mc:Fallback xmlns="">
          <p:pic>
            <p:nvPicPr>
              <p:cNvPr id="15" name="Ink 9">
                <a:extLst>
                  <a:ext uri="{FF2B5EF4-FFF2-40B4-BE49-F238E27FC236}">
                    <a16:creationId xmlns:a16="http://schemas.microsoft.com/office/drawing/2014/main" id="{FD0C8A1A-AD75-B33D-1DA4-4DC4B794F0B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879023" y="2123206"/>
                <a:ext cx="820080" cy="16181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9C9237C-86A2-E253-F462-FB0B8171F957}"/>
                  </a:ext>
                </a:extLst>
              </p14:cNvPr>
              <p14:cNvContentPartPr/>
              <p14:nvPr/>
            </p14:nvContentPartPr>
            <p14:xfrm>
              <a:off x="2481223" y="4284284"/>
              <a:ext cx="396360" cy="8798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9C9237C-86A2-E253-F462-FB0B8171F95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470423" y="4273484"/>
                <a:ext cx="417600" cy="90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9" name="Ink 19">
                <a:extLst>
                  <a:ext uri="{FF2B5EF4-FFF2-40B4-BE49-F238E27FC236}">
                    <a16:creationId xmlns:a16="http://schemas.microsoft.com/office/drawing/2014/main" id="{4FB1787D-7018-70CA-8A53-A85A595F69AD}"/>
                  </a:ext>
                </a:extLst>
              </p14:cNvPr>
              <p14:cNvContentPartPr/>
              <p14:nvPr/>
            </p14:nvContentPartPr>
            <p14:xfrm>
              <a:off x="2896303" y="4963964"/>
              <a:ext cx="541080" cy="420840"/>
            </p14:xfrm>
          </p:contentPart>
        </mc:Choice>
        <mc:Fallback xmlns="">
          <p:pic>
            <p:nvPicPr>
              <p:cNvPr id="19" name="Ink 19">
                <a:extLst>
                  <a:ext uri="{FF2B5EF4-FFF2-40B4-BE49-F238E27FC236}">
                    <a16:creationId xmlns:a16="http://schemas.microsoft.com/office/drawing/2014/main" id="{4FB1787D-7018-70CA-8A53-A85A595F69A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885503" y="4953164"/>
                <a:ext cx="562320" cy="44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63353C-DF18-6879-7E63-A6CF3A5BD04D}"/>
                  </a:ext>
                </a:extLst>
              </p:cNvPr>
              <p:cNvSpPr txBox="1"/>
              <p:nvPr/>
            </p:nvSpPr>
            <p:spPr>
              <a:xfrm>
                <a:off x="6986587" y="3345125"/>
                <a:ext cx="2584297" cy="12917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subHide m:val="on"/>
                          <m:supHide m:val="on"/>
                          <m:ctrlPr>
                            <a:rPr lang="en-IN" sz="3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∮"/>
                              <m:limLoc m:val="undOvr"/>
                              <m:subHide m:val="on"/>
                              <m:supHide m:val="on"/>
                              <m:ctrlP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IN" sz="320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63353C-DF18-6879-7E63-A6CF3A5BD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587" y="3345125"/>
                <a:ext cx="2584297" cy="129170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8980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C1C98F-13AF-96E4-B452-5A141AD07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450"/>
            <a:ext cx="10515600" cy="714375"/>
          </a:xfrm>
        </p:spPr>
        <p:txBody>
          <a:bodyPr>
            <a:normAutofit/>
          </a:bodyPr>
          <a:lstStyle/>
          <a:p>
            <a:r>
              <a:rPr lang="en-IN" sz="3600">
                <a:latin typeface="Arial Rounded MT Bold" panose="020F0704030504030204" pitchFamily="34" charset="0"/>
              </a:rPr>
              <a:t>First Law of Thermodynamics</a:t>
            </a:r>
            <a:endParaRPr lang="en-IN" sz="3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8FA7F2-9B05-5A04-26AF-674863CEC4B7}"/>
              </a:ext>
            </a:extLst>
          </p:cNvPr>
          <p:cNvSpPr txBox="1"/>
          <p:nvPr/>
        </p:nvSpPr>
        <p:spPr>
          <a:xfrm>
            <a:off x="685800" y="1276350"/>
            <a:ext cx="10820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/>
              <a:t>Statement</a:t>
            </a:r>
            <a:r>
              <a:rPr lang="en-IN" sz="2200"/>
              <a:t>: If a system is carried through a </a:t>
            </a:r>
            <a:r>
              <a:rPr lang="en-IN" sz="2200" b="1">
                <a:solidFill>
                  <a:srgbClr val="FF0000"/>
                </a:solidFill>
              </a:rPr>
              <a:t>cycle</a:t>
            </a:r>
            <a:r>
              <a:rPr lang="en-IN" sz="2200"/>
              <a:t>, the </a:t>
            </a:r>
            <a:r>
              <a:rPr lang="en-IN" sz="2200" b="1">
                <a:solidFill>
                  <a:srgbClr val="0070C0"/>
                </a:solidFill>
              </a:rPr>
              <a:t>total heat added to the system </a:t>
            </a:r>
            <a:r>
              <a:rPr lang="en-IN" sz="2200"/>
              <a:t>is </a:t>
            </a:r>
            <a:r>
              <a:rPr lang="en-IN" sz="2200" b="1">
                <a:solidFill>
                  <a:srgbClr val="0070C0"/>
                </a:solidFill>
              </a:rPr>
              <a:t>proportional to the work done by the system</a:t>
            </a:r>
            <a:r>
              <a:rPr lang="en-IN" sz="2200"/>
              <a:t> on its </a:t>
            </a:r>
            <a:r>
              <a:rPr lang="en-IN" sz="2200">
                <a:solidFill>
                  <a:srgbClr val="0070C0"/>
                </a:solidFill>
              </a:rPr>
              <a:t>surroundings</a:t>
            </a:r>
            <a:r>
              <a:rPr lang="en-IN" sz="2200"/>
              <a:t>. 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92DA186-8EC0-174D-C19B-D8DA2F62EBA3}"/>
              </a:ext>
            </a:extLst>
          </p:cNvPr>
          <p:cNvCxnSpPr/>
          <p:nvPr/>
        </p:nvCxnSpPr>
        <p:spPr>
          <a:xfrm flipV="1">
            <a:off x="1047750" y="2034117"/>
            <a:ext cx="0" cy="28860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CAFB4D8-E916-DAFF-3BF6-23090301C12A}"/>
              </a:ext>
            </a:extLst>
          </p:cNvPr>
          <p:cNvCxnSpPr/>
          <p:nvPr/>
        </p:nvCxnSpPr>
        <p:spPr>
          <a:xfrm>
            <a:off x="1047750" y="4939242"/>
            <a:ext cx="36195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FC7C615-671D-738E-8114-9ECEC8D0A451}"/>
              </a:ext>
            </a:extLst>
          </p:cNvPr>
          <p:cNvSpPr txBox="1"/>
          <p:nvPr/>
        </p:nvSpPr>
        <p:spPr>
          <a:xfrm>
            <a:off x="656482" y="3339042"/>
            <a:ext cx="3722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/>
              <a:t>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559624-F54D-B12E-4D09-7168433BAA47}"/>
              </a:ext>
            </a:extLst>
          </p:cNvPr>
          <p:cNvSpPr txBox="1"/>
          <p:nvPr/>
        </p:nvSpPr>
        <p:spPr>
          <a:xfrm>
            <a:off x="2590800" y="4958292"/>
            <a:ext cx="3722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/>
              <a:t>V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C874BA1-3BDD-E4AA-1378-B4859BA63B64}"/>
                  </a:ext>
                </a:extLst>
              </p14:cNvPr>
              <p14:cNvContentPartPr/>
              <p14:nvPr/>
            </p14:nvContentPartPr>
            <p14:xfrm>
              <a:off x="1557103" y="4298711"/>
              <a:ext cx="75960" cy="878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C874BA1-3BDD-E4AA-1378-B4859BA63B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41623" y="4283231"/>
                <a:ext cx="10656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29">
                <a:extLst>
                  <a:ext uri="{FF2B5EF4-FFF2-40B4-BE49-F238E27FC236}">
                    <a16:creationId xmlns:a16="http://schemas.microsoft.com/office/drawing/2014/main" id="{A9FB04E7-6DA6-1105-F63B-FC071812C6AC}"/>
                  </a:ext>
                </a:extLst>
              </p14:cNvPr>
              <p14:cNvContentPartPr/>
              <p14:nvPr/>
            </p14:nvContentPartPr>
            <p14:xfrm>
              <a:off x="1475383" y="4493471"/>
              <a:ext cx="245520" cy="321120"/>
            </p14:xfrm>
          </p:contentPart>
        </mc:Choice>
        <mc:Fallback xmlns="">
          <p:pic>
            <p:nvPicPr>
              <p:cNvPr id="9" name="Ink 29">
                <a:extLst>
                  <a:ext uri="{FF2B5EF4-FFF2-40B4-BE49-F238E27FC236}">
                    <a16:creationId xmlns:a16="http://schemas.microsoft.com/office/drawing/2014/main" id="{A9FB04E7-6DA6-1105-F63B-FC071812C6A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54863" y="4472928"/>
                <a:ext cx="286200" cy="3618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33">
                <a:extLst>
                  <a:ext uri="{FF2B5EF4-FFF2-40B4-BE49-F238E27FC236}">
                    <a16:creationId xmlns:a16="http://schemas.microsoft.com/office/drawing/2014/main" id="{E851A8E8-D424-54C0-4871-F5C817F6FFA8}"/>
                  </a:ext>
                </a:extLst>
              </p14:cNvPr>
              <p14:cNvContentPartPr/>
              <p14:nvPr/>
            </p14:nvContentPartPr>
            <p14:xfrm>
              <a:off x="1619743" y="2192351"/>
              <a:ext cx="2817000" cy="2118960"/>
            </p14:xfrm>
          </p:contentPart>
        </mc:Choice>
        <mc:Fallback xmlns="">
          <p:pic>
            <p:nvPicPr>
              <p:cNvPr id="10" name="Ink 33">
                <a:extLst>
                  <a:ext uri="{FF2B5EF4-FFF2-40B4-BE49-F238E27FC236}">
                    <a16:creationId xmlns:a16="http://schemas.microsoft.com/office/drawing/2014/main" id="{E851A8E8-D424-54C0-4871-F5C817F6FF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04263" y="2176871"/>
                <a:ext cx="2847600" cy="21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36">
                <a:extLst>
                  <a:ext uri="{FF2B5EF4-FFF2-40B4-BE49-F238E27FC236}">
                    <a16:creationId xmlns:a16="http://schemas.microsoft.com/office/drawing/2014/main" id="{6188DF72-481C-9AF1-FAC3-64E9E5349468}"/>
                  </a:ext>
                </a:extLst>
              </p14:cNvPr>
              <p14:cNvContentPartPr/>
              <p14:nvPr/>
            </p14:nvContentPartPr>
            <p14:xfrm>
              <a:off x="1594903" y="2424911"/>
              <a:ext cx="2471040" cy="1918080"/>
            </p14:xfrm>
          </p:contentPart>
        </mc:Choice>
        <mc:Fallback xmlns="">
          <p:pic>
            <p:nvPicPr>
              <p:cNvPr id="11" name="Ink 36">
                <a:extLst>
                  <a:ext uri="{FF2B5EF4-FFF2-40B4-BE49-F238E27FC236}">
                    <a16:creationId xmlns:a16="http://schemas.microsoft.com/office/drawing/2014/main" id="{6188DF72-481C-9AF1-FAC3-64E9E534946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74383" y="2404391"/>
                <a:ext cx="2511720" cy="19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17B3B5F-627F-5691-E87D-FEA8D6F6BC5E}"/>
                  </a:ext>
                </a:extLst>
              </p14:cNvPr>
              <p14:cNvContentPartPr/>
              <p14:nvPr/>
            </p14:nvContentPartPr>
            <p14:xfrm>
              <a:off x="2311303" y="2393591"/>
              <a:ext cx="295920" cy="1890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17B3B5F-627F-5691-E87D-FEA8D6F6BC5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95823" y="2378111"/>
                <a:ext cx="32652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75D5A53-1F16-C783-6534-71623BC8FFDB}"/>
                  </a:ext>
                </a:extLst>
              </p14:cNvPr>
              <p14:cNvContentPartPr/>
              <p14:nvPr/>
            </p14:nvContentPartPr>
            <p14:xfrm>
              <a:off x="3053263" y="3639191"/>
              <a:ext cx="251280" cy="2448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75D5A53-1F16-C783-6534-71623BC8FFD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37761" y="3623734"/>
                <a:ext cx="281924" cy="2753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Ink 41">
                <a:extLst>
                  <a:ext uri="{FF2B5EF4-FFF2-40B4-BE49-F238E27FC236}">
                    <a16:creationId xmlns:a16="http://schemas.microsoft.com/office/drawing/2014/main" id="{5B1981BD-75E6-67E6-7424-851336CDB5E7}"/>
                  </a:ext>
                </a:extLst>
              </p14:cNvPr>
              <p14:cNvContentPartPr/>
              <p14:nvPr/>
            </p14:nvContentPartPr>
            <p14:xfrm>
              <a:off x="3260983" y="2949791"/>
              <a:ext cx="276840" cy="443160"/>
            </p14:xfrm>
          </p:contentPart>
        </mc:Choice>
        <mc:Fallback xmlns="">
          <p:pic>
            <p:nvPicPr>
              <p:cNvPr id="14" name="Ink 41">
                <a:extLst>
                  <a:ext uri="{FF2B5EF4-FFF2-40B4-BE49-F238E27FC236}">
                    <a16:creationId xmlns:a16="http://schemas.microsoft.com/office/drawing/2014/main" id="{5B1981BD-75E6-67E6-7424-851336CDB5E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45503" y="2934311"/>
                <a:ext cx="307440" cy="47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63353C-DF18-6879-7E63-A6CF3A5BD04D}"/>
                  </a:ext>
                </a:extLst>
              </p:cNvPr>
              <p:cNvSpPr txBox="1"/>
              <p:nvPr/>
            </p:nvSpPr>
            <p:spPr>
              <a:xfrm>
                <a:off x="1508654" y="5309391"/>
                <a:ext cx="2558897" cy="12917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subHide m:val="on"/>
                          <m:supHide m:val="on"/>
                          <m:ctrlPr>
                            <a:rPr lang="en-IN" sz="3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∮"/>
                              <m:limLoc m:val="undOvr"/>
                              <m:subHide m:val="on"/>
                              <m:supHide m:val="on"/>
                              <m:ctrlP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IN" sz="3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63353C-DF18-6879-7E63-A6CF3A5BD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654" y="5309391"/>
                <a:ext cx="2558897" cy="12917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1" name="Ink 21">
                <a:extLst>
                  <a:ext uri="{FF2B5EF4-FFF2-40B4-BE49-F238E27FC236}">
                    <a16:creationId xmlns:a16="http://schemas.microsoft.com/office/drawing/2014/main" id="{E6BA9BC0-CD17-7FD8-95D9-96A2DCAAF393}"/>
                  </a:ext>
                </a:extLst>
              </p14:cNvPr>
              <p14:cNvContentPartPr/>
              <p14:nvPr/>
            </p14:nvContentPartPr>
            <p14:xfrm>
              <a:off x="1582303" y="2424911"/>
              <a:ext cx="2603160" cy="2081520"/>
            </p14:xfrm>
          </p:contentPart>
        </mc:Choice>
        <mc:Fallback xmlns="">
          <p:pic>
            <p:nvPicPr>
              <p:cNvPr id="21" name="Ink 21">
                <a:extLst>
                  <a:ext uri="{FF2B5EF4-FFF2-40B4-BE49-F238E27FC236}">
                    <a16:creationId xmlns:a16="http://schemas.microsoft.com/office/drawing/2014/main" id="{E6BA9BC0-CD17-7FD8-95D9-96A2DCAAF39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571503" y="2414111"/>
                <a:ext cx="2624400" cy="21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32DC11A-71F3-CD92-33BB-C8658F577292}"/>
                  </a:ext>
                </a:extLst>
              </p14:cNvPr>
              <p14:cNvContentPartPr/>
              <p14:nvPr/>
            </p14:nvContentPartPr>
            <p14:xfrm>
              <a:off x="4090783" y="3918551"/>
              <a:ext cx="157680" cy="2736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32DC11A-71F3-CD92-33BB-C8658F57729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076383" y="3904132"/>
                <a:ext cx="186120" cy="3020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9" name="Ink 29">
                <a:extLst>
                  <a:ext uri="{FF2B5EF4-FFF2-40B4-BE49-F238E27FC236}">
                    <a16:creationId xmlns:a16="http://schemas.microsoft.com/office/drawing/2014/main" id="{4B15D807-BF25-2254-6F9F-88C9D7D433B9}"/>
                  </a:ext>
                </a:extLst>
              </p14:cNvPr>
              <p14:cNvContentPartPr/>
              <p14:nvPr/>
            </p14:nvContentPartPr>
            <p14:xfrm>
              <a:off x="5267263" y="2184417"/>
              <a:ext cx="873360" cy="357120"/>
            </p14:xfrm>
          </p:contentPart>
        </mc:Choice>
        <mc:Fallback xmlns="">
          <p:pic>
            <p:nvPicPr>
              <p:cNvPr id="29" name="Ink 29">
                <a:extLst>
                  <a:ext uri="{FF2B5EF4-FFF2-40B4-BE49-F238E27FC236}">
                    <a16:creationId xmlns:a16="http://schemas.microsoft.com/office/drawing/2014/main" id="{4B15D807-BF25-2254-6F9F-88C9D7D433B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256467" y="2173628"/>
                <a:ext cx="894591" cy="3783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4" name="Ink 34">
                <a:extLst>
                  <a:ext uri="{FF2B5EF4-FFF2-40B4-BE49-F238E27FC236}">
                    <a16:creationId xmlns:a16="http://schemas.microsoft.com/office/drawing/2014/main" id="{6FD68C95-ECED-B047-E33C-0F19624B1BC2}"/>
                  </a:ext>
                </a:extLst>
              </p14:cNvPr>
              <p14:cNvContentPartPr/>
              <p14:nvPr/>
            </p14:nvContentPartPr>
            <p14:xfrm>
              <a:off x="6680983" y="2231577"/>
              <a:ext cx="6480" cy="209880"/>
            </p14:xfrm>
          </p:contentPart>
        </mc:Choice>
        <mc:Fallback xmlns="">
          <p:pic>
            <p:nvPicPr>
              <p:cNvPr id="34" name="Ink 34">
                <a:extLst>
                  <a:ext uri="{FF2B5EF4-FFF2-40B4-BE49-F238E27FC236}">
                    <a16:creationId xmlns:a16="http://schemas.microsoft.com/office/drawing/2014/main" id="{6FD68C95-ECED-B047-E33C-0F19624B1BC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670183" y="2220777"/>
                <a:ext cx="2772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7" name="Ink 37">
                <a:extLst>
                  <a:ext uri="{FF2B5EF4-FFF2-40B4-BE49-F238E27FC236}">
                    <a16:creationId xmlns:a16="http://schemas.microsoft.com/office/drawing/2014/main" id="{F60FA244-3280-AD47-DF3B-D87684CDD743}"/>
                  </a:ext>
                </a:extLst>
              </p14:cNvPr>
              <p14:cNvContentPartPr/>
              <p14:nvPr/>
            </p14:nvContentPartPr>
            <p14:xfrm>
              <a:off x="7046383" y="2082897"/>
              <a:ext cx="439920" cy="490680"/>
            </p14:xfrm>
          </p:contentPart>
        </mc:Choice>
        <mc:Fallback xmlns="">
          <p:pic>
            <p:nvPicPr>
              <p:cNvPr id="37" name="Ink 37">
                <a:extLst>
                  <a:ext uri="{FF2B5EF4-FFF2-40B4-BE49-F238E27FC236}">
                    <a16:creationId xmlns:a16="http://schemas.microsoft.com/office/drawing/2014/main" id="{F60FA244-3280-AD47-DF3B-D87684CDD74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035583" y="2072097"/>
                <a:ext cx="461160" cy="51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2" name="Ink 42">
                <a:extLst>
                  <a:ext uri="{FF2B5EF4-FFF2-40B4-BE49-F238E27FC236}">
                    <a16:creationId xmlns:a16="http://schemas.microsoft.com/office/drawing/2014/main" id="{C155718E-3E2A-3E26-BAEB-7CCCDABDE277}"/>
                  </a:ext>
                </a:extLst>
              </p14:cNvPr>
              <p14:cNvContentPartPr/>
              <p14:nvPr/>
            </p14:nvContentPartPr>
            <p14:xfrm>
              <a:off x="7655503" y="2038977"/>
              <a:ext cx="1226160" cy="533880"/>
            </p14:xfrm>
          </p:contentPart>
        </mc:Choice>
        <mc:Fallback xmlns="">
          <p:pic>
            <p:nvPicPr>
              <p:cNvPr id="42" name="Ink 42">
                <a:extLst>
                  <a:ext uri="{FF2B5EF4-FFF2-40B4-BE49-F238E27FC236}">
                    <a16:creationId xmlns:a16="http://schemas.microsoft.com/office/drawing/2014/main" id="{C155718E-3E2A-3E26-BAEB-7CCCDABDE277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644703" y="2028184"/>
                <a:ext cx="1247400" cy="5551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9" name="Ink 59">
                <a:extLst>
                  <a:ext uri="{FF2B5EF4-FFF2-40B4-BE49-F238E27FC236}">
                    <a16:creationId xmlns:a16="http://schemas.microsoft.com/office/drawing/2014/main" id="{7983529A-BD30-FFAA-8D66-AC013904ED49}"/>
                  </a:ext>
                </a:extLst>
              </p14:cNvPr>
              <p14:cNvContentPartPr/>
              <p14:nvPr/>
            </p14:nvContentPartPr>
            <p14:xfrm>
              <a:off x="5272663" y="2756457"/>
              <a:ext cx="723240" cy="373320"/>
            </p14:xfrm>
          </p:contentPart>
        </mc:Choice>
        <mc:Fallback xmlns="">
          <p:pic>
            <p:nvPicPr>
              <p:cNvPr id="59" name="Ink 59">
                <a:extLst>
                  <a:ext uri="{FF2B5EF4-FFF2-40B4-BE49-F238E27FC236}">
                    <a16:creationId xmlns:a16="http://schemas.microsoft.com/office/drawing/2014/main" id="{7983529A-BD30-FFAA-8D66-AC013904ED4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261863" y="2745657"/>
                <a:ext cx="74448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62" name="Ink 62">
                <a:extLst>
                  <a:ext uri="{FF2B5EF4-FFF2-40B4-BE49-F238E27FC236}">
                    <a16:creationId xmlns:a16="http://schemas.microsoft.com/office/drawing/2014/main" id="{8C53985F-5F92-EAC4-AB98-44CEB1FB1AD0}"/>
                  </a:ext>
                </a:extLst>
              </p14:cNvPr>
              <p14:cNvContentPartPr/>
              <p14:nvPr/>
            </p14:nvContentPartPr>
            <p14:xfrm>
              <a:off x="7070863" y="2692737"/>
              <a:ext cx="459360" cy="459360"/>
            </p14:xfrm>
          </p:contentPart>
        </mc:Choice>
        <mc:Fallback xmlns="">
          <p:pic>
            <p:nvPicPr>
              <p:cNvPr id="62" name="Ink 62">
                <a:extLst>
                  <a:ext uri="{FF2B5EF4-FFF2-40B4-BE49-F238E27FC236}">
                    <a16:creationId xmlns:a16="http://schemas.microsoft.com/office/drawing/2014/main" id="{8C53985F-5F92-EAC4-AB98-44CEB1FB1AD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060063" y="2681937"/>
                <a:ext cx="480600" cy="48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66" name="Ink 66">
                <a:extLst>
                  <a:ext uri="{FF2B5EF4-FFF2-40B4-BE49-F238E27FC236}">
                    <a16:creationId xmlns:a16="http://schemas.microsoft.com/office/drawing/2014/main" id="{0BF3BDD7-1D6F-A69B-B08A-EF09AC0E8796}"/>
                  </a:ext>
                </a:extLst>
              </p14:cNvPr>
              <p14:cNvContentPartPr/>
              <p14:nvPr/>
            </p14:nvContentPartPr>
            <p14:xfrm>
              <a:off x="7630303" y="2699217"/>
              <a:ext cx="1276560" cy="383760"/>
            </p14:xfrm>
          </p:contentPart>
        </mc:Choice>
        <mc:Fallback xmlns="">
          <p:pic>
            <p:nvPicPr>
              <p:cNvPr id="66" name="Ink 66">
                <a:extLst>
                  <a:ext uri="{FF2B5EF4-FFF2-40B4-BE49-F238E27FC236}">
                    <a16:creationId xmlns:a16="http://schemas.microsoft.com/office/drawing/2014/main" id="{0BF3BDD7-1D6F-A69B-B08A-EF09AC0E879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619503" y="2688417"/>
                <a:ext cx="1297800" cy="4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6412B177-4FBB-4FE4-06AB-113AAAC063DA}"/>
                  </a:ext>
                </a:extLst>
              </p14:cNvPr>
              <p14:cNvContentPartPr/>
              <p14:nvPr/>
            </p14:nvContentPartPr>
            <p14:xfrm>
              <a:off x="7812823" y="2567097"/>
              <a:ext cx="289440" cy="1764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6412B177-4FBB-4FE4-06AB-113AAAC063D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802036" y="2556297"/>
                <a:ext cx="310654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80" name="Ink 81">
                <a:extLst>
                  <a:ext uri="{FF2B5EF4-FFF2-40B4-BE49-F238E27FC236}">
                    <a16:creationId xmlns:a16="http://schemas.microsoft.com/office/drawing/2014/main" id="{E39B54D8-4420-36E3-53AD-AC2FDCAAC42F}"/>
                  </a:ext>
                </a:extLst>
              </p14:cNvPr>
              <p14:cNvContentPartPr/>
              <p14:nvPr/>
            </p14:nvContentPartPr>
            <p14:xfrm>
              <a:off x="6247903" y="2749257"/>
              <a:ext cx="508680" cy="321120"/>
            </p14:xfrm>
          </p:contentPart>
        </mc:Choice>
        <mc:Fallback xmlns="">
          <p:pic>
            <p:nvPicPr>
              <p:cNvPr id="80" name="Ink 81">
                <a:extLst>
                  <a:ext uri="{FF2B5EF4-FFF2-40B4-BE49-F238E27FC236}">
                    <a16:creationId xmlns:a16="http://schemas.microsoft.com/office/drawing/2014/main" id="{E39B54D8-4420-36E3-53AD-AC2FDCAAC42F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237103" y="2738457"/>
                <a:ext cx="52992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81" name="Ink 81">
                <a:extLst>
                  <a:ext uri="{FF2B5EF4-FFF2-40B4-BE49-F238E27FC236}">
                    <a16:creationId xmlns:a16="http://schemas.microsoft.com/office/drawing/2014/main" id="{D8110081-E9E5-AA78-70DB-DF933E657DC6}"/>
                  </a:ext>
                </a:extLst>
              </p14:cNvPr>
              <p14:cNvContentPartPr/>
              <p14:nvPr/>
            </p14:nvContentPartPr>
            <p14:xfrm>
              <a:off x="6253663" y="2114217"/>
              <a:ext cx="251640" cy="308520"/>
            </p14:xfrm>
          </p:contentPart>
        </mc:Choice>
        <mc:Fallback xmlns="">
          <p:pic>
            <p:nvPicPr>
              <p:cNvPr id="81" name="Ink 81">
                <a:extLst>
                  <a:ext uri="{FF2B5EF4-FFF2-40B4-BE49-F238E27FC236}">
                    <a16:creationId xmlns:a16="http://schemas.microsoft.com/office/drawing/2014/main" id="{D8110081-E9E5-AA78-70DB-DF933E657DC6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6242878" y="2103417"/>
                <a:ext cx="272850" cy="3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87" name="Ink 87">
                <a:extLst>
                  <a:ext uri="{FF2B5EF4-FFF2-40B4-BE49-F238E27FC236}">
                    <a16:creationId xmlns:a16="http://schemas.microsoft.com/office/drawing/2014/main" id="{F4951B7C-1722-81B2-3EEE-2AE21F1C445B}"/>
                  </a:ext>
                </a:extLst>
              </p14:cNvPr>
              <p14:cNvContentPartPr/>
              <p14:nvPr/>
            </p14:nvContentPartPr>
            <p14:xfrm>
              <a:off x="5234863" y="3572937"/>
              <a:ext cx="465840" cy="345960"/>
            </p14:xfrm>
          </p:contentPart>
        </mc:Choice>
        <mc:Fallback xmlns="">
          <p:pic>
            <p:nvPicPr>
              <p:cNvPr id="87" name="Ink 87">
                <a:extLst>
                  <a:ext uri="{FF2B5EF4-FFF2-40B4-BE49-F238E27FC236}">
                    <a16:creationId xmlns:a16="http://schemas.microsoft.com/office/drawing/2014/main" id="{F4951B7C-1722-81B2-3EEE-2AE21F1C445B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224055" y="3562137"/>
                <a:ext cx="487096" cy="3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97" name="Ink 97">
                <a:extLst>
                  <a:ext uri="{FF2B5EF4-FFF2-40B4-BE49-F238E27FC236}">
                    <a16:creationId xmlns:a16="http://schemas.microsoft.com/office/drawing/2014/main" id="{ACBC9E24-B7B7-8110-B8AC-91FA2D5DB562}"/>
                  </a:ext>
                </a:extLst>
              </p14:cNvPr>
              <p14:cNvContentPartPr/>
              <p14:nvPr/>
            </p14:nvContentPartPr>
            <p14:xfrm>
              <a:off x="6058543" y="3246057"/>
              <a:ext cx="1056960" cy="764640"/>
            </p14:xfrm>
          </p:contentPart>
        </mc:Choice>
        <mc:Fallback xmlns="">
          <p:pic>
            <p:nvPicPr>
              <p:cNvPr id="97" name="Ink 97">
                <a:extLst>
                  <a:ext uri="{FF2B5EF4-FFF2-40B4-BE49-F238E27FC236}">
                    <a16:creationId xmlns:a16="http://schemas.microsoft.com/office/drawing/2014/main" id="{ACBC9E24-B7B7-8110-B8AC-91FA2D5DB562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047739" y="3235252"/>
                <a:ext cx="1078207" cy="7858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1" name="Ink 101">
                <a:extLst>
                  <a:ext uri="{FF2B5EF4-FFF2-40B4-BE49-F238E27FC236}">
                    <a16:creationId xmlns:a16="http://schemas.microsoft.com/office/drawing/2014/main" id="{C0E8E202-1FB9-8C2C-91CF-F0C1101D53F9}"/>
                  </a:ext>
                </a:extLst>
              </p14:cNvPr>
              <p14:cNvContentPartPr/>
              <p14:nvPr/>
            </p14:nvContentPartPr>
            <p14:xfrm>
              <a:off x="7423663" y="3663657"/>
              <a:ext cx="219240" cy="210600"/>
            </p14:xfrm>
          </p:contentPart>
        </mc:Choice>
        <mc:Fallback xmlns="">
          <p:pic>
            <p:nvPicPr>
              <p:cNvPr id="101" name="Ink 101">
                <a:extLst>
                  <a:ext uri="{FF2B5EF4-FFF2-40B4-BE49-F238E27FC236}">
                    <a16:creationId xmlns:a16="http://schemas.microsoft.com/office/drawing/2014/main" id="{C0E8E202-1FB9-8C2C-91CF-F0C1101D53F9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412863" y="3652857"/>
                <a:ext cx="24048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471774E6-90BD-DD76-E899-30936C6CC92E}"/>
                  </a:ext>
                </a:extLst>
              </p14:cNvPr>
              <p14:cNvContentPartPr/>
              <p14:nvPr/>
            </p14:nvContentPartPr>
            <p14:xfrm>
              <a:off x="7793743" y="3041937"/>
              <a:ext cx="232920" cy="22320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471774E6-90BD-DD76-E899-30936C6CC92E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782943" y="3031137"/>
                <a:ext cx="25416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11" name="Ink 111">
                <a:extLst>
                  <a:ext uri="{FF2B5EF4-FFF2-40B4-BE49-F238E27FC236}">
                    <a16:creationId xmlns:a16="http://schemas.microsoft.com/office/drawing/2014/main" id="{F6D7E000-4AE2-2FD7-B1DE-BA1B98D505A4}"/>
                  </a:ext>
                </a:extLst>
              </p14:cNvPr>
              <p14:cNvContentPartPr/>
              <p14:nvPr/>
            </p14:nvContentPartPr>
            <p14:xfrm>
              <a:off x="8214943" y="3554217"/>
              <a:ext cx="547200" cy="389880"/>
            </p14:xfrm>
          </p:contentPart>
        </mc:Choice>
        <mc:Fallback xmlns="">
          <p:pic>
            <p:nvPicPr>
              <p:cNvPr id="111" name="Ink 111">
                <a:extLst>
                  <a:ext uri="{FF2B5EF4-FFF2-40B4-BE49-F238E27FC236}">
                    <a16:creationId xmlns:a16="http://schemas.microsoft.com/office/drawing/2014/main" id="{F6D7E000-4AE2-2FD7-B1DE-BA1B98D505A4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204143" y="3543427"/>
                <a:ext cx="568440" cy="4111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15" name="Ink 115">
                <a:extLst>
                  <a:ext uri="{FF2B5EF4-FFF2-40B4-BE49-F238E27FC236}">
                    <a16:creationId xmlns:a16="http://schemas.microsoft.com/office/drawing/2014/main" id="{4379A068-FF07-421F-EB5E-D90475E3CB19}"/>
                  </a:ext>
                </a:extLst>
              </p14:cNvPr>
              <p14:cNvContentPartPr/>
              <p14:nvPr/>
            </p14:nvContentPartPr>
            <p14:xfrm>
              <a:off x="8988223" y="3654657"/>
              <a:ext cx="163800" cy="107280"/>
            </p14:xfrm>
          </p:contentPart>
        </mc:Choice>
        <mc:Fallback xmlns="">
          <p:pic>
            <p:nvPicPr>
              <p:cNvPr id="115" name="Ink 115">
                <a:extLst>
                  <a:ext uri="{FF2B5EF4-FFF2-40B4-BE49-F238E27FC236}">
                    <a16:creationId xmlns:a16="http://schemas.microsoft.com/office/drawing/2014/main" id="{4379A068-FF07-421F-EB5E-D90475E3CB19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977423" y="3643857"/>
                <a:ext cx="18504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EDE5D22B-CC55-F82A-5E78-2953C1F7E52E}"/>
                  </a:ext>
                </a:extLst>
              </p14:cNvPr>
              <p14:cNvContentPartPr/>
              <p14:nvPr/>
            </p14:nvContentPartPr>
            <p14:xfrm>
              <a:off x="9278383" y="3026817"/>
              <a:ext cx="125280" cy="14436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EDE5D22B-CC55-F82A-5E78-2953C1F7E52E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9267614" y="3016017"/>
                <a:ext cx="146459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23" name="Ink 123">
                <a:extLst>
                  <a:ext uri="{FF2B5EF4-FFF2-40B4-BE49-F238E27FC236}">
                    <a16:creationId xmlns:a16="http://schemas.microsoft.com/office/drawing/2014/main" id="{7C61C5DE-2A13-3C00-C5C0-F42DCF0CEFCE}"/>
                  </a:ext>
                </a:extLst>
              </p14:cNvPr>
              <p14:cNvContentPartPr/>
              <p14:nvPr/>
            </p14:nvContentPartPr>
            <p14:xfrm>
              <a:off x="9648463" y="3460617"/>
              <a:ext cx="522360" cy="345600"/>
            </p14:xfrm>
          </p:contentPart>
        </mc:Choice>
        <mc:Fallback xmlns="">
          <p:pic>
            <p:nvPicPr>
              <p:cNvPr id="123" name="Ink 123">
                <a:extLst>
                  <a:ext uri="{FF2B5EF4-FFF2-40B4-BE49-F238E27FC236}">
                    <a16:creationId xmlns:a16="http://schemas.microsoft.com/office/drawing/2014/main" id="{7C61C5DE-2A13-3C00-C5C0-F42DCF0CEFCE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9637656" y="3449817"/>
                <a:ext cx="543615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26" name="Ink 126">
                <a:extLst>
                  <a:ext uri="{FF2B5EF4-FFF2-40B4-BE49-F238E27FC236}">
                    <a16:creationId xmlns:a16="http://schemas.microsoft.com/office/drawing/2014/main" id="{8AC04F05-0DA8-7973-0489-6A40EB861945}"/>
                  </a:ext>
                </a:extLst>
              </p14:cNvPr>
              <p14:cNvContentPartPr/>
              <p14:nvPr/>
            </p14:nvContentPartPr>
            <p14:xfrm>
              <a:off x="10333903" y="3566817"/>
              <a:ext cx="207720" cy="195120"/>
            </p14:xfrm>
          </p:contentPart>
        </mc:Choice>
        <mc:Fallback xmlns="">
          <p:pic>
            <p:nvPicPr>
              <p:cNvPr id="126" name="Ink 126">
                <a:extLst>
                  <a:ext uri="{FF2B5EF4-FFF2-40B4-BE49-F238E27FC236}">
                    <a16:creationId xmlns:a16="http://schemas.microsoft.com/office/drawing/2014/main" id="{8AC04F05-0DA8-7973-0489-6A40EB861945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0323122" y="3556037"/>
                <a:ext cx="228923" cy="2163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752C10AB-1843-C6D7-376A-4CE1D8D84837}"/>
                  </a:ext>
                </a:extLst>
              </p14:cNvPr>
              <p14:cNvContentPartPr/>
              <p14:nvPr/>
            </p14:nvContentPartPr>
            <p14:xfrm>
              <a:off x="10673383" y="3271977"/>
              <a:ext cx="145080" cy="96804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752C10AB-1843-C6D7-376A-4CE1D8D84837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0662583" y="3261177"/>
                <a:ext cx="166320" cy="9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38D2E000-5CD4-2137-88AE-A6C2C77B03F0}"/>
                  </a:ext>
                </a:extLst>
              </p14:cNvPr>
              <p14:cNvContentPartPr/>
              <p14:nvPr/>
            </p14:nvContentPartPr>
            <p14:xfrm>
              <a:off x="10673383" y="3000897"/>
              <a:ext cx="56880" cy="17640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38D2E000-5CD4-2137-88AE-A6C2C77B03F0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0659074" y="2986497"/>
                <a:ext cx="85141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36" name="Ink 136">
                <a:extLst>
                  <a:ext uri="{FF2B5EF4-FFF2-40B4-BE49-F238E27FC236}">
                    <a16:creationId xmlns:a16="http://schemas.microsoft.com/office/drawing/2014/main" id="{155AB052-60C2-A635-0CA9-6FD39AB3AF82}"/>
                  </a:ext>
                </a:extLst>
              </p14:cNvPr>
              <p14:cNvContentPartPr/>
              <p14:nvPr/>
            </p14:nvContentPartPr>
            <p14:xfrm>
              <a:off x="11044903" y="3448017"/>
              <a:ext cx="559080" cy="414720"/>
            </p14:xfrm>
          </p:contentPart>
        </mc:Choice>
        <mc:Fallback xmlns="">
          <p:pic>
            <p:nvPicPr>
              <p:cNvPr id="136" name="Ink 136">
                <a:extLst>
                  <a:ext uri="{FF2B5EF4-FFF2-40B4-BE49-F238E27FC236}">
                    <a16:creationId xmlns:a16="http://schemas.microsoft.com/office/drawing/2014/main" id="{155AB052-60C2-A635-0CA9-6FD39AB3AF82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1034103" y="3437217"/>
                <a:ext cx="580320" cy="43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8" name="Ink 18">
                <a:extLst>
                  <a:ext uri="{FF2B5EF4-FFF2-40B4-BE49-F238E27FC236}">
                    <a16:creationId xmlns:a16="http://schemas.microsoft.com/office/drawing/2014/main" id="{BD0AEA52-464B-186B-5CC8-27B187C8634A}"/>
                  </a:ext>
                </a:extLst>
              </p14:cNvPr>
              <p14:cNvContentPartPr/>
              <p14:nvPr/>
            </p14:nvContentPartPr>
            <p14:xfrm>
              <a:off x="8977063" y="2225444"/>
              <a:ext cx="647280" cy="119880"/>
            </p14:xfrm>
          </p:contentPart>
        </mc:Choice>
        <mc:Fallback xmlns="">
          <p:pic>
            <p:nvPicPr>
              <p:cNvPr id="18" name="Ink 18">
                <a:extLst>
                  <a:ext uri="{FF2B5EF4-FFF2-40B4-BE49-F238E27FC236}">
                    <a16:creationId xmlns:a16="http://schemas.microsoft.com/office/drawing/2014/main" id="{BD0AEA52-464B-186B-5CC8-27B187C8634A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8966257" y="2214611"/>
                <a:ext cx="668532" cy="1411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26" name="Ink 26">
                <a:extLst>
                  <a:ext uri="{FF2B5EF4-FFF2-40B4-BE49-F238E27FC236}">
                    <a16:creationId xmlns:a16="http://schemas.microsoft.com/office/drawing/2014/main" id="{7DBE591A-BD0E-3C0B-1C3A-025043A1787B}"/>
                  </a:ext>
                </a:extLst>
              </p14:cNvPr>
              <p14:cNvContentPartPr/>
              <p14:nvPr/>
            </p14:nvContentPartPr>
            <p14:xfrm>
              <a:off x="8977063" y="2030684"/>
              <a:ext cx="1094400" cy="943200"/>
            </p14:xfrm>
          </p:contentPart>
        </mc:Choice>
        <mc:Fallback xmlns="">
          <p:pic>
            <p:nvPicPr>
              <p:cNvPr id="26" name="Ink 26">
                <a:extLst>
                  <a:ext uri="{FF2B5EF4-FFF2-40B4-BE49-F238E27FC236}">
                    <a16:creationId xmlns:a16="http://schemas.microsoft.com/office/drawing/2014/main" id="{7DBE591A-BD0E-3C0B-1C3A-025043A1787B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8966259" y="2019888"/>
                <a:ext cx="1115647" cy="9644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30" name="Ink 30">
                <a:extLst>
                  <a:ext uri="{FF2B5EF4-FFF2-40B4-BE49-F238E27FC236}">
                    <a16:creationId xmlns:a16="http://schemas.microsoft.com/office/drawing/2014/main" id="{7C7299C6-A0F9-3381-EA5B-3027EAA3D19A}"/>
                  </a:ext>
                </a:extLst>
              </p14:cNvPr>
              <p14:cNvContentPartPr/>
              <p14:nvPr/>
            </p14:nvContentPartPr>
            <p14:xfrm>
              <a:off x="9071383" y="1986404"/>
              <a:ext cx="258120" cy="189000"/>
            </p14:xfrm>
          </p:contentPart>
        </mc:Choice>
        <mc:Fallback xmlns="">
          <p:pic>
            <p:nvPicPr>
              <p:cNvPr id="30" name="Ink 30">
                <a:extLst>
                  <a:ext uri="{FF2B5EF4-FFF2-40B4-BE49-F238E27FC236}">
                    <a16:creationId xmlns:a16="http://schemas.microsoft.com/office/drawing/2014/main" id="{7C7299C6-A0F9-3381-EA5B-3027EAA3D19A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9060583" y="1975604"/>
                <a:ext cx="27936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D704AE5-AD37-46C3-AEC5-6E89EB5D4522}"/>
                  </a:ext>
                </a:extLst>
              </p14:cNvPr>
              <p14:cNvContentPartPr/>
              <p14:nvPr/>
            </p14:nvContentPartPr>
            <p14:xfrm>
              <a:off x="9159583" y="2464484"/>
              <a:ext cx="138600" cy="2329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D704AE5-AD37-46C3-AEC5-6E89EB5D4522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9148783" y="2453684"/>
                <a:ext cx="15984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40" name="Ink 40">
                <a:extLst>
                  <a:ext uri="{FF2B5EF4-FFF2-40B4-BE49-F238E27FC236}">
                    <a16:creationId xmlns:a16="http://schemas.microsoft.com/office/drawing/2014/main" id="{5FA86918-C747-E36A-C6F1-9E95CC773597}"/>
                  </a:ext>
                </a:extLst>
              </p14:cNvPr>
              <p14:cNvContentPartPr/>
              <p14:nvPr/>
            </p14:nvContentPartPr>
            <p14:xfrm>
              <a:off x="5224423" y="5035964"/>
              <a:ext cx="477360" cy="377280"/>
            </p14:xfrm>
          </p:contentPart>
        </mc:Choice>
        <mc:Fallback xmlns="">
          <p:pic>
            <p:nvPicPr>
              <p:cNvPr id="40" name="Ink 40">
                <a:extLst>
                  <a:ext uri="{FF2B5EF4-FFF2-40B4-BE49-F238E27FC236}">
                    <a16:creationId xmlns:a16="http://schemas.microsoft.com/office/drawing/2014/main" id="{5FA86918-C747-E36A-C6F1-9E95CC773597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5213631" y="5025174"/>
                <a:ext cx="498584" cy="398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54" name="Ink 55">
                <a:extLst>
                  <a:ext uri="{FF2B5EF4-FFF2-40B4-BE49-F238E27FC236}">
                    <a16:creationId xmlns:a16="http://schemas.microsoft.com/office/drawing/2014/main" id="{1460E525-0037-AB36-535C-36A205F35D61}"/>
                  </a:ext>
                </a:extLst>
              </p14:cNvPr>
              <p14:cNvContentPartPr/>
              <p14:nvPr/>
            </p14:nvContentPartPr>
            <p14:xfrm>
              <a:off x="7464703" y="5024084"/>
              <a:ext cx="160920" cy="251280"/>
            </p14:xfrm>
          </p:contentPart>
        </mc:Choice>
        <mc:Fallback xmlns="">
          <p:pic>
            <p:nvPicPr>
              <p:cNvPr id="54" name="Ink 55">
                <a:extLst>
                  <a:ext uri="{FF2B5EF4-FFF2-40B4-BE49-F238E27FC236}">
                    <a16:creationId xmlns:a16="http://schemas.microsoft.com/office/drawing/2014/main" id="{1460E525-0037-AB36-535C-36A205F35D61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7453927" y="5013284"/>
                <a:ext cx="182113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55" name="Ink 55">
                <a:extLst>
                  <a:ext uri="{FF2B5EF4-FFF2-40B4-BE49-F238E27FC236}">
                    <a16:creationId xmlns:a16="http://schemas.microsoft.com/office/drawing/2014/main" id="{966814F6-0F96-FFB8-043D-19E6D724F8ED}"/>
                  </a:ext>
                </a:extLst>
              </p14:cNvPr>
              <p14:cNvContentPartPr/>
              <p14:nvPr/>
            </p14:nvContentPartPr>
            <p14:xfrm>
              <a:off x="6116503" y="4683884"/>
              <a:ext cx="1006560" cy="1333080"/>
            </p14:xfrm>
          </p:contentPart>
        </mc:Choice>
        <mc:Fallback xmlns="">
          <p:pic>
            <p:nvPicPr>
              <p:cNvPr id="55" name="Ink 55">
                <a:extLst>
                  <a:ext uri="{FF2B5EF4-FFF2-40B4-BE49-F238E27FC236}">
                    <a16:creationId xmlns:a16="http://schemas.microsoft.com/office/drawing/2014/main" id="{966814F6-0F96-FFB8-043D-19E6D724F8ED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6105703" y="4673084"/>
                <a:ext cx="1027800" cy="135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61" name="Ink 62">
                <a:extLst>
                  <a:ext uri="{FF2B5EF4-FFF2-40B4-BE49-F238E27FC236}">
                    <a16:creationId xmlns:a16="http://schemas.microsoft.com/office/drawing/2014/main" id="{BDBDC560-18D8-C27B-06D4-D8410B042F3E}"/>
                  </a:ext>
                </a:extLst>
              </p14:cNvPr>
              <p14:cNvContentPartPr/>
              <p14:nvPr/>
            </p14:nvContentPartPr>
            <p14:xfrm>
              <a:off x="7889503" y="4859924"/>
              <a:ext cx="440280" cy="1213560"/>
            </p14:xfrm>
          </p:contentPart>
        </mc:Choice>
        <mc:Fallback xmlns="">
          <p:pic>
            <p:nvPicPr>
              <p:cNvPr id="61" name="Ink 62">
                <a:extLst>
                  <a:ext uri="{FF2B5EF4-FFF2-40B4-BE49-F238E27FC236}">
                    <a16:creationId xmlns:a16="http://schemas.microsoft.com/office/drawing/2014/main" id="{BDBDC560-18D8-C27B-06D4-D8410B042F3E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7878712" y="4849127"/>
                <a:ext cx="461503" cy="12347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78" name="Ink 82">
                <a:extLst>
                  <a:ext uri="{FF2B5EF4-FFF2-40B4-BE49-F238E27FC236}">
                    <a16:creationId xmlns:a16="http://schemas.microsoft.com/office/drawing/2014/main" id="{1F580CAC-6227-F5EF-1667-063C883830C7}"/>
                  </a:ext>
                </a:extLst>
              </p14:cNvPr>
              <p14:cNvContentPartPr/>
              <p14:nvPr/>
            </p14:nvContentPartPr>
            <p14:xfrm>
              <a:off x="9373063" y="4664804"/>
              <a:ext cx="452880" cy="1333440"/>
            </p14:xfrm>
          </p:contentPart>
        </mc:Choice>
        <mc:Fallback xmlns="">
          <p:pic>
            <p:nvPicPr>
              <p:cNvPr id="78" name="Ink 82">
                <a:extLst>
                  <a:ext uri="{FF2B5EF4-FFF2-40B4-BE49-F238E27FC236}">
                    <a16:creationId xmlns:a16="http://schemas.microsoft.com/office/drawing/2014/main" id="{1F580CAC-6227-F5EF-1667-063C883830C7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9362263" y="4654001"/>
                <a:ext cx="474120" cy="13546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79" name="Ink 82">
                <a:extLst>
                  <a:ext uri="{FF2B5EF4-FFF2-40B4-BE49-F238E27FC236}">
                    <a16:creationId xmlns:a16="http://schemas.microsoft.com/office/drawing/2014/main" id="{6DD38FAD-1017-AFF4-2EEC-08CC01A6890B}"/>
                  </a:ext>
                </a:extLst>
              </p14:cNvPr>
              <p14:cNvContentPartPr/>
              <p14:nvPr/>
            </p14:nvContentPartPr>
            <p14:xfrm>
              <a:off x="9049783" y="5054684"/>
              <a:ext cx="128880" cy="107280"/>
            </p14:xfrm>
          </p:contentPart>
        </mc:Choice>
        <mc:Fallback xmlns="">
          <p:pic>
            <p:nvPicPr>
              <p:cNvPr id="79" name="Ink 82">
                <a:extLst>
                  <a:ext uri="{FF2B5EF4-FFF2-40B4-BE49-F238E27FC236}">
                    <a16:creationId xmlns:a16="http://schemas.microsoft.com/office/drawing/2014/main" id="{6DD38FAD-1017-AFF4-2EEC-08CC01A6890B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9038983" y="5043884"/>
                <a:ext cx="15012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82" name="Ink 82">
                <a:extLst>
                  <a:ext uri="{FF2B5EF4-FFF2-40B4-BE49-F238E27FC236}">
                    <a16:creationId xmlns:a16="http://schemas.microsoft.com/office/drawing/2014/main" id="{E3EA774C-206D-A9F1-04EE-F606F14358A6}"/>
                  </a:ext>
                </a:extLst>
              </p14:cNvPr>
              <p14:cNvContentPartPr/>
              <p14:nvPr/>
            </p14:nvContentPartPr>
            <p14:xfrm>
              <a:off x="8128183" y="4734644"/>
              <a:ext cx="673200" cy="584280"/>
            </p14:xfrm>
          </p:contentPart>
        </mc:Choice>
        <mc:Fallback xmlns="">
          <p:pic>
            <p:nvPicPr>
              <p:cNvPr id="82" name="Ink 82">
                <a:extLst>
                  <a:ext uri="{FF2B5EF4-FFF2-40B4-BE49-F238E27FC236}">
                    <a16:creationId xmlns:a16="http://schemas.microsoft.com/office/drawing/2014/main" id="{E3EA774C-206D-A9F1-04EE-F606F14358A6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8117383" y="4723844"/>
                <a:ext cx="694440" cy="60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93" name="Ink 95">
                <a:extLst>
                  <a:ext uri="{FF2B5EF4-FFF2-40B4-BE49-F238E27FC236}">
                    <a16:creationId xmlns:a16="http://schemas.microsoft.com/office/drawing/2014/main" id="{AA7E9F0A-22D0-2798-1ECF-5D76B4EF7EAA}"/>
                  </a:ext>
                </a:extLst>
              </p14:cNvPr>
              <p14:cNvContentPartPr/>
              <p14:nvPr/>
            </p14:nvContentPartPr>
            <p14:xfrm>
              <a:off x="10832503" y="4740404"/>
              <a:ext cx="270000" cy="1289160"/>
            </p14:xfrm>
          </p:contentPart>
        </mc:Choice>
        <mc:Fallback xmlns="">
          <p:pic>
            <p:nvPicPr>
              <p:cNvPr id="93" name="Ink 95">
                <a:extLst>
                  <a:ext uri="{FF2B5EF4-FFF2-40B4-BE49-F238E27FC236}">
                    <a16:creationId xmlns:a16="http://schemas.microsoft.com/office/drawing/2014/main" id="{AA7E9F0A-22D0-2798-1ECF-5D76B4EF7EAA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0821703" y="4729604"/>
                <a:ext cx="291240" cy="131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94" name="Ink 95">
                <a:extLst>
                  <a:ext uri="{FF2B5EF4-FFF2-40B4-BE49-F238E27FC236}">
                    <a16:creationId xmlns:a16="http://schemas.microsoft.com/office/drawing/2014/main" id="{415D15BC-2EB8-22E7-52C5-57CA50F9F4D1}"/>
                  </a:ext>
                </a:extLst>
              </p14:cNvPr>
              <p14:cNvContentPartPr/>
              <p14:nvPr/>
            </p14:nvContentPartPr>
            <p14:xfrm>
              <a:off x="10493023" y="5001404"/>
              <a:ext cx="125280" cy="210600"/>
            </p14:xfrm>
          </p:contentPart>
        </mc:Choice>
        <mc:Fallback xmlns="">
          <p:pic>
            <p:nvPicPr>
              <p:cNvPr id="94" name="Ink 95">
                <a:extLst>
                  <a:ext uri="{FF2B5EF4-FFF2-40B4-BE49-F238E27FC236}">
                    <a16:creationId xmlns:a16="http://schemas.microsoft.com/office/drawing/2014/main" id="{415D15BC-2EB8-22E7-52C5-57CA50F9F4D1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0482254" y="4990604"/>
                <a:ext cx="146459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95" name="Ink 95">
                <a:extLst>
                  <a:ext uri="{FF2B5EF4-FFF2-40B4-BE49-F238E27FC236}">
                    <a16:creationId xmlns:a16="http://schemas.microsoft.com/office/drawing/2014/main" id="{C33077CB-242F-DCAC-EE0C-F01F8E03F03B}"/>
                  </a:ext>
                </a:extLst>
              </p14:cNvPr>
              <p14:cNvContentPartPr/>
              <p14:nvPr/>
            </p14:nvContentPartPr>
            <p14:xfrm>
              <a:off x="9744943" y="4922564"/>
              <a:ext cx="502560" cy="327240"/>
            </p14:xfrm>
          </p:contentPart>
        </mc:Choice>
        <mc:Fallback xmlns="">
          <p:pic>
            <p:nvPicPr>
              <p:cNvPr id="95" name="Ink 95">
                <a:extLst>
                  <a:ext uri="{FF2B5EF4-FFF2-40B4-BE49-F238E27FC236}">
                    <a16:creationId xmlns:a16="http://schemas.microsoft.com/office/drawing/2014/main" id="{C33077CB-242F-DCAC-EE0C-F01F8E03F03B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9734143" y="4911764"/>
                <a:ext cx="52380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8ECB24C5-4F5C-3923-D484-9DD1A54E3D35}"/>
                  </a:ext>
                </a:extLst>
              </p14:cNvPr>
              <p14:cNvContentPartPr/>
              <p14:nvPr/>
            </p14:nvContentPartPr>
            <p14:xfrm>
              <a:off x="11171263" y="5721044"/>
              <a:ext cx="163800" cy="24552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8ECB24C5-4F5C-3923-D484-9DD1A54E3D35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1160463" y="5710244"/>
                <a:ext cx="18504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02" name="Ink 102">
                <a:extLst>
                  <a:ext uri="{FF2B5EF4-FFF2-40B4-BE49-F238E27FC236}">
                    <a16:creationId xmlns:a16="http://schemas.microsoft.com/office/drawing/2014/main" id="{8B655722-1903-C63A-14EE-4DC04AAF5B05}"/>
                  </a:ext>
                </a:extLst>
              </p14:cNvPr>
              <p14:cNvContentPartPr/>
              <p14:nvPr/>
            </p14:nvContentPartPr>
            <p14:xfrm>
              <a:off x="11048503" y="4633484"/>
              <a:ext cx="739080" cy="541080"/>
            </p14:xfrm>
          </p:contentPart>
        </mc:Choice>
        <mc:Fallback xmlns="">
          <p:pic>
            <p:nvPicPr>
              <p:cNvPr id="102" name="Ink 102">
                <a:extLst>
                  <a:ext uri="{FF2B5EF4-FFF2-40B4-BE49-F238E27FC236}">
                    <a16:creationId xmlns:a16="http://schemas.microsoft.com/office/drawing/2014/main" id="{8B655722-1903-C63A-14EE-4DC04AAF5B05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1037708" y="4622684"/>
                <a:ext cx="760310" cy="56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09" name="Ink 109">
                <a:extLst>
                  <a:ext uri="{FF2B5EF4-FFF2-40B4-BE49-F238E27FC236}">
                    <a16:creationId xmlns:a16="http://schemas.microsoft.com/office/drawing/2014/main" id="{522BEE8C-B398-30E8-703C-D171E03C4017}"/>
                  </a:ext>
                </a:extLst>
              </p14:cNvPr>
              <p14:cNvContentPartPr/>
              <p14:nvPr/>
            </p14:nvContentPartPr>
            <p14:xfrm>
              <a:off x="10480423" y="4256924"/>
              <a:ext cx="480240" cy="251280"/>
            </p14:xfrm>
          </p:contentPart>
        </mc:Choice>
        <mc:Fallback xmlns="">
          <p:pic>
            <p:nvPicPr>
              <p:cNvPr id="109" name="Ink 109">
                <a:extLst>
                  <a:ext uri="{FF2B5EF4-FFF2-40B4-BE49-F238E27FC236}">
                    <a16:creationId xmlns:a16="http://schemas.microsoft.com/office/drawing/2014/main" id="{522BEE8C-B398-30E8-703C-D171E03C4017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0469631" y="4246124"/>
                <a:ext cx="501464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FBF27067-2676-4273-884E-A9007E466A6E}"/>
                  </a:ext>
                </a:extLst>
              </p14:cNvPr>
              <p14:cNvContentPartPr/>
              <p14:nvPr/>
            </p14:nvContentPartPr>
            <p14:xfrm>
              <a:off x="9278743" y="3243884"/>
              <a:ext cx="132480" cy="95616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FBF27067-2676-4273-884E-A9007E466A6E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9267943" y="3233080"/>
                <a:ext cx="153720" cy="9774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28" name="Ink 128">
                <a:extLst>
                  <a:ext uri="{FF2B5EF4-FFF2-40B4-BE49-F238E27FC236}">
                    <a16:creationId xmlns:a16="http://schemas.microsoft.com/office/drawing/2014/main" id="{D357770E-D5E0-9F6F-1ACF-CFF0E3A41FFB}"/>
                  </a:ext>
                </a:extLst>
              </p14:cNvPr>
              <p14:cNvContentPartPr/>
              <p14:nvPr/>
            </p14:nvContentPartPr>
            <p14:xfrm>
              <a:off x="7735783" y="3363404"/>
              <a:ext cx="500040" cy="1175760"/>
            </p14:xfrm>
          </p:contentPart>
        </mc:Choice>
        <mc:Fallback xmlns="">
          <p:pic>
            <p:nvPicPr>
              <p:cNvPr id="128" name="Ink 128">
                <a:extLst>
                  <a:ext uri="{FF2B5EF4-FFF2-40B4-BE49-F238E27FC236}">
                    <a16:creationId xmlns:a16="http://schemas.microsoft.com/office/drawing/2014/main" id="{D357770E-D5E0-9F6F-1ACF-CFF0E3A41FFB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7724983" y="3352604"/>
                <a:ext cx="521280" cy="11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8E3B2B8B-29A9-DAD7-633A-AD41F9B8B308}"/>
                  </a:ext>
                </a:extLst>
              </p14:cNvPr>
              <p14:cNvContentPartPr/>
              <p14:nvPr/>
            </p14:nvContentPartPr>
            <p14:xfrm>
              <a:off x="5984383" y="3514244"/>
              <a:ext cx="258120" cy="77364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8E3B2B8B-29A9-DAD7-633A-AD41F9B8B308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5973583" y="3503444"/>
                <a:ext cx="279360" cy="79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35" name="Ink 136">
                <a:extLst>
                  <a:ext uri="{FF2B5EF4-FFF2-40B4-BE49-F238E27FC236}">
                    <a16:creationId xmlns:a16="http://schemas.microsoft.com/office/drawing/2014/main" id="{3FD5F0ED-E64A-C59D-007D-2BF000189626}"/>
                  </a:ext>
                </a:extLst>
              </p14:cNvPr>
              <p14:cNvContentPartPr/>
              <p14:nvPr/>
            </p14:nvContentPartPr>
            <p14:xfrm>
              <a:off x="9209623" y="4250084"/>
              <a:ext cx="459360" cy="200520"/>
            </p14:xfrm>
          </p:contentPart>
        </mc:Choice>
        <mc:Fallback xmlns="">
          <p:pic>
            <p:nvPicPr>
              <p:cNvPr id="135" name="Ink 136">
                <a:extLst>
                  <a:ext uri="{FF2B5EF4-FFF2-40B4-BE49-F238E27FC236}">
                    <a16:creationId xmlns:a16="http://schemas.microsoft.com/office/drawing/2014/main" id="{3FD5F0ED-E64A-C59D-007D-2BF000189626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9198823" y="4239303"/>
                <a:ext cx="480600" cy="2217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40" name="Ink 140">
                <a:extLst>
                  <a:ext uri="{FF2B5EF4-FFF2-40B4-BE49-F238E27FC236}">
                    <a16:creationId xmlns:a16="http://schemas.microsoft.com/office/drawing/2014/main" id="{CFD37D18-998E-3254-47F6-FB0886473C3A}"/>
                  </a:ext>
                </a:extLst>
              </p14:cNvPr>
              <p14:cNvContentPartPr/>
              <p14:nvPr/>
            </p14:nvContentPartPr>
            <p14:xfrm>
              <a:off x="5858743" y="4306604"/>
              <a:ext cx="515880" cy="207720"/>
            </p14:xfrm>
          </p:contentPart>
        </mc:Choice>
        <mc:Fallback xmlns="">
          <p:pic>
            <p:nvPicPr>
              <p:cNvPr id="140" name="Ink 140">
                <a:extLst>
                  <a:ext uri="{FF2B5EF4-FFF2-40B4-BE49-F238E27FC236}">
                    <a16:creationId xmlns:a16="http://schemas.microsoft.com/office/drawing/2014/main" id="{CFD37D18-998E-3254-47F6-FB0886473C3A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5847943" y="4295823"/>
                <a:ext cx="537120" cy="22892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5472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C1C98F-13AF-96E4-B452-5A141AD07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450"/>
            <a:ext cx="10515600" cy="714375"/>
          </a:xfrm>
        </p:spPr>
        <p:txBody>
          <a:bodyPr>
            <a:normAutofit/>
          </a:bodyPr>
          <a:lstStyle/>
          <a:p>
            <a:r>
              <a:rPr lang="en-IN" sz="3600">
                <a:latin typeface="Arial Rounded MT Bold" panose="020F0704030504030204" pitchFamily="34" charset="0"/>
              </a:rPr>
              <a:t>First Law of Thermodynamics</a:t>
            </a:r>
            <a:endParaRPr lang="en-IN" sz="3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8FA7F2-9B05-5A04-26AF-674863CEC4B7}"/>
              </a:ext>
            </a:extLst>
          </p:cNvPr>
          <p:cNvSpPr txBox="1"/>
          <p:nvPr/>
        </p:nvSpPr>
        <p:spPr>
          <a:xfrm>
            <a:off x="685800" y="1276350"/>
            <a:ext cx="10820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/>
              <a:t>Statement</a:t>
            </a:r>
            <a:r>
              <a:rPr lang="en-IN" sz="2200"/>
              <a:t>: If a system is carried through a </a:t>
            </a:r>
            <a:r>
              <a:rPr lang="en-IN" sz="2200" b="1">
                <a:solidFill>
                  <a:srgbClr val="FF0000"/>
                </a:solidFill>
              </a:rPr>
              <a:t>cycle</a:t>
            </a:r>
            <a:r>
              <a:rPr lang="en-IN" sz="2200"/>
              <a:t>, the </a:t>
            </a:r>
            <a:r>
              <a:rPr lang="en-IN" sz="2200" b="1">
                <a:solidFill>
                  <a:srgbClr val="0070C0"/>
                </a:solidFill>
              </a:rPr>
              <a:t>total heat added to the system </a:t>
            </a:r>
            <a:r>
              <a:rPr lang="en-IN" sz="2200"/>
              <a:t>is </a:t>
            </a:r>
            <a:r>
              <a:rPr lang="en-IN" sz="2200" b="1">
                <a:solidFill>
                  <a:srgbClr val="0070C0"/>
                </a:solidFill>
              </a:rPr>
              <a:t>proportional to the work done by the system</a:t>
            </a:r>
            <a:r>
              <a:rPr lang="en-IN" sz="2200"/>
              <a:t> on its </a:t>
            </a:r>
            <a:r>
              <a:rPr lang="en-IN" sz="2200">
                <a:solidFill>
                  <a:srgbClr val="0070C0"/>
                </a:solidFill>
              </a:rPr>
              <a:t>surroundings</a:t>
            </a:r>
            <a:r>
              <a:rPr lang="en-IN" sz="2200"/>
              <a:t>. 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92DA186-8EC0-174D-C19B-D8DA2F62EBA3}"/>
              </a:ext>
            </a:extLst>
          </p:cNvPr>
          <p:cNvCxnSpPr/>
          <p:nvPr/>
        </p:nvCxnSpPr>
        <p:spPr>
          <a:xfrm flipV="1">
            <a:off x="1047750" y="2034117"/>
            <a:ext cx="0" cy="28860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CAFB4D8-E916-DAFF-3BF6-23090301C12A}"/>
              </a:ext>
            </a:extLst>
          </p:cNvPr>
          <p:cNvCxnSpPr/>
          <p:nvPr/>
        </p:nvCxnSpPr>
        <p:spPr>
          <a:xfrm>
            <a:off x="1047750" y="4939242"/>
            <a:ext cx="36195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FC7C615-671D-738E-8114-9ECEC8D0A451}"/>
              </a:ext>
            </a:extLst>
          </p:cNvPr>
          <p:cNvSpPr txBox="1"/>
          <p:nvPr/>
        </p:nvSpPr>
        <p:spPr>
          <a:xfrm>
            <a:off x="656482" y="3339042"/>
            <a:ext cx="3722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/>
              <a:t>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559624-F54D-B12E-4D09-7168433BAA47}"/>
              </a:ext>
            </a:extLst>
          </p:cNvPr>
          <p:cNvSpPr txBox="1"/>
          <p:nvPr/>
        </p:nvSpPr>
        <p:spPr>
          <a:xfrm>
            <a:off x="2590800" y="4958292"/>
            <a:ext cx="3722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/>
              <a:t>V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C874BA1-3BDD-E4AA-1378-B4859BA63B64}"/>
                  </a:ext>
                </a:extLst>
              </p14:cNvPr>
              <p14:cNvContentPartPr/>
              <p14:nvPr/>
            </p14:nvContentPartPr>
            <p14:xfrm>
              <a:off x="1557103" y="4298711"/>
              <a:ext cx="75960" cy="878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C874BA1-3BDD-E4AA-1378-B4859BA63B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41623" y="4283231"/>
                <a:ext cx="10656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29">
                <a:extLst>
                  <a:ext uri="{FF2B5EF4-FFF2-40B4-BE49-F238E27FC236}">
                    <a16:creationId xmlns:a16="http://schemas.microsoft.com/office/drawing/2014/main" id="{A9FB04E7-6DA6-1105-F63B-FC071812C6AC}"/>
                  </a:ext>
                </a:extLst>
              </p14:cNvPr>
              <p14:cNvContentPartPr/>
              <p14:nvPr/>
            </p14:nvContentPartPr>
            <p14:xfrm>
              <a:off x="1475383" y="4493471"/>
              <a:ext cx="245520" cy="321120"/>
            </p14:xfrm>
          </p:contentPart>
        </mc:Choice>
        <mc:Fallback xmlns="">
          <p:pic>
            <p:nvPicPr>
              <p:cNvPr id="9" name="Ink 29">
                <a:extLst>
                  <a:ext uri="{FF2B5EF4-FFF2-40B4-BE49-F238E27FC236}">
                    <a16:creationId xmlns:a16="http://schemas.microsoft.com/office/drawing/2014/main" id="{A9FB04E7-6DA6-1105-F63B-FC071812C6A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54863" y="4472928"/>
                <a:ext cx="286200" cy="3618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33">
                <a:extLst>
                  <a:ext uri="{FF2B5EF4-FFF2-40B4-BE49-F238E27FC236}">
                    <a16:creationId xmlns:a16="http://schemas.microsoft.com/office/drawing/2014/main" id="{E851A8E8-D424-54C0-4871-F5C817F6FFA8}"/>
                  </a:ext>
                </a:extLst>
              </p14:cNvPr>
              <p14:cNvContentPartPr/>
              <p14:nvPr/>
            </p14:nvContentPartPr>
            <p14:xfrm>
              <a:off x="1619743" y="2192351"/>
              <a:ext cx="2817000" cy="2118960"/>
            </p14:xfrm>
          </p:contentPart>
        </mc:Choice>
        <mc:Fallback xmlns="">
          <p:pic>
            <p:nvPicPr>
              <p:cNvPr id="10" name="Ink 33">
                <a:extLst>
                  <a:ext uri="{FF2B5EF4-FFF2-40B4-BE49-F238E27FC236}">
                    <a16:creationId xmlns:a16="http://schemas.microsoft.com/office/drawing/2014/main" id="{E851A8E8-D424-54C0-4871-F5C817F6FF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04263" y="2176871"/>
                <a:ext cx="2847600" cy="21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36">
                <a:extLst>
                  <a:ext uri="{FF2B5EF4-FFF2-40B4-BE49-F238E27FC236}">
                    <a16:creationId xmlns:a16="http://schemas.microsoft.com/office/drawing/2014/main" id="{6188DF72-481C-9AF1-FAC3-64E9E5349468}"/>
                  </a:ext>
                </a:extLst>
              </p14:cNvPr>
              <p14:cNvContentPartPr/>
              <p14:nvPr/>
            </p14:nvContentPartPr>
            <p14:xfrm>
              <a:off x="1594903" y="2424911"/>
              <a:ext cx="2471040" cy="1918080"/>
            </p14:xfrm>
          </p:contentPart>
        </mc:Choice>
        <mc:Fallback xmlns="">
          <p:pic>
            <p:nvPicPr>
              <p:cNvPr id="11" name="Ink 36">
                <a:extLst>
                  <a:ext uri="{FF2B5EF4-FFF2-40B4-BE49-F238E27FC236}">
                    <a16:creationId xmlns:a16="http://schemas.microsoft.com/office/drawing/2014/main" id="{6188DF72-481C-9AF1-FAC3-64E9E534946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74383" y="2404391"/>
                <a:ext cx="2511720" cy="19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17B3B5F-627F-5691-E87D-FEA8D6F6BC5E}"/>
                  </a:ext>
                </a:extLst>
              </p14:cNvPr>
              <p14:cNvContentPartPr/>
              <p14:nvPr/>
            </p14:nvContentPartPr>
            <p14:xfrm>
              <a:off x="2311303" y="2393591"/>
              <a:ext cx="295920" cy="1890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17B3B5F-627F-5691-E87D-FEA8D6F6BC5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95823" y="2378111"/>
                <a:ext cx="32652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75D5A53-1F16-C783-6534-71623BC8FFDB}"/>
                  </a:ext>
                </a:extLst>
              </p14:cNvPr>
              <p14:cNvContentPartPr/>
              <p14:nvPr/>
            </p14:nvContentPartPr>
            <p14:xfrm>
              <a:off x="3053263" y="3639191"/>
              <a:ext cx="251280" cy="2448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75D5A53-1F16-C783-6534-71623BC8FFD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37761" y="3623734"/>
                <a:ext cx="281924" cy="2753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Ink 41">
                <a:extLst>
                  <a:ext uri="{FF2B5EF4-FFF2-40B4-BE49-F238E27FC236}">
                    <a16:creationId xmlns:a16="http://schemas.microsoft.com/office/drawing/2014/main" id="{5B1981BD-75E6-67E6-7424-851336CDB5E7}"/>
                  </a:ext>
                </a:extLst>
              </p14:cNvPr>
              <p14:cNvContentPartPr/>
              <p14:nvPr/>
            </p14:nvContentPartPr>
            <p14:xfrm>
              <a:off x="3260983" y="2949791"/>
              <a:ext cx="276840" cy="443160"/>
            </p14:xfrm>
          </p:contentPart>
        </mc:Choice>
        <mc:Fallback xmlns="">
          <p:pic>
            <p:nvPicPr>
              <p:cNvPr id="14" name="Ink 41">
                <a:extLst>
                  <a:ext uri="{FF2B5EF4-FFF2-40B4-BE49-F238E27FC236}">
                    <a16:creationId xmlns:a16="http://schemas.microsoft.com/office/drawing/2014/main" id="{5B1981BD-75E6-67E6-7424-851336CDB5E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45503" y="2934311"/>
                <a:ext cx="307440" cy="47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63353C-DF18-6879-7E63-A6CF3A5BD04D}"/>
                  </a:ext>
                </a:extLst>
              </p:cNvPr>
              <p:cNvSpPr txBox="1"/>
              <p:nvPr/>
            </p:nvSpPr>
            <p:spPr>
              <a:xfrm>
                <a:off x="1508654" y="5309391"/>
                <a:ext cx="2558897" cy="12917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subHide m:val="on"/>
                          <m:supHide m:val="on"/>
                          <m:ctrlPr>
                            <a:rPr lang="en-IN" sz="3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∮"/>
                              <m:limLoc m:val="undOvr"/>
                              <m:subHide m:val="on"/>
                              <m:supHide m:val="on"/>
                              <m:ctrlP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IN" sz="320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63353C-DF18-6879-7E63-A6CF3A5BD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654" y="5309391"/>
                <a:ext cx="2558897" cy="12917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1" name="Ink 21">
                <a:extLst>
                  <a:ext uri="{FF2B5EF4-FFF2-40B4-BE49-F238E27FC236}">
                    <a16:creationId xmlns:a16="http://schemas.microsoft.com/office/drawing/2014/main" id="{E6BA9BC0-CD17-7FD8-95D9-96A2DCAAF393}"/>
                  </a:ext>
                </a:extLst>
              </p14:cNvPr>
              <p14:cNvContentPartPr/>
              <p14:nvPr/>
            </p14:nvContentPartPr>
            <p14:xfrm>
              <a:off x="1582303" y="2424911"/>
              <a:ext cx="2603160" cy="2081520"/>
            </p14:xfrm>
          </p:contentPart>
        </mc:Choice>
        <mc:Fallback xmlns="">
          <p:pic>
            <p:nvPicPr>
              <p:cNvPr id="21" name="Ink 21">
                <a:extLst>
                  <a:ext uri="{FF2B5EF4-FFF2-40B4-BE49-F238E27FC236}">
                    <a16:creationId xmlns:a16="http://schemas.microsoft.com/office/drawing/2014/main" id="{E6BA9BC0-CD17-7FD8-95D9-96A2DCAAF39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571503" y="2414111"/>
                <a:ext cx="2624400" cy="21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32DC11A-71F3-CD92-33BB-C8658F577292}"/>
                  </a:ext>
                </a:extLst>
              </p14:cNvPr>
              <p14:cNvContentPartPr/>
              <p14:nvPr/>
            </p14:nvContentPartPr>
            <p14:xfrm>
              <a:off x="4090783" y="3918551"/>
              <a:ext cx="157680" cy="2736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32DC11A-71F3-CD92-33BB-C8658F57729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076383" y="3904132"/>
                <a:ext cx="186120" cy="3020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87" name="Ink 87">
                <a:extLst>
                  <a:ext uri="{FF2B5EF4-FFF2-40B4-BE49-F238E27FC236}">
                    <a16:creationId xmlns:a16="http://schemas.microsoft.com/office/drawing/2014/main" id="{F4951B7C-1722-81B2-3EEE-2AE21F1C445B}"/>
                  </a:ext>
                </a:extLst>
              </p14:cNvPr>
              <p14:cNvContentPartPr/>
              <p14:nvPr/>
            </p14:nvContentPartPr>
            <p14:xfrm>
              <a:off x="5276811" y="2535315"/>
              <a:ext cx="410619" cy="304950"/>
            </p14:xfrm>
          </p:contentPart>
        </mc:Choice>
        <mc:Fallback xmlns="">
          <p:pic>
            <p:nvPicPr>
              <p:cNvPr id="87" name="Ink 87">
                <a:extLst>
                  <a:ext uri="{FF2B5EF4-FFF2-40B4-BE49-F238E27FC236}">
                    <a16:creationId xmlns:a16="http://schemas.microsoft.com/office/drawing/2014/main" id="{F4951B7C-1722-81B2-3EEE-2AE21F1C445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266005" y="2524514"/>
                <a:ext cx="431870" cy="3261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97" name="Ink 97">
                <a:extLst>
                  <a:ext uri="{FF2B5EF4-FFF2-40B4-BE49-F238E27FC236}">
                    <a16:creationId xmlns:a16="http://schemas.microsoft.com/office/drawing/2014/main" id="{ACBC9E24-B7B7-8110-B8AC-91FA2D5DB562}"/>
                  </a:ext>
                </a:extLst>
              </p14:cNvPr>
              <p14:cNvContentPartPr/>
              <p14:nvPr/>
            </p14:nvContentPartPr>
            <p14:xfrm>
              <a:off x="6002852" y="2247184"/>
              <a:ext cx="931668" cy="673999"/>
            </p14:xfrm>
          </p:contentPart>
        </mc:Choice>
        <mc:Fallback xmlns="">
          <p:pic>
            <p:nvPicPr>
              <p:cNvPr id="97" name="Ink 97">
                <a:extLst>
                  <a:ext uri="{FF2B5EF4-FFF2-40B4-BE49-F238E27FC236}">
                    <a16:creationId xmlns:a16="http://schemas.microsoft.com/office/drawing/2014/main" id="{ACBC9E24-B7B7-8110-B8AC-91FA2D5DB56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992048" y="2236377"/>
                <a:ext cx="952916" cy="6952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1" name="Ink 101">
                <a:extLst>
                  <a:ext uri="{FF2B5EF4-FFF2-40B4-BE49-F238E27FC236}">
                    <a16:creationId xmlns:a16="http://schemas.microsoft.com/office/drawing/2014/main" id="{C0E8E202-1FB9-8C2C-91CF-F0C1101D53F9}"/>
                  </a:ext>
                </a:extLst>
              </p14:cNvPr>
              <p14:cNvContentPartPr/>
              <p14:nvPr/>
            </p14:nvContentPartPr>
            <p14:xfrm>
              <a:off x="7206150" y="2615281"/>
              <a:ext cx="193251" cy="185635"/>
            </p14:xfrm>
          </p:contentPart>
        </mc:Choice>
        <mc:Fallback xmlns="">
          <p:pic>
            <p:nvPicPr>
              <p:cNvPr id="101" name="Ink 101">
                <a:extLst>
                  <a:ext uri="{FF2B5EF4-FFF2-40B4-BE49-F238E27FC236}">
                    <a16:creationId xmlns:a16="http://schemas.microsoft.com/office/drawing/2014/main" id="{C0E8E202-1FB9-8C2C-91CF-F0C1101D53F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195354" y="2604488"/>
                <a:ext cx="214483" cy="2068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11" name="Ink 111">
                <a:extLst>
                  <a:ext uri="{FF2B5EF4-FFF2-40B4-BE49-F238E27FC236}">
                    <a16:creationId xmlns:a16="http://schemas.microsoft.com/office/drawing/2014/main" id="{F6D7E000-4AE2-2FD7-B1DE-BA1B98D505A4}"/>
                  </a:ext>
                </a:extLst>
              </p14:cNvPr>
              <p14:cNvContentPartPr/>
              <p14:nvPr/>
            </p14:nvContentPartPr>
            <p14:xfrm>
              <a:off x="7903632" y="2518814"/>
              <a:ext cx="482335" cy="343664"/>
            </p14:xfrm>
          </p:contentPart>
        </mc:Choice>
        <mc:Fallback xmlns="">
          <p:pic>
            <p:nvPicPr>
              <p:cNvPr id="111" name="Ink 111">
                <a:extLst>
                  <a:ext uri="{FF2B5EF4-FFF2-40B4-BE49-F238E27FC236}">
                    <a16:creationId xmlns:a16="http://schemas.microsoft.com/office/drawing/2014/main" id="{F6D7E000-4AE2-2FD7-B1DE-BA1B98D505A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892833" y="2508030"/>
                <a:ext cx="503572" cy="3648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15" name="Ink 115">
                <a:extLst>
                  <a:ext uri="{FF2B5EF4-FFF2-40B4-BE49-F238E27FC236}">
                    <a16:creationId xmlns:a16="http://schemas.microsoft.com/office/drawing/2014/main" id="{4379A068-FF07-421F-EB5E-D90475E3CB19}"/>
                  </a:ext>
                </a:extLst>
              </p14:cNvPr>
              <p14:cNvContentPartPr/>
              <p14:nvPr/>
            </p14:nvContentPartPr>
            <p14:xfrm>
              <a:off x="8585247" y="2607348"/>
              <a:ext cx="144383" cy="94563"/>
            </p14:xfrm>
          </p:contentPart>
        </mc:Choice>
        <mc:Fallback xmlns="">
          <p:pic>
            <p:nvPicPr>
              <p:cNvPr id="115" name="Ink 115">
                <a:extLst>
                  <a:ext uri="{FF2B5EF4-FFF2-40B4-BE49-F238E27FC236}">
                    <a16:creationId xmlns:a16="http://schemas.microsoft.com/office/drawing/2014/main" id="{4379A068-FF07-421F-EB5E-D90475E3CB1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574445" y="2596561"/>
                <a:ext cx="165626" cy="1157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EDE5D22B-CC55-F82A-5E78-2953C1F7E52E}"/>
                  </a:ext>
                </a:extLst>
              </p14:cNvPr>
              <p14:cNvContentPartPr/>
              <p14:nvPr/>
            </p14:nvContentPartPr>
            <p14:xfrm>
              <a:off x="8841011" y="2053932"/>
              <a:ext cx="110429" cy="127248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EDE5D22B-CC55-F82A-5E78-2953C1F7E52E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830255" y="2043148"/>
                <a:ext cx="131583" cy="1484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23" name="Ink 123">
                <a:extLst>
                  <a:ext uri="{FF2B5EF4-FFF2-40B4-BE49-F238E27FC236}">
                    <a16:creationId xmlns:a16="http://schemas.microsoft.com/office/drawing/2014/main" id="{7C61C5DE-2A13-3C00-C5C0-F42DCF0CEFCE}"/>
                  </a:ext>
                </a:extLst>
              </p14:cNvPr>
              <p14:cNvContentPartPr/>
              <p14:nvPr/>
            </p14:nvContentPartPr>
            <p14:xfrm>
              <a:off x="9167222" y="2436310"/>
              <a:ext cx="460439" cy="304633"/>
            </p14:xfrm>
          </p:contentPart>
        </mc:Choice>
        <mc:Fallback xmlns="">
          <p:pic>
            <p:nvPicPr>
              <p:cNvPr id="123" name="Ink 123">
                <a:extLst>
                  <a:ext uri="{FF2B5EF4-FFF2-40B4-BE49-F238E27FC236}">
                    <a16:creationId xmlns:a16="http://schemas.microsoft.com/office/drawing/2014/main" id="{7C61C5DE-2A13-3C00-C5C0-F42DCF0CEFCE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156414" y="2425507"/>
                <a:ext cx="481696" cy="3258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26" name="Ink 126">
                <a:extLst>
                  <a:ext uri="{FF2B5EF4-FFF2-40B4-BE49-F238E27FC236}">
                    <a16:creationId xmlns:a16="http://schemas.microsoft.com/office/drawing/2014/main" id="{8AC04F05-0DA8-7973-0489-6A40EB861945}"/>
                  </a:ext>
                </a:extLst>
              </p14:cNvPr>
              <p14:cNvContentPartPr/>
              <p14:nvPr/>
            </p14:nvContentPartPr>
            <p14:xfrm>
              <a:off x="9771410" y="2529921"/>
              <a:ext cx="183097" cy="171990"/>
            </p14:xfrm>
          </p:contentPart>
        </mc:Choice>
        <mc:Fallback xmlns="">
          <p:pic>
            <p:nvPicPr>
              <p:cNvPr id="126" name="Ink 126">
                <a:extLst>
                  <a:ext uri="{FF2B5EF4-FFF2-40B4-BE49-F238E27FC236}">
                    <a16:creationId xmlns:a16="http://schemas.microsoft.com/office/drawing/2014/main" id="{8AC04F05-0DA8-7973-0489-6A40EB861945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760640" y="2519149"/>
                <a:ext cx="204279" cy="1931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752C10AB-1843-C6D7-376A-4CE1D8D84837}"/>
                  </a:ext>
                </a:extLst>
              </p14:cNvPr>
              <p14:cNvContentPartPr/>
              <p14:nvPr/>
            </p14:nvContentPartPr>
            <p14:xfrm>
              <a:off x="10070648" y="2270031"/>
              <a:ext cx="127882" cy="853288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752C10AB-1843-C6D7-376A-4CE1D8D8483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059841" y="2259230"/>
                <a:ext cx="149136" cy="8745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38D2E000-5CD4-2137-88AE-A6C2C77B03F0}"/>
                  </a:ext>
                </a:extLst>
              </p14:cNvPr>
              <p14:cNvContentPartPr/>
              <p14:nvPr/>
            </p14:nvContentPartPr>
            <p14:xfrm>
              <a:off x="10070648" y="2031085"/>
              <a:ext cx="50137" cy="15549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38D2E000-5CD4-2137-88AE-A6C2C77B03F0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0056323" y="2016688"/>
                <a:ext cx="78429" cy="1839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36" name="Ink 136">
                <a:extLst>
                  <a:ext uri="{FF2B5EF4-FFF2-40B4-BE49-F238E27FC236}">
                    <a16:creationId xmlns:a16="http://schemas.microsoft.com/office/drawing/2014/main" id="{155AB052-60C2-A635-0CA9-6FD39AB3AF82}"/>
                  </a:ext>
                </a:extLst>
              </p14:cNvPr>
              <p14:cNvContentPartPr/>
              <p14:nvPr/>
            </p14:nvContentPartPr>
            <p14:xfrm>
              <a:off x="10398128" y="2425203"/>
              <a:ext cx="492806" cy="365559"/>
            </p14:xfrm>
          </p:contentPart>
        </mc:Choice>
        <mc:Fallback xmlns="">
          <p:pic>
            <p:nvPicPr>
              <p:cNvPr id="136" name="Ink 136">
                <a:extLst>
                  <a:ext uri="{FF2B5EF4-FFF2-40B4-BE49-F238E27FC236}">
                    <a16:creationId xmlns:a16="http://schemas.microsoft.com/office/drawing/2014/main" id="{155AB052-60C2-A635-0CA9-6FD39AB3AF82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0387329" y="2414409"/>
                <a:ext cx="514045" cy="3867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40" name="Ink 40">
                <a:extLst>
                  <a:ext uri="{FF2B5EF4-FFF2-40B4-BE49-F238E27FC236}">
                    <a16:creationId xmlns:a16="http://schemas.microsoft.com/office/drawing/2014/main" id="{5FA86918-C747-E36A-C6F1-9E95CC773597}"/>
                  </a:ext>
                </a:extLst>
              </p14:cNvPr>
              <p14:cNvContentPartPr/>
              <p14:nvPr/>
            </p14:nvContentPartPr>
            <p14:xfrm>
              <a:off x="5267609" y="3824915"/>
              <a:ext cx="420774" cy="332557"/>
            </p14:xfrm>
          </p:contentPart>
        </mc:Choice>
        <mc:Fallback xmlns="">
          <p:pic>
            <p:nvPicPr>
              <p:cNvPr id="40" name="Ink 40">
                <a:extLst>
                  <a:ext uri="{FF2B5EF4-FFF2-40B4-BE49-F238E27FC236}">
                    <a16:creationId xmlns:a16="http://schemas.microsoft.com/office/drawing/2014/main" id="{5FA86918-C747-E36A-C6F1-9E95CC773597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256820" y="3814129"/>
                <a:ext cx="441993" cy="3537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54" name="Ink 55">
                <a:extLst>
                  <a:ext uri="{FF2B5EF4-FFF2-40B4-BE49-F238E27FC236}">
                    <a16:creationId xmlns:a16="http://schemas.microsoft.com/office/drawing/2014/main" id="{1460E525-0037-AB36-535C-36A205F35D61}"/>
                  </a:ext>
                </a:extLst>
              </p14:cNvPr>
              <p14:cNvContentPartPr/>
              <p14:nvPr/>
            </p14:nvContentPartPr>
            <p14:xfrm>
              <a:off x="7242326" y="3814443"/>
              <a:ext cx="141844" cy="221493"/>
            </p14:xfrm>
          </p:contentPart>
        </mc:Choice>
        <mc:Fallback xmlns="">
          <p:pic>
            <p:nvPicPr>
              <p:cNvPr id="54" name="Ink 55">
                <a:extLst>
                  <a:ext uri="{FF2B5EF4-FFF2-40B4-BE49-F238E27FC236}">
                    <a16:creationId xmlns:a16="http://schemas.microsoft.com/office/drawing/2014/main" id="{1460E525-0037-AB36-535C-36A205F35D61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231553" y="3803638"/>
                <a:ext cx="163031" cy="2427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55" name="Ink 55">
                <a:extLst>
                  <a:ext uri="{FF2B5EF4-FFF2-40B4-BE49-F238E27FC236}">
                    <a16:creationId xmlns:a16="http://schemas.microsoft.com/office/drawing/2014/main" id="{966814F6-0F96-FFB8-043D-19E6D724F8ED}"/>
                  </a:ext>
                </a:extLst>
              </p14:cNvPr>
              <p14:cNvContentPartPr/>
              <p14:nvPr/>
            </p14:nvContentPartPr>
            <p14:xfrm>
              <a:off x="6053942" y="3514570"/>
              <a:ext cx="887242" cy="1175056"/>
            </p14:xfrm>
          </p:contentPart>
        </mc:Choice>
        <mc:Fallback xmlns="">
          <p:pic>
            <p:nvPicPr>
              <p:cNvPr id="55" name="Ink 55">
                <a:extLst>
                  <a:ext uri="{FF2B5EF4-FFF2-40B4-BE49-F238E27FC236}">
                    <a16:creationId xmlns:a16="http://schemas.microsoft.com/office/drawing/2014/main" id="{966814F6-0F96-FFB8-043D-19E6D724F8ED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043144" y="3503770"/>
                <a:ext cx="908478" cy="11962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61" name="Ink 62">
                <a:extLst>
                  <a:ext uri="{FF2B5EF4-FFF2-40B4-BE49-F238E27FC236}">
                    <a16:creationId xmlns:a16="http://schemas.microsoft.com/office/drawing/2014/main" id="{BDBDC560-18D8-C27B-06D4-D8410B042F3E}"/>
                  </a:ext>
                </a:extLst>
              </p14:cNvPr>
              <p14:cNvContentPartPr/>
              <p14:nvPr/>
            </p14:nvContentPartPr>
            <p14:xfrm>
              <a:off x="7616770" y="3669743"/>
              <a:ext cx="388089" cy="1069704"/>
            </p14:xfrm>
          </p:contentPart>
        </mc:Choice>
        <mc:Fallback xmlns="">
          <p:pic>
            <p:nvPicPr>
              <p:cNvPr id="61" name="Ink 62">
                <a:extLst>
                  <a:ext uri="{FF2B5EF4-FFF2-40B4-BE49-F238E27FC236}">
                    <a16:creationId xmlns:a16="http://schemas.microsoft.com/office/drawing/2014/main" id="{BDBDC560-18D8-C27B-06D4-D8410B042F3E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605980" y="3658945"/>
                <a:ext cx="409310" cy="10909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78" name="Ink 82">
                <a:extLst>
                  <a:ext uri="{FF2B5EF4-FFF2-40B4-BE49-F238E27FC236}">
                    <a16:creationId xmlns:a16="http://schemas.microsoft.com/office/drawing/2014/main" id="{1F580CAC-6227-F5EF-1667-063C883830C7}"/>
                  </a:ext>
                </a:extLst>
              </p14:cNvPr>
              <p14:cNvContentPartPr/>
              <p14:nvPr/>
            </p14:nvContentPartPr>
            <p14:xfrm>
              <a:off x="8924468" y="3497752"/>
              <a:ext cx="399195" cy="1175374"/>
            </p14:xfrm>
          </p:contentPart>
        </mc:Choice>
        <mc:Fallback xmlns="">
          <p:pic>
            <p:nvPicPr>
              <p:cNvPr id="78" name="Ink 82">
                <a:extLst>
                  <a:ext uri="{FF2B5EF4-FFF2-40B4-BE49-F238E27FC236}">
                    <a16:creationId xmlns:a16="http://schemas.microsoft.com/office/drawing/2014/main" id="{1F580CAC-6227-F5EF-1667-063C883830C7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913669" y="3486949"/>
                <a:ext cx="420433" cy="11966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79" name="Ink 82">
                <a:extLst>
                  <a:ext uri="{FF2B5EF4-FFF2-40B4-BE49-F238E27FC236}">
                    <a16:creationId xmlns:a16="http://schemas.microsoft.com/office/drawing/2014/main" id="{6DD38FAD-1017-AFF4-2EEC-08CC01A6890B}"/>
                  </a:ext>
                </a:extLst>
              </p14:cNvPr>
              <p14:cNvContentPartPr/>
              <p14:nvPr/>
            </p14:nvContentPartPr>
            <p14:xfrm>
              <a:off x="8639510" y="3841416"/>
              <a:ext cx="113603" cy="94563"/>
            </p14:xfrm>
          </p:contentPart>
        </mc:Choice>
        <mc:Fallback xmlns="">
          <p:pic>
            <p:nvPicPr>
              <p:cNvPr id="79" name="Ink 82">
                <a:extLst>
                  <a:ext uri="{FF2B5EF4-FFF2-40B4-BE49-F238E27FC236}">
                    <a16:creationId xmlns:a16="http://schemas.microsoft.com/office/drawing/2014/main" id="{6DD38FAD-1017-AFF4-2EEC-08CC01A6890B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628725" y="3830629"/>
                <a:ext cx="134814" cy="1157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82" name="Ink 82">
                <a:extLst>
                  <a:ext uri="{FF2B5EF4-FFF2-40B4-BE49-F238E27FC236}">
                    <a16:creationId xmlns:a16="http://schemas.microsoft.com/office/drawing/2014/main" id="{E3EA774C-206D-A9F1-04EE-F606F14358A6}"/>
                  </a:ext>
                </a:extLst>
              </p14:cNvPr>
              <p14:cNvContentPartPr/>
              <p14:nvPr/>
            </p14:nvContentPartPr>
            <p14:xfrm>
              <a:off x="7827156" y="3559313"/>
              <a:ext cx="593399" cy="515019"/>
            </p14:xfrm>
          </p:contentPart>
        </mc:Choice>
        <mc:Fallback xmlns="">
          <p:pic>
            <p:nvPicPr>
              <p:cNvPr id="82" name="Ink 82">
                <a:extLst>
                  <a:ext uri="{FF2B5EF4-FFF2-40B4-BE49-F238E27FC236}">
                    <a16:creationId xmlns:a16="http://schemas.microsoft.com/office/drawing/2014/main" id="{E3EA774C-206D-A9F1-04EE-F606F14358A6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816354" y="3548516"/>
                <a:ext cx="614643" cy="5362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93" name="Ink 95">
                <a:extLst>
                  <a:ext uri="{FF2B5EF4-FFF2-40B4-BE49-F238E27FC236}">
                    <a16:creationId xmlns:a16="http://schemas.microsoft.com/office/drawing/2014/main" id="{AA7E9F0A-22D0-2798-1ECF-5D76B4EF7EAA}"/>
                  </a:ext>
                </a:extLst>
              </p14:cNvPr>
              <p14:cNvContentPartPr/>
              <p14:nvPr/>
            </p14:nvContentPartPr>
            <p14:xfrm>
              <a:off x="10210905" y="3564391"/>
              <a:ext cx="237994" cy="1136343"/>
            </p14:xfrm>
          </p:contentPart>
        </mc:Choice>
        <mc:Fallback xmlns="">
          <p:pic>
            <p:nvPicPr>
              <p:cNvPr id="93" name="Ink 95">
                <a:extLst>
                  <a:ext uri="{FF2B5EF4-FFF2-40B4-BE49-F238E27FC236}">
                    <a16:creationId xmlns:a16="http://schemas.microsoft.com/office/drawing/2014/main" id="{AA7E9F0A-22D0-2798-1ECF-5D76B4EF7EAA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0200103" y="3553593"/>
                <a:ext cx="259237" cy="11575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94" name="Ink 95">
                <a:extLst>
                  <a:ext uri="{FF2B5EF4-FFF2-40B4-BE49-F238E27FC236}">
                    <a16:creationId xmlns:a16="http://schemas.microsoft.com/office/drawing/2014/main" id="{415D15BC-2EB8-22E7-52C5-57CA50F9F4D1}"/>
                  </a:ext>
                </a:extLst>
              </p14:cNvPr>
              <p14:cNvContentPartPr/>
              <p14:nvPr/>
            </p14:nvContentPartPr>
            <p14:xfrm>
              <a:off x="9911668" y="3794452"/>
              <a:ext cx="110429" cy="185635"/>
            </p14:xfrm>
          </p:contentPart>
        </mc:Choice>
        <mc:Fallback xmlns="">
          <p:pic>
            <p:nvPicPr>
              <p:cNvPr id="94" name="Ink 95">
                <a:extLst>
                  <a:ext uri="{FF2B5EF4-FFF2-40B4-BE49-F238E27FC236}">
                    <a16:creationId xmlns:a16="http://schemas.microsoft.com/office/drawing/2014/main" id="{415D15BC-2EB8-22E7-52C5-57CA50F9F4D1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900912" y="3783659"/>
                <a:ext cx="131583" cy="2068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95" name="Ink 95">
                <a:extLst>
                  <a:ext uri="{FF2B5EF4-FFF2-40B4-BE49-F238E27FC236}">
                    <a16:creationId xmlns:a16="http://schemas.microsoft.com/office/drawing/2014/main" id="{C33077CB-242F-DCAC-EE0C-F01F8E03F03B}"/>
                  </a:ext>
                </a:extLst>
              </p14:cNvPr>
              <p14:cNvContentPartPr/>
              <p14:nvPr/>
            </p14:nvContentPartPr>
            <p14:xfrm>
              <a:off x="9252265" y="3724957"/>
              <a:ext cx="442986" cy="288449"/>
            </p14:xfrm>
          </p:contentPart>
        </mc:Choice>
        <mc:Fallback xmlns="">
          <p:pic>
            <p:nvPicPr>
              <p:cNvPr id="95" name="Ink 95">
                <a:extLst>
                  <a:ext uri="{FF2B5EF4-FFF2-40B4-BE49-F238E27FC236}">
                    <a16:creationId xmlns:a16="http://schemas.microsoft.com/office/drawing/2014/main" id="{C33077CB-242F-DCAC-EE0C-F01F8E03F03B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241469" y="3714154"/>
                <a:ext cx="464218" cy="3096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8ECB24C5-4F5C-3923-D484-9DD1A54E3D35}"/>
                  </a:ext>
                </a:extLst>
              </p14:cNvPr>
              <p14:cNvContentPartPr/>
              <p14:nvPr/>
            </p14:nvContentPartPr>
            <p14:xfrm>
              <a:off x="10509509" y="4428785"/>
              <a:ext cx="144383" cy="216416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8ECB24C5-4F5C-3923-D484-9DD1A54E3D35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0498707" y="4417982"/>
                <a:ext cx="165626" cy="2376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2" name="Ink 102">
                <a:extLst>
                  <a:ext uri="{FF2B5EF4-FFF2-40B4-BE49-F238E27FC236}">
                    <a16:creationId xmlns:a16="http://schemas.microsoft.com/office/drawing/2014/main" id="{8B655722-1903-C63A-14EE-4DC04AAF5B05}"/>
                  </a:ext>
                </a:extLst>
              </p14:cNvPr>
              <p14:cNvContentPartPr/>
              <p14:nvPr/>
            </p14:nvContentPartPr>
            <p14:xfrm>
              <a:off x="10401301" y="3470145"/>
              <a:ext cx="651469" cy="476940"/>
            </p14:xfrm>
          </p:contentPart>
        </mc:Choice>
        <mc:Fallback xmlns="">
          <p:pic>
            <p:nvPicPr>
              <p:cNvPr id="102" name="Ink 102">
                <a:extLst>
                  <a:ext uri="{FF2B5EF4-FFF2-40B4-BE49-F238E27FC236}">
                    <a16:creationId xmlns:a16="http://schemas.microsoft.com/office/drawing/2014/main" id="{8B655722-1903-C63A-14EE-4DC04AAF5B05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0390509" y="3459346"/>
                <a:ext cx="672693" cy="4981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09" name="Ink 109">
                <a:extLst>
                  <a:ext uri="{FF2B5EF4-FFF2-40B4-BE49-F238E27FC236}">
                    <a16:creationId xmlns:a16="http://schemas.microsoft.com/office/drawing/2014/main" id="{522BEE8C-B398-30E8-703C-D171E03C4017}"/>
                  </a:ext>
                </a:extLst>
              </p14:cNvPr>
              <p14:cNvContentPartPr/>
              <p14:nvPr/>
            </p14:nvContentPartPr>
            <p14:xfrm>
              <a:off x="9900561" y="3138222"/>
              <a:ext cx="423312" cy="221493"/>
            </p14:xfrm>
          </p:contentPart>
        </mc:Choice>
        <mc:Fallback xmlns="">
          <p:pic>
            <p:nvPicPr>
              <p:cNvPr id="109" name="Ink 109">
                <a:extLst>
                  <a:ext uri="{FF2B5EF4-FFF2-40B4-BE49-F238E27FC236}">
                    <a16:creationId xmlns:a16="http://schemas.microsoft.com/office/drawing/2014/main" id="{522BEE8C-B398-30E8-703C-D171E03C4017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9889771" y="3127417"/>
                <a:ext cx="444532" cy="2427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FBF27067-2676-4273-884E-A9007E466A6E}"/>
                  </a:ext>
                </a:extLst>
              </p14:cNvPr>
              <p14:cNvContentPartPr/>
              <p14:nvPr/>
            </p14:nvContentPartPr>
            <p14:xfrm>
              <a:off x="8841329" y="2245268"/>
              <a:ext cx="116776" cy="842817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FBF27067-2676-4273-884E-A9007E466A6E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8830516" y="2234463"/>
                <a:ext cx="138041" cy="8640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28" name="Ink 128">
                <a:extLst>
                  <a:ext uri="{FF2B5EF4-FFF2-40B4-BE49-F238E27FC236}">
                    <a16:creationId xmlns:a16="http://schemas.microsoft.com/office/drawing/2014/main" id="{D357770E-D5E0-9F6F-1ACF-CFF0E3A41FFB}"/>
                  </a:ext>
                </a:extLst>
              </p14:cNvPr>
              <p14:cNvContentPartPr/>
              <p14:nvPr/>
            </p14:nvContentPartPr>
            <p14:xfrm>
              <a:off x="7481272" y="2350620"/>
              <a:ext cx="440765" cy="1036385"/>
            </p14:xfrm>
          </p:contentPart>
        </mc:Choice>
        <mc:Fallback xmlns="">
          <p:pic>
            <p:nvPicPr>
              <p:cNvPr id="128" name="Ink 128">
                <a:extLst>
                  <a:ext uri="{FF2B5EF4-FFF2-40B4-BE49-F238E27FC236}">
                    <a16:creationId xmlns:a16="http://schemas.microsoft.com/office/drawing/2014/main" id="{D357770E-D5E0-9F6F-1ACF-CFF0E3A41FFB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7470469" y="2339821"/>
                <a:ext cx="462011" cy="10576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8E3B2B8B-29A9-DAD7-633A-AD41F9B8B308}"/>
                  </a:ext>
                </a:extLst>
              </p14:cNvPr>
              <p14:cNvContentPartPr/>
              <p14:nvPr/>
            </p14:nvContentPartPr>
            <p14:xfrm>
              <a:off x="5937483" y="2483580"/>
              <a:ext cx="227522" cy="681933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8E3B2B8B-29A9-DAD7-633A-AD41F9B8B308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5926683" y="2472779"/>
                <a:ext cx="248762" cy="7031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35" name="Ink 136">
                <a:extLst>
                  <a:ext uri="{FF2B5EF4-FFF2-40B4-BE49-F238E27FC236}">
                    <a16:creationId xmlns:a16="http://schemas.microsoft.com/office/drawing/2014/main" id="{3FD5F0ED-E64A-C59D-007D-2BF000189626}"/>
                  </a:ext>
                </a:extLst>
              </p14:cNvPr>
              <p14:cNvContentPartPr/>
              <p14:nvPr/>
            </p14:nvContentPartPr>
            <p14:xfrm>
              <a:off x="8780402" y="3132193"/>
              <a:ext cx="404907" cy="176750"/>
            </p14:xfrm>
          </p:contentPart>
        </mc:Choice>
        <mc:Fallback xmlns="">
          <p:pic>
            <p:nvPicPr>
              <p:cNvPr id="135" name="Ink 136">
                <a:extLst>
                  <a:ext uri="{FF2B5EF4-FFF2-40B4-BE49-F238E27FC236}">
                    <a16:creationId xmlns:a16="http://schemas.microsoft.com/office/drawing/2014/main" id="{3FD5F0ED-E64A-C59D-007D-2BF000189626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8769604" y="3121416"/>
                <a:ext cx="426142" cy="1979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40" name="Ink 140">
                <a:extLst>
                  <a:ext uri="{FF2B5EF4-FFF2-40B4-BE49-F238E27FC236}">
                    <a16:creationId xmlns:a16="http://schemas.microsoft.com/office/drawing/2014/main" id="{CFD37D18-998E-3254-47F6-FB0886473C3A}"/>
                  </a:ext>
                </a:extLst>
              </p14:cNvPr>
              <p14:cNvContentPartPr/>
              <p14:nvPr/>
            </p14:nvContentPartPr>
            <p14:xfrm>
              <a:off x="5826737" y="3182013"/>
              <a:ext cx="454727" cy="183097"/>
            </p14:xfrm>
          </p:contentPart>
        </mc:Choice>
        <mc:Fallback xmlns="">
          <p:pic>
            <p:nvPicPr>
              <p:cNvPr id="140" name="Ink 140">
                <a:extLst>
                  <a:ext uri="{FF2B5EF4-FFF2-40B4-BE49-F238E27FC236}">
                    <a16:creationId xmlns:a16="http://schemas.microsoft.com/office/drawing/2014/main" id="{CFD37D18-998E-3254-47F6-FB0886473C3A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5815936" y="3171243"/>
                <a:ext cx="475969" cy="2042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F7CFE50-0C08-5591-5EA1-626722627369}"/>
                  </a:ext>
                </a:extLst>
              </p14:cNvPr>
              <p14:cNvContentPartPr/>
              <p14:nvPr/>
            </p14:nvContentPartPr>
            <p14:xfrm>
              <a:off x="5211103" y="4840792"/>
              <a:ext cx="5822280" cy="1198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F7CFE50-0C08-5591-5EA1-626722627369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5196703" y="4826392"/>
                <a:ext cx="585072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24" name="Ink 24">
                <a:extLst>
                  <a:ext uri="{FF2B5EF4-FFF2-40B4-BE49-F238E27FC236}">
                    <a16:creationId xmlns:a16="http://schemas.microsoft.com/office/drawing/2014/main" id="{C89C9848-CD65-A382-CD9F-82853D4BD7AA}"/>
                  </a:ext>
                </a:extLst>
              </p14:cNvPr>
              <p14:cNvContentPartPr/>
              <p14:nvPr/>
            </p14:nvContentPartPr>
            <p14:xfrm>
              <a:off x="4368703" y="5162272"/>
              <a:ext cx="729360" cy="358200"/>
            </p14:xfrm>
          </p:contentPart>
        </mc:Choice>
        <mc:Fallback xmlns="">
          <p:pic>
            <p:nvPicPr>
              <p:cNvPr id="24" name="Ink 24">
                <a:extLst>
                  <a:ext uri="{FF2B5EF4-FFF2-40B4-BE49-F238E27FC236}">
                    <a16:creationId xmlns:a16="http://schemas.microsoft.com/office/drawing/2014/main" id="{C89C9848-CD65-A382-CD9F-82853D4BD7AA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4357908" y="5151472"/>
                <a:ext cx="75059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4812257-05A6-8CB6-4A4B-90E08B0DF742}"/>
                  </a:ext>
                </a:extLst>
              </p14:cNvPr>
              <p14:cNvContentPartPr/>
              <p14:nvPr/>
            </p14:nvContentPartPr>
            <p14:xfrm>
              <a:off x="7637863" y="2043952"/>
              <a:ext cx="170280" cy="2386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4812257-05A6-8CB6-4A4B-90E08B0DF742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7627040" y="2033152"/>
                <a:ext cx="191565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33" name="Ink 34">
                <a:extLst>
                  <a:ext uri="{FF2B5EF4-FFF2-40B4-BE49-F238E27FC236}">
                    <a16:creationId xmlns:a16="http://schemas.microsoft.com/office/drawing/2014/main" id="{E26A4C75-9197-1ACD-7008-2975292B9220}"/>
                  </a:ext>
                </a:extLst>
              </p14:cNvPr>
              <p14:cNvContentPartPr/>
              <p14:nvPr/>
            </p14:nvContentPartPr>
            <p14:xfrm>
              <a:off x="4860463" y="4476112"/>
              <a:ext cx="426240" cy="327240"/>
            </p14:xfrm>
          </p:contentPart>
        </mc:Choice>
        <mc:Fallback xmlns="">
          <p:pic>
            <p:nvPicPr>
              <p:cNvPr id="33" name="Ink 34">
                <a:extLst>
                  <a:ext uri="{FF2B5EF4-FFF2-40B4-BE49-F238E27FC236}">
                    <a16:creationId xmlns:a16="http://schemas.microsoft.com/office/drawing/2014/main" id="{E26A4C75-9197-1ACD-7008-2975292B9220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4849672" y="4461712"/>
                <a:ext cx="451059" cy="35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38" name="Ink 38">
                <a:extLst>
                  <a:ext uri="{FF2B5EF4-FFF2-40B4-BE49-F238E27FC236}">
                    <a16:creationId xmlns:a16="http://schemas.microsoft.com/office/drawing/2014/main" id="{444D70A8-A9E1-662C-2CA4-E0F87A8DE5E6}"/>
                  </a:ext>
                </a:extLst>
              </p14:cNvPr>
              <p14:cNvContentPartPr/>
              <p14:nvPr/>
            </p14:nvContentPartPr>
            <p14:xfrm>
              <a:off x="5620423" y="2231872"/>
              <a:ext cx="1250640" cy="2401920"/>
            </p14:xfrm>
          </p:contentPart>
        </mc:Choice>
        <mc:Fallback xmlns="">
          <p:pic>
            <p:nvPicPr>
              <p:cNvPr id="38" name="Ink 38">
                <a:extLst>
                  <a:ext uri="{FF2B5EF4-FFF2-40B4-BE49-F238E27FC236}">
                    <a16:creationId xmlns:a16="http://schemas.microsoft.com/office/drawing/2014/main" id="{444D70A8-A9E1-662C-2CA4-E0F87A8DE5E6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5609623" y="2221074"/>
                <a:ext cx="1271880" cy="24231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D3685E8-3F94-5FAB-813F-5D31EA2FACDA}"/>
                  </a:ext>
                </a:extLst>
              </p14:cNvPr>
              <p14:cNvContentPartPr/>
              <p14:nvPr/>
            </p14:nvContentPartPr>
            <p14:xfrm>
              <a:off x="8698423" y="2187592"/>
              <a:ext cx="1002240" cy="9183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D3685E8-3F94-5FAB-813F-5D31EA2FACDA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8687623" y="2176792"/>
                <a:ext cx="1023480" cy="9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E51FDA4E-3188-8BB8-CDB3-08790C48C556}"/>
                  </a:ext>
                </a:extLst>
              </p14:cNvPr>
              <p14:cNvContentPartPr/>
              <p14:nvPr/>
            </p14:nvContentPartPr>
            <p14:xfrm>
              <a:off x="8844943" y="3583312"/>
              <a:ext cx="867960" cy="8049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E51FDA4E-3188-8BB8-CDB3-08790C48C556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8834143" y="3572512"/>
                <a:ext cx="889200" cy="82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64" name="Ink 64">
                <a:extLst>
                  <a:ext uri="{FF2B5EF4-FFF2-40B4-BE49-F238E27FC236}">
                    <a16:creationId xmlns:a16="http://schemas.microsoft.com/office/drawing/2014/main" id="{CCF7600C-C79B-A052-C70E-EBE628AF8C93}"/>
                  </a:ext>
                </a:extLst>
              </p14:cNvPr>
              <p14:cNvContentPartPr/>
              <p14:nvPr/>
            </p14:nvContentPartPr>
            <p14:xfrm>
              <a:off x="5406583" y="4991632"/>
              <a:ext cx="1860480" cy="1370880"/>
            </p14:xfrm>
          </p:contentPart>
        </mc:Choice>
        <mc:Fallback xmlns="">
          <p:pic>
            <p:nvPicPr>
              <p:cNvPr id="64" name="Ink 64">
                <a:extLst>
                  <a:ext uri="{FF2B5EF4-FFF2-40B4-BE49-F238E27FC236}">
                    <a16:creationId xmlns:a16="http://schemas.microsoft.com/office/drawing/2014/main" id="{CCF7600C-C79B-A052-C70E-EBE628AF8C93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5395783" y="4980832"/>
                <a:ext cx="1881720" cy="139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70" name="Ink 70">
                <a:extLst>
                  <a:ext uri="{FF2B5EF4-FFF2-40B4-BE49-F238E27FC236}">
                    <a16:creationId xmlns:a16="http://schemas.microsoft.com/office/drawing/2014/main" id="{75A986B6-FED4-76A2-E4C0-8958832B0AF0}"/>
                  </a:ext>
                </a:extLst>
              </p14:cNvPr>
              <p14:cNvContentPartPr/>
              <p14:nvPr/>
            </p14:nvContentPartPr>
            <p14:xfrm>
              <a:off x="7361383" y="5293672"/>
              <a:ext cx="591120" cy="453240"/>
            </p14:xfrm>
          </p:contentPart>
        </mc:Choice>
        <mc:Fallback xmlns="">
          <p:pic>
            <p:nvPicPr>
              <p:cNvPr id="70" name="Ink 70">
                <a:extLst>
                  <a:ext uri="{FF2B5EF4-FFF2-40B4-BE49-F238E27FC236}">
                    <a16:creationId xmlns:a16="http://schemas.microsoft.com/office/drawing/2014/main" id="{75A986B6-FED4-76A2-E4C0-8958832B0AF0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7350590" y="5282872"/>
                <a:ext cx="612347" cy="47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2075FADB-D44E-3841-A495-EAF4E1163F2A}"/>
                  </a:ext>
                </a:extLst>
              </p14:cNvPr>
              <p14:cNvContentPartPr/>
              <p14:nvPr/>
            </p14:nvContentPartPr>
            <p14:xfrm>
              <a:off x="6657223" y="5507512"/>
              <a:ext cx="145080" cy="190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2075FADB-D44E-3841-A495-EAF4E1163F2A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6646423" y="5496712"/>
                <a:ext cx="1663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74" name="Ink 74">
                <a:extLst>
                  <a:ext uri="{FF2B5EF4-FFF2-40B4-BE49-F238E27FC236}">
                    <a16:creationId xmlns:a16="http://schemas.microsoft.com/office/drawing/2014/main" id="{8F0174EF-927D-FF54-7DEB-EAA3F054D06B}"/>
                  </a:ext>
                </a:extLst>
              </p14:cNvPr>
              <p14:cNvContentPartPr/>
              <p14:nvPr/>
            </p14:nvContentPartPr>
            <p14:xfrm>
              <a:off x="8298103" y="5463232"/>
              <a:ext cx="145080" cy="132480"/>
            </p14:xfrm>
          </p:contentPart>
        </mc:Choice>
        <mc:Fallback xmlns="">
          <p:pic>
            <p:nvPicPr>
              <p:cNvPr id="74" name="Ink 74">
                <a:extLst>
                  <a:ext uri="{FF2B5EF4-FFF2-40B4-BE49-F238E27FC236}">
                    <a16:creationId xmlns:a16="http://schemas.microsoft.com/office/drawing/2014/main" id="{8F0174EF-927D-FF54-7DEB-EAA3F054D06B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8287303" y="5452432"/>
                <a:ext cx="16632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91" name="Ink 91">
                <a:extLst>
                  <a:ext uri="{FF2B5EF4-FFF2-40B4-BE49-F238E27FC236}">
                    <a16:creationId xmlns:a16="http://schemas.microsoft.com/office/drawing/2014/main" id="{CFA24D12-64CE-D35B-1A3C-0A317A20B1EB}"/>
                  </a:ext>
                </a:extLst>
              </p14:cNvPr>
              <p14:cNvContentPartPr/>
              <p14:nvPr/>
            </p14:nvContentPartPr>
            <p14:xfrm>
              <a:off x="8631463" y="4998112"/>
              <a:ext cx="1603440" cy="1270440"/>
            </p14:xfrm>
          </p:contentPart>
        </mc:Choice>
        <mc:Fallback xmlns="">
          <p:pic>
            <p:nvPicPr>
              <p:cNvPr id="91" name="Ink 91">
                <a:extLst>
                  <a:ext uri="{FF2B5EF4-FFF2-40B4-BE49-F238E27FC236}">
                    <a16:creationId xmlns:a16="http://schemas.microsoft.com/office/drawing/2014/main" id="{CFA24D12-64CE-D35B-1A3C-0A317A20B1EB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8620663" y="4987312"/>
                <a:ext cx="1624680" cy="12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05" name="Ink 107">
                <a:extLst>
                  <a:ext uri="{FF2B5EF4-FFF2-40B4-BE49-F238E27FC236}">
                    <a16:creationId xmlns:a16="http://schemas.microsoft.com/office/drawing/2014/main" id="{9AC8AF98-DD22-4914-03FA-63DD1F6AFC79}"/>
                  </a:ext>
                </a:extLst>
              </p14:cNvPr>
              <p14:cNvContentPartPr/>
              <p14:nvPr/>
            </p14:nvContentPartPr>
            <p14:xfrm>
              <a:off x="10083703" y="4935832"/>
              <a:ext cx="804960" cy="647280"/>
            </p14:xfrm>
          </p:contentPart>
        </mc:Choice>
        <mc:Fallback xmlns="">
          <p:pic>
            <p:nvPicPr>
              <p:cNvPr id="105" name="Ink 107">
                <a:extLst>
                  <a:ext uri="{FF2B5EF4-FFF2-40B4-BE49-F238E27FC236}">
                    <a16:creationId xmlns:a16="http://schemas.microsoft.com/office/drawing/2014/main" id="{9AC8AF98-DD22-4914-03FA-63DD1F6AFC79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10069309" y="4921432"/>
                <a:ext cx="829789" cy="67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06" name="Ink 107">
                <a:extLst>
                  <a:ext uri="{FF2B5EF4-FFF2-40B4-BE49-F238E27FC236}">
                    <a16:creationId xmlns:a16="http://schemas.microsoft.com/office/drawing/2014/main" id="{80E8732B-F46C-D529-F559-BA642BEECD62}"/>
                  </a:ext>
                </a:extLst>
              </p14:cNvPr>
              <p14:cNvContentPartPr/>
              <p14:nvPr/>
            </p14:nvContentPartPr>
            <p14:xfrm>
              <a:off x="9908383" y="5985952"/>
              <a:ext cx="414360" cy="270000"/>
            </p14:xfrm>
          </p:contentPart>
        </mc:Choice>
        <mc:Fallback xmlns="">
          <p:pic>
            <p:nvPicPr>
              <p:cNvPr id="106" name="Ink 107">
                <a:extLst>
                  <a:ext uri="{FF2B5EF4-FFF2-40B4-BE49-F238E27FC236}">
                    <a16:creationId xmlns:a16="http://schemas.microsoft.com/office/drawing/2014/main" id="{80E8732B-F46C-D529-F559-BA642BEECD62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9897592" y="5975152"/>
                <a:ext cx="435582" cy="29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8118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C1C98F-13AF-96E4-B452-5A141AD07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450"/>
            <a:ext cx="10515600" cy="714375"/>
          </a:xfrm>
        </p:spPr>
        <p:txBody>
          <a:bodyPr>
            <a:normAutofit/>
          </a:bodyPr>
          <a:lstStyle/>
          <a:p>
            <a:r>
              <a:rPr lang="en-IN" sz="3600">
                <a:latin typeface="Arial Rounded MT Bold" panose="020F0704030504030204" pitchFamily="34" charset="0"/>
              </a:rPr>
              <a:t>First Law of Thermodynamics</a:t>
            </a:r>
            <a:endParaRPr lang="en-IN" sz="3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8FA7F2-9B05-5A04-26AF-674863CEC4B7}"/>
              </a:ext>
            </a:extLst>
          </p:cNvPr>
          <p:cNvSpPr txBox="1"/>
          <p:nvPr/>
        </p:nvSpPr>
        <p:spPr>
          <a:xfrm>
            <a:off x="685800" y="1276350"/>
            <a:ext cx="10820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/>
              <a:t>Statement</a:t>
            </a:r>
            <a:r>
              <a:rPr lang="en-IN" sz="2200"/>
              <a:t>: If a system is carried through a </a:t>
            </a:r>
            <a:r>
              <a:rPr lang="en-IN" sz="2200" b="1">
                <a:solidFill>
                  <a:srgbClr val="FF0000"/>
                </a:solidFill>
              </a:rPr>
              <a:t>cycle</a:t>
            </a:r>
            <a:r>
              <a:rPr lang="en-IN" sz="2200"/>
              <a:t>, the </a:t>
            </a:r>
            <a:r>
              <a:rPr lang="en-IN" sz="2200" b="1">
                <a:solidFill>
                  <a:srgbClr val="0070C0"/>
                </a:solidFill>
              </a:rPr>
              <a:t>total heat added to the system </a:t>
            </a:r>
            <a:r>
              <a:rPr lang="en-IN" sz="2200"/>
              <a:t>is </a:t>
            </a:r>
            <a:r>
              <a:rPr lang="en-IN" sz="2200" b="1">
                <a:solidFill>
                  <a:srgbClr val="0070C0"/>
                </a:solidFill>
              </a:rPr>
              <a:t>proportional to the work done by the system</a:t>
            </a:r>
            <a:r>
              <a:rPr lang="en-IN" sz="2200"/>
              <a:t> on its </a:t>
            </a:r>
            <a:r>
              <a:rPr lang="en-IN" sz="2200">
                <a:solidFill>
                  <a:srgbClr val="0070C0"/>
                </a:solidFill>
              </a:rPr>
              <a:t>surroundings</a:t>
            </a:r>
            <a:r>
              <a:rPr lang="en-IN" sz="2200"/>
              <a:t>. 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92DA186-8EC0-174D-C19B-D8DA2F62EBA3}"/>
              </a:ext>
            </a:extLst>
          </p:cNvPr>
          <p:cNvCxnSpPr/>
          <p:nvPr/>
        </p:nvCxnSpPr>
        <p:spPr>
          <a:xfrm flipV="1">
            <a:off x="1047750" y="2034117"/>
            <a:ext cx="0" cy="28860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CAFB4D8-E916-DAFF-3BF6-23090301C12A}"/>
              </a:ext>
            </a:extLst>
          </p:cNvPr>
          <p:cNvCxnSpPr/>
          <p:nvPr/>
        </p:nvCxnSpPr>
        <p:spPr>
          <a:xfrm>
            <a:off x="1047750" y="4939242"/>
            <a:ext cx="36195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FC7C615-671D-738E-8114-9ECEC8D0A451}"/>
              </a:ext>
            </a:extLst>
          </p:cNvPr>
          <p:cNvSpPr txBox="1"/>
          <p:nvPr/>
        </p:nvSpPr>
        <p:spPr>
          <a:xfrm>
            <a:off x="656482" y="3339042"/>
            <a:ext cx="3722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/>
              <a:t>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559624-F54D-B12E-4D09-7168433BAA47}"/>
              </a:ext>
            </a:extLst>
          </p:cNvPr>
          <p:cNvSpPr txBox="1"/>
          <p:nvPr/>
        </p:nvSpPr>
        <p:spPr>
          <a:xfrm>
            <a:off x="2590800" y="4958292"/>
            <a:ext cx="3722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/>
              <a:t>V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C874BA1-3BDD-E4AA-1378-B4859BA63B64}"/>
                  </a:ext>
                </a:extLst>
              </p14:cNvPr>
              <p14:cNvContentPartPr/>
              <p14:nvPr/>
            </p14:nvContentPartPr>
            <p14:xfrm>
              <a:off x="1557103" y="4298711"/>
              <a:ext cx="75960" cy="878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C874BA1-3BDD-E4AA-1378-B4859BA63B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41623" y="4283231"/>
                <a:ext cx="10656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29">
                <a:extLst>
                  <a:ext uri="{FF2B5EF4-FFF2-40B4-BE49-F238E27FC236}">
                    <a16:creationId xmlns:a16="http://schemas.microsoft.com/office/drawing/2014/main" id="{A9FB04E7-6DA6-1105-F63B-FC071812C6AC}"/>
                  </a:ext>
                </a:extLst>
              </p14:cNvPr>
              <p14:cNvContentPartPr/>
              <p14:nvPr/>
            </p14:nvContentPartPr>
            <p14:xfrm>
              <a:off x="1475383" y="4493471"/>
              <a:ext cx="245520" cy="321120"/>
            </p14:xfrm>
          </p:contentPart>
        </mc:Choice>
        <mc:Fallback xmlns="">
          <p:pic>
            <p:nvPicPr>
              <p:cNvPr id="9" name="Ink 29">
                <a:extLst>
                  <a:ext uri="{FF2B5EF4-FFF2-40B4-BE49-F238E27FC236}">
                    <a16:creationId xmlns:a16="http://schemas.microsoft.com/office/drawing/2014/main" id="{A9FB04E7-6DA6-1105-F63B-FC071812C6A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54863" y="4472928"/>
                <a:ext cx="286200" cy="3618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33">
                <a:extLst>
                  <a:ext uri="{FF2B5EF4-FFF2-40B4-BE49-F238E27FC236}">
                    <a16:creationId xmlns:a16="http://schemas.microsoft.com/office/drawing/2014/main" id="{E851A8E8-D424-54C0-4871-F5C817F6FFA8}"/>
                  </a:ext>
                </a:extLst>
              </p14:cNvPr>
              <p14:cNvContentPartPr/>
              <p14:nvPr/>
            </p14:nvContentPartPr>
            <p14:xfrm>
              <a:off x="1619743" y="2192351"/>
              <a:ext cx="2817000" cy="2118960"/>
            </p14:xfrm>
          </p:contentPart>
        </mc:Choice>
        <mc:Fallback xmlns="">
          <p:pic>
            <p:nvPicPr>
              <p:cNvPr id="10" name="Ink 33">
                <a:extLst>
                  <a:ext uri="{FF2B5EF4-FFF2-40B4-BE49-F238E27FC236}">
                    <a16:creationId xmlns:a16="http://schemas.microsoft.com/office/drawing/2014/main" id="{E851A8E8-D424-54C0-4871-F5C817F6FF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04263" y="2176871"/>
                <a:ext cx="2847600" cy="21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36">
                <a:extLst>
                  <a:ext uri="{FF2B5EF4-FFF2-40B4-BE49-F238E27FC236}">
                    <a16:creationId xmlns:a16="http://schemas.microsoft.com/office/drawing/2014/main" id="{6188DF72-481C-9AF1-FAC3-64E9E5349468}"/>
                  </a:ext>
                </a:extLst>
              </p14:cNvPr>
              <p14:cNvContentPartPr/>
              <p14:nvPr/>
            </p14:nvContentPartPr>
            <p14:xfrm>
              <a:off x="1594903" y="2424911"/>
              <a:ext cx="2471040" cy="1918080"/>
            </p14:xfrm>
          </p:contentPart>
        </mc:Choice>
        <mc:Fallback xmlns="">
          <p:pic>
            <p:nvPicPr>
              <p:cNvPr id="11" name="Ink 36">
                <a:extLst>
                  <a:ext uri="{FF2B5EF4-FFF2-40B4-BE49-F238E27FC236}">
                    <a16:creationId xmlns:a16="http://schemas.microsoft.com/office/drawing/2014/main" id="{6188DF72-481C-9AF1-FAC3-64E9E534946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74383" y="2404391"/>
                <a:ext cx="2511720" cy="19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17B3B5F-627F-5691-E87D-FEA8D6F6BC5E}"/>
                  </a:ext>
                </a:extLst>
              </p14:cNvPr>
              <p14:cNvContentPartPr/>
              <p14:nvPr/>
            </p14:nvContentPartPr>
            <p14:xfrm>
              <a:off x="2311303" y="2393591"/>
              <a:ext cx="295920" cy="1890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17B3B5F-627F-5691-E87D-FEA8D6F6BC5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95823" y="2378111"/>
                <a:ext cx="32652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75D5A53-1F16-C783-6534-71623BC8FFDB}"/>
                  </a:ext>
                </a:extLst>
              </p14:cNvPr>
              <p14:cNvContentPartPr/>
              <p14:nvPr/>
            </p14:nvContentPartPr>
            <p14:xfrm>
              <a:off x="3053263" y="3639191"/>
              <a:ext cx="251280" cy="2448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75D5A53-1F16-C783-6534-71623BC8FFD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37761" y="3623734"/>
                <a:ext cx="281924" cy="2753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Ink 41">
                <a:extLst>
                  <a:ext uri="{FF2B5EF4-FFF2-40B4-BE49-F238E27FC236}">
                    <a16:creationId xmlns:a16="http://schemas.microsoft.com/office/drawing/2014/main" id="{5B1981BD-75E6-67E6-7424-851336CDB5E7}"/>
                  </a:ext>
                </a:extLst>
              </p14:cNvPr>
              <p14:cNvContentPartPr/>
              <p14:nvPr/>
            </p14:nvContentPartPr>
            <p14:xfrm>
              <a:off x="3260983" y="2949791"/>
              <a:ext cx="276840" cy="443160"/>
            </p14:xfrm>
          </p:contentPart>
        </mc:Choice>
        <mc:Fallback xmlns="">
          <p:pic>
            <p:nvPicPr>
              <p:cNvPr id="14" name="Ink 41">
                <a:extLst>
                  <a:ext uri="{FF2B5EF4-FFF2-40B4-BE49-F238E27FC236}">
                    <a16:creationId xmlns:a16="http://schemas.microsoft.com/office/drawing/2014/main" id="{5B1981BD-75E6-67E6-7424-851336CDB5E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45503" y="2934311"/>
                <a:ext cx="307440" cy="47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63353C-DF18-6879-7E63-A6CF3A5BD04D}"/>
                  </a:ext>
                </a:extLst>
              </p:cNvPr>
              <p:cNvSpPr txBox="1"/>
              <p:nvPr/>
            </p:nvSpPr>
            <p:spPr>
              <a:xfrm>
                <a:off x="1508654" y="5309391"/>
                <a:ext cx="2558897" cy="12917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subHide m:val="on"/>
                          <m:supHide m:val="on"/>
                          <m:ctrlPr>
                            <a:rPr lang="en-IN" sz="3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∮"/>
                              <m:limLoc m:val="undOvr"/>
                              <m:subHide m:val="on"/>
                              <m:supHide m:val="on"/>
                              <m:ctrlP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IN" sz="320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63353C-DF18-6879-7E63-A6CF3A5BD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654" y="5309391"/>
                <a:ext cx="2558897" cy="12917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1" name="Ink 21">
                <a:extLst>
                  <a:ext uri="{FF2B5EF4-FFF2-40B4-BE49-F238E27FC236}">
                    <a16:creationId xmlns:a16="http://schemas.microsoft.com/office/drawing/2014/main" id="{E6BA9BC0-CD17-7FD8-95D9-96A2DCAAF393}"/>
                  </a:ext>
                </a:extLst>
              </p14:cNvPr>
              <p14:cNvContentPartPr/>
              <p14:nvPr/>
            </p14:nvContentPartPr>
            <p14:xfrm>
              <a:off x="1582303" y="2424911"/>
              <a:ext cx="2603160" cy="2081520"/>
            </p14:xfrm>
          </p:contentPart>
        </mc:Choice>
        <mc:Fallback xmlns="">
          <p:pic>
            <p:nvPicPr>
              <p:cNvPr id="21" name="Ink 21">
                <a:extLst>
                  <a:ext uri="{FF2B5EF4-FFF2-40B4-BE49-F238E27FC236}">
                    <a16:creationId xmlns:a16="http://schemas.microsoft.com/office/drawing/2014/main" id="{E6BA9BC0-CD17-7FD8-95D9-96A2DCAAF39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571503" y="2414111"/>
                <a:ext cx="2624400" cy="21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32DC11A-71F3-CD92-33BB-C8658F577292}"/>
                  </a:ext>
                </a:extLst>
              </p14:cNvPr>
              <p14:cNvContentPartPr/>
              <p14:nvPr/>
            </p14:nvContentPartPr>
            <p14:xfrm>
              <a:off x="4090783" y="3918551"/>
              <a:ext cx="157680" cy="2736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32DC11A-71F3-CD92-33BB-C8658F57729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076383" y="3904132"/>
                <a:ext cx="186120" cy="3020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64" name="Ink 64">
                <a:extLst>
                  <a:ext uri="{FF2B5EF4-FFF2-40B4-BE49-F238E27FC236}">
                    <a16:creationId xmlns:a16="http://schemas.microsoft.com/office/drawing/2014/main" id="{CCF7600C-C79B-A052-C70E-EBE628AF8C93}"/>
                  </a:ext>
                </a:extLst>
              </p14:cNvPr>
              <p14:cNvContentPartPr/>
              <p14:nvPr/>
            </p14:nvContentPartPr>
            <p14:xfrm>
              <a:off x="5482028" y="2124200"/>
              <a:ext cx="1860480" cy="1370880"/>
            </p14:xfrm>
          </p:contentPart>
        </mc:Choice>
        <mc:Fallback xmlns="">
          <p:pic>
            <p:nvPicPr>
              <p:cNvPr id="64" name="Ink 64">
                <a:extLst>
                  <a:ext uri="{FF2B5EF4-FFF2-40B4-BE49-F238E27FC236}">
                    <a16:creationId xmlns:a16="http://schemas.microsoft.com/office/drawing/2014/main" id="{CCF7600C-C79B-A052-C70E-EBE628AF8C9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471228" y="2113400"/>
                <a:ext cx="1881720" cy="139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70" name="Ink 70">
                <a:extLst>
                  <a:ext uri="{FF2B5EF4-FFF2-40B4-BE49-F238E27FC236}">
                    <a16:creationId xmlns:a16="http://schemas.microsoft.com/office/drawing/2014/main" id="{75A986B6-FED4-76A2-E4C0-8958832B0AF0}"/>
                  </a:ext>
                </a:extLst>
              </p14:cNvPr>
              <p14:cNvContentPartPr/>
              <p14:nvPr/>
            </p14:nvContentPartPr>
            <p14:xfrm>
              <a:off x="7436828" y="2426240"/>
              <a:ext cx="591120" cy="453240"/>
            </p14:xfrm>
          </p:contentPart>
        </mc:Choice>
        <mc:Fallback xmlns="">
          <p:pic>
            <p:nvPicPr>
              <p:cNvPr id="70" name="Ink 70">
                <a:extLst>
                  <a:ext uri="{FF2B5EF4-FFF2-40B4-BE49-F238E27FC236}">
                    <a16:creationId xmlns:a16="http://schemas.microsoft.com/office/drawing/2014/main" id="{75A986B6-FED4-76A2-E4C0-8958832B0AF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426035" y="2415440"/>
                <a:ext cx="612347" cy="47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2075FADB-D44E-3841-A495-EAF4E1163F2A}"/>
                  </a:ext>
                </a:extLst>
              </p14:cNvPr>
              <p14:cNvContentPartPr/>
              <p14:nvPr/>
            </p14:nvContentPartPr>
            <p14:xfrm>
              <a:off x="6732668" y="2640080"/>
              <a:ext cx="145080" cy="190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2075FADB-D44E-3841-A495-EAF4E1163F2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721868" y="2629280"/>
                <a:ext cx="1663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74" name="Ink 74">
                <a:extLst>
                  <a:ext uri="{FF2B5EF4-FFF2-40B4-BE49-F238E27FC236}">
                    <a16:creationId xmlns:a16="http://schemas.microsoft.com/office/drawing/2014/main" id="{8F0174EF-927D-FF54-7DEB-EAA3F054D06B}"/>
                  </a:ext>
                </a:extLst>
              </p14:cNvPr>
              <p14:cNvContentPartPr/>
              <p14:nvPr/>
            </p14:nvContentPartPr>
            <p14:xfrm>
              <a:off x="8373548" y="2595800"/>
              <a:ext cx="145080" cy="132480"/>
            </p14:xfrm>
          </p:contentPart>
        </mc:Choice>
        <mc:Fallback xmlns="">
          <p:pic>
            <p:nvPicPr>
              <p:cNvPr id="74" name="Ink 74">
                <a:extLst>
                  <a:ext uri="{FF2B5EF4-FFF2-40B4-BE49-F238E27FC236}">
                    <a16:creationId xmlns:a16="http://schemas.microsoft.com/office/drawing/2014/main" id="{8F0174EF-927D-FF54-7DEB-EAA3F054D06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362748" y="2585000"/>
                <a:ext cx="16632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91" name="Ink 91">
                <a:extLst>
                  <a:ext uri="{FF2B5EF4-FFF2-40B4-BE49-F238E27FC236}">
                    <a16:creationId xmlns:a16="http://schemas.microsoft.com/office/drawing/2014/main" id="{CFA24D12-64CE-D35B-1A3C-0A317A20B1EB}"/>
                  </a:ext>
                </a:extLst>
              </p14:cNvPr>
              <p14:cNvContentPartPr/>
              <p14:nvPr/>
            </p14:nvContentPartPr>
            <p14:xfrm>
              <a:off x="8706908" y="2130680"/>
              <a:ext cx="1603440" cy="1270440"/>
            </p14:xfrm>
          </p:contentPart>
        </mc:Choice>
        <mc:Fallback xmlns="">
          <p:pic>
            <p:nvPicPr>
              <p:cNvPr id="91" name="Ink 91">
                <a:extLst>
                  <a:ext uri="{FF2B5EF4-FFF2-40B4-BE49-F238E27FC236}">
                    <a16:creationId xmlns:a16="http://schemas.microsoft.com/office/drawing/2014/main" id="{CFA24D12-64CE-D35B-1A3C-0A317A20B1E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696108" y="2119880"/>
                <a:ext cx="1624680" cy="12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5" name="Ink 107">
                <a:extLst>
                  <a:ext uri="{FF2B5EF4-FFF2-40B4-BE49-F238E27FC236}">
                    <a16:creationId xmlns:a16="http://schemas.microsoft.com/office/drawing/2014/main" id="{9AC8AF98-DD22-4914-03FA-63DD1F6AFC79}"/>
                  </a:ext>
                </a:extLst>
              </p14:cNvPr>
              <p14:cNvContentPartPr/>
              <p14:nvPr/>
            </p14:nvContentPartPr>
            <p14:xfrm>
              <a:off x="10159148" y="2068400"/>
              <a:ext cx="804960" cy="647280"/>
            </p14:xfrm>
          </p:contentPart>
        </mc:Choice>
        <mc:Fallback xmlns="">
          <p:pic>
            <p:nvPicPr>
              <p:cNvPr id="105" name="Ink 107">
                <a:extLst>
                  <a:ext uri="{FF2B5EF4-FFF2-40B4-BE49-F238E27FC236}">
                    <a16:creationId xmlns:a16="http://schemas.microsoft.com/office/drawing/2014/main" id="{9AC8AF98-DD22-4914-03FA-63DD1F6AFC7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144754" y="2054000"/>
                <a:ext cx="829789" cy="67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6" name="Ink 107">
                <a:extLst>
                  <a:ext uri="{FF2B5EF4-FFF2-40B4-BE49-F238E27FC236}">
                    <a16:creationId xmlns:a16="http://schemas.microsoft.com/office/drawing/2014/main" id="{80E8732B-F46C-D529-F559-BA642BEECD62}"/>
                  </a:ext>
                </a:extLst>
              </p14:cNvPr>
              <p14:cNvContentPartPr/>
              <p14:nvPr/>
            </p14:nvContentPartPr>
            <p14:xfrm>
              <a:off x="9983828" y="3118520"/>
              <a:ext cx="414360" cy="270000"/>
            </p14:xfrm>
          </p:contentPart>
        </mc:Choice>
        <mc:Fallback xmlns="">
          <p:pic>
            <p:nvPicPr>
              <p:cNvPr id="106" name="Ink 107">
                <a:extLst>
                  <a:ext uri="{FF2B5EF4-FFF2-40B4-BE49-F238E27FC236}">
                    <a16:creationId xmlns:a16="http://schemas.microsoft.com/office/drawing/2014/main" id="{80E8732B-F46C-D529-F559-BA642BEECD62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973037" y="3107720"/>
                <a:ext cx="435582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0" name="Ink 22">
                <a:extLst>
                  <a:ext uri="{FF2B5EF4-FFF2-40B4-BE49-F238E27FC236}">
                    <a16:creationId xmlns:a16="http://schemas.microsoft.com/office/drawing/2014/main" id="{8D3EB489-0854-3E0A-0438-E3AD53E46727}"/>
                  </a:ext>
                </a:extLst>
              </p14:cNvPr>
              <p14:cNvContentPartPr/>
              <p14:nvPr/>
            </p14:nvContentPartPr>
            <p14:xfrm>
              <a:off x="5280223" y="4036244"/>
              <a:ext cx="345960" cy="311760"/>
            </p14:xfrm>
          </p:contentPart>
        </mc:Choice>
        <mc:Fallback xmlns="">
          <p:pic>
            <p:nvPicPr>
              <p:cNvPr id="20" name="Ink 22">
                <a:extLst>
                  <a:ext uri="{FF2B5EF4-FFF2-40B4-BE49-F238E27FC236}">
                    <a16:creationId xmlns:a16="http://schemas.microsoft.com/office/drawing/2014/main" id="{8D3EB489-0854-3E0A-0438-E3AD53E46727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269423" y="4025456"/>
                <a:ext cx="367200" cy="3329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9C1A253-E85F-2F4A-FD01-9D319C40CFCB}"/>
                  </a:ext>
                </a:extLst>
              </p14:cNvPr>
              <p14:cNvContentPartPr/>
              <p14:nvPr/>
            </p14:nvContentPartPr>
            <p14:xfrm>
              <a:off x="5048383" y="4074044"/>
              <a:ext cx="226080" cy="3211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9C1A253-E85F-2F4A-FD01-9D319C40CFCB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037583" y="4063244"/>
                <a:ext cx="24732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4" name="Ink 34">
                <a:extLst>
                  <a:ext uri="{FF2B5EF4-FFF2-40B4-BE49-F238E27FC236}">
                    <a16:creationId xmlns:a16="http://schemas.microsoft.com/office/drawing/2014/main" id="{D6D54187-4202-3EA1-B67D-4A4612838D1D}"/>
                  </a:ext>
                </a:extLst>
              </p14:cNvPr>
              <p14:cNvContentPartPr/>
              <p14:nvPr/>
            </p14:nvContentPartPr>
            <p14:xfrm>
              <a:off x="5997703" y="3502364"/>
              <a:ext cx="458640" cy="1351440"/>
            </p14:xfrm>
          </p:contentPart>
        </mc:Choice>
        <mc:Fallback xmlns="">
          <p:pic>
            <p:nvPicPr>
              <p:cNvPr id="34" name="Ink 34">
                <a:extLst>
                  <a:ext uri="{FF2B5EF4-FFF2-40B4-BE49-F238E27FC236}">
                    <a16:creationId xmlns:a16="http://schemas.microsoft.com/office/drawing/2014/main" id="{D6D54187-4202-3EA1-B67D-4A4612838D1D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986903" y="3487964"/>
                <a:ext cx="479880" cy="137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42" name="Ink 42">
                <a:extLst>
                  <a:ext uri="{FF2B5EF4-FFF2-40B4-BE49-F238E27FC236}">
                    <a16:creationId xmlns:a16="http://schemas.microsoft.com/office/drawing/2014/main" id="{88D852DF-8D98-45D9-1BE9-C95C06EA8FF7}"/>
                  </a:ext>
                </a:extLst>
              </p14:cNvPr>
              <p14:cNvContentPartPr/>
              <p14:nvPr/>
            </p14:nvContentPartPr>
            <p14:xfrm>
              <a:off x="6575503" y="3829244"/>
              <a:ext cx="584640" cy="483840"/>
            </p14:xfrm>
          </p:contentPart>
        </mc:Choice>
        <mc:Fallback xmlns="">
          <p:pic>
            <p:nvPicPr>
              <p:cNvPr id="42" name="Ink 42">
                <a:extLst>
                  <a:ext uri="{FF2B5EF4-FFF2-40B4-BE49-F238E27FC236}">
                    <a16:creationId xmlns:a16="http://schemas.microsoft.com/office/drawing/2014/main" id="{88D852DF-8D98-45D9-1BE9-C95C06EA8FF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6561112" y="3814844"/>
                <a:ext cx="609465" cy="50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FD5E04B3-07A1-2D17-C886-294A3AFF7C73}"/>
                  </a:ext>
                </a:extLst>
              </p14:cNvPr>
              <p14:cNvContentPartPr/>
              <p14:nvPr/>
            </p14:nvContentPartPr>
            <p14:xfrm>
              <a:off x="6449503" y="3797204"/>
              <a:ext cx="182520" cy="62280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FD5E04B3-07A1-2D17-C886-294A3AFF7C73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435103" y="3782804"/>
                <a:ext cx="210960" cy="65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798D50C0-B6A7-386B-3790-C5539AAEBEF5}"/>
                  </a:ext>
                </a:extLst>
              </p14:cNvPr>
              <p14:cNvContentPartPr/>
              <p14:nvPr/>
            </p14:nvContentPartPr>
            <p14:xfrm>
              <a:off x="9329143" y="3482924"/>
              <a:ext cx="207720" cy="100008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798D50C0-B6A7-386B-3790-C5539AAEBEF5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314743" y="3468524"/>
                <a:ext cx="236160" cy="10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51" name="Ink 52">
                <a:extLst>
                  <a:ext uri="{FF2B5EF4-FFF2-40B4-BE49-F238E27FC236}">
                    <a16:creationId xmlns:a16="http://schemas.microsoft.com/office/drawing/2014/main" id="{C1C50068-2478-28FE-4D19-3C257AC8FAA5}"/>
                  </a:ext>
                </a:extLst>
              </p14:cNvPr>
              <p14:cNvContentPartPr/>
              <p14:nvPr/>
            </p14:nvContentPartPr>
            <p14:xfrm>
              <a:off x="8844943" y="3967124"/>
              <a:ext cx="138960" cy="69480"/>
            </p14:xfrm>
          </p:contentPart>
        </mc:Choice>
        <mc:Fallback xmlns="">
          <p:pic>
            <p:nvPicPr>
              <p:cNvPr id="51" name="Ink 52">
                <a:extLst>
                  <a:ext uri="{FF2B5EF4-FFF2-40B4-BE49-F238E27FC236}">
                    <a16:creationId xmlns:a16="http://schemas.microsoft.com/office/drawing/2014/main" id="{C1C50068-2478-28FE-4D19-3C257AC8FAA5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834115" y="3956324"/>
                <a:ext cx="160255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52" name="Ink 52">
                <a:extLst>
                  <a:ext uri="{FF2B5EF4-FFF2-40B4-BE49-F238E27FC236}">
                    <a16:creationId xmlns:a16="http://schemas.microsoft.com/office/drawing/2014/main" id="{FB33F0B1-E102-CC3C-0607-245EA72A2745}"/>
                  </a:ext>
                </a:extLst>
              </p14:cNvPr>
              <p14:cNvContentPartPr/>
              <p14:nvPr/>
            </p14:nvContentPartPr>
            <p14:xfrm>
              <a:off x="7367503" y="3753284"/>
              <a:ext cx="1150920" cy="591480"/>
            </p14:xfrm>
          </p:contentPart>
        </mc:Choice>
        <mc:Fallback xmlns="">
          <p:pic>
            <p:nvPicPr>
              <p:cNvPr id="52" name="Ink 52">
                <a:extLst>
                  <a:ext uri="{FF2B5EF4-FFF2-40B4-BE49-F238E27FC236}">
                    <a16:creationId xmlns:a16="http://schemas.microsoft.com/office/drawing/2014/main" id="{FB33F0B1-E102-CC3C-0607-245EA72A2745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356703" y="3738884"/>
                <a:ext cx="1175760" cy="61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B6466D06-6CC8-2117-E7AB-85617BFD0AE1}"/>
                  </a:ext>
                </a:extLst>
              </p14:cNvPr>
              <p14:cNvContentPartPr/>
              <p14:nvPr/>
            </p14:nvContentPartPr>
            <p14:xfrm>
              <a:off x="9234823" y="4608284"/>
              <a:ext cx="145080" cy="1576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B6466D06-6CC8-2117-E7AB-85617BFD0AE1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223996" y="4597459"/>
                <a:ext cx="166373" cy="1789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4AB5C789-3B04-889D-0410-4D99BD5735B3}"/>
                  </a:ext>
                </a:extLst>
              </p14:cNvPr>
              <p14:cNvContentPartPr/>
              <p14:nvPr/>
            </p14:nvContentPartPr>
            <p14:xfrm>
              <a:off x="9410863" y="4727804"/>
              <a:ext cx="31680" cy="820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4AB5C789-3B04-889D-0410-4D99BD5735B3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9400063" y="4717004"/>
                <a:ext cx="5292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CF16521A-0E44-2A53-4F10-E4444ECCE6BA}"/>
                  </a:ext>
                </a:extLst>
              </p14:cNvPr>
              <p14:cNvContentPartPr/>
              <p14:nvPr/>
            </p14:nvContentPartPr>
            <p14:xfrm>
              <a:off x="9542983" y="4565084"/>
              <a:ext cx="138600" cy="2008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F16521A-0E44-2A53-4F10-E4444ECCE6BA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9532211" y="4554284"/>
                <a:ext cx="159785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BD4C585B-5E1F-6830-4013-031F6754EE33}"/>
                  </a:ext>
                </a:extLst>
              </p14:cNvPr>
              <p14:cNvContentPartPr/>
              <p14:nvPr/>
            </p14:nvContentPartPr>
            <p14:xfrm>
              <a:off x="9423463" y="3325604"/>
              <a:ext cx="6480" cy="1260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BD4C585B-5E1F-6830-4013-031F6754EE33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9409063" y="3311204"/>
                <a:ext cx="3492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8160A34B-F813-53D7-1011-E16E1D43A2D2}"/>
                  </a:ext>
                </a:extLst>
              </p14:cNvPr>
              <p14:cNvContentPartPr/>
              <p14:nvPr/>
            </p14:nvContentPartPr>
            <p14:xfrm>
              <a:off x="9770503" y="3684164"/>
              <a:ext cx="187560" cy="38304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8160A34B-F813-53D7-1011-E16E1D43A2D2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759703" y="3673374"/>
                <a:ext cx="208800" cy="4042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C1432DD5-AA6D-8B19-C0B2-ED0D1311D7A6}"/>
                  </a:ext>
                </a:extLst>
              </p14:cNvPr>
              <p14:cNvContentPartPr/>
              <p14:nvPr/>
            </p14:nvContentPartPr>
            <p14:xfrm>
              <a:off x="10061383" y="3740684"/>
              <a:ext cx="184680" cy="2455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C1432DD5-AA6D-8B19-C0B2-ED0D1311D7A6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0050583" y="3729900"/>
                <a:ext cx="205920" cy="2667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700751FF-3340-7747-FC91-B29479F91E6F}"/>
                  </a:ext>
                </a:extLst>
              </p14:cNvPr>
              <p14:cNvContentPartPr/>
              <p14:nvPr/>
            </p14:nvContentPartPr>
            <p14:xfrm>
              <a:off x="10152823" y="3904124"/>
              <a:ext cx="119880" cy="17640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700751FF-3340-7747-FC91-B29479F91E6F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0142023" y="3893324"/>
                <a:ext cx="14112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1A3B69D5-363D-65B3-29CB-A43BDFA2AE6C}"/>
                  </a:ext>
                </a:extLst>
              </p14:cNvPr>
              <p14:cNvContentPartPr/>
              <p14:nvPr/>
            </p14:nvContentPartPr>
            <p14:xfrm>
              <a:off x="10397983" y="3860204"/>
              <a:ext cx="157680" cy="442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1A3B69D5-363D-65B3-29CB-A43BDFA2AE6C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0387183" y="3849491"/>
                <a:ext cx="178920" cy="653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F2DFB1DC-2164-D5D8-96E2-51D1EBC939E4}"/>
                  </a:ext>
                </a:extLst>
              </p14:cNvPr>
              <p14:cNvContentPartPr/>
              <p14:nvPr/>
            </p14:nvContentPartPr>
            <p14:xfrm>
              <a:off x="10643143" y="3646364"/>
              <a:ext cx="163800" cy="3585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F2DFB1DC-2164-D5D8-96E2-51D1EBC939E4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0632343" y="3635575"/>
                <a:ext cx="185040" cy="3797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001F6708-26C5-FE79-29A8-8A5095D3CC92}"/>
                  </a:ext>
                </a:extLst>
              </p14:cNvPr>
              <p14:cNvContentPartPr/>
              <p14:nvPr/>
            </p14:nvContentPartPr>
            <p14:xfrm>
              <a:off x="10894783" y="3693164"/>
              <a:ext cx="252000" cy="2491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001F6708-26C5-FE79-29A8-8A5095D3CC92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0883983" y="3682364"/>
                <a:ext cx="27324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EBD0DD93-7622-E772-927C-E3E90F6A4D44}"/>
                  </a:ext>
                </a:extLst>
              </p14:cNvPr>
              <p14:cNvContentPartPr/>
              <p14:nvPr/>
            </p14:nvContentPartPr>
            <p14:xfrm>
              <a:off x="11171263" y="3595964"/>
              <a:ext cx="214200" cy="5914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EBD0DD93-7622-E772-927C-E3E90F6A4D44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1156839" y="3581555"/>
                <a:ext cx="242688" cy="6199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3EFF820E-54F7-9331-70E4-00BAE23FCE2B}"/>
                  </a:ext>
                </a:extLst>
              </p14:cNvPr>
              <p14:cNvContentPartPr/>
              <p14:nvPr/>
            </p14:nvContentPartPr>
            <p14:xfrm>
              <a:off x="9605623" y="3646364"/>
              <a:ext cx="214200" cy="5976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EFF820E-54F7-9331-70E4-00BAE23FCE2B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9594823" y="3635571"/>
                <a:ext cx="235440" cy="6188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11B1D53D-F7F8-226F-B43C-C0C4ECBED039}"/>
                  </a:ext>
                </a:extLst>
              </p14:cNvPr>
              <p14:cNvContentPartPr/>
              <p14:nvPr/>
            </p14:nvContentPartPr>
            <p14:xfrm>
              <a:off x="5450143" y="5306324"/>
              <a:ext cx="44280" cy="561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11B1D53D-F7F8-226F-B43C-C0C4ECBED039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5434663" y="5290844"/>
                <a:ext cx="7488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983B3E3E-CF2F-6223-BB44-904BB28101FF}"/>
                  </a:ext>
                </a:extLst>
              </p14:cNvPr>
              <p14:cNvContentPartPr/>
              <p14:nvPr/>
            </p14:nvContentPartPr>
            <p14:xfrm>
              <a:off x="5292823" y="5683244"/>
              <a:ext cx="50760" cy="5688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983B3E3E-CF2F-6223-BB44-904BB28101FF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5277232" y="5667764"/>
                <a:ext cx="81579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B8E76C06-4947-1A3B-873B-ACF90578087E}"/>
                  </a:ext>
                </a:extLst>
              </p14:cNvPr>
              <p14:cNvContentPartPr/>
              <p14:nvPr/>
            </p14:nvContentPartPr>
            <p14:xfrm>
              <a:off x="5607823" y="5658764"/>
              <a:ext cx="87840" cy="687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B8E76C06-4947-1A3B-873B-ACF90578087E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5592279" y="5643284"/>
                <a:ext cx="118566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88" name="Ink 88">
                <a:extLst>
                  <a:ext uri="{FF2B5EF4-FFF2-40B4-BE49-F238E27FC236}">
                    <a16:creationId xmlns:a16="http://schemas.microsoft.com/office/drawing/2014/main" id="{A3C13254-AC12-8FDE-B827-AE7C15117C49}"/>
                  </a:ext>
                </a:extLst>
              </p14:cNvPr>
              <p14:cNvContentPartPr/>
              <p14:nvPr/>
            </p14:nvContentPartPr>
            <p14:xfrm>
              <a:off x="6110023" y="5149004"/>
              <a:ext cx="1930680" cy="559800"/>
            </p14:xfrm>
          </p:contentPart>
        </mc:Choice>
        <mc:Fallback xmlns="">
          <p:pic>
            <p:nvPicPr>
              <p:cNvPr id="88" name="Ink 88">
                <a:extLst>
                  <a:ext uri="{FF2B5EF4-FFF2-40B4-BE49-F238E27FC236}">
                    <a16:creationId xmlns:a16="http://schemas.microsoft.com/office/drawing/2014/main" id="{A3C13254-AC12-8FDE-B827-AE7C15117C49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6094540" y="5133534"/>
                <a:ext cx="1961286" cy="5903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99" name="Ink 99">
                <a:extLst>
                  <a:ext uri="{FF2B5EF4-FFF2-40B4-BE49-F238E27FC236}">
                    <a16:creationId xmlns:a16="http://schemas.microsoft.com/office/drawing/2014/main" id="{B8DB676C-6C86-96BA-E417-9DFCC76A9103}"/>
                  </a:ext>
                </a:extLst>
              </p14:cNvPr>
              <p14:cNvContentPartPr/>
              <p14:nvPr/>
            </p14:nvContentPartPr>
            <p14:xfrm>
              <a:off x="8128183" y="5024084"/>
              <a:ext cx="654120" cy="659160"/>
            </p14:xfrm>
          </p:contentPart>
        </mc:Choice>
        <mc:Fallback xmlns="">
          <p:pic>
            <p:nvPicPr>
              <p:cNvPr id="99" name="Ink 99">
                <a:extLst>
                  <a:ext uri="{FF2B5EF4-FFF2-40B4-BE49-F238E27FC236}">
                    <a16:creationId xmlns:a16="http://schemas.microsoft.com/office/drawing/2014/main" id="{B8DB676C-6C86-96BA-E417-9DFCC76A9103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8112703" y="5008604"/>
                <a:ext cx="684720" cy="68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37" name="Ink 137">
                <a:extLst>
                  <a:ext uri="{FF2B5EF4-FFF2-40B4-BE49-F238E27FC236}">
                    <a16:creationId xmlns:a16="http://schemas.microsoft.com/office/drawing/2014/main" id="{8CF19BDD-FD74-9880-B138-F3261EB782D6}"/>
                  </a:ext>
                </a:extLst>
              </p14:cNvPr>
              <p14:cNvContentPartPr/>
              <p14:nvPr/>
            </p14:nvContentPartPr>
            <p14:xfrm>
              <a:off x="8933143" y="4963964"/>
              <a:ext cx="2817000" cy="1138320"/>
            </p14:xfrm>
          </p:contentPart>
        </mc:Choice>
        <mc:Fallback xmlns="">
          <p:pic>
            <p:nvPicPr>
              <p:cNvPr id="137" name="Ink 137">
                <a:extLst>
                  <a:ext uri="{FF2B5EF4-FFF2-40B4-BE49-F238E27FC236}">
                    <a16:creationId xmlns:a16="http://schemas.microsoft.com/office/drawing/2014/main" id="{8CF19BDD-FD74-9880-B138-F3261EB782D6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8917663" y="4948484"/>
                <a:ext cx="2847600" cy="116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0877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C1C98F-13AF-96E4-B452-5A141AD07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450"/>
            <a:ext cx="10515600" cy="714375"/>
          </a:xfrm>
        </p:spPr>
        <p:txBody>
          <a:bodyPr>
            <a:normAutofit/>
          </a:bodyPr>
          <a:lstStyle/>
          <a:p>
            <a:r>
              <a:rPr lang="en-IN" sz="3600">
                <a:latin typeface="Arial Rounded MT Bold" panose="020F0704030504030204" pitchFamily="34" charset="0"/>
              </a:rPr>
              <a:t>First Law of Thermodynamics</a:t>
            </a:r>
            <a:endParaRPr lang="en-IN" sz="3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8FA7F2-9B05-5A04-26AF-674863CEC4B7}"/>
              </a:ext>
            </a:extLst>
          </p:cNvPr>
          <p:cNvSpPr txBox="1"/>
          <p:nvPr/>
        </p:nvSpPr>
        <p:spPr>
          <a:xfrm>
            <a:off x="685800" y="1276350"/>
            <a:ext cx="10820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/>
              <a:t>Statement</a:t>
            </a:r>
            <a:r>
              <a:rPr lang="en-IN" sz="2200"/>
              <a:t>: If a system is carried through a </a:t>
            </a:r>
            <a:r>
              <a:rPr lang="en-IN" sz="2200" b="1">
                <a:solidFill>
                  <a:srgbClr val="FF0000"/>
                </a:solidFill>
              </a:rPr>
              <a:t>cycle</a:t>
            </a:r>
            <a:r>
              <a:rPr lang="en-IN" sz="2200"/>
              <a:t>, the </a:t>
            </a:r>
            <a:r>
              <a:rPr lang="en-IN" sz="2200" b="1">
                <a:solidFill>
                  <a:srgbClr val="0070C0"/>
                </a:solidFill>
              </a:rPr>
              <a:t>total heat added to the system </a:t>
            </a:r>
            <a:r>
              <a:rPr lang="en-IN" sz="2200"/>
              <a:t>is </a:t>
            </a:r>
            <a:r>
              <a:rPr lang="en-IN" sz="2200" b="1">
                <a:solidFill>
                  <a:srgbClr val="0070C0"/>
                </a:solidFill>
              </a:rPr>
              <a:t>proportional to the work done by the system</a:t>
            </a:r>
            <a:r>
              <a:rPr lang="en-IN" sz="2200"/>
              <a:t> on its </a:t>
            </a:r>
            <a:r>
              <a:rPr lang="en-IN" sz="2200">
                <a:solidFill>
                  <a:srgbClr val="0070C0"/>
                </a:solidFill>
              </a:rPr>
              <a:t>surroundings</a:t>
            </a:r>
            <a:r>
              <a:rPr lang="en-IN" sz="2200"/>
              <a:t>. 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92DA186-8EC0-174D-C19B-D8DA2F62EBA3}"/>
              </a:ext>
            </a:extLst>
          </p:cNvPr>
          <p:cNvCxnSpPr/>
          <p:nvPr/>
        </p:nvCxnSpPr>
        <p:spPr>
          <a:xfrm flipV="1">
            <a:off x="1047750" y="2034117"/>
            <a:ext cx="0" cy="28860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CAFB4D8-E916-DAFF-3BF6-23090301C12A}"/>
              </a:ext>
            </a:extLst>
          </p:cNvPr>
          <p:cNvCxnSpPr/>
          <p:nvPr/>
        </p:nvCxnSpPr>
        <p:spPr>
          <a:xfrm>
            <a:off x="1047750" y="4939242"/>
            <a:ext cx="36195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FC7C615-671D-738E-8114-9ECEC8D0A451}"/>
              </a:ext>
            </a:extLst>
          </p:cNvPr>
          <p:cNvSpPr txBox="1"/>
          <p:nvPr/>
        </p:nvSpPr>
        <p:spPr>
          <a:xfrm>
            <a:off x="656482" y="3339042"/>
            <a:ext cx="3722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/>
              <a:t>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559624-F54D-B12E-4D09-7168433BAA47}"/>
              </a:ext>
            </a:extLst>
          </p:cNvPr>
          <p:cNvSpPr txBox="1"/>
          <p:nvPr/>
        </p:nvSpPr>
        <p:spPr>
          <a:xfrm>
            <a:off x="2590800" y="4958292"/>
            <a:ext cx="3722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/>
              <a:t>V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C874BA1-3BDD-E4AA-1378-B4859BA63B64}"/>
                  </a:ext>
                </a:extLst>
              </p14:cNvPr>
              <p14:cNvContentPartPr/>
              <p14:nvPr/>
            </p14:nvContentPartPr>
            <p14:xfrm>
              <a:off x="1557103" y="4298711"/>
              <a:ext cx="75960" cy="878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C874BA1-3BDD-E4AA-1378-B4859BA63B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41623" y="4283231"/>
                <a:ext cx="10656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29">
                <a:extLst>
                  <a:ext uri="{FF2B5EF4-FFF2-40B4-BE49-F238E27FC236}">
                    <a16:creationId xmlns:a16="http://schemas.microsoft.com/office/drawing/2014/main" id="{A9FB04E7-6DA6-1105-F63B-FC071812C6AC}"/>
                  </a:ext>
                </a:extLst>
              </p14:cNvPr>
              <p14:cNvContentPartPr/>
              <p14:nvPr/>
            </p14:nvContentPartPr>
            <p14:xfrm>
              <a:off x="1475383" y="4493471"/>
              <a:ext cx="245520" cy="321120"/>
            </p14:xfrm>
          </p:contentPart>
        </mc:Choice>
        <mc:Fallback xmlns="">
          <p:pic>
            <p:nvPicPr>
              <p:cNvPr id="9" name="Ink 29">
                <a:extLst>
                  <a:ext uri="{FF2B5EF4-FFF2-40B4-BE49-F238E27FC236}">
                    <a16:creationId xmlns:a16="http://schemas.microsoft.com/office/drawing/2014/main" id="{A9FB04E7-6DA6-1105-F63B-FC071812C6A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54863" y="4472928"/>
                <a:ext cx="286200" cy="3618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33">
                <a:extLst>
                  <a:ext uri="{FF2B5EF4-FFF2-40B4-BE49-F238E27FC236}">
                    <a16:creationId xmlns:a16="http://schemas.microsoft.com/office/drawing/2014/main" id="{E851A8E8-D424-54C0-4871-F5C817F6FFA8}"/>
                  </a:ext>
                </a:extLst>
              </p14:cNvPr>
              <p14:cNvContentPartPr/>
              <p14:nvPr/>
            </p14:nvContentPartPr>
            <p14:xfrm>
              <a:off x="1619743" y="2192351"/>
              <a:ext cx="2817000" cy="2118960"/>
            </p14:xfrm>
          </p:contentPart>
        </mc:Choice>
        <mc:Fallback xmlns="">
          <p:pic>
            <p:nvPicPr>
              <p:cNvPr id="10" name="Ink 33">
                <a:extLst>
                  <a:ext uri="{FF2B5EF4-FFF2-40B4-BE49-F238E27FC236}">
                    <a16:creationId xmlns:a16="http://schemas.microsoft.com/office/drawing/2014/main" id="{E851A8E8-D424-54C0-4871-F5C817F6FF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04263" y="2176871"/>
                <a:ext cx="2847600" cy="21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36">
                <a:extLst>
                  <a:ext uri="{FF2B5EF4-FFF2-40B4-BE49-F238E27FC236}">
                    <a16:creationId xmlns:a16="http://schemas.microsoft.com/office/drawing/2014/main" id="{6188DF72-481C-9AF1-FAC3-64E9E5349468}"/>
                  </a:ext>
                </a:extLst>
              </p14:cNvPr>
              <p14:cNvContentPartPr/>
              <p14:nvPr/>
            </p14:nvContentPartPr>
            <p14:xfrm>
              <a:off x="1594903" y="2424911"/>
              <a:ext cx="2471040" cy="1918080"/>
            </p14:xfrm>
          </p:contentPart>
        </mc:Choice>
        <mc:Fallback xmlns="">
          <p:pic>
            <p:nvPicPr>
              <p:cNvPr id="11" name="Ink 36">
                <a:extLst>
                  <a:ext uri="{FF2B5EF4-FFF2-40B4-BE49-F238E27FC236}">
                    <a16:creationId xmlns:a16="http://schemas.microsoft.com/office/drawing/2014/main" id="{6188DF72-481C-9AF1-FAC3-64E9E534946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74383" y="2404391"/>
                <a:ext cx="2511720" cy="19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17B3B5F-627F-5691-E87D-FEA8D6F6BC5E}"/>
                  </a:ext>
                </a:extLst>
              </p14:cNvPr>
              <p14:cNvContentPartPr/>
              <p14:nvPr/>
            </p14:nvContentPartPr>
            <p14:xfrm>
              <a:off x="2311303" y="2393591"/>
              <a:ext cx="295920" cy="1890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17B3B5F-627F-5691-E87D-FEA8D6F6BC5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95823" y="2378111"/>
                <a:ext cx="32652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75D5A53-1F16-C783-6534-71623BC8FFDB}"/>
                  </a:ext>
                </a:extLst>
              </p14:cNvPr>
              <p14:cNvContentPartPr/>
              <p14:nvPr/>
            </p14:nvContentPartPr>
            <p14:xfrm>
              <a:off x="3053263" y="3639191"/>
              <a:ext cx="251280" cy="2448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75D5A53-1F16-C783-6534-71623BC8FFD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37761" y="3623734"/>
                <a:ext cx="281924" cy="2753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Ink 41">
                <a:extLst>
                  <a:ext uri="{FF2B5EF4-FFF2-40B4-BE49-F238E27FC236}">
                    <a16:creationId xmlns:a16="http://schemas.microsoft.com/office/drawing/2014/main" id="{5B1981BD-75E6-67E6-7424-851336CDB5E7}"/>
                  </a:ext>
                </a:extLst>
              </p14:cNvPr>
              <p14:cNvContentPartPr/>
              <p14:nvPr/>
            </p14:nvContentPartPr>
            <p14:xfrm>
              <a:off x="3260983" y="2949791"/>
              <a:ext cx="276840" cy="443160"/>
            </p14:xfrm>
          </p:contentPart>
        </mc:Choice>
        <mc:Fallback xmlns="">
          <p:pic>
            <p:nvPicPr>
              <p:cNvPr id="14" name="Ink 41">
                <a:extLst>
                  <a:ext uri="{FF2B5EF4-FFF2-40B4-BE49-F238E27FC236}">
                    <a16:creationId xmlns:a16="http://schemas.microsoft.com/office/drawing/2014/main" id="{5B1981BD-75E6-67E6-7424-851336CDB5E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45503" y="2934311"/>
                <a:ext cx="307440" cy="47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63353C-DF18-6879-7E63-A6CF3A5BD04D}"/>
                  </a:ext>
                </a:extLst>
              </p:cNvPr>
              <p:cNvSpPr txBox="1"/>
              <p:nvPr/>
            </p:nvSpPr>
            <p:spPr>
              <a:xfrm>
                <a:off x="1508654" y="5309391"/>
                <a:ext cx="2558897" cy="12917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subHide m:val="on"/>
                          <m:supHide m:val="on"/>
                          <m:ctrlPr>
                            <a:rPr lang="en-IN" sz="3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∮"/>
                              <m:limLoc m:val="undOvr"/>
                              <m:subHide m:val="on"/>
                              <m:supHide m:val="on"/>
                              <m:ctrlP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IN" sz="320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63353C-DF18-6879-7E63-A6CF3A5BD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654" y="5309391"/>
                <a:ext cx="2558897" cy="12917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1" name="Ink 21">
                <a:extLst>
                  <a:ext uri="{FF2B5EF4-FFF2-40B4-BE49-F238E27FC236}">
                    <a16:creationId xmlns:a16="http://schemas.microsoft.com/office/drawing/2014/main" id="{E6BA9BC0-CD17-7FD8-95D9-96A2DCAAF393}"/>
                  </a:ext>
                </a:extLst>
              </p14:cNvPr>
              <p14:cNvContentPartPr/>
              <p14:nvPr/>
            </p14:nvContentPartPr>
            <p14:xfrm>
              <a:off x="1582303" y="2424911"/>
              <a:ext cx="2603160" cy="2081520"/>
            </p14:xfrm>
          </p:contentPart>
        </mc:Choice>
        <mc:Fallback xmlns="">
          <p:pic>
            <p:nvPicPr>
              <p:cNvPr id="21" name="Ink 21">
                <a:extLst>
                  <a:ext uri="{FF2B5EF4-FFF2-40B4-BE49-F238E27FC236}">
                    <a16:creationId xmlns:a16="http://schemas.microsoft.com/office/drawing/2014/main" id="{E6BA9BC0-CD17-7FD8-95D9-96A2DCAAF39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571503" y="2414111"/>
                <a:ext cx="2624400" cy="21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32DC11A-71F3-CD92-33BB-C8658F577292}"/>
                  </a:ext>
                </a:extLst>
              </p14:cNvPr>
              <p14:cNvContentPartPr/>
              <p14:nvPr/>
            </p14:nvContentPartPr>
            <p14:xfrm>
              <a:off x="4090783" y="3918551"/>
              <a:ext cx="157680" cy="2736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32DC11A-71F3-CD92-33BB-C8658F57729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076383" y="3904132"/>
                <a:ext cx="186120" cy="3020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88" name="Ink 88">
                <a:extLst>
                  <a:ext uri="{FF2B5EF4-FFF2-40B4-BE49-F238E27FC236}">
                    <a16:creationId xmlns:a16="http://schemas.microsoft.com/office/drawing/2014/main" id="{A3C13254-AC12-8FDE-B827-AE7C15117C49}"/>
                  </a:ext>
                </a:extLst>
              </p14:cNvPr>
              <p14:cNvContentPartPr/>
              <p14:nvPr/>
            </p14:nvContentPartPr>
            <p14:xfrm>
              <a:off x="4848490" y="2312671"/>
              <a:ext cx="1930680" cy="559800"/>
            </p14:xfrm>
          </p:contentPart>
        </mc:Choice>
        <mc:Fallback xmlns="">
          <p:pic>
            <p:nvPicPr>
              <p:cNvPr id="88" name="Ink 88">
                <a:extLst>
                  <a:ext uri="{FF2B5EF4-FFF2-40B4-BE49-F238E27FC236}">
                    <a16:creationId xmlns:a16="http://schemas.microsoft.com/office/drawing/2014/main" id="{A3C13254-AC12-8FDE-B827-AE7C15117C4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833007" y="2297201"/>
                <a:ext cx="1961286" cy="5903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99" name="Ink 99">
                <a:extLst>
                  <a:ext uri="{FF2B5EF4-FFF2-40B4-BE49-F238E27FC236}">
                    <a16:creationId xmlns:a16="http://schemas.microsoft.com/office/drawing/2014/main" id="{B8DB676C-6C86-96BA-E417-9DFCC76A9103}"/>
                  </a:ext>
                </a:extLst>
              </p14:cNvPr>
              <p14:cNvContentPartPr/>
              <p14:nvPr/>
            </p14:nvContentPartPr>
            <p14:xfrm>
              <a:off x="6866650" y="2187751"/>
              <a:ext cx="654120" cy="659160"/>
            </p14:xfrm>
          </p:contentPart>
        </mc:Choice>
        <mc:Fallback xmlns="">
          <p:pic>
            <p:nvPicPr>
              <p:cNvPr id="99" name="Ink 99">
                <a:extLst>
                  <a:ext uri="{FF2B5EF4-FFF2-40B4-BE49-F238E27FC236}">
                    <a16:creationId xmlns:a16="http://schemas.microsoft.com/office/drawing/2014/main" id="{B8DB676C-6C86-96BA-E417-9DFCC76A910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851170" y="2172271"/>
                <a:ext cx="684720" cy="68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37" name="Ink 137">
                <a:extLst>
                  <a:ext uri="{FF2B5EF4-FFF2-40B4-BE49-F238E27FC236}">
                    <a16:creationId xmlns:a16="http://schemas.microsoft.com/office/drawing/2014/main" id="{8CF19BDD-FD74-9880-B138-F3261EB782D6}"/>
                  </a:ext>
                </a:extLst>
              </p14:cNvPr>
              <p14:cNvContentPartPr/>
              <p14:nvPr/>
            </p14:nvContentPartPr>
            <p14:xfrm>
              <a:off x="7788583" y="2153031"/>
              <a:ext cx="1144800" cy="486720"/>
            </p14:xfrm>
          </p:contentPart>
        </mc:Choice>
        <mc:Fallback xmlns="">
          <p:pic>
            <p:nvPicPr>
              <p:cNvPr id="137" name="Ink 137">
                <a:extLst>
                  <a:ext uri="{FF2B5EF4-FFF2-40B4-BE49-F238E27FC236}">
                    <a16:creationId xmlns:a16="http://schemas.microsoft.com/office/drawing/2014/main" id="{8CF19BDD-FD74-9880-B138-F3261EB782D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773103" y="2137551"/>
                <a:ext cx="1175400" cy="51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5" name="Ink 35">
                <a:extLst>
                  <a:ext uri="{FF2B5EF4-FFF2-40B4-BE49-F238E27FC236}">
                    <a16:creationId xmlns:a16="http://schemas.microsoft.com/office/drawing/2014/main" id="{71F67C67-7477-418E-E661-6EA3A3B25C15}"/>
                  </a:ext>
                </a:extLst>
              </p14:cNvPr>
              <p14:cNvContentPartPr/>
              <p14:nvPr/>
            </p14:nvContentPartPr>
            <p14:xfrm>
              <a:off x="9154543" y="2131124"/>
              <a:ext cx="2438280" cy="600480"/>
            </p14:xfrm>
          </p:contentPart>
        </mc:Choice>
        <mc:Fallback xmlns="">
          <p:pic>
            <p:nvPicPr>
              <p:cNvPr id="35" name="Ink 35">
                <a:extLst>
                  <a:ext uri="{FF2B5EF4-FFF2-40B4-BE49-F238E27FC236}">
                    <a16:creationId xmlns:a16="http://schemas.microsoft.com/office/drawing/2014/main" id="{71F67C67-7477-418E-E661-6EA3A3B25C1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139065" y="2115635"/>
                <a:ext cx="2468875" cy="6310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D2A7FC4-AA91-3432-1470-E90E68E83D05}"/>
                  </a:ext>
                </a:extLst>
              </p14:cNvPr>
              <p14:cNvContentPartPr/>
              <p14:nvPr/>
            </p14:nvContentPartPr>
            <p14:xfrm>
              <a:off x="5122903" y="2923484"/>
              <a:ext cx="1546920" cy="2329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D2A7FC4-AA91-3432-1470-E90E68E83D0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112103" y="2912684"/>
                <a:ext cx="156816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4" name="Ink 60">
                <a:extLst>
                  <a:ext uri="{FF2B5EF4-FFF2-40B4-BE49-F238E27FC236}">
                    <a16:creationId xmlns:a16="http://schemas.microsoft.com/office/drawing/2014/main" id="{97468F93-91CB-F329-EC03-A2536CE392D8}"/>
                  </a:ext>
                </a:extLst>
              </p14:cNvPr>
              <p14:cNvContentPartPr/>
              <p14:nvPr/>
            </p14:nvContentPartPr>
            <p14:xfrm>
              <a:off x="6534103" y="3212564"/>
              <a:ext cx="745200" cy="320760"/>
            </p14:xfrm>
          </p:contentPart>
        </mc:Choice>
        <mc:Fallback xmlns="">
          <p:pic>
            <p:nvPicPr>
              <p:cNvPr id="54" name="Ink 60">
                <a:extLst>
                  <a:ext uri="{FF2B5EF4-FFF2-40B4-BE49-F238E27FC236}">
                    <a16:creationId xmlns:a16="http://schemas.microsoft.com/office/drawing/2014/main" id="{97468F93-91CB-F329-EC03-A2536CE392D8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523298" y="3201776"/>
                <a:ext cx="766450" cy="3419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5" name="Ink 60">
                <a:extLst>
                  <a:ext uri="{FF2B5EF4-FFF2-40B4-BE49-F238E27FC236}">
                    <a16:creationId xmlns:a16="http://schemas.microsoft.com/office/drawing/2014/main" id="{4C883E0F-68D9-CFDD-4076-2338E2C9B7D6}"/>
                  </a:ext>
                </a:extLst>
              </p14:cNvPr>
              <p14:cNvContentPartPr/>
              <p14:nvPr/>
            </p14:nvContentPartPr>
            <p14:xfrm>
              <a:off x="5494063" y="3288164"/>
              <a:ext cx="628200" cy="336240"/>
            </p14:xfrm>
          </p:contentPart>
        </mc:Choice>
        <mc:Fallback xmlns="">
          <p:pic>
            <p:nvPicPr>
              <p:cNvPr id="55" name="Ink 60">
                <a:extLst>
                  <a:ext uri="{FF2B5EF4-FFF2-40B4-BE49-F238E27FC236}">
                    <a16:creationId xmlns:a16="http://schemas.microsoft.com/office/drawing/2014/main" id="{4C883E0F-68D9-CFDD-4076-2338E2C9B7D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483269" y="3277364"/>
                <a:ext cx="649428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81" name="Ink 81">
                <a:extLst>
                  <a:ext uri="{FF2B5EF4-FFF2-40B4-BE49-F238E27FC236}">
                    <a16:creationId xmlns:a16="http://schemas.microsoft.com/office/drawing/2014/main" id="{EA899094-15CE-8035-31E2-7BC92B4B5759}"/>
                  </a:ext>
                </a:extLst>
              </p14:cNvPr>
              <p14:cNvContentPartPr/>
              <p14:nvPr/>
            </p14:nvContentPartPr>
            <p14:xfrm>
              <a:off x="7405303" y="3143444"/>
              <a:ext cx="1069200" cy="509760"/>
            </p14:xfrm>
          </p:contentPart>
        </mc:Choice>
        <mc:Fallback xmlns="">
          <p:pic>
            <p:nvPicPr>
              <p:cNvPr id="81" name="Ink 81">
                <a:extLst>
                  <a:ext uri="{FF2B5EF4-FFF2-40B4-BE49-F238E27FC236}">
                    <a16:creationId xmlns:a16="http://schemas.microsoft.com/office/drawing/2014/main" id="{EA899094-15CE-8035-31E2-7BC92B4B575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394499" y="3132644"/>
                <a:ext cx="1090447" cy="53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84" name="Ink 84">
                <a:extLst>
                  <a:ext uri="{FF2B5EF4-FFF2-40B4-BE49-F238E27FC236}">
                    <a16:creationId xmlns:a16="http://schemas.microsoft.com/office/drawing/2014/main" id="{336C0445-E488-0A95-5913-DBF1AC30917A}"/>
                  </a:ext>
                </a:extLst>
              </p14:cNvPr>
              <p14:cNvContentPartPr/>
              <p14:nvPr/>
            </p14:nvContentPartPr>
            <p14:xfrm>
              <a:off x="5795743" y="3772004"/>
              <a:ext cx="748440" cy="490680"/>
            </p14:xfrm>
          </p:contentPart>
        </mc:Choice>
        <mc:Fallback xmlns="">
          <p:pic>
            <p:nvPicPr>
              <p:cNvPr id="84" name="Ink 84">
                <a:extLst>
                  <a:ext uri="{FF2B5EF4-FFF2-40B4-BE49-F238E27FC236}">
                    <a16:creationId xmlns:a16="http://schemas.microsoft.com/office/drawing/2014/main" id="{336C0445-E488-0A95-5913-DBF1AC30917A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784943" y="3761204"/>
                <a:ext cx="769680" cy="51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96" name="Ink 96">
                <a:extLst>
                  <a:ext uri="{FF2B5EF4-FFF2-40B4-BE49-F238E27FC236}">
                    <a16:creationId xmlns:a16="http://schemas.microsoft.com/office/drawing/2014/main" id="{489A6373-C41C-2E77-1AD4-5290FE11C191}"/>
                  </a:ext>
                </a:extLst>
              </p14:cNvPr>
              <p14:cNvContentPartPr/>
              <p14:nvPr/>
            </p14:nvContentPartPr>
            <p14:xfrm>
              <a:off x="6865303" y="3809804"/>
              <a:ext cx="1898280" cy="632880"/>
            </p14:xfrm>
          </p:contentPart>
        </mc:Choice>
        <mc:Fallback xmlns="">
          <p:pic>
            <p:nvPicPr>
              <p:cNvPr id="96" name="Ink 96">
                <a:extLst>
                  <a:ext uri="{FF2B5EF4-FFF2-40B4-BE49-F238E27FC236}">
                    <a16:creationId xmlns:a16="http://schemas.microsoft.com/office/drawing/2014/main" id="{489A6373-C41C-2E77-1AD4-5290FE11C191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6854503" y="3798998"/>
                <a:ext cx="1919520" cy="6541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19" name="Ink 120">
                <a:extLst>
                  <a:ext uri="{FF2B5EF4-FFF2-40B4-BE49-F238E27FC236}">
                    <a16:creationId xmlns:a16="http://schemas.microsoft.com/office/drawing/2014/main" id="{C1CEE7D4-F857-33A9-8A5A-158901B4ED6B}"/>
                  </a:ext>
                </a:extLst>
              </p14:cNvPr>
              <p14:cNvContentPartPr/>
              <p14:nvPr/>
            </p14:nvContentPartPr>
            <p14:xfrm>
              <a:off x="7637863" y="3734924"/>
              <a:ext cx="3633480" cy="1326600"/>
            </p14:xfrm>
          </p:contentPart>
        </mc:Choice>
        <mc:Fallback xmlns="">
          <p:pic>
            <p:nvPicPr>
              <p:cNvPr id="119" name="Ink 120">
                <a:extLst>
                  <a:ext uri="{FF2B5EF4-FFF2-40B4-BE49-F238E27FC236}">
                    <a16:creationId xmlns:a16="http://schemas.microsoft.com/office/drawing/2014/main" id="{C1CEE7D4-F857-33A9-8A5A-158901B4ED6B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627063" y="3724121"/>
                <a:ext cx="3654720" cy="13478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20" name="Ink 120">
                <a:extLst>
                  <a:ext uri="{FF2B5EF4-FFF2-40B4-BE49-F238E27FC236}">
                    <a16:creationId xmlns:a16="http://schemas.microsoft.com/office/drawing/2014/main" id="{CDCAD4C3-B9A6-EAA0-6163-BADFC0B1DA9F}"/>
                  </a:ext>
                </a:extLst>
              </p14:cNvPr>
              <p14:cNvContentPartPr/>
              <p14:nvPr/>
            </p14:nvContentPartPr>
            <p14:xfrm>
              <a:off x="6820663" y="4394444"/>
              <a:ext cx="428040" cy="465480"/>
            </p14:xfrm>
          </p:contentPart>
        </mc:Choice>
        <mc:Fallback xmlns="">
          <p:pic>
            <p:nvPicPr>
              <p:cNvPr id="120" name="Ink 120">
                <a:extLst>
                  <a:ext uri="{FF2B5EF4-FFF2-40B4-BE49-F238E27FC236}">
                    <a16:creationId xmlns:a16="http://schemas.microsoft.com/office/drawing/2014/main" id="{CDCAD4C3-B9A6-EAA0-6163-BADFC0B1DA9F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809863" y="4383644"/>
                <a:ext cx="449280" cy="48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44" name="Ink 144">
                <a:extLst>
                  <a:ext uri="{FF2B5EF4-FFF2-40B4-BE49-F238E27FC236}">
                    <a16:creationId xmlns:a16="http://schemas.microsoft.com/office/drawing/2014/main" id="{1F7CBC9B-5CB1-1B29-F51C-7734D1D8E045}"/>
                  </a:ext>
                </a:extLst>
              </p14:cNvPr>
              <p14:cNvContentPartPr/>
              <p14:nvPr/>
            </p14:nvContentPartPr>
            <p14:xfrm>
              <a:off x="5720503" y="4872524"/>
              <a:ext cx="2137320" cy="497160"/>
            </p14:xfrm>
          </p:contentPart>
        </mc:Choice>
        <mc:Fallback xmlns="">
          <p:pic>
            <p:nvPicPr>
              <p:cNvPr id="144" name="Ink 144">
                <a:extLst>
                  <a:ext uri="{FF2B5EF4-FFF2-40B4-BE49-F238E27FC236}">
                    <a16:creationId xmlns:a16="http://schemas.microsoft.com/office/drawing/2014/main" id="{1F7CBC9B-5CB1-1B29-F51C-7734D1D8E045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709703" y="4861724"/>
                <a:ext cx="2158560" cy="51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50" name="Ink 150">
                <a:extLst>
                  <a:ext uri="{FF2B5EF4-FFF2-40B4-BE49-F238E27FC236}">
                    <a16:creationId xmlns:a16="http://schemas.microsoft.com/office/drawing/2014/main" id="{B406D35A-2F62-32D7-A934-8F7A62CBFC3A}"/>
                  </a:ext>
                </a:extLst>
              </p14:cNvPr>
              <p14:cNvContentPartPr/>
              <p14:nvPr/>
            </p14:nvContentPartPr>
            <p14:xfrm>
              <a:off x="8123503" y="4813124"/>
              <a:ext cx="1011240" cy="398520"/>
            </p14:xfrm>
          </p:contentPart>
        </mc:Choice>
        <mc:Fallback xmlns="">
          <p:pic>
            <p:nvPicPr>
              <p:cNvPr id="150" name="Ink 150">
                <a:extLst>
                  <a:ext uri="{FF2B5EF4-FFF2-40B4-BE49-F238E27FC236}">
                    <a16:creationId xmlns:a16="http://schemas.microsoft.com/office/drawing/2014/main" id="{B406D35A-2F62-32D7-A934-8F7A62CBFC3A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108023" y="4797644"/>
                <a:ext cx="1041840" cy="42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A0C93655-6897-5F9A-0D3E-FBBF5175561E}"/>
                  </a:ext>
                </a:extLst>
              </p14:cNvPr>
              <p14:cNvContentPartPr/>
              <p14:nvPr/>
            </p14:nvContentPartPr>
            <p14:xfrm>
              <a:off x="9436063" y="4917164"/>
              <a:ext cx="459360" cy="24480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A0C93655-6897-5F9A-0D3E-FBBF5175561E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425263" y="4906364"/>
                <a:ext cx="48060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60" name="Ink 160">
                <a:extLst>
                  <a:ext uri="{FF2B5EF4-FFF2-40B4-BE49-F238E27FC236}">
                    <a16:creationId xmlns:a16="http://schemas.microsoft.com/office/drawing/2014/main" id="{25872653-5657-CD1E-DF56-C2E71201B61B}"/>
                  </a:ext>
                </a:extLst>
              </p14:cNvPr>
              <p14:cNvContentPartPr/>
              <p14:nvPr/>
            </p14:nvContentPartPr>
            <p14:xfrm>
              <a:off x="10599223" y="4674524"/>
              <a:ext cx="1031400" cy="399240"/>
            </p14:xfrm>
          </p:contentPart>
        </mc:Choice>
        <mc:Fallback xmlns="">
          <p:pic>
            <p:nvPicPr>
              <p:cNvPr id="160" name="Ink 160">
                <a:extLst>
                  <a:ext uri="{FF2B5EF4-FFF2-40B4-BE49-F238E27FC236}">
                    <a16:creationId xmlns:a16="http://schemas.microsoft.com/office/drawing/2014/main" id="{25872653-5657-CD1E-DF56-C2E71201B61B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0583743" y="4659044"/>
                <a:ext cx="1062000" cy="42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72" name="Ink 172">
                <a:extLst>
                  <a:ext uri="{FF2B5EF4-FFF2-40B4-BE49-F238E27FC236}">
                    <a16:creationId xmlns:a16="http://schemas.microsoft.com/office/drawing/2014/main" id="{C4552F09-1216-E3A8-6AA5-CF8C15622DB5}"/>
                  </a:ext>
                </a:extLst>
              </p14:cNvPr>
              <p14:cNvContentPartPr/>
              <p14:nvPr/>
            </p14:nvContentPartPr>
            <p14:xfrm>
              <a:off x="7267063" y="5310284"/>
              <a:ext cx="1936800" cy="561960"/>
            </p14:xfrm>
          </p:contentPart>
        </mc:Choice>
        <mc:Fallback xmlns="">
          <p:pic>
            <p:nvPicPr>
              <p:cNvPr id="172" name="Ink 172">
                <a:extLst>
                  <a:ext uri="{FF2B5EF4-FFF2-40B4-BE49-F238E27FC236}">
                    <a16:creationId xmlns:a16="http://schemas.microsoft.com/office/drawing/2014/main" id="{C4552F09-1216-E3A8-6AA5-CF8C15622DB5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251583" y="5294804"/>
                <a:ext cx="1967400" cy="59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4F23535A-CFC0-993D-1DB1-801E0DCFC584}"/>
                  </a:ext>
                </a:extLst>
              </p14:cNvPr>
              <p14:cNvContentPartPr/>
              <p14:nvPr/>
            </p14:nvContentPartPr>
            <p14:xfrm>
              <a:off x="9373063" y="5255924"/>
              <a:ext cx="151200" cy="61020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4F23535A-CFC0-993D-1DB1-801E0DCFC584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9362263" y="5245124"/>
                <a:ext cx="172440" cy="63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4301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C1C98F-13AF-96E4-B452-5A141AD07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450"/>
            <a:ext cx="10515600" cy="714375"/>
          </a:xfrm>
        </p:spPr>
        <p:txBody>
          <a:bodyPr>
            <a:normAutofit/>
          </a:bodyPr>
          <a:lstStyle/>
          <a:p>
            <a:r>
              <a:rPr lang="en-IN" sz="3600">
                <a:latin typeface="Arial Rounded MT Bold" panose="020F0704030504030204" pitchFamily="34" charset="0"/>
              </a:rPr>
              <a:t>First Law of Thermodynamics</a:t>
            </a:r>
            <a:endParaRPr lang="en-IN" sz="3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8FA7F2-9B05-5A04-26AF-674863CEC4B7}"/>
              </a:ext>
            </a:extLst>
          </p:cNvPr>
          <p:cNvSpPr txBox="1"/>
          <p:nvPr/>
        </p:nvSpPr>
        <p:spPr>
          <a:xfrm>
            <a:off x="685800" y="1276350"/>
            <a:ext cx="10820400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200" b="1"/>
              <a:t>Alternatively</a:t>
            </a:r>
            <a:r>
              <a:rPr lang="en-IN" sz="2200"/>
              <a:t>: The mathematical form can be re-written in terms of Total Energy of system, E.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2">
                <a:extLst>
                  <a:ext uri="{FF2B5EF4-FFF2-40B4-BE49-F238E27FC236}">
                    <a16:creationId xmlns:a16="http://schemas.microsoft.com/office/drawing/2014/main" id="{51CC5D32-B42B-AC0A-E9C9-8378FE08936E}"/>
                  </a:ext>
                </a:extLst>
              </p14:cNvPr>
              <p14:cNvContentPartPr/>
              <p14:nvPr/>
            </p14:nvContentPartPr>
            <p14:xfrm>
              <a:off x="2565823" y="2310044"/>
              <a:ext cx="211320" cy="138600"/>
            </p14:xfrm>
          </p:contentPart>
        </mc:Choice>
        <mc:Fallback xmlns="">
          <p:pic>
            <p:nvPicPr>
              <p:cNvPr id="11" name="Ink 12">
                <a:extLst>
                  <a:ext uri="{FF2B5EF4-FFF2-40B4-BE49-F238E27FC236}">
                    <a16:creationId xmlns:a16="http://schemas.microsoft.com/office/drawing/2014/main" id="{51CC5D32-B42B-AC0A-E9C9-8378FE08936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50343" y="2294564"/>
                <a:ext cx="24192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2">
                <a:extLst>
                  <a:ext uri="{FF2B5EF4-FFF2-40B4-BE49-F238E27FC236}">
                    <a16:creationId xmlns:a16="http://schemas.microsoft.com/office/drawing/2014/main" id="{4C441D30-3DCF-22F0-258C-819C408E027B}"/>
                  </a:ext>
                </a:extLst>
              </p14:cNvPr>
              <p14:cNvContentPartPr/>
              <p14:nvPr/>
            </p14:nvContentPartPr>
            <p14:xfrm>
              <a:off x="1443703" y="2152724"/>
              <a:ext cx="774000" cy="491040"/>
            </p14:xfrm>
          </p:contentPart>
        </mc:Choice>
        <mc:Fallback xmlns="">
          <p:pic>
            <p:nvPicPr>
              <p:cNvPr id="12" name="Ink 12">
                <a:extLst>
                  <a:ext uri="{FF2B5EF4-FFF2-40B4-BE49-F238E27FC236}">
                    <a16:creationId xmlns:a16="http://schemas.microsoft.com/office/drawing/2014/main" id="{4C441D30-3DCF-22F0-258C-819C408E027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28216" y="2137233"/>
                <a:ext cx="804614" cy="5216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5" name="Ink 26">
                <a:extLst>
                  <a:ext uri="{FF2B5EF4-FFF2-40B4-BE49-F238E27FC236}">
                    <a16:creationId xmlns:a16="http://schemas.microsoft.com/office/drawing/2014/main" id="{C7AD0B73-76A5-5751-BE3D-D2B7DAC320E5}"/>
                  </a:ext>
                </a:extLst>
              </p14:cNvPr>
              <p14:cNvContentPartPr/>
              <p14:nvPr/>
            </p14:nvContentPartPr>
            <p14:xfrm>
              <a:off x="4387063" y="2121404"/>
              <a:ext cx="339120" cy="540360"/>
            </p14:xfrm>
          </p:contentPart>
        </mc:Choice>
        <mc:Fallback xmlns="">
          <p:pic>
            <p:nvPicPr>
              <p:cNvPr id="25" name="Ink 26">
                <a:extLst>
                  <a:ext uri="{FF2B5EF4-FFF2-40B4-BE49-F238E27FC236}">
                    <a16:creationId xmlns:a16="http://schemas.microsoft.com/office/drawing/2014/main" id="{C7AD0B73-76A5-5751-BE3D-D2B7DAC320E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71583" y="2105924"/>
                <a:ext cx="369720" cy="57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6" name="Ink 26">
                <a:extLst>
                  <a:ext uri="{FF2B5EF4-FFF2-40B4-BE49-F238E27FC236}">
                    <a16:creationId xmlns:a16="http://schemas.microsoft.com/office/drawing/2014/main" id="{87B79F5B-91BC-9644-F031-4DC36333FCA1}"/>
                  </a:ext>
                </a:extLst>
              </p14:cNvPr>
              <p14:cNvContentPartPr/>
              <p14:nvPr/>
            </p14:nvContentPartPr>
            <p14:xfrm>
              <a:off x="3204103" y="2159204"/>
              <a:ext cx="946080" cy="528480"/>
            </p14:xfrm>
          </p:contentPart>
        </mc:Choice>
        <mc:Fallback xmlns="">
          <p:pic>
            <p:nvPicPr>
              <p:cNvPr id="26" name="Ink 26">
                <a:extLst>
                  <a:ext uri="{FF2B5EF4-FFF2-40B4-BE49-F238E27FC236}">
                    <a16:creationId xmlns:a16="http://schemas.microsoft.com/office/drawing/2014/main" id="{87B79F5B-91BC-9644-F031-4DC36333FCA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88623" y="2143724"/>
                <a:ext cx="976680" cy="55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D208406-2F47-EE89-C91A-BDC295389751}"/>
                  </a:ext>
                </a:extLst>
              </p14:cNvPr>
              <p14:cNvContentPartPr/>
              <p14:nvPr/>
            </p14:nvContentPartPr>
            <p14:xfrm>
              <a:off x="5153143" y="2297444"/>
              <a:ext cx="223200" cy="255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D208406-2F47-EE89-C91A-BDC29538975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137663" y="2281964"/>
                <a:ext cx="25380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B244E21-9A1E-46C6-BCDF-C2C8BC5936B8}"/>
                  </a:ext>
                </a:extLst>
              </p14:cNvPr>
              <p14:cNvContentPartPr/>
              <p14:nvPr/>
            </p14:nvContentPartPr>
            <p14:xfrm>
              <a:off x="5178343" y="2416964"/>
              <a:ext cx="207720" cy="129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B244E21-9A1E-46C6-BCDF-C2C8BC5936B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62863" y="2401484"/>
                <a:ext cx="23832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5" name="Ink 36">
                <a:extLst>
                  <a:ext uri="{FF2B5EF4-FFF2-40B4-BE49-F238E27FC236}">
                    <a16:creationId xmlns:a16="http://schemas.microsoft.com/office/drawing/2014/main" id="{22BA177B-232F-8D84-F921-05AFF49C53A6}"/>
                  </a:ext>
                </a:extLst>
              </p14:cNvPr>
              <p14:cNvContentPartPr/>
              <p14:nvPr/>
            </p14:nvContentPartPr>
            <p14:xfrm>
              <a:off x="7045663" y="2121404"/>
              <a:ext cx="685800" cy="421560"/>
            </p14:xfrm>
          </p:contentPart>
        </mc:Choice>
        <mc:Fallback xmlns="">
          <p:pic>
            <p:nvPicPr>
              <p:cNvPr id="35" name="Ink 36">
                <a:extLst>
                  <a:ext uri="{FF2B5EF4-FFF2-40B4-BE49-F238E27FC236}">
                    <a16:creationId xmlns:a16="http://schemas.microsoft.com/office/drawing/2014/main" id="{22BA177B-232F-8D84-F921-05AFF49C53A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030175" y="2105924"/>
                <a:ext cx="716416" cy="45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6" name="Ink 36">
                <a:extLst>
                  <a:ext uri="{FF2B5EF4-FFF2-40B4-BE49-F238E27FC236}">
                    <a16:creationId xmlns:a16="http://schemas.microsoft.com/office/drawing/2014/main" id="{9DC04AA2-D2CF-CCB5-3633-0224E63D1B2A}"/>
                  </a:ext>
                </a:extLst>
              </p14:cNvPr>
              <p14:cNvContentPartPr/>
              <p14:nvPr/>
            </p14:nvContentPartPr>
            <p14:xfrm>
              <a:off x="5737783" y="2114924"/>
              <a:ext cx="1047600" cy="464760"/>
            </p14:xfrm>
          </p:contentPart>
        </mc:Choice>
        <mc:Fallback xmlns="">
          <p:pic>
            <p:nvPicPr>
              <p:cNvPr id="36" name="Ink 36">
                <a:extLst>
                  <a:ext uri="{FF2B5EF4-FFF2-40B4-BE49-F238E27FC236}">
                    <a16:creationId xmlns:a16="http://schemas.microsoft.com/office/drawing/2014/main" id="{9DC04AA2-D2CF-CCB5-3633-0224E63D1B2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722303" y="2099444"/>
                <a:ext cx="1078200" cy="49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0" name="Ink 40">
                <a:extLst>
                  <a:ext uri="{FF2B5EF4-FFF2-40B4-BE49-F238E27FC236}">
                    <a16:creationId xmlns:a16="http://schemas.microsoft.com/office/drawing/2014/main" id="{6B3EF9D5-3037-7A01-9901-400494A0FC36}"/>
                  </a:ext>
                </a:extLst>
              </p14:cNvPr>
              <p14:cNvContentPartPr/>
              <p14:nvPr/>
            </p14:nvContentPartPr>
            <p14:xfrm>
              <a:off x="1029703" y="3114644"/>
              <a:ext cx="722520" cy="509040"/>
            </p14:xfrm>
          </p:contentPart>
        </mc:Choice>
        <mc:Fallback xmlns="">
          <p:pic>
            <p:nvPicPr>
              <p:cNvPr id="40" name="Ink 40">
                <a:extLst>
                  <a:ext uri="{FF2B5EF4-FFF2-40B4-BE49-F238E27FC236}">
                    <a16:creationId xmlns:a16="http://schemas.microsoft.com/office/drawing/2014/main" id="{6B3EF9D5-3037-7A01-9901-400494A0FC3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18908" y="3103836"/>
                <a:ext cx="743749" cy="5302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76213574-CED2-009F-5857-21F20DD37335}"/>
                  </a:ext>
                </a:extLst>
              </p14:cNvPr>
              <p14:cNvContentPartPr/>
              <p14:nvPr/>
            </p14:nvContentPartPr>
            <p14:xfrm>
              <a:off x="2078743" y="3208964"/>
              <a:ext cx="6480" cy="442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76213574-CED2-009F-5857-21F20DD3733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067943" y="3198164"/>
                <a:ext cx="2772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A8945E10-47FF-3063-2D9B-3897F8209F84}"/>
                  </a:ext>
                </a:extLst>
              </p14:cNvPr>
              <p14:cNvContentPartPr/>
              <p14:nvPr/>
            </p14:nvContentPartPr>
            <p14:xfrm>
              <a:off x="2085223" y="3385004"/>
              <a:ext cx="37440" cy="190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A8945E10-47FF-3063-2D9B-3897F8209F8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074423" y="3374204"/>
                <a:ext cx="5868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5" name="Ink 55">
                <a:extLst>
                  <a:ext uri="{FF2B5EF4-FFF2-40B4-BE49-F238E27FC236}">
                    <a16:creationId xmlns:a16="http://schemas.microsoft.com/office/drawing/2014/main" id="{1FC2A5DA-30D0-E816-4AF4-2272933DF1A9}"/>
                  </a:ext>
                </a:extLst>
              </p14:cNvPr>
              <p14:cNvContentPartPr/>
              <p14:nvPr/>
            </p14:nvContentPartPr>
            <p14:xfrm>
              <a:off x="2581663" y="2986124"/>
              <a:ext cx="1842480" cy="443160"/>
            </p14:xfrm>
          </p:contentPart>
        </mc:Choice>
        <mc:Fallback xmlns="">
          <p:pic>
            <p:nvPicPr>
              <p:cNvPr id="55" name="Ink 55">
                <a:extLst>
                  <a:ext uri="{FF2B5EF4-FFF2-40B4-BE49-F238E27FC236}">
                    <a16:creationId xmlns:a16="http://schemas.microsoft.com/office/drawing/2014/main" id="{1FC2A5DA-30D0-E816-4AF4-2272933DF1A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570863" y="2975324"/>
                <a:ext cx="1863720" cy="46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0" name="Ink 60">
                <a:extLst>
                  <a:ext uri="{FF2B5EF4-FFF2-40B4-BE49-F238E27FC236}">
                    <a16:creationId xmlns:a16="http://schemas.microsoft.com/office/drawing/2014/main" id="{BC025D28-9B80-305F-7420-633A30DE9F4D}"/>
                  </a:ext>
                </a:extLst>
              </p14:cNvPr>
              <p14:cNvContentPartPr/>
              <p14:nvPr/>
            </p14:nvContentPartPr>
            <p14:xfrm>
              <a:off x="4870183" y="2932484"/>
              <a:ext cx="1075680" cy="434160"/>
            </p14:xfrm>
          </p:contentPart>
        </mc:Choice>
        <mc:Fallback xmlns="">
          <p:pic>
            <p:nvPicPr>
              <p:cNvPr id="60" name="Ink 60">
                <a:extLst>
                  <a:ext uri="{FF2B5EF4-FFF2-40B4-BE49-F238E27FC236}">
                    <a16:creationId xmlns:a16="http://schemas.microsoft.com/office/drawing/2014/main" id="{BC025D28-9B80-305F-7420-633A30DE9F4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859379" y="2921684"/>
                <a:ext cx="1096927" cy="45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7" name="Ink 68">
                <a:extLst>
                  <a:ext uri="{FF2B5EF4-FFF2-40B4-BE49-F238E27FC236}">
                    <a16:creationId xmlns:a16="http://schemas.microsoft.com/office/drawing/2014/main" id="{1E11E467-B93D-7257-A4BB-6036E6741C04}"/>
                  </a:ext>
                </a:extLst>
              </p14:cNvPr>
              <p14:cNvContentPartPr/>
              <p14:nvPr/>
            </p14:nvContentPartPr>
            <p14:xfrm>
              <a:off x="7881943" y="2850764"/>
              <a:ext cx="258120" cy="339120"/>
            </p14:xfrm>
          </p:contentPart>
        </mc:Choice>
        <mc:Fallback xmlns="">
          <p:pic>
            <p:nvPicPr>
              <p:cNvPr id="67" name="Ink 68">
                <a:extLst>
                  <a:ext uri="{FF2B5EF4-FFF2-40B4-BE49-F238E27FC236}">
                    <a16:creationId xmlns:a16="http://schemas.microsoft.com/office/drawing/2014/main" id="{1E11E467-B93D-7257-A4BB-6036E6741C0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871143" y="2839964"/>
                <a:ext cx="279360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8" name="Ink 68">
                <a:extLst>
                  <a:ext uri="{FF2B5EF4-FFF2-40B4-BE49-F238E27FC236}">
                    <a16:creationId xmlns:a16="http://schemas.microsoft.com/office/drawing/2014/main" id="{58BD8357-A91C-374D-A05B-B37117C32440}"/>
                  </a:ext>
                </a:extLst>
              </p14:cNvPr>
              <p14:cNvContentPartPr/>
              <p14:nvPr/>
            </p14:nvContentPartPr>
            <p14:xfrm>
              <a:off x="6461023" y="2859764"/>
              <a:ext cx="1056600" cy="449640"/>
            </p14:xfrm>
          </p:contentPart>
        </mc:Choice>
        <mc:Fallback xmlns="">
          <p:pic>
            <p:nvPicPr>
              <p:cNvPr id="68" name="Ink 68">
                <a:extLst>
                  <a:ext uri="{FF2B5EF4-FFF2-40B4-BE49-F238E27FC236}">
                    <a16:creationId xmlns:a16="http://schemas.microsoft.com/office/drawing/2014/main" id="{58BD8357-A91C-374D-A05B-B37117C3244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450223" y="2848964"/>
                <a:ext cx="1077840" cy="4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4" name="Ink 74">
                <a:extLst>
                  <a:ext uri="{FF2B5EF4-FFF2-40B4-BE49-F238E27FC236}">
                    <a16:creationId xmlns:a16="http://schemas.microsoft.com/office/drawing/2014/main" id="{F7D2FEA6-BC64-53DB-BF62-5A20D7A80F4C}"/>
                  </a:ext>
                </a:extLst>
              </p14:cNvPr>
              <p14:cNvContentPartPr/>
              <p14:nvPr/>
            </p14:nvContentPartPr>
            <p14:xfrm>
              <a:off x="8473423" y="2795324"/>
              <a:ext cx="1502640" cy="433080"/>
            </p14:xfrm>
          </p:contentPart>
        </mc:Choice>
        <mc:Fallback xmlns="">
          <p:pic>
            <p:nvPicPr>
              <p:cNvPr id="74" name="Ink 74">
                <a:extLst>
                  <a:ext uri="{FF2B5EF4-FFF2-40B4-BE49-F238E27FC236}">
                    <a16:creationId xmlns:a16="http://schemas.microsoft.com/office/drawing/2014/main" id="{F7D2FEA6-BC64-53DB-BF62-5A20D7A80F4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457939" y="2779831"/>
                <a:ext cx="1533247" cy="4637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85" name="Ink 85">
                <a:extLst>
                  <a:ext uri="{FF2B5EF4-FFF2-40B4-BE49-F238E27FC236}">
                    <a16:creationId xmlns:a16="http://schemas.microsoft.com/office/drawing/2014/main" id="{EA33DF4E-3C7B-E6E4-C9B8-1069C835ABE6}"/>
                  </a:ext>
                </a:extLst>
              </p14:cNvPr>
              <p14:cNvContentPartPr/>
              <p14:nvPr/>
            </p14:nvContentPartPr>
            <p14:xfrm>
              <a:off x="2607583" y="3513524"/>
              <a:ext cx="1621800" cy="732600"/>
            </p14:xfrm>
          </p:contentPart>
        </mc:Choice>
        <mc:Fallback xmlns="">
          <p:pic>
            <p:nvPicPr>
              <p:cNvPr id="85" name="Ink 85">
                <a:extLst>
                  <a:ext uri="{FF2B5EF4-FFF2-40B4-BE49-F238E27FC236}">
                    <a16:creationId xmlns:a16="http://schemas.microsoft.com/office/drawing/2014/main" id="{EA33DF4E-3C7B-E6E4-C9B8-1069C835ABE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592103" y="3498036"/>
                <a:ext cx="1652400" cy="7632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66992B6A-1E9A-4A90-041A-16806BA3A01B}"/>
                  </a:ext>
                </a:extLst>
              </p14:cNvPr>
              <p14:cNvContentPartPr/>
              <p14:nvPr/>
            </p14:nvContentPartPr>
            <p14:xfrm>
              <a:off x="2025823" y="4516844"/>
              <a:ext cx="47160" cy="5076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66992B6A-1E9A-4A90-041A-16806BA3A01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015023" y="4506044"/>
                <a:ext cx="684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75C5913A-25B4-E122-88FD-440B00FFE55A}"/>
                  </a:ext>
                </a:extLst>
              </p14:cNvPr>
              <p14:cNvContentPartPr/>
              <p14:nvPr/>
            </p14:nvContentPartPr>
            <p14:xfrm>
              <a:off x="2060023" y="4680284"/>
              <a:ext cx="31680" cy="3816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75C5913A-25B4-E122-88FD-440B00FFE55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049344" y="4669484"/>
                <a:ext cx="52681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90" name="Ink 90">
                <a:extLst>
                  <a:ext uri="{FF2B5EF4-FFF2-40B4-BE49-F238E27FC236}">
                    <a16:creationId xmlns:a16="http://schemas.microsoft.com/office/drawing/2014/main" id="{88D17183-F1C2-B95B-9EF6-B1AA7DC70EBD}"/>
                  </a:ext>
                </a:extLst>
              </p14:cNvPr>
              <p14:cNvContentPartPr/>
              <p14:nvPr/>
            </p14:nvContentPartPr>
            <p14:xfrm>
              <a:off x="1088383" y="4416044"/>
              <a:ext cx="639000" cy="446760"/>
            </p14:xfrm>
          </p:contentPart>
        </mc:Choice>
        <mc:Fallback xmlns="">
          <p:pic>
            <p:nvPicPr>
              <p:cNvPr id="90" name="Ink 90">
                <a:extLst>
                  <a:ext uri="{FF2B5EF4-FFF2-40B4-BE49-F238E27FC236}">
                    <a16:creationId xmlns:a16="http://schemas.microsoft.com/office/drawing/2014/main" id="{88D17183-F1C2-B95B-9EF6-B1AA7DC70EB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73983" y="4401644"/>
                <a:ext cx="663840" cy="47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95" name="Ink 95">
                <a:extLst>
                  <a:ext uri="{FF2B5EF4-FFF2-40B4-BE49-F238E27FC236}">
                    <a16:creationId xmlns:a16="http://schemas.microsoft.com/office/drawing/2014/main" id="{8F7A7FF3-6C6D-5775-7E74-8F556188C30B}"/>
                  </a:ext>
                </a:extLst>
              </p14:cNvPr>
              <p14:cNvContentPartPr/>
              <p14:nvPr/>
            </p14:nvContentPartPr>
            <p14:xfrm>
              <a:off x="10308703" y="2907284"/>
              <a:ext cx="408960" cy="352440"/>
            </p14:xfrm>
          </p:contentPart>
        </mc:Choice>
        <mc:Fallback xmlns="">
          <p:pic>
            <p:nvPicPr>
              <p:cNvPr id="95" name="Ink 95">
                <a:extLst>
                  <a:ext uri="{FF2B5EF4-FFF2-40B4-BE49-F238E27FC236}">
                    <a16:creationId xmlns:a16="http://schemas.microsoft.com/office/drawing/2014/main" id="{8F7A7FF3-6C6D-5775-7E74-8F556188C30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293237" y="2891804"/>
                <a:ext cx="439533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10" name="Ink 111">
                <a:extLst>
                  <a:ext uri="{FF2B5EF4-FFF2-40B4-BE49-F238E27FC236}">
                    <a16:creationId xmlns:a16="http://schemas.microsoft.com/office/drawing/2014/main" id="{7BA52F78-C907-FF82-D8C4-FE0A3FF33643}"/>
                  </a:ext>
                </a:extLst>
              </p14:cNvPr>
              <p14:cNvContentPartPr/>
              <p14:nvPr/>
            </p14:nvContentPartPr>
            <p14:xfrm>
              <a:off x="4725823" y="4108604"/>
              <a:ext cx="1226520" cy="502560"/>
            </p14:xfrm>
          </p:contentPart>
        </mc:Choice>
        <mc:Fallback xmlns="">
          <p:pic>
            <p:nvPicPr>
              <p:cNvPr id="110" name="Ink 111">
                <a:extLst>
                  <a:ext uri="{FF2B5EF4-FFF2-40B4-BE49-F238E27FC236}">
                    <a16:creationId xmlns:a16="http://schemas.microsoft.com/office/drawing/2014/main" id="{7BA52F78-C907-FF82-D8C4-FE0A3FF3364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715023" y="4097804"/>
                <a:ext cx="1247760" cy="52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11" name="Ink 111">
                <a:extLst>
                  <a:ext uri="{FF2B5EF4-FFF2-40B4-BE49-F238E27FC236}">
                    <a16:creationId xmlns:a16="http://schemas.microsoft.com/office/drawing/2014/main" id="{79B181DB-B340-A506-EE18-B5AABA6C6B5D}"/>
                  </a:ext>
                </a:extLst>
              </p14:cNvPr>
              <p14:cNvContentPartPr/>
              <p14:nvPr/>
            </p14:nvContentPartPr>
            <p14:xfrm>
              <a:off x="2575543" y="4246484"/>
              <a:ext cx="1672560" cy="462960"/>
            </p14:xfrm>
          </p:contentPart>
        </mc:Choice>
        <mc:Fallback xmlns="">
          <p:pic>
            <p:nvPicPr>
              <p:cNvPr id="111" name="Ink 111">
                <a:extLst>
                  <a:ext uri="{FF2B5EF4-FFF2-40B4-BE49-F238E27FC236}">
                    <a16:creationId xmlns:a16="http://schemas.microsoft.com/office/drawing/2014/main" id="{79B181DB-B340-A506-EE18-B5AABA6C6B5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561146" y="4235684"/>
                <a:ext cx="1697395" cy="48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18" name="Ink 119">
                <a:extLst>
                  <a:ext uri="{FF2B5EF4-FFF2-40B4-BE49-F238E27FC236}">
                    <a16:creationId xmlns:a16="http://schemas.microsoft.com/office/drawing/2014/main" id="{7A79DB73-0C87-2EE0-AE2D-C18DCD4BE99A}"/>
                  </a:ext>
                </a:extLst>
              </p14:cNvPr>
              <p14:cNvContentPartPr/>
              <p14:nvPr/>
            </p14:nvContentPartPr>
            <p14:xfrm>
              <a:off x="7888063" y="4090604"/>
              <a:ext cx="289800" cy="394920"/>
            </p14:xfrm>
          </p:contentPart>
        </mc:Choice>
        <mc:Fallback xmlns="">
          <p:pic>
            <p:nvPicPr>
              <p:cNvPr id="118" name="Ink 119">
                <a:extLst>
                  <a:ext uri="{FF2B5EF4-FFF2-40B4-BE49-F238E27FC236}">
                    <a16:creationId xmlns:a16="http://schemas.microsoft.com/office/drawing/2014/main" id="{7A79DB73-0C87-2EE0-AE2D-C18DCD4BE99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877250" y="4079804"/>
                <a:ext cx="311066" cy="41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19" name="Ink 119">
                <a:extLst>
                  <a:ext uri="{FF2B5EF4-FFF2-40B4-BE49-F238E27FC236}">
                    <a16:creationId xmlns:a16="http://schemas.microsoft.com/office/drawing/2014/main" id="{42FCA08F-B31B-8D87-66A9-54CB468F6605}"/>
                  </a:ext>
                </a:extLst>
              </p14:cNvPr>
              <p14:cNvContentPartPr/>
              <p14:nvPr/>
            </p14:nvContentPartPr>
            <p14:xfrm>
              <a:off x="6404503" y="4077284"/>
              <a:ext cx="1075320" cy="496440"/>
            </p14:xfrm>
          </p:contentPart>
        </mc:Choice>
        <mc:Fallback xmlns="">
          <p:pic>
            <p:nvPicPr>
              <p:cNvPr id="119" name="Ink 119">
                <a:extLst>
                  <a:ext uri="{FF2B5EF4-FFF2-40B4-BE49-F238E27FC236}">
                    <a16:creationId xmlns:a16="http://schemas.microsoft.com/office/drawing/2014/main" id="{42FCA08F-B31B-8D87-66A9-54CB468F660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393707" y="4066476"/>
                <a:ext cx="1096553" cy="5176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26" name="Ink 127">
                <a:extLst>
                  <a:ext uri="{FF2B5EF4-FFF2-40B4-BE49-F238E27FC236}">
                    <a16:creationId xmlns:a16="http://schemas.microsoft.com/office/drawing/2014/main" id="{89F0475E-FA04-BE0B-64EA-7A9AE9B1AB5F}"/>
                  </a:ext>
                </a:extLst>
              </p14:cNvPr>
              <p14:cNvContentPartPr/>
              <p14:nvPr/>
            </p14:nvContentPartPr>
            <p14:xfrm>
              <a:off x="10000543" y="4049564"/>
              <a:ext cx="465840" cy="837720"/>
            </p14:xfrm>
          </p:contentPart>
        </mc:Choice>
        <mc:Fallback xmlns="">
          <p:pic>
            <p:nvPicPr>
              <p:cNvPr id="126" name="Ink 127">
                <a:extLst>
                  <a:ext uri="{FF2B5EF4-FFF2-40B4-BE49-F238E27FC236}">
                    <a16:creationId xmlns:a16="http://schemas.microsoft.com/office/drawing/2014/main" id="{89F0475E-FA04-BE0B-64EA-7A9AE9B1AB5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985051" y="4034091"/>
                <a:ext cx="496464" cy="8683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27" name="Ink 127">
                <a:extLst>
                  <a:ext uri="{FF2B5EF4-FFF2-40B4-BE49-F238E27FC236}">
                    <a16:creationId xmlns:a16="http://schemas.microsoft.com/office/drawing/2014/main" id="{8A7B704B-BBE7-C970-13BC-59D3D60DEB0C}"/>
                  </a:ext>
                </a:extLst>
              </p14:cNvPr>
              <p14:cNvContentPartPr/>
              <p14:nvPr/>
            </p14:nvContentPartPr>
            <p14:xfrm>
              <a:off x="8567023" y="4145684"/>
              <a:ext cx="1025280" cy="353160"/>
            </p14:xfrm>
          </p:contentPart>
        </mc:Choice>
        <mc:Fallback xmlns="">
          <p:pic>
            <p:nvPicPr>
              <p:cNvPr id="127" name="Ink 127">
                <a:extLst>
                  <a:ext uri="{FF2B5EF4-FFF2-40B4-BE49-F238E27FC236}">
                    <a16:creationId xmlns:a16="http://schemas.microsoft.com/office/drawing/2014/main" id="{8A7B704B-BBE7-C970-13BC-59D3D60DEB0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551543" y="4130204"/>
                <a:ext cx="1055880" cy="38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35" name="Ink 135">
                <a:extLst>
                  <a:ext uri="{FF2B5EF4-FFF2-40B4-BE49-F238E27FC236}">
                    <a16:creationId xmlns:a16="http://schemas.microsoft.com/office/drawing/2014/main" id="{C19CF277-C2A3-3133-4483-5ACBE5535059}"/>
                  </a:ext>
                </a:extLst>
              </p14:cNvPr>
              <p14:cNvContentPartPr/>
              <p14:nvPr/>
            </p14:nvContentPartPr>
            <p14:xfrm>
              <a:off x="2635663" y="4863164"/>
              <a:ext cx="1650600" cy="716040"/>
            </p14:xfrm>
          </p:contentPart>
        </mc:Choice>
        <mc:Fallback xmlns="">
          <p:pic>
            <p:nvPicPr>
              <p:cNvPr id="135" name="Ink 135">
                <a:extLst>
                  <a:ext uri="{FF2B5EF4-FFF2-40B4-BE49-F238E27FC236}">
                    <a16:creationId xmlns:a16="http://schemas.microsoft.com/office/drawing/2014/main" id="{C19CF277-C2A3-3133-4483-5ACBE553505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620183" y="4847676"/>
                <a:ext cx="1681200" cy="74665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0105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C1C98F-13AF-96E4-B452-5A141AD07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450"/>
            <a:ext cx="10515600" cy="714375"/>
          </a:xfrm>
        </p:spPr>
        <p:txBody>
          <a:bodyPr>
            <a:normAutofit/>
          </a:bodyPr>
          <a:lstStyle/>
          <a:p>
            <a:r>
              <a:rPr lang="en-IN" sz="3600">
                <a:latin typeface="Arial Rounded MT Bold" panose="020F0704030504030204" pitchFamily="34" charset="0"/>
              </a:rPr>
              <a:t>First Law of Thermodynamics</a:t>
            </a:r>
            <a:endParaRPr lang="en-IN" sz="3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8FA7F2-9B05-5A04-26AF-674863CEC4B7}"/>
              </a:ext>
            </a:extLst>
          </p:cNvPr>
          <p:cNvSpPr txBox="1"/>
          <p:nvPr/>
        </p:nvSpPr>
        <p:spPr>
          <a:xfrm>
            <a:off x="685800" y="1276350"/>
            <a:ext cx="10820400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200" b="1"/>
              <a:t>Alternatively</a:t>
            </a:r>
            <a:r>
              <a:rPr lang="en-IN" sz="2200"/>
              <a:t>: The mathematical form can be re-written in terms of Total Energy of system, E.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2">
                <a:extLst>
                  <a:ext uri="{FF2B5EF4-FFF2-40B4-BE49-F238E27FC236}">
                    <a16:creationId xmlns:a16="http://schemas.microsoft.com/office/drawing/2014/main" id="{51CC5D32-B42B-AC0A-E9C9-8378FE08936E}"/>
                  </a:ext>
                </a:extLst>
              </p14:cNvPr>
              <p14:cNvContentPartPr/>
              <p14:nvPr/>
            </p14:nvContentPartPr>
            <p14:xfrm>
              <a:off x="6037156" y="2310044"/>
              <a:ext cx="211320" cy="138600"/>
            </p14:xfrm>
          </p:contentPart>
        </mc:Choice>
        <mc:Fallback xmlns="">
          <p:pic>
            <p:nvPicPr>
              <p:cNvPr id="11" name="Ink 12">
                <a:extLst>
                  <a:ext uri="{FF2B5EF4-FFF2-40B4-BE49-F238E27FC236}">
                    <a16:creationId xmlns:a16="http://schemas.microsoft.com/office/drawing/2014/main" id="{51CC5D32-B42B-AC0A-E9C9-8378FE08936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21676" y="2294564"/>
                <a:ext cx="24192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2">
                <a:extLst>
                  <a:ext uri="{FF2B5EF4-FFF2-40B4-BE49-F238E27FC236}">
                    <a16:creationId xmlns:a16="http://schemas.microsoft.com/office/drawing/2014/main" id="{4C441D30-3DCF-22F0-258C-819C408E027B}"/>
                  </a:ext>
                </a:extLst>
              </p14:cNvPr>
              <p14:cNvContentPartPr/>
              <p14:nvPr/>
            </p14:nvContentPartPr>
            <p14:xfrm>
              <a:off x="4915036" y="2152724"/>
              <a:ext cx="774000" cy="491040"/>
            </p14:xfrm>
          </p:contentPart>
        </mc:Choice>
        <mc:Fallback xmlns="">
          <p:pic>
            <p:nvPicPr>
              <p:cNvPr id="12" name="Ink 12">
                <a:extLst>
                  <a:ext uri="{FF2B5EF4-FFF2-40B4-BE49-F238E27FC236}">
                    <a16:creationId xmlns:a16="http://schemas.microsoft.com/office/drawing/2014/main" id="{4C441D30-3DCF-22F0-258C-819C408E027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99549" y="2137233"/>
                <a:ext cx="804614" cy="5216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5" name="Ink 26">
                <a:extLst>
                  <a:ext uri="{FF2B5EF4-FFF2-40B4-BE49-F238E27FC236}">
                    <a16:creationId xmlns:a16="http://schemas.microsoft.com/office/drawing/2014/main" id="{C7AD0B73-76A5-5751-BE3D-D2B7DAC320E5}"/>
                  </a:ext>
                </a:extLst>
              </p14:cNvPr>
              <p14:cNvContentPartPr/>
              <p14:nvPr/>
            </p14:nvContentPartPr>
            <p14:xfrm>
              <a:off x="7858396" y="2121404"/>
              <a:ext cx="339120" cy="540360"/>
            </p14:xfrm>
          </p:contentPart>
        </mc:Choice>
        <mc:Fallback xmlns="">
          <p:pic>
            <p:nvPicPr>
              <p:cNvPr id="25" name="Ink 26">
                <a:extLst>
                  <a:ext uri="{FF2B5EF4-FFF2-40B4-BE49-F238E27FC236}">
                    <a16:creationId xmlns:a16="http://schemas.microsoft.com/office/drawing/2014/main" id="{C7AD0B73-76A5-5751-BE3D-D2B7DAC320E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842916" y="2105924"/>
                <a:ext cx="369720" cy="57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6" name="Ink 26">
                <a:extLst>
                  <a:ext uri="{FF2B5EF4-FFF2-40B4-BE49-F238E27FC236}">
                    <a16:creationId xmlns:a16="http://schemas.microsoft.com/office/drawing/2014/main" id="{87B79F5B-91BC-9644-F031-4DC36333FCA1}"/>
                  </a:ext>
                </a:extLst>
              </p14:cNvPr>
              <p14:cNvContentPartPr/>
              <p14:nvPr/>
            </p14:nvContentPartPr>
            <p14:xfrm>
              <a:off x="6675436" y="2159204"/>
              <a:ext cx="946080" cy="528480"/>
            </p14:xfrm>
          </p:contentPart>
        </mc:Choice>
        <mc:Fallback xmlns="">
          <p:pic>
            <p:nvPicPr>
              <p:cNvPr id="26" name="Ink 26">
                <a:extLst>
                  <a:ext uri="{FF2B5EF4-FFF2-40B4-BE49-F238E27FC236}">
                    <a16:creationId xmlns:a16="http://schemas.microsoft.com/office/drawing/2014/main" id="{87B79F5B-91BC-9644-F031-4DC36333FCA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59956" y="2143724"/>
                <a:ext cx="976680" cy="55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D208406-2F47-EE89-C91A-BDC295389751}"/>
                  </a:ext>
                </a:extLst>
              </p14:cNvPr>
              <p14:cNvContentPartPr/>
              <p14:nvPr/>
            </p14:nvContentPartPr>
            <p14:xfrm>
              <a:off x="8624476" y="2297444"/>
              <a:ext cx="223200" cy="255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D208406-2F47-EE89-C91A-BDC29538975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608996" y="2281964"/>
                <a:ext cx="25380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B244E21-9A1E-46C6-BCDF-C2C8BC5936B8}"/>
                  </a:ext>
                </a:extLst>
              </p14:cNvPr>
              <p14:cNvContentPartPr/>
              <p14:nvPr/>
            </p14:nvContentPartPr>
            <p14:xfrm>
              <a:off x="8649676" y="2416964"/>
              <a:ext cx="207720" cy="129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B244E21-9A1E-46C6-BCDF-C2C8BC5936B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634196" y="2401484"/>
                <a:ext cx="23832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5" name="Ink 36">
                <a:extLst>
                  <a:ext uri="{FF2B5EF4-FFF2-40B4-BE49-F238E27FC236}">
                    <a16:creationId xmlns:a16="http://schemas.microsoft.com/office/drawing/2014/main" id="{22BA177B-232F-8D84-F921-05AFF49C53A6}"/>
                  </a:ext>
                </a:extLst>
              </p14:cNvPr>
              <p14:cNvContentPartPr/>
              <p14:nvPr/>
            </p14:nvContentPartPr>
            <p14:xfrm>
              <a:off x="10516996" y="2121404"/>
              <a:ext cx="685800" cy="421560"/>
            </p14:xfrm>
          </p:contentPart>
        </mc:Choice>
        <mc:Fallback xmlns="">
          <p:pic>
            <p:nvPicPr>
              <p:cNvPr id="35" name="Ink 36">
                <a:extLst>
                  <a:ext uri="{FF2B5EF4-FFF2-40B4-BE49-F238E27FC236}">
                    <a16:creationId xmlns:a16="http://schemas.microsoft.com/office/drawing/2014/main" id="{22BA177B-232F-8D84-F921-05AFF49C53A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501508" y="2105924"/>
                <a:ext cx="716416" cy="45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6" name="Ink 36">
                <a:extLst>
                  <a:ext uri="{FF2B5EF4-FFF2-40B4-BE49-F238E27FC236}">
                    <a16:creationId xmlns:a16="http://schemas.microsoft.com/office/drawing/2014/main" id="{9DC04AA2-D2CF-CCB5-3633-0224E63D1B2A}"/>
                  </a:ext>
                </a:extLst>
              </p14:cNvPr>
              <p14:cNvContentPartPr/>
              <p14:nvPr/>
            </p14:nvContentPartPr>
            <p14:xfrm>
              <a:off x="9209116" y="2114924"/>
              <a:ext cx="1047600" cy="464760"/>
            </p14:xfrm>
          </p:contentPart>
        </mc:Choice>
        <mc:Fallback xmlns="">
          <p:pic>
            <p:nvPicPr>
              <p:cNvPr id="36" name="Ink 36">
                <a:extLst>
                  <a:ext uri="{FF2B5EF4-FFF2-40B4-BE49-F238E27FC236}">
                    <a16:creationId xmlns:a16="http://schemas.microsoft.com/office/drawing/2014/main" id="{9DC04AA2-D2CF-CCB5-3633-0224E63D1B2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193636" y="2099444"/>
                <a:ext cx="1078200" cy="49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6" name="Ink 46">
                <a:extLst>
                  <a:ext uri="{FF2B5EF4-FFF2-40B4-BE49-F238E27FC236}">
                    <a16:creationId xmlns:a16="http://schemas.microsoft.com/office/drawing/2014/main" id="{AD48ADF4-E2A7-015A-83AF-0821E91E019F}"/>
                  </a:ext>
                </a:extLst>
              </p14:cNvPr>
              <p14:cNvContentPartPr/>
              <p14:nvPr/>
            </p14:nvContentPartPr>
            <p14:xfrm>
              <a:off x="4624529" y="3177644"/>
              <a:ext cx="2401920" cy="861480"/>
            </p14:xfrm>
          </p:contentPart>
        </mc:Choice>
        <mc:Fallback xmlns="">
          <p:pic>
            <p:nvPicPr>
              <p:cNvPr id="46" name="Ink 46">
                <a:extLst>
                  <a:ext uri="{FF2B5EF4-FFF2-40B4-BE49-F238E27FC236}">
                    <a16:creationId xmlns:a16="http://schemas.microsoft.com/office/drawing/2014/main" id="{AD48ADF4-E2A7-015A-83AF-0821E91E019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613729" y="3166849"/>
                <a:ext cx="2423160" cy="8827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2" name="Ink 52">
                <a:extLst>
                  <a:ext uri="{FF2B5EF4-FFF2-40B4-BE49-F238E27FC236}">
                    <a16:creationId xmlns:a16="http://schemas.microsoft.com/office/drawing/2014/main" id="{0E848833-5E5F-87A3-F772-587A43B4E205}"/>
                  </a:ext>
                </a:extLst>
              </p14:cNvPr>
              <p14:cNvContentPartPr/>
              <p14:nvPr/>
            </p14:nvContentPartPr>
            <p14:xfrm>
              <a:off x="9240796" y="2627924"/>
              <a:ext cx="1407960" cy="542880"/>
            </p14:xfrm>
          </p:contentPart>
        </mc:Choice>
        <mc:Fallback xmlns="">
          <p:pic>
            <p:nvPicPr>
              <p:cNvPr id="52" name="Ink 52">
                <a:extLst>
                  <a:ext uri="{FF2B5EF4-FFF2-40B4-BE49-F238E27FC236}">
                    <a16:creationId xmlns:a16="http://schemas.microsoft.com/office/drawing/2014/main" id="{0E848833-5E5F-87A3-F772-587A43B4E20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229996" y="2617131"/>
                <a:ext cx="1429200" cy="5641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5" name="Ink 76">
                <a:extLst>
                  <a:ext uri="{FF2B5EF4-FFF2-40B4-BE49-F238E27FC236}">
                    <a16:creationId xmlns:a16="http://schemas.microsoft.com/office/drawing/2014/main" id="{4AA60506-A98F-0842-BC17-3A9175DFF8DE}"/>
                  </a:ext>
                </a:extLst>
              </p14:cNvPr>
              <p14:cNvContentPartPr/>
              <p14:nvPr/>
            </p14:nvContentPartPr>
            <p14:xfrm>
              <a:off x="10127116" y="3096644"/>
              <a:ext cx="1779480" cy="576360"/>
            </p14:xfrm>
          </p:contentPart>
        </mc:Choice>
        <mc:Fallback xmlns="">
          <p:pic>
            <p:nvPicPr>
              <p:cNvPr id="75" name="Ink 76">
                <a:extLst>
                  <a:ext uri="{FF2B5EF4-FFF2-40B4-BE49-F238E27FC236}">
                    <a16:creationId xmlns:a16="http://schemas.microsoft.com/office/drawing/2014/main" id="{4AA60506-A98F-0842-BC17-3A9175DFF8D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116316" y="3085851"/>
                <a:ext cx="1800720" cy="5975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6" name="Ink 76">
                <a:extLst>
                  <a:ext uri="{FF2B5EF4-FFF2-40B4-BE49-F238E27FC236}">
                    <a16:creationId xmlns:a16="http://schemas.microsoft.com/office/drawing/2014/main" id="{52D38CD3-D3A9-9261-D678-AAB3F898AD89}"/>
                  </a:ext>
                </a:extLst>
              </p14:cNvPr>
              <p14:cNvContentPartPr/>
              <p14:nvPr/>
            </p14:nvContentPartPr>
            <p14:xfrm>
              <a:off x="9171676" y="3221564"/>
              <a:ext cx="717120" cy="336960"/>
            </p14:xfrm>
          </p:contentPart>
        </mc:Choice>
        <mc:Fallback xmlns="">
          <p:pic>
            <p:nvPicPr>
              <p:cNvPr id="76" name="Ink 76">
                <a:extLst>
                  <a:ext uri="{FF2B5EF4-FFF2-40B4-BE49-F238E27FC236}">
                    <a16:creationId xmlns:a16="http://schemas.microsoft.com/office/drawing/2014/main" id="{52D38CD3-D3A9-9261-D678-AAB3F898AD8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160876" y="3210764"/>
                <a:ext cx="73836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94" name="Ink 95">
                <a:extLst>
                  <a:ext uri="{FF2B5EF4-FFF2-40B4-BE49-F238E27FC236}">
                    <a16:creationId xmlns:a16="http://schemas.microsoft.com/office/drawing/2014/main" id="{00AD8E39-AA7E-821A-2342-964AECDC2495}"/>
                  </a:ext>
                </a:extLst>
              </p14:cNvPr>
              <p14:cNvContentPartPr/>
              <p14:nvPr/>
            </p14:nvContentPartPr>
            <p14:xfrm>
              <a:off x="9567676" y="3605684"/>
              <a:ext cx="1936800" cy="395640"/>
            </p14:xfrm>
          </p:contentPart>
        </mc:Choice>
        <mc:Fallback xmlns="">
          <p:pic>
            <p:nvPicPr>
              <p:cNvPr id="94" name="Ink 95">
                <a:extLst>
                  <a:ext uri="{FF2B5EF4-FFF2-40B4-BE49-F238E27FC236}">
                    <a16:creationId xmlns:a16="http://schemas.microsoft.com/office/drawing/2014/main" id="{00AD8E39-AA7E-821A-2342-964AECDC249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556876" y="3594884"/>
                <a:ext cx="1958040" cy="416880"/>
              </a:xfrm>
              <a:prstGeom prst="rect">
                <a:avLst/>
              </a:prstGeom>
            </p:spPr>
          </p:pic>
        </mc:Fallback>
      </mc:AlternateContent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E25DBB5D-796F-0617-07B8-5FEB2C989629}"/>
              </a:ext>
            </a:extLst>
          </p:cNvPr>
          <p:cNvCxnSpPr/>
          <p:nvPr/>
        </p:nvCxnSpPr>
        <p:spPr>
          <a:xfrm flipV="1">
            <a:off x="1047750" y="2034117"/>
            <a:ext cx="0" cy="28860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A41B8599-2F71-5AC9-30D4-56FF587DF231}"/>
              </a:ext>
            </a:extLst>
          </p:cNvPr>
          <p:cNvCxnSpPr/>
          <p:nvPr/>
        </p:nvCxnSpPr>
        <p:spPr>
          <a:xfrm>
            <a:off x="1047750" y="4939242"/>
            <a:ext cx="36195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8EF2C21C-C1FF-0C1B-4F56-F332FB1D809F}"/>
              </a:ext>
            </a:extLst>
          </p:cNvPr>
          <p:cNvSpPr txBox="1"/>
          <p:nvPr/>
        </p:nvSpPr>
        <p:spPr>
          <a:xfrm>
            <a:off x="656482" y="3339042"/>
            <a:ext cx="3722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/>
              <a:t>P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0097E62-49B1-D0A0-E758-08856484A58C}"/>
              </a:ext>
            </a:extLst>
          </p:cNvPr>
          <p:cNvSpPr txBox="1"/>
          <p:nvPr/>
        </p:nvSpPr>
        <p:spPr>
          <a:xfrm>
            <a:off x="2590800" y="4958292"/>
            <a:ext cx="3722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/>
              <a:t>V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C3006EE5-B6D3-7A79-1C14-C38CB7742361}"/>
                  </a:ext>
                </a:extLst>
              </p14:cNvPr>
              <p14:cNvContentPartPr/>
              <p14:nvPr/>
            </p14:nvContentPartPr>
            <p14:xfrm>
              <a:off x="1557103" y="4298711"/>
              <a:ext cx="75960" cy="8784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C3006EE5-B6D3-7A79-1C14-C38CB774236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541623" y="4283231"/>
                <a:ext cx="10656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7" name="Ink 29">
                <a:extLst>
                  <a:ext uri="{FF2B5EF4-FFF2-40B4-BE49-F238E27FC236}">
                    <a16:creationId xmlns:a16="http://schemas.microsoft.com/office/drawing/2014/main" id="{12F47AD1-76D1-8516-6F86-9CD745B511FE}"/>
                  </a:ext>
                </a:extLst>
              </p14:cNvPr>
              <p14:cNvContentPartPr/>
              <p14:nvPr/>
            </p14:nvContentPartPr>
            <p14:xfrm>
              <a:off x="1475383" y="4493471"/>
              <a:ext cx="245520" cy="321120"/>
            </p14:xfrm>
          </p:contentPart>
        </mc:Choice>
        <mc:Fallback xmlns="">
          <p:pic>
            <p:nvPicPr>
              <p:cNvPr id="107" name="Ink 29">
                <a:extLst>
                  <a:ext uri="{FF2B5EF4-FFF2-40B4-BE49-F238E27FC236}">
                    <a16:creationId xmlns:a16="http://schemas.microsoft.com/office/drawing/2014/main" id="{12F47AD1-76D1-8516-6F86-9CD745B511F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454863" y="4472928"/>
                <a:ext cx="286200" cy="3618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9" name="Ink 33">
                <a:extLst>
                  <a:ext uri="{FF2B5EF4-FFF2-40B4-BE49-F238E27FC236}">
                    <a16:creationId xmlns:a16="http://schemas.microsoft.com/office/drawing/2014/main" id="{88F3E119-AB7F-E5EA-D66E-C5BFD7D2EEA3}"/>
                  </a:ext>
                </a:extLst>
              </p14:cNvPr>
              <p14:cNvContentPartPr/>
              <p14:nvPr/>
            </p14:nvContentPartPr>
            <p14:xfrm>
              <a:off x="1619743" y="2192351"/>
              <a:ext cx="2817000" cy="2118960"/>
            </p14:xfrm>
          </p:contentPart>
        </mc:Choice>
        <mc:Fallback xmlns="">
          <p:pic>
            <p:nvPicPr>
              <p:cNvPr id="109" name="Ink 33">
                <a:extLst>
                  <a:ext uri="{FF2B5EF4-FFF2-40B4-BE49-F238E27FC236}">
                    <a16:creationId xmlns:a16="http://schemas.microsoft.com/office/drawing/2014/main" id="{88F3E119-AB7F-E5EA-D66E-C5BFD7D2EEA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604263" y="2176871"/>
                <a:ext cx="2847600" cy="21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13" name="Ink 36">
                <a:extLst>
                  <a:ext uri="{FF2B5EF4-FFF2-40B4-BE49-F238E27FC236}">
                    <a16:creationId xmlns:a16="http://schemas.microsoft.com/office/drawing/2014/main" id="{2A912158-BD53-5235-69C7-A6CF3B66A92E}"/>
                  </a:ext>
                </a:extLst>
              </p14:cNvPr>
              <p14:cNvContentPartPr/>
              <p14:nvPr/>
            </p14:nvContentPartPr>
            <p14:xfrm>
              <a:off x="1594903" y="2424911"/>
              <a:ext cx="2471040" cy="1918080"/>
            </p14:xfrm>
          </p:contentPart>
        </mc:Choice>
        <mc:Fallback xmlns="">
          <p:pic>
            <p:nvPicPr>
              <p:cNvPr id="113" name="Ink 36">
                <a:extLst>
                  <a:ext uri="{FF2B5EF4-FFF2-40B4-BE49-F238E27FC236}">
                    <a16:creationId xmlns:a16="http://schemas.microsoft.com/office/drawing/2014/main" id="{2A912158-BD53-5235-69C7-A6CF3B66A92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574383" y="2404391"/>
                <a:ext cx="2511720" cy="19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6D3CE652-69E8-E78D-1192-8F5AFD00CF02}"/>
                  </a:ext>
                </a:extLst>
              </p14:cNvPr>
              <p14:cNvContentPartPr/>
              <p14:nvPr/>
            </p14:nvContentPartPr>
            <p14:xfrm>
              <a:off x="2311303" y="2393591"/>
              <a:ext cx="295920" cy="18900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6D3CE652-69E8-E78D-1192-8F5AFD00CF0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295823" y="2378111"/>
                <a:ext cx="32652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E247074A-912F-D131-5EC3-0CA5FD8A44BB}"/>
                  </a:ext>
                </a:extLst>
              </p14:cNvPr>
              <p14:cNvContentPartPr/>
              <p14:nvPr/>
            </p14:nvContentPartPr>
            <p14:xfrm>
              <a:off x="3053263" y="3639191"/>
              <a:ext cx="251280" cy="2448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E247074A-912F-D131-5EC3-0CA5FD8A44B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037761" y="3623734"/>
                <a:ext cx="281924" cy="2753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21" name="Ink 41">
                <a:extLst>
                  <a:ext uri="{FF2B5EF4-FFF2-40B4-BE49-F238E27FC236}">
                    <a16:creationId xmlns:a16="http://schemas.microsoft.com/office/drawing/2014/main" id="{5BA70039-31B8-2AFB-B18D-C9924BF4B528}"/>
                  </a:ext>
                </a:extLst>
              </p14:cNvPr>
              <p14:cNvContentPartPr/>
              <p14:nvPr/>
            </p14:nvContentPartPr>
            <p14:xfrm>
              <a:off x="3260983" y="2949791"/>
              <a:ext cx="276840" cy="443160"/>
            </p14:xfrm>
          </p:contentPart>
        </mc:Choice>
        <mc:Fallback xmlns="">
          <p:pic>
            <p:nvPicPr>
              <p:cNvPr id="121" name="Ink 41">
                <a:extLst>
                  <a:ext uri="{FF2B5EF4-FFF2-40B4-BE49-F238E27FC236}">
                    <a16:creationId xmlns:a16="http://schemas.microsoft.com/office/drawing/2014/main" id="{5BA70039-31B8-2AFB-B18D-C9924BF4B52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245503" y="2934311"/>
                <a:ext cx="307440" cy="47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23" name="Ink 21">
                <a:extLst>
                  <a:ext uri="{FF2B5EF4-FFF2-40B4-BE49-F238E27FC236}">
                    <a16:creationId xmlns:a16="http://schemas.microsoft.com/office/drawing/2014/main" id="{EA946CE3-5ED9-9170-B572-2EE3CE647B21}"/>
                  </a:ext>
                </a:extLst>
              </p14:cNvPr>
              <p14:cNvContentPartPr/>
              <p14:nvPr/>
            </p14:nvContentPartPr>
            <p14:xfrm>
              <a:off x="1582303" y="2424911"/>
              <a:ext cx="2603160" cy="2081520"/>
            </p14:xfrm>
          </p:contentPart>
        </mc:Choice>
        <mc:Fallback xmlns="">
          <p:pic>
            <p:nvPicPr>
              <p:cNvPr id="123" name="Ink 21">
                <a:extLst>
                  <a:ext uri="{FF2B5EF4-FFF2-40B4-BE49-F238E27FC236}">
                    <a16:creationId xmlns:a16="http://schemas.microsoft.com/office/drawing/2014/main" id="{EA946CE3-5ED9-9170-B572-2EE3CE647B2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571503" y="2414111"/>
                <a:ext cx="2624400" cy="21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97BF00EE-709E-038A-0B8A-4DC87B62D058}"/>
                  </a:ext>
                </a:extLst>
              </p14:cNvPr>
              <p14:cNvContentPartPr/>
              <p14:nvPr/>
            </p14:nvContentPartPr>
            <p14:xfrm>
              <a:off x="4090783" y="3918551"/>
              <a:ext cx="157680" cy="27360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97BF00EE-709E-038A-0B8A-4DC87B62D05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076383" y="3904132"/>
                <a:ext cx="186120" cy="3020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2" name="Ink 103">
                <a:extLst>
                  <a:ext uri="{FF2B5EF4-FFF2-40B4-BE49-F238E27FC236}">
                    <a16:creationId xmlns:a16="http://schemas.microsoft.com/office/drawing/2014/main" id="{1953E16A-715A-E16C-FD73-6D3899A3DDA7}"/>
                  </a:ext>
                </a:extLst>
              </p14:cNvPr>
              <p14:cNvContentPartPr/>
              <p14:nvPr/>
            </p14:nvContentPartPr>
            <p14:xfrm>
              <a:off x="5253943" y="2743844"/>
              <a:ext cx="395640" cy="364680"/>
            </p14:xfrm>
          </p:contentPart>
        </mc:Choice>
        <mc:Fallback xmlns="">
          <p:pic>
            <p:nvPicPr>
              <p:cNvPr id="102" name="Ink 103">
                <a:extLst>
                  <a:ext uri="{FF2B5EF4-FFF2-40B4-BE49-F238E27FC236}">
                    <a16:creationId xmlns:a16="http://schemas.microsoft.com/office/drawing/2014/main" id="{1953E16A-715A-E16C-FD73-6D3899A3DDA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243153" y="2733055"/>
                <a:ext cx="416861" cy="3858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8" name="Ink 111">
                <a:extLst>
                  <a:ext uri="{FF2B5EF4-FFF2-40B4-BE49-F238E27FC236}">
                    <a16:creationId xmlns:a16="http://schemas.microsoft.com/office/drawing/2014/main" id="{05D34FA8-D76A-8A10-C3EB-9AB5DBE0DD53}"/>
                  </a:ext>
                </a:extLst>
              </p14:cNvPr>
              <p14:cNvContentPartPr/>
              <p14:nvPr/>
            </p14:nvContentPartPr>
            <p14:xfrm>
              <a:off x="8964103" y="4271684"/>
              <a:ext cx="407880" cy="484200"/>
            </p14:xfrm>
          </p:contentPart>
        </mc:Choice>
        <mc:Fallback xmlns="">
          <p:pic>
            <p:nvPicPr>
              <p:cNvPr id="108" name="Ink 111">
                <a:extLst>
                  <a:ext uri="{FF2B5EF4-FFF2-40B4-BE49-F238E27FC236}">
                    <a16:creationId xmlns:a16="http://schemas.microsoft.com/office/drawing/2014/main" id="{05D34FA8-D76A-8A10-C3EB-9AB5DBE0DD5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953313" y="4260892"/>
                <a:ext cx="429101" cy="5054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16" name="Ink 119">
                <a:extLst>
                  <a:ext uri="{FF2B5EF4-FFF2-40B4-BE49-F238E27FC236}">
                    <a16:creationId xmlns:a16="http://schemas.microsoft.com/office/drawing/2014/main" id="{0935FC52-AA34-C086-C929-D5FF703BAA7F}"/>
                  </a:ext>
                </a:extLst>
              </p14:cNvPr>
              <p14:cNvContentPartPr/>
              <p14:nvPr/>
            </p14:nvContentPartPr>
            <p14:xfrm>
              <a:off x="9032503" y="4265204"/>
              <a:ext cx="811440" cy="1132200"/>
            </p14:xfrm>
          </p:contentPart>
        </mc:Choice>
        <mc:Fallback xmlns="">
          <p:pic>
            <p:nvPicPr>
              <p:cNvPr id="116" name="Ink 119">
                <a:extLst>
                  <a:ext uri="{FF2B5EF4-FFF2-40B4-BE49-F238E27FC236}">
                    <a16:creationId xmlns:a16="http://schemas.microsoft.com/office/drawing/2014/main" id="{0935FC52-AA34-C086-C929-D5FF703BAA7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021703" y="4254401"/>
                <a:ext cx="832680" cy="11534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39" name="Ink 139">
                <a:extLst>
                  <a:ext uri="{FF2B5EF4-FFF2-40B4-BE49-F238E27FC236}">
                    <a16:creationId xmlns:a16="http://schemas.microsoft.com/office/drawing/2014/main" id="{B2C09501-CC93-31DA-58B9-6F3104495C98}"/>
                  </a:ext>
                </a:extLst>
              </p14:cNvPr>
              <p14:cNvContentPartPr/>
              <p14:nvPr/>
            </p14:nvContentPartPr>
            <p14:xfrm>
              <a:off x="10044463" y="4278524"/>
              <a:ext cx="1716120" cy="999360"/>
            </p14:xfrm>
          </p:contentPart>
        </mc:Choice>
        <mc:Fallback xmlns="">
          <p:pic>
            <p:nvPicPr>
              <p:cNvPr id="139" name="Ink 139">
                <a:extLst>
                  <a:ext uri="{FF2B5EF4-FFF2-40B4-BE49-F238E27FC236}">
                    <a16:creationId xmlns:a16="http://schemas.microsoft.com/office/drawing/2014/main" id="{B2C09501-CC93-31DA-58B9-6F3104495C9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033663" y="4267720"/>
                <a:ext cx="1737360" cy="10206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46" name="Ink 146">
                <a:extLst>
                  <a:ext uri="{FF2B5EF4-FFF2-40B4-BE49-F238E27FC236}">
                    <a16:creationId xmlns:a16="http://schemas.microsoft.com/office/drawing/2014/main" id="{FF2EE605-BB81-9729-001B-CA5B916ACB6F}"/>
                  </a:ext>
                </a:extLst>
              </p14:cNvPr>
              <p14:cNvContentPartPr/>
              <p14:nvPr/>
            </p14:nvContentPartPr>
            <p14:xfrm>
              <a:off x="10208263" y="5352764"/>
              <a:ext cx="867960" cy="488160"/>
            </p14:xfrm>
          </p:contentPart>
        </mc:Choice>
        <mc:Fallback xmlns="">
          <p:pic>
            <p:nvPicPr>
              <p:cNvPr id="146" name="Ink 146">
                <a:extLst>
                  <a:ext uri="{FF2B5EF4-FFF2-40B4-BE49-F238E27FC236}">
                    <a16:creationId xmlns:a16="http://schemas.microsoft.com/office/drawing/2014/main" id="{FF2EE605-BB81-9729-001B-CA5B916ACB6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197463" y="5341956"/>
                <a:ext cx="889200" cy="5094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58" name="Ink 158">
                <a:extLst>
                  <a:ext uri="{FF2B5EF4-FFF2-40B4-BE49-F238E27FC236}">
                    <a16:creationId xmlns:a16="http://schemas.microsoft.com/office/drawing/2014/main" id="{F740CB7D-6604-BADA-AA2F-0161486E2167}"/>
                  </a:ext>
                </a:extLst>
              </p14:cNvPr>
              <p14:cNvContentPartPr/>
              <p14:nvPr/>
            </p14:nvContentPartPr>
            <p14:xfrm>
              <a:off x="10132663" y="5321444"/>
              <a:ext cx="1829880" cy="1019160"/>
            </p14:xfrm>
          </p:contentPart>
        </mc:Choice>
        <mc:Fallback xmlns="">
          <p:pic>
            <p:nvPicPr>
              <p:cNvPr id="158" name="Ink 158">
                <a:extLst>
                  <a:ext uri="{FF2B5EF4-FFF2-40B4-BE49-F238E27FC236}">
                    <a16:creationId xmlns:a16="http://schemas.microsoft.com/office/drawing/2014/main" id="{F740CB7D-6604-BADA-AA2F-0161486E216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121865" y="5310640"/>
                <a:ext cx="1851116" cy="10404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D4C682E9-F4FC-0BB8-DA5D-891F4AC017C4}"/>
                  </a:ext>
                </a:extLst>
              </p14:cNvPr>
              <p14:cNvContentPartPr/>
              <p14:nvPr/>
            </p14:nvContentPartPr>
            <p14:xfrm>
              <a:off x="11056783" y="5434844"/>
              <a:ext cx="132480" cy="25200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D4C682E9-F4FC-0BB8-DA5D-891F4AC017C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1045954" y="5424044"/>
                <a:ext cx="153778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66" name="Ink 166">
                <a:extLst>
                  <a:ext uri="{FF2B5EF4-FFF2-40B4-BE49-F238E27FC236}">
                    <a16:creationId xmlns:a16="http://schemas.microsoft.com/office/drawing/2014/main" id="{3BCB7DF7-F60A-9C58-99EE-AFD7C0A4D8C8}"/>
                  </a:ext>
                </a:extLst>
              </p14:cNvPr>
              <p14:cNvContentPartPr/>
              <p14:nvPr/>
            </p14:nvContentPartPr>
            <p14:xfrm>
              <a:off x="5210383" y="4102484"/>
              <a:ext cx="1181520" cy="426600"/>
            </p14:xfrm>
          </p:contentPart>
        </mc:Choice>
        <mc:Fallback xmlns="">
          <p:pic>
            <p:nvPicPr>
              <p:cNvPr id="166" name="Ink 166">
                <a:extLst>
                  <a:ext uri="{FF2B5EF4-FFF2-40B4-BE49-F238E27FC236}">
                    <a16:creationId xmlns:a16="http://schemas.microsoft.com/office/drawing/2014/main" id="{3BCB7DF7-F60A-9C58-99EE-AFD7C0A4D8C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194903" y="4086991"/>
                <a:ext cx="1212120" cy="4572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77" name="Ink 177">
                <a:extLst>
                  <a:ext uri="{FF2B5EF4-FFF2-40B4-BE49-F238E27FC236}">
                    <a16:creationId xmlns:a16="http://schemas.microsoft.com/office/drawing/2014/main" id="{E5DF860B-EE9F-863E-5E90-72ACBA83CAE5}"/>
                  </a:ext>
                </a:extLst>
              </p14:cNvPr>
              <p14:cNvContentPartPr/>
              <p14:nvPr/>
            </p14:nvContentPartPr>
            <p14:xfrm>
              <a:off x="6655783" y="3988724"/>
              <a:ext cx="1609920" cy="754560"/>
            </p14:xfrm>
          </p:contentPart>
        </mc:Choice>
        <mc:Fallback xmlns="">
          <p:pic>
            <p:nvPicPr>
              <p:cNvPr id="177" name="Ink 177">
                <a:extLst>
                  <a:ext uri="{FF2B5EF4-FFF2-40B4-BE49-F238E27FC236}">
                    <a16:creationId xmlns:a16="http://schemas.microsoft.com/office/drawing/2014/main" id="{E5DF860B-EE9F-863E-5E90-72ACBA83CAE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640303" y="3973251"/>
                <a:ext cx="1640520" cy="7851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80" name="Ink 180">
                <a:extLst>
                  <a:ext uri="{FF2B5EF4-FFF2-40B4-BE49-F238E27FC236}">
                    <a16:creationId xmlns:a16="http://schemas.microsoft.com/office/drawing/2014/main" id="{965D6DCC-945A-7C63-A5C4-C305F8CDE30E}"/>
                  </a:ext>
                </a:extLst>
              </p14:cNvPr>
              <p14:cNvContentPartPr/>
              <p14:nvPr/>
            </p14:nvContentPartPr>
            <p14:xfrm>
              <a:off x="6247903" y="4617284"/>
              <a:ext cx="301320" cy="324360"/>
            </p14:xfrm>
          </p:contentPart>
        </mc:Choice>
        <mc:Fallback xmlns="">
          <p:pic>
            <p:nvPicPr>
              <p:cNvPr id="180" name="Ink 180">
                <a:extLst>
                  <a:ext uri="{FF2B5EF4-FFF2-40B4-BE49-F238E27FC236}">
                    <a16:creationId xmlns:a16="http://schemas.microsoft.com/office/drawing/2014/main" id="{965D6DCC-945A-7C63-A5C4-C305F8CDE30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232423" y="4601804"/>
                <a:ext cx="331920" cy="35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91" name="Ink 191">
                <a:extLst>
                  <a:ext uri="{FF2B5EF4-FFF2-40B4-BE49-F238E27FC236}">
                    <a16:creationId xmlns:a16="http://schemas.microsoft.com/office/drawing/2014/main" id="{623C7DD9-969D-EC08-7B34-C9F2293D2E8A}"/>
                  </a:ext>
                </a:extLst>
              </p14:cNvPr>
              <p14:cNvContentPartPr/>
              <p14:nvPr/>
            </p14:nvContentPartPr>
            <p14:xfrm>
              <a:off x="5273383" y="5013284"/>
              <a:ext cx="942840" cy="365040"/>
            </p14:xfrm>
          </p:contentPart>
        </mc:Choice>
        <mc:Fallback xmlns="">
          <p:pic>
            <p:nvPicPr>
              <p:cNvPr id="191" name="Ink 191">
                <a:extLst>
                  <a:ext uri="{FF2B5EF4-FFF2-40B4-BE49-F238E27FC236}">
                    <a16:creationId xmlns:a16="http://schemas.microsoft.com/office/drawing/2014/main" id="{623C7DD9-969D-EC08-7B34-C9F2293D2E8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262579" y="5002484"/>
                <a:ext cx="964088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04" name="Ink 204">
                <a:extLst>
                  <a:ext uri="{FF2B5EF4-FFF2-40B4-BE49-F238E27FC236}">
                    <a16:creationId xmlns:a16="http://schemas.microsoft.com/office/drawing/2014/main" id="{5883151C-6BAA-4E0A-D4DC-0EF3FEB7B25B}"/>
                  </a:ext>
                </a:extLst>
              </p14:cNvPr>
              <p14:cNvContentPartPr/>
              <p14:nvPr/>
            </p14:nvContentPartPr>
            <p14:xfrm>
              <a:off x="6391903" y="4777844"/>
              <a:ext cx="2131560" cy="728280"/>
            </p14:xfrm>
          </p:contentPart>
        </mc:Choice>
        <mc:Fallback xmlns="">
          <p:pic>
            <p:nvPicPr>
              <p:cNvPr id="204" name="Ink 204">
                <a:extLst>
                  <a:ext uri="{FF2B5EF4-FFF2-40B4-BE49-F238E27FC236}">
                    <a16:creationId xmlns:a16="http://schemas.microsoft.com/office/drawing/2014/main" id="{5883151C-6BAA-4E0A-D4DC-0EF3FEB7B25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376426" y="4762364"/>
                <a:ext cx="2162155" cy="75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9257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C1C98F-13AF-96E4-B452-5A141AD07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450"/>
            <a:ext cx="10515600" cy="714375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Arial Rounded MT Bold" panose="020F0704030504030204" pitchFamily="34" charset="0"/>
              </a:rPr>
              <a:t>First Law of Thermodynamics</a:t>
            </a:r>
            <a:endParaRPr lang="en-IN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8FA7F2-9B05-5A04-26AF-674863CEC4B7}"/>
              </a:ext>
            </a:extLst>
          </p:cNvPr>
          <p:cNvSpPr txBox="1"/>
          <p:nvPr/>
        </p:nvSpPr>
        <p:spPr>
          <a:xfrm>
            <a:off x="922867" y="1276350"/>
            <a:ext cx="10820400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200">
                <a:cs typeface="Arial"/>
              </a:rPr>
              <a:t>Can we get back the original statement ?</a:t>
            </a:r>
            <a:endParaRPr lang="en-IN" sz="2200" b="1"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2">
                <a:extLst>
                  <a:ext uri="{FF2B5EF4-FFF2-40B4-BE49-F238E27FC236}">
                    <a16:creationId xmlns:a16="http://schemas.microsoft.com/office/drawing/2014/main" id="{51CC5D32-B42B-AC0A-E9C9-8378FE08936E}"/>
                  </a:ext>
                </a:extLst>
              </p14:cNvPr>
              <p14:cNvContentPartPr/>
              <p14:nvPr/>
            </p14:nvContentPartPr>
            <p14:xfrm>
              <a:off x="6037156" y="2310044"/>
              <a:ext cx="211320" cy="138600"/>
            </p14:xfrm>
          </p:contentPart>
        </mc:Choice>
        <mc:Fallback xmlns="">
          <p:pic>
            <p:nvPicPr>
              <p:cNvPr id="11" name="Ink 12">
                <a:extLst>
                  <a:ext uri="{FF2B5EF4-FFF2-40B4-BE49-F238E27FC236}">
                    <a16:creationId xmlns:a16="http://schemas.microsoft.com/office/drawing/2014/main" id="{51CC5D32-B42B-AC0A-E9C9-8378FE08936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21676" y="2294564"/>
                <a:ext cx="24192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2">
                <a:extLst>
                  <a:ext uri="{FF2B5EF4-FFF2-40B4-BE49-F238E27FC236}">
                    <a16:creationId xmlns:a16="http://schemas.microsoft.com/office/drawing/2014/main" id="{4C441D30-3DCF-22F0-258C-819C408E027B}"/>
                  </a:ext>
                </a:extLst>
              </p14:cNvPr>
              <p14:cNvContentPartPr/>
              <p14:nvPr/>
            </p14:nvContentPartPr>
            <p14:xfrm>
              <a:off x="4915036" y="2152724"/>
              <a:ext cx="774000" cy="491040"/>
            </p14:xfrm>
          </p:contentPart>
        </mc:Choice>
        <mc:Fallback xmlns="">
          <p:pic>
            <p:nvPicPr>
              <p:cNvPr id="12" name="Ink 12">
                <a:extLst>
                  <a:ext uri="{FF2B5EF4-FFF2-40B4-BE49-F238E27FC236}">
                    <a16:creationId xmlns:a16="http://schemas.microsoft.com/office/drawing/2014/main" id="{4C441D30-3DCF-22F0-258C-819C408E027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99549" y="2137233"/>
                <a:ext cx="804614" cy="521662"/>
              </a:xfrm>
              <a:prstGeom prst="rect">
                <a:avLst/>
              </a:prstGeom>
            </p:spPr>
          </p:pic>
        </mc:Fallback>
      </mc:AlternateContent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E25DBB5D-796F-0617-07B8-5FEB2C989629}"/>
              </a:ext>
            </a:extLst>
          </p:cNvPr>
          <p:cNvCxnSpPr/>
          <p:nvPr/>
        </p:nvCxnSpPr>
        <p:spPr>
          <a:xfrm flipV="1">
            <a:off x="1047750" y="2034117"/>
            <a:ext cx="0" cy="28860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A41B8599-2F71-5AC9-30D4-56FF587DF231}"/>
              </a:ext>
            </a:extLst>
          </p:cNvPr>
          <p:cNvCxnSpPr/>
          <p:nvPr/>
        </p:nvCxnSpPr>
        <p:spPr>
          <a:xfrm>
            <a:off x="1047750" y="4939242"/>
            <a:ext cx="36195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8EF2C21C-C1FF-0C1B-4F56-F332FB1D809F}"/>
              </a:ext>
            </a:extLst>
          </p:cNvPr>
          <p:cNvSpPr txBox="1"/>
          <p:nvPr/>
        </p:nvSpPr>
        <p:spPr>
          <a:xfrm>
            <a:off x="656482" y="3339042"/>
            <a:ext cx="3722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/>
              <a:t>P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0097E62-49B1-D0A0-E758-08856484A58C}"/>
              </a:ext>
            </a:extLst>
          </p:cNvPr>
          <p:cNvSpPr txBox="1"/>
          <p:nvPr/>
        </p:nvSpPr>
        <p:spPr>
          <a:xfrm>
            <a:off x="2590800" y="4958292"/>
            <a:ext cx="37221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/>
              <a:t>V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311E274-F1EA-AB2F-15B5-CD003C4BD9FE}"/>
              </a:ext>
            </a:extLst>
          </p:cNvPr>
          <p:cNvSpPr/>
          <p:nvPr/>
        </p:nvSpPr>
        <p:spPr>
          <a:xfrm>
            <a:off x="1845733" y="2700866"/>
            <a:ext cx="1955800" cy="17780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9">
                <a:extLst>
                  <a:ext uri="{FF2B5EF4-FFF2-40B4-BE49-F238E27FC236}">
                    <a16:creationId xmlns:a16="http://schemas.microsoft.com/office/drawing/2014/main" id="{F4121F13-7239-2D44-59AA-0FFAAE012019}"/>
                  </a:ext>
                </a:extLst>
              </p14:cNvPr>
              <p14:cNvContentPartPr/>
              <p14:nvPr/>
            </p14:nvContentPartPr>
            <p14:xfrm>
              <a:off x="1589143" y="3422804"/>
              <a:ext cx="333000" cy="302040"/>
            </p14:xfrm>
          </p:contentPart>
        </mc:Choice>
        <mc:Fallback xmlns="">
          <p:pic>
            <p:nvPicPr>
              <p:cNvPr id="9" name="Ink 9">
                <a:extLst>
                  <a:ext uri="{FF2B5EF4-FFF2-40B4-BE49-F238E27FC236}">
                    <a16:creationId xmlns:a16="http://schemas.microsoft.com/office/drawing/2014/main" id="{F4121F13-7239-2D44-59AA-0FFAAE01201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73646" y="3407342"/>
                <a:ext cx="363633" cy="3326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A793790-259F-0C1D-EAFA-9A1338E6F1E0}"/>
                  </a:ext>
                </a:extLst>
              </p14:cNvPr>
              <p14:cNvContentPartPr/>
              <p14:nvPr/>
            </p14:nvContentPartPr>
            <p14:xfrm>
              <a:off x="2871103" y="2611724"/>
              <a:ext cx="126000" cy="2268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A793790-259F-0C1D-EAFA-9A1338E6F1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55667" y="2596219"/>
                <a:ext cx="156513" cy="2574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244A8C1-A5BE-EE54-D57D-C941BFFA60DB}"/>
                  </a:ext>
                </a:extLst>
              </p14:cNvPr>
              <p14:cNvContentPartPr/>
              <p14:nvPr/>
            </p14:nvContentPartPr>
            <p14:xfrm>
              <a:off x="2713783" y="4334324"/>
              <a:ext cx="170280" cy="314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244A8C1-A5BE-EE54-D57D-C941BFFA60D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98270" y="4318844"/>
                <a:ext cx="200945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0" name="Ink 21">
                <a:extLst>
                  <a:ext uri="{FF2B5EF4-FFF2-40B4-BE49-F238E27FC236}">
                    <a16:creationId xmlns:a16="http://schemas.microsoft.com/office/drawing/2014/main" id="{8945D1EA-D349-3A2F-C908-E4A82C7D6142}"/>
                  </a:ext>
                </a:extLst>
              </p14:cNvPr>
              <p14:cNvContentPartPr/>
              <p14:nvPr/>
            </p14:nvContentPartPr>
            <p14:xfrm>
              <a:off x="7474063" y="2055524"/>
              <a:ext cx="1062000" cy="424440"/>
            </p14:xfrm>
          </p:contentPart>
        </mc:Choice>
        <mc:Fallback xmlns="">
          <p:pic>
            <p:nvPicPr>
              <p:cNvPr id="20" name="Ink 21">
                <a:extLst>
                  <a:ext uri="{FF2B5EF4-FFF2-40B4-BE49-F238E27FC236}">
                    <a16:creationId xmlns:a16="http://schemas.microsoft.com/office/drawing/2014/main" id="{8945D1EA-D349-3A2F-C908-E4A82C7D614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458588" y="2040044"/>
                <a:ext cx="1092590" cy="45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1" name="Ink 21">
                <a:extLst>
                  <a:ext uri="{FF2B5EF4-FFF2-40B4-BE49-F238E27FC236}">
                    <a16:creationId xmlns:a16="http://schemas.microsoft.com/office/drawing/2014/main" id="{62B60DE6-FB17-815C-949F-92F6672A9D02}"/>
                  </a:ext>
                </a:extLst>
              </p14:cNvPr>
              <p14:cNvContentPartPr/>
              <p14:nvPr/>
            </p14:nvContentPartPr>
            <p14:xfrm>
              <a:off x="6649663" y="2090084"/>
              <a:ext cx="572400" cy="443880"/>
            </p14:xfrm>
          </p:contentPart>
        </mc:Choice>
        <mc:Fallback xmlns="">
          <p:pic>
            <p:nvPicPr>
              <p:cNvPr id="21" name="Ink 21">
                <a:extLst>
                  <a:ext uri="{FF2B5EF4-FFF2-40B4-BE49-F238E27FC236}">
                    <a16:creationId xmlns:a16="http://schemas.microsoft.com/office/drawing/2014/main" id="{62B60DE6-FB17-815C-949F-92F6672A9D0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634193" y="2074604"/>
                <a:ext cx="602981" cy="47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9" name="Ink 69">
                <a:extLst>
                  <a:ext uri="{FF2B5EF4-FFF2-40B4-BE49-F238E27FC236}">
                    <a16:creationId xmlns:a16="http://schemas.microsoft.com/office/drawing/2014/main" id="{2CC23B25-1CCA-A066-AA8C-F21C18ED3772}"/>
                  </a:ext>
                </a:extLst>
              </p14:cNvPr>
              <p14:cNvContentPartPr/>
              <p14:nvPr/>
            </p14:nvContentPartPr>
            <p14:xfrm>
              <a:off x="5228743" y="2900804"/>
              <a:ext cx="282600" cy="396360"/>
            </p14:xfrm>
          </p:contentPart>
        </mc:Choice>
        <mc:Fallback xmlns="">
          <p:pic>
            <p:nvPicPr>
              <p:cNvPr id="69" name="Ink 69">
                <a:extLst>
                  <a:ext uri="{FF2B5EF4-FFF2-40B4-BE49-F238E27FC236}">
                    <a16:creationId xmlns:a16="http://schemas.microsoft.com/office/drawing/2014/main" id="{2CC23B25-1CCA-A066-AA8C-F21C18ED377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217943" y="2890004"/>
                <a:ext cx="30384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5D6E4BD2-AF8E-8031-C57A-B410768751E3}"/>
                  </a:ext>
                </a:extLst>
              </p14:cNvPr>
              <p14:cNvContentPartPr/>
              <p14:nvPr/>
            </p14:nvContentPartPr>
            <p14:xfrm>
              <a:off x="7040623" y="3026804"/>
              <a:ext cx="181440" cy="1908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5D6E4BD2-AF8E-8031-C57A-B410768751E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029823" y="3016204"/>
                <a:ext cx="202680" cy="399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E88B0F7D-EE93-6AA6-2E37-B87A9415278E}"/>
                  </a:ext>
                </a:extLst>
              </p14:cNvPr>
              <p14:cNvContentPartPr/>
              <p14:nvPr/>
            </p14:nvContentPartPr>
            <p14:xfrm>
              <a:off x="7048543" y="3152444"/>
              <a:ext cx="198720" cy="190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E88B0F7D-EE93-6AA6-2E37-B87A9415278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037743" y="3141844"/>
                <a:ext cx="219960" cy="399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80" name="Ink 80">
                <a:extLst>
                  <a:ext uri="{FF2B5EF4-FFF2-40B4-BE49-F238E27FC236}">
                    <a16:creationId xmlns:a16="http://schemas.microsoft.com/office/drawing/2014/main" id="{F4069430-BAFC-46F9-F2A2-A231C8913586}"/>
                  </a:ext>
                </a:extLst>
              </p14:cNvPr>
              <p14:cNvContentPartPr/>
              <p14:nvPr/>
            </p14:nvContentPartPr>
            <p14:xfrm>
              <a:off x="5527543" y="3133724"/>
              <a:ext cx="990360" cy="396360"/>
            </p14:xfrm>
          </p:contentPart>
        </mc:Choice>
        <mc:Fallback xmlns="">
          <p:pic>
            <p:nvPicPr>
              <p:cNvPr id="80" name="Ink 80">
                <a:extLst>
                  <a:ext uri="{FF2B5EF4-FFF2-40B4-BE49-F238E27FC236}">
                    <a16:creationId xmlns:a16="http://schemas.microsoft.com/office/drawing/2014/main" id="{F4069430-BAFC-46F9-F2A2-A231C891358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516743" y="3122924"/>
                <a:ext cx="101160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96" name="Ink 97">
                <a:extLst>
                  <a:ext uri="{FF2B5EF4-FFF2-40B4-BE49-F238E27FC236}">
                    <a16:creationId xmlns:a16="http://schemas.microsoft.com/office/drawing/2014/main" id="{E01F8505-5D27-E1EB-3E61-E1E7A4B1680F}"/>
                  </a:ext>
                </a:extLst>
              </p14:cNvPr>
              <p14:cNvContentPartPr/>
              <p14:nvPr/>
            </p14:nvContentPartPr>
            <p14:xfrm>
              <a:off x="7637503" y="2653124"/>
              <a:ext cx="2324160" cy="688320"/>
            </p14:xfrm>
          </p:contentPart>
        </mc:Choice>
        <mc:Fallback xmlns="">
          <p:pic>
            <p:nvPicPr>
              <p:cNvPr id="96" name="Ink 97">
                <a:extLst>
                  <a:ext uri="{FF2B5EF4-FFF2-40B4-BE49-F238E27FC236}">
                    <a16:creationId xmlns:a16="http://schemas.microsoft.com/office/drawing/2014/main" id="{E01F8505-5D27-E1EB-3E61-E1E7A4B1680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626705" y="2642324"/>
                <a:ext cx="2345397" cy="70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22" name="Ink 123">
                <a:extLst>
                  <a:ext uri="{FF2B5EF4-FFF2-40B4-BE49-F238E27FC236}">
                    <a16:creationId xmlns:a16="http://schemas.microsoft.com/office/drawing/2014/main" id="{2B421E56-ADAF-95F0-6E2D-BCB1D978FF9E}"/>
                  </a:ext>
                </a:extLst>
              </p14:cNvPr>
              <p14:cNvContentPartPr/>
              <p14:nvPr/>
            </p14:nvContentPartPr>
            <p14:xfrm>
              <a:off x="5267263" y="3630884"/>
              <a:ext cx="1250640" cy="435600"/>
            </p14:xfrm>
          </p:contentPart>
        </mc:Choice>
        <mc:Fallback xmlns="">
          <p:pic>
            <p:nvPicPr>
              <p:cNvPr id="122" name="Ink 123">
                <a:extLst>
                  <a:ext uri="{FF2B5EF4-FFF2-40B4-BE49-F238E27FC236}">
                    <a16:creationId xmlns:a16="http://schemas.microsoft.com/office/drawing/2014/main" id="{2B421E56-ADAF-95F0-6E2D-BCB1D978FF9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256466" y="3620084"/>
                <a:ext cx="1271874" cy="45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43" name="Ink 144">
                <a:extLst>
                  <a:ext uri="{FF2B5EF4-FFF2-40B4-BE49-F238E27FC236}">
                    <a16:creationId xmlns:a16="http://schemas.microsoft.com/office/drawing/2014/main" id="{9C52FE18-A1C6-51B6-4EE5-17F9886EDD41}"/>
                  </a:ext>
                </a:extLst>
              </p14:cNvPr>
              <p14:cNvContentPartPr/>
              <p14:nvPr/>
            </p14:nvContentPartPr>
            <p14:xfrm>
              <a:off x="7668103" y="3416324"/>
              <a:ext cx="2224440" cy="528480"/>
            </p14:xfrm>
          </p:contentPart>
        </mc:Choice>
        <mc:Fallback xmlns="">
          <p:pic>
            <p:nvPicPr>
              <p:cNvPr id="143" name="Ink 144">
                <a:extLst>
                  <a:ext uri="{FF2B5EF4-FFF2-40B4-BE49-F238E27FC236}">
                    <a16:creationId xmlns:a16="http://schemas.microsoft.com/office/drawing/2014/main" id="{9C52FE18-A1C6-51B6-4EE5-17F9886EDD4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657303" y="3405524"/>
                <a:ext cx="2245680" cy="54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44" name="Ink 144">
                <a:extLst>
                  <a:ext uri="{FF2B5EF4-FFF2-40B4-BE49-F238E27FC236}">
                    <a16:creationId xmlns:a16="http://schemas.microsoft.com/office/drawing/2014/main" id="{9C765D22-3322-BBC1-BD0A-7F3A603D86B9}"/>
                  </a:ext>
                </a:extLst>
              </p14:cNvPr>
              <p14:cNvContentPartPr/>
              <p14:nvPr/>
            </p14:nvContentPartPr>
            <p14:xfrm>
              <a:off x="7102903" y="3711884"/>
              <a:ext cx="169560" cy="113760"/>
            </p14:xfrm>
          </p:contentPart>
        </mc:Choice>
        <mc:Fallback xmlns="">
          <p:pic>
            <p:nvPicPr>
              <p:cNvPr id="144" name="Ink 144">
                <a:extLst>
                  <a:ext uri="{FF2B5EF4-FFF2-40B4-BE49-F238E27FC236}">
                    <a16:creationId xmlns:a16="http://schemas.microsoft.com/office/drawing/2014/main" id="{9C765D22-3322-BBC1-BD0A-7F3A603D86B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092080" y="3701050"/>
                <a:ext cx="190845" cy="1350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2" name="Ink 172">
                <a:extLst>
                  <a:ext uri="{FF2B5EF4-FFF2-40B4-BE49-F238E27FC236}">
                    <a16:creationId xmlns:a16="http://schemas.microsoft.com/office/drawing/2014/main" id="{74735B57-1EDB-0219-B90A-42E8B8590B9A}"/>
                  </a:ext>
                </a:extLst>
              </p14:cNvPr>
              <p14:cNvContentPartPr/>
              <p14:nvPr/>
            </p14:nvContentPartPr>
            <p14:xfrm>
              <a:off x="4889263" y="4120484"/>
              <a:ext cx="5127120" cy="867960"/>
            </p14:xfrm>
          </p:contentPart>
        </mc:Choice>
        <mc:Fallback xmlns="">
          <p:pic>
            <p:nvPicPr>
              <p:cNvPr id="172" name="Ink 172">
                <a:extLst>
                  <a:ext uri="{FF2B5EF4-FFF2-40B4-BE49-F238E27FC236}">
                    <a16:creationId xmlns:a16="http://schemas.microsoft.com/office/drawing/2014/main" id="{74735B57-1EDB-0219-B90A-42E8B8590B9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878463" y="4109684"/>
                <a:ext cx="5148360" cy="88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BC6DDAB8-87DF-5733-BFB0-538B996C5BCE}"/>
                  </a:ext>
                </a:extLst>
              </p14:cNvPr>
              <p14:cNvContentPartPr/>
              <p14:nvPr/>
            </p14:nvContentPartPr>
            <p14:xfrm>
              <a:off x="9749983" y="4441244"/>
              <a:ext cx="144360" cy="648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BC6DDAB8-87DF-5733-BFB0-538B996C5BC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739183" y="4430444"/>
                <a:ext cx="16560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6AFFA604-B1DE-5DE7-0DFB-07AE34D96E81}"/>
                  </a:ext>
                </a:extLst>
              </p14:cNvPr>
              <p14:cNvContentPartPr/>
              <p14:nvPr/>
            </p14:nvContentPartPr>
            <p14:xfrm>
              <a:off x="9746383" y="4548164"/>
              <a:ext cx="204480" cy="36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6AFFA604-B1DE-5DE7-0DFB-07AE34D96E8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735583" y="4537364"/>
                <a:ext cx="22572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05182AA8-9BE4-7FA0-B992-B246EE43E9FA}"/>
                  </a:ext>
                </a:extLst>
              </p14:cNvPr>
              <p14:cNvContentPartPr/>
              <p14:nvPr/>
            </p14:nvContentPartPr>
            <p14:xfrm>
              <a:off x="10284223" y="4303724"/>
              <a:ext cx="263880" cy="35820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05182AA8-9BE4-7FA0-B992-B246EE43E9F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273408" y="4292924"/>
                <a:ext cx="285149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83" name="Ink 183">
                <a:extLst>
                  <a:ext uri="{FF2B5EF4-FFF2-40B4-BE49-F238E27FC236}">
                    <a16:creationId xmlns:a16="http://schemas.microsoft.com/office/drawing/2014/main" id="{5F8EA2E2-E1BD-893B-C784-97D63FFA8ADE}"/>
                  </a:ext>
                </a:extLst>
              </p14:cNvPr>
              <p14:cNvContentPartPr/>
              <p14:nvPr/>
            </p14:nvContentPartPr>
            <p14:xfrm>
              <a:off x="8648743" y="4436564"/>
              <a:ext cx="754920" cy="331920"/>
            </p14:xfrm>
          </p:contentPart>
        </mc:Choice>
        <mc:Fallback xmlns="">
          <p:pic>
            <p:nvPicPr>
              <p:cNvPr id="183" name="Ink 183">
                <a:extLst>
                  <a:ext uri="{FF2B5EF4-FFF2-40B4-BE49-F238E27FC236}">
                    <a16:creationId xmlns:a16="http://schemas.microsoft.com/office/drawing/2014/main" id="{5F8EA2E2-E1BD-893B-C784-97D63FFA8AD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637943" y="4425776"/>
                <a:ext cx="776160" cy="3531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A84E1DE9-EB03-4F69-B224-85F41C2B1A21}"/>
                  </a:ext>
                </a:extLst>
              </p14:cNvPr>
              <p14:cNvContentPartPr/>
              <p14:nvPr/>
            </p14:nvContentPartPr>
            <p14:xfrm>
              <a:off x="4292023" y="5334044"/>
              <a:ext cx="44280" cy="4428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A84E1DE9-EB03-4F69-B224-85F41C2B1A2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281223" y="5323244"/>
                <a:ext cx="6552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87F69D88-553A-0E5D-167E-DC9E8569D694}"/>
                  </a:ext>
                </a:extLst>
              </p14:cNvPr>
              <p14:cNvContentPartPr/>
              <p14:nvPr/>
            </p14:nvContentPartPr>
            <p14:xfrm>
              <a:off x="4166023" y="5604404"/>
              <a:ext cx="38160" cy="7992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87F69D88-553A-0E5D-167E-DC9E8569D69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155223" y="5593604"/>
                <a:ext cx="5940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CC4DA75E-ADA7-FE1B-A60E-EB13908FD25A}"/>
                  </a:ext>
                </a:extLst>
              </p14:cNvPr>
              <p14:cNvContentPartPr/>
              <p14:nvPr/>
            </p14:nvContentPartPr>
            <p14:xfrm>
              <a:off x="4443583" y="5599004"/>
              <a:ext cx="62640" cy="8136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CC4DA75E-ADA7-FE1B-A60E-EB13908FD25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432783" y="5588204"/>
                <a:ext cx="8388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92" name="Ink 192">
                <a:extLst>
                  <a:ext uri="{FF2B5EF4-FFF2-40B4-BE49-F238E27FC236}">
                    <a16:creationId xmlns:a16="http://schemas.microsoft.com/office/drawing/2014/main" id="{9C73590D-D41E-790F-BBF2-162C33E7EF59}"/>
                  </a:ext>
                </a:extLst>
              </p14:cNvPr>
              <p14:cNvContentPartPr/>
              <p14:nvPr/>
            </p14:nvContentPartPr>
            <p14:xfrm>
              <a:off x="5335663" y="5290124"/>
              <a:ext cx="576000" cy="377280"/>
            </p14:xfrm>
          </p:contentPart>
        </mc:Choice>
        <mc:Fallback xmlns="">
          <p:pic>
            <p:nvPicPr>
              <p:cNvPr id="192" name="Ink 192">
                <a:extLst>
                  <a:ext uri="{FF2B5EF4-FFF2-40B4-BE49-F238E27FC236}">
                    <a16:creationId xmlns:a16="http://schemas.microsoft.com/office/drawing/2014/main" id="{9C73590D-D41E-790F-BBF2-162C33E7EF5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324863" y="5279334"/>
                <a:ext cx="597240" cy="398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97" name="Ink 198">
                <a:extLst>
                  <a:ext uri="{FF2B5EF4-FFF2-40B4-BE49-F238E27FC236}">
                    <a16:creationId xmlns:a16="http://schemas.microsoft.com/office/drawing/2014/main" id="{D2965AF2-EC47-C2E8-01CA-119A29D681F7}"/>
                  </a:ext>
                </a:extLst>
              </p14:cNvPr>
              <p14:cNvContentPartPr/>
              <p14:nvPr/>
            </p14:nvContentPartPr>
            <p14:xfrm>
              <a:off x="6203983" y="5409644"/>
              <a:ext cx="156960" cy="106920"/>
            </p14:xfrm>
          </p:contentPart>
        </mc:Choice>
        <mc:Fallback xmlns="">
          <p:pic>
            <p:nvPicPr>
              <p:cNvPr id="197" name="Ink 198">
                <a:extLst>
                  <a:ext uri="{FF2B5EF4-FFF2-40B4-BE49-F238E27FC236}">
                    <a16:creationId xmlns:a16="http://schemas.microsoft.com/office/drawing/2014/main" id="{D2965AF2-EC47-C2E8-01CA-119A29D681F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193183" y="5398880"/>
                <a:ext cx="178200" cy="1280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98" name="Ink 198">
                <a:extLst>
                  <a:ext uri="{FF2B5EF4-FFF2-40B4-BE49-F238E27FC236}">
                    <a16:creationId xmlns:a16="http://schemas.microsoft.com/office/drawing/2014/main" id="{2DB1F29D-4518-B6CF-C56F-05828EA4800C}"/>
                  </a:ext>
                </a:extLst>
              </p14:cNvPr>
              <p14:cNvContentPartPr/>
              <p14:nvPr/>
            </p14:nvContentPartPr>
            <p14:xfrm>
              <a:off x="4951903" y="5107604"/>
              <a:ext cx="308160" cy="824040"/>
            </p14:xfrm>
          </p:contentPart>
        </mc:Choice>
        <mc:Fallback xmlns="">
          <p:pic>
            <p:nvPicPr>
              <p:cNvPr id="198" name="Ink 198">
                <a:extLst>
                  <a:ext uri="{FF2B5EF4-FFF2-40B4-BE49-F238E27FC236}">
                    <a16:creationId xmlns:a16="http://schemas.microsoft.com/office/drawing/2014/main" id="{2DB1F29D-4518-B6CF-C56F-05828EA4800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941090" y="5096804"/>
                <a:ext cx="329425" cy="84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11" name="Ink 212">
                <a:extLst>
                  <a:ext uri="{FF2B5EF4-FFF2-40B4-BE49-F238E27FC236}">
                    <a16:creationId xmlns:a16="http://schemas.microsoft.com/office/drawing/2014/main" id="{46C75407-B69A-6D15-4E7B-9A63CFAFDB5A}"/>
                  </a:ext>
                </a:extLst>
              </p14:cNvPr>
              <p14:cNvContentPartPr/>
              <p14:nvPr/>
            </p14:nvContentPartPr>
            <p14:xfrm>
              <a:off x="9110623" y="5252324"/>
              <a:ext cx="217440" cy="119520"/>
            </p14:xfrm>
          </p:contentPart>
        </mc:Choice>
        <mc:Fallback xmlns="">
          <p:pic>
            <p:nvPicPr>
              <p:cNvPr id="211" name="Ink 212">
                <a:extLst>
                  <a:ext uri="{FF2B5EF4-FFF2-40B4-BE49-F238E27FC236}">
                    <a16:creationId xmlns:a16="http://schemas.microsoft.com/office/drawing/2014/main" id="{46C75407-B69A-6D15-4E7B-9A63CFAFDB5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099823" y="5241524"/>
                <a:ext cx="23868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12" name="Ink 212">
                <a:extLst>
                  <a:ext uri="{FF2B5EF4-FFF2-40B4-BE49-F238E27FC236}">
                    <a16:creationId xmlns:a16="http://schemas.microsoft.com/office/drawing/2014/main" id="{44DDA466-C887-C312-CF1D-75C8CBDE9D17}"/>
                  </a:ext>
                </a:extLst>
              </p14:cNvPr>
              <p14:cNvContentPartPr/>
              <p14:nvPr/>
            </p14:nvContentPartPr>
            <p14:xfrm>
              <a:off x="7009303" y="4995284"/>
              <a:ext cx="1870920" cy="691560"/>
            </p14:xfrm>
          </p:contentPart>
        </mc:Choice>
        <mc:Fallback xmlns="">
          <p:pic>
            <p:nvPicPr>
              <p:cNvPr id="212" name="Ink 212">
                <a:extLst>
                  <a:ext uri="{FF2B5EF4-FFF2-40B4-BE49-F238E27FC236}">
                    <a16:creationId xmlns:a16="http://schemas.microsoft.com/office/drawing/2014/main" id="{44DDA466-C887-C312-CF1D-75C8CBDE9D1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998503" y="4984484"/>
                <a:ext cx="1892160" cy="71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9A7C2EEB-43CC-AEED-C416-DCE131FCE28F}"/>
                  </a:ext>
                </a:extLst>
              </p14:cNvPr>
              <p14:cNvContentPartPr/>
              <p14:nvPr/>
            </p14:nvContentPartPr>
            <p14:xfrm>
              <a:off x="9623983" y="5095004"/>
              <a:ext cx="244800" cy="37764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9A7C2EEB-43CC-AEED-C416-DCE131FCE28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613183" y="5084204"/>
                <a:ext cx="266040" cy="39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17" name="Ink 217">
                <a:extLst>
                  <a:ext uri="{FF2B5EF4-FFF2-40B4-BE49-F238E27FC236}">
                    <a16:creationId xmlns:a16="http://schemas.microsoft.com/office/drawing/2014/main" id="{C94AC648-09AD-EF50-7D3C-F631E79BEB8D}"/>
                  </a:ext>
                </a:extLst>
              </p14:cNvPr>
              <p14:cNvContentPartPr/>
              <p14:nvPr/>
            </p14:nvContentPartPr>
            <p14:xfrm>
              <a:off x="5663263" y="6044684"/>
              <a:ext cx="383040" cy="289440"/>
            </p14:xfrm>
          </p:contentPart>
        </mc:Choice>
        <mc:Fallback xmlns="">
          <p:pic>
            <p:nvPicPr>
              <p:cNvPr id="217" name="Ink 217">
                <a:extLst>
                  <a:ext uri="{FF2B5EF4-FFF2-40B4-BE49-F238E27FC236}">
                    <a16:creationId xmlns:a16="http://schemas.microsoft.com/office/drawing/2014/main" id="{C94AC648-09AD-EF50-7D3C-F631E79BEB8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647798" y="6029204"/>
                <a:ext cx="413611" cy="32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20" name="Ink 220">
                <a:extLst>
                  <a:ext uri="{FF2B5EF4-FFF2-40B4-BE49-F238E27FC236}">
                    <a16:creationId xmlns:a16="http://schemas.microsoft.com/office/drawing/2014/main" id="{24C4DD5C-2BE4-584C-BB98-1A47B29CA8B0}"/>
                  </a:ext>
                </a:extLst>
              </p14:cNvPr>
              <p14:cNvContentPartPr/>
              <p14:nvPr/>
            </p14:nvContentPartPr>
            <p14:xfrm>
              <a:off x="6976543" y="5805644"/>
              <a:ext cx="270720" cy="786240"/>
            </p14:xfrm>
          </p:contentPart>
        </mc:Choice>
        <mc:Fallback xmlns="">
          <p:pic>
            <p:nvPicPr>
              <p:cNvPr id="220" name="Ink 220">
                <a:extLst>
                  <a:ext uri="{FF2B5EF4-FFF2-40B4-BE49-F238E27FC236}">
                    <a16:creationId xmlns:a16="http://schemas.microsoft.com/office/drawing/2014/main" id="{24C4DD5C-2BE4-584C-BB98-1A47B29CA8B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961063" y="5790164"/>
                <a:ext cx="301320" cy="81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CDC0FC96-BCCC-A9CF-1B0E-E3FD2C3F3012}"/>
                  </a:ext>
                </a:extLst>
              </p14:cNvPr>
              <p14:cNvContentPartPr/>
              <p14:nvPr/>
            </p14:nvContentPartPr>
            <p14:xfrm>
              <a:off x="7454263" y="5899964"/>
              <a:ext cx="168840" cy="41544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CDC0FC96-BCCC-A9CF-1B0E-E3FD2C3F3012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438750" y="5884484"/>
                <a:ext cx="199505" cy="44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50D3AF0C-EBAC-3765-11C4-A080843DA017}"/>
                  </a:ext>
                </a:extLst>
              </p14:cNvPr>
              <p14:cNvContentPartPr/>
              <p14:nvPr/>
            </p14:nvContentPartPr>
            <p14:xfrm>
              <a:off x="7768543" y="5893484"/>
              <a:ext cx="225360" cy="35244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50D3AF0C-EBAC-3765-11C4-A080843DA01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753063" y="5878004"/>
                <a:ext cx="25596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4DE7076C-4303-7E22-EB01-3C2434A703E1}"/>
                  </a:ext>
                </a:extLst>
              </p14:cNvPr>
              <p14:cNvContentPartPr/>
              <p14:nvPr/>
            </p14:nvContentPartPr>
            <p14:xfrm>
              <a:off x="7888063" y="6127124"/>
              <a:ext cx="145080" cy="19440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4DE7076C-4303-7E22-EB01-3C2434A703E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872544" y="6111644"/>
                <a:ext cx="175756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B38813D2-9135-323A-0BD2-6FB7CCFDC455}"/>
                  </a:ext>
                </a:extLst>
              </p14:cNvPr>
              <p14:cNvContentPartPr/>
              <p14:nvPr/>
            </p14:nvContentPartPr>
            <p14:xfrm>
              <a:off x="8297383" y="6013004"/>
              <a:ext cx="125280" cy="4428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B38813D2-9135-323A-0BD2-6FB7CCFDC45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281903" y="5997524"/>
                <a:ext cx="15588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24D3D2E3-9316-094C-D7EF-A67F24F38F3C}"/>
                  </a:ext>
                </a:extLst>
              </p14:cNvPr>
              <p14:cNvContentPartPr/>
              <p14:nvPr/>
            </p14:nvContentPartPr>
            <p14:xfrm>
              <a:off x="8318623" y="6126404"/>
              <a:ext cx="142200" cy="1296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24D3D2E3-9316-094C-D7EF-A67F24F38F3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303143" y="6110924"/>
                <a:ext cx="17280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F95F14EC-62F8-3CDE-64C7-FD27ED301821}"/>
                  </a:ext>
                </a:extLst>
              </p14:cNvPr>
              <p14:cNvContentPartPr/>
              <p14:nvPr/>
            </p14:nvContentPartPr>
            <p14:xfrm>
              <a:off x="8837383" y="5742644"/>
              <a:ext cx="175680" cy="72324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F95F14EC-62F8-3CDE-64C7-FD27ED301821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821903" y="5727164"/>
                <a:ext cx="206280" cy="75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BDC63D78-E671-4CF3-6C97-1F6702039ED3}"/>
                  </a:ext>
                </a:extLst>
              </p14:cNvPr>
              <p14:cNvContentPartPr/>
              <p14:nvPr/>
            </p14:nvContentPartPr>
            <p14:xfrm>
              <a:off x="8807503" y="5987804"/>
              <a:ext cx="218880" cy="16380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BDC63D78-E671-4CF3-6C97-1F6702039ED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792048" y="5972324"/>
                <a:ext cx="24943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34" name="Ink 234">
                <a:extLst>
                  <a:ext uri="{FF2B5EF4-FFF2-40B4-BE49-F238E27FC236}">
                    <a16:creationId xmlns:a16="http://schemas.microsoft.com/office/drawing/2014/main" id="{C6B38223-A4EA-CA1A-3B79-627657F30818}"/>
                  </a:ext>
                </a:extLst>
              </p14:cNvPr>
              <p14:cNvContentPartPr/>
              <p14:nvPr/>
            </p14:nvContentPartPr>
            <p14:xfrm>
              <a:off x="9221143" y="5806364"/>
              <a:ext cx="628920" cy="364320"/>
            </p14:xfrm>
          </p:contentPart>
        </mc:Choice>
        <mc:Fallback xmlns="">
          <p:pic>
            <p:nvPicPr>
              <p:cNvPr id="234" name="Ink 234">
                <a:extLst>
                  <a:ext uri="{FF2B5EF4-FFF2-40B4-BE49-F238E27FC236}">
                    <a16:creationId xmlns:a16="http://schemas.microsoft.com/office/drawing/2014/main" id="{C6B38223-A4EA-CA1A-3B79-627657F3081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205672" y="5790884"/>
                <a:ext cx="659502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7" name="Ink 7">
                <a:extLst>
                  <a:ext uri="{FF2B5EF4-FFF2-40B4-BE49-F238E27FC236}">
                    <a16:creationId xmlns:a16="http://schemas.microsoft.com/office/drawing/2014/main" id="{865E0DC9-773B-6322-5931-6A3715F1A363}"/>
                  </a:ext>
                </a:extLst>
              </p14:cNvPr>
              <p14:cNvContentPartPr/>
              <p14:nvPr/>
            </p14:nvContentPartPr>
            <p14:xfrm>
              <a:off x="6548863" y="5025884"/>
              <a:ext cx="232920" cy="748440"/>
            </p14:xfrm>
          </p:contentPart>
        </mc:Choice>
        <mc:Fallback xmlns="">
          <p:pic>
            <p:nvPicPr>
              <p:cNvPr id="7" name="Ink 7">
                <a:extLst>
                  <a:ext uri="{FF2B5EF4-FFF2-40B4-BE49-F238E27FC236}">
                    <a16:creationId xmlns:a16="http://schemas.microsoft.com/office/drawing/2014/main" id="{865E0DC9-773B-6322-5931-6A3715F1A36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538063" y="5015084"/>
                <a:ext cx="254160" cy="76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97247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3" grpId="0"/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72F45D36-B680-B45B-5E04-44FD840F2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Arial Rounded MT Bold" panose="020F0704030504030204" pitchFamily="34" charset="0"/>
              </a:rPr>
              <a:t>First Law of Thermodynamics: Unsteady State</a:t>
            </a:r>
            <a:endParaRPr lang="en-I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7FAC846-49A6-BED1-25F6-5D492368CA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273175"/>
                <a:ext cx="11020425" cy="49847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𝑑𝐸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First Law applied to C.V.: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IN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𝑅𝑎𝑡𝑒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</m:e>
                            <m:e>
                              <m:r>
                                <a:rPr lang="en-I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𝑎𝑑𝑑𝑖𝑡𝑖𝑜𝑛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</m:e>
                            <m:e>
                              <m:r>
                                <a:rPr lang="en-I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h𝑒𝑎𝑡</m:t>
                              </m:r>
                              <m:r>
                                <a:rPr lang="en-I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𝑡𝑜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I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𝑓𝑟𝑜𝑚</m:t>
                              </m:r>
                              <m:r>
                                <a:rPr lang="en-I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𝑠𝑢𝑟𝑟𝑜𝑢𝑛𝑑𝑖𝑛𝑔</m:t>
                              </m:r>
                            </m:e>
                          </m:eqArr>
                        </m:e>
                      </m:d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𝑅𝑎𝑡𝑒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</m:e>
                            <m:e>
                              <m:r>
                                <a:rPr lang="en-I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𝑤𝑜𝑟𝑘</m:t>
                              </m:r>
                              <m:r>
                                <a:rPr lang="en-I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𝑑𝑜𝑛𝑒</m:t>
                              </m:r>
                            </m:e>
                            <m:e>
                              <m:r>
                                <a:rPr lang="en-I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𝑏𝑦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𝑡h𝑒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  <m:e>
                              <m:r>
                                <a:rPr lang="en-I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𝑜𝑛</m:t>
                              </m:r>
                              <m:r>
                                <a:rPr lang="en-I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𝑠𝑢𝑟𝑟𝑜𝑢𝑛𝑑𝑖𝑛𝑔𝑠</m:t>
                              </m:r>
                            </m:e>
                          </m:eqArr>
                        </m:e>
                      </m:d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𝑅𝑎𝑡𝑒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</m:e>
                            <m:e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𝑒𝑛𝑒𝑟𝑔𝑦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e>
                            <m:e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. 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𝑑𝑢𝑒</m:t>
                              </m:r>
                            </m:e>
                            <m:e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𝑡𝑜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𝑓𝑙𝑢𝑖𝑑</m:t>
                              </m:r>
                              <m:r>
                                <a:rPr lang="en-I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𝑓𝑙𝑜𝑤</m:t>
                              </m:r>
                            </m:e>
                          </m:eqArr>
                        </m:e>
                      </m:d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𝑅𝑎𝑡𝑒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</m:e>
                            <m:e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𝑒𝑛𝑒𝑟𝑔𝑦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e>
                            <m:e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. 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𝑑𝑢𝑒</m:t>
                              </m:r>
                            </m:e>
                            <m:e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𝑡𝑜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𝑓𝑙𝑢𝑖𝑑</m:t>
                              </m:r>
                              <m:r>
                                <a:rPr lang="en-I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𝑓𝑙𝑜𝑤</m:t>
                              </m:r>
                            </m:e>
                          </m:eqArr>
                        </m:e>
                      </m:d>
                      <m:r>
                        <a:rPr lang="en-I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𝑅𝑎𝑡𝑒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</m:e>
                            <m:e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𝑎𝑐𝑐𝑢𝑚𝑢𝑙𝑎𝑡𝑖𝑜𝑛</m:t>
                              </m:r>
                            </m:e>
                            <m:e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𝑒𝑛𝑒𝑟𝑔𝑦</m:t>
                              </m:r>
                            </m:e>
                            <m:e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IN" sz="22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22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7FAC846-49A6-BED1-25F6-5D492368CA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273175"/>
                <a:ext cx="11020425" cy="4984750"/>
              </a:xfrm>
              <a:blipFill>
                <a:blip r:embed="rId2"/>
                <a:stretch>
                  <a:fillRect l="-11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1893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EA106263-8F49-AC91-0A88-F7DAAA27A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1975"/>
            <a:ext cx="10515600" cy="714375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Arial Rounded MT Bold" panose="020F0704030504030204" pitchFamily="34" charset="0"/>
              </a:rPr>
              <a:t>First Law: Applied to Control Volume</a:t>
            </a:r>
            <a:endParaRPr lang="en-I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9EB6DA-E838-6652-3882-65AD26879C2C}"/>
                  </a:ext>
                </a:extLst>
              </p:cNvPr>
              <p:cNvSpPr txBox="1"/>
              <p:nvPr/>
            </p:nvSpPr>
            <p:spPr>
              <a:xfrm>
                <a:off x="2341477" y="1276350"/>
                <a:ext cx="7510518" cy="1367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𝑑𝐸</m:t>
                          </m:r>
                        </m:num>
                        <m:den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𝑅𝑎𝑡𝑒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𝑒𝑛𝑒𝑟𝑔𝑦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𝑒𝑓𝑓𝑙𝑢𝑥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𝑓𝑟𝑜𝑚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𝑅𝑎𝑡𝑒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𝑜𝑓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𝑒𝑛𝑒𝑟𝑔𝑦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𝑎𝑐𝑐𝑢𝑚𝑢𝑙𝑎𝑡𝑖𝑜𝑛</m:t>
                              </m:r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9EB6DA-E838-6652-3882-65AD26879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1477" y="1276350"/>
                <a:ext cx="7510518" cy="1367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0DD750-ED89-ACE9-C36B-D82A12A5E4C4}"/>
                  </a:ext>
                </a:extLst>
              </p:cNvPr>
              <p:cNvSpPr txBox="1"/>
              <p:nvPr/>
            </p:nvSpPr>
            <p:spPr>
              <a:xfrm>
                <a:off x="2701772" y="3119437"/>
                <a:ext cx="6807505" cy="8631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𝑑𝐸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acc>
                                <m:accPr>
                                  <m:chr m:val="⃗"/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</m:d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𝑑𝐴</m:t>
                          </m:r>
                        </m:e>
                      </m:nary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nary>
                        <m:naryPr>
                          <m:chr m:val="∭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0DD750-ED89-ACE9-C36B-D82A12A5E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1772" y="3119437"/>
                <a:ext cx="6807505" cy="8631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A1506F-D749-BCD1-3EB8-377CC1C84600}"/>
                  </a:ext>
                </a:extLst>
              </p:cNvPr>
              <p:cNvSpPr txBox="1"/>
              <p:nvPr/>
            </p:nvSpPr>
            <p:spPr>
              <a:xfrm>
                <a:off x="3776842" y="5515430"/>
                <a:ext cx="465736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/>
                  <a:t>What is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IN" sz="2400" dirty="0"/>
                  <a:t> in the above equation?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A1506F-D749-BCD1-3EB8-377CC1C84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6842" y="5515430"/>
                <a:ext cx="4657365" cy="461665"/>
              </a:xfrm>
              <a:prstGeom prst="rect">
                <a:avLst/>
              </a:prstGeom>
              <a:blipFill>
                <a:blip r:embed="rId4"/>
                <a:stretch>
                  <a:fillRect l="-2094" t="-9333" r="-1309" b="-3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582FF3C8-C856-0523-8DC1-8EFB57065668}"/>
              </a:ext>
            </a:extLst>
          </p:cNvPr>
          <p:cNvSpPr/>
          <p:nvPr/>
        </p:nvSpPr>
        <p:spPr>
          <a:xfrm>
            <a:off x="2609850" y="2905125"/>
            <a:ext cx="7242145" cy="14859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BC39C7-F3E1-52EE-CEFD-3C8E14FD138D}"/>
              </a:ext>
            </a:extLst>
          </p:cNvPr>
          <p:cNvSpPr txBox="1"/>
          <p:nvPr/>
        </p:nvSpPr>
        <p:spPr>
          <a:xfrm>
            <a:off x="3576817" y="4420055"/>
            <a:ext cx="5054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Conservation of Energy Equation</a:t>
            </a:r>
          </a:p>
        </p:txBody>
      </p:sp>
    </p:spTree>
    <p:extLst>
      <p:ext uri="{BB962C8B-B14F-4D97-AF65-F5344CB8AC3E}">
        <p14:creationId xmlns:p14="http://schemas.microsoft.com/office/powerpoint/2010/main" val="138795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C5C01B69-0F5E-5B35-E505-78B72371D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1975"/>
            <a:ext cx="10515600" cy="714375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Arial Rounded MT Bold" panose="020F0704030504030204" pitchFamily="34" charset="0"/>
              </a:rPr>
              <a:t>Specific Total Energy</a:t>
            </a:r>
            <a:endParaRPr lang="en-I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AD13392-E5FB-E1EE-C0E6-FBD997493C08}"/>
                  </a:ext>
                </a:extLst>
              </p:cNvPr>
              <p:cNvSpPr txBox="1"/>
              <p:nvPr/>
            </p:nvSpPr>
            <p:spPr>
              <a:xfrm>
                <a:off x="2571275" y="1342837"/>
                <a:ext cx="6807505" cy="8631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𝑑𝐸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acc>
                                <m:accPr>
                                  <m:chr m:val="⃗"/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</m:d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𝑑𝐴</m:t>
                          </m:r>
                        </m:e>
                      </m:nary>
                      <m:r>
                        <a:rPr lang="en-IN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nary>
                        <m:naryPr>
                          <m:chr m:val="∭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AD13392-E5FB-E1EE-C0E6-FBD997493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275" y="1342837"/>
                <a:ext cx="6807505" cy="8631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375A341-5C98-ED8B-471F-84D8A6ABEA03}"/>
                  </a:ext>
                </a:extLst>
              </p14:cNvPr>
              <p14:cNvContentPartPr/>
              <p14:nvPr/>
            </p14:nvContentPartPr>
            <p14:xfrm>
              <a:off x="2562943" y="2179724"/>
              <a:ext cx="522360" cy="176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375A341-5C98-ED8B-471F-84D8A6ABEA0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47452" y="2164244"/>
                <a:ext cx="552981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060F8F3-C2C0-8F59-54FA-ACAFE030B4AD}"/>
                  </a:ext>
                </a:extLst>
              </p14:cNvPr>
              <p14:cNvContentPartPr/>
              <p14:nvPr/>
            </p14:nvContentPartPr>
            <p14:xfrm>
              <a:off x="5228743" y="2148404"/>
              <a:ext cx="1590840" cy="270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060F8F3-C2C0-8F59-54FA-ACAFE030B4A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13267" y="2132924"/>
                <a:ext cx="1621433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Ink 19">
                <a:extLst>
                  <a:ext uri="{FF2B5EF4-FFF2-40B4-BE49-F238E27FC236}">
                    <a16:creationId xmlns:a16="http://schemas.microsoft.com/office/drawing/2014/main" id="{50E443A7-209B-ABF8-26E0-401E22D3286F}"/>
                  </a:ext>
                </a:extLst>
              </p14:cNvPr>
              <p14:cNvContentPartPr/>
              <p14:nvPr/>
            </p14:nvContentPartPr>
            <p14:xfrm>
              <a:off x="1286743" y="2883884"/>
              <a:ext cx="1546920" cy="1013040"/>
            </p14:xfrm>
          </p:contentPart>
        </mc:Choice>
        <mc:Fallback xmlns="">
          <p:pic>
            <p:nvPicPr>
              <p:cNvPr id="19" name="Ink 19">
                <a:extLst>
                  <a:ext uri="{FF2B5EF4-FFF2-40B4-BE49-F238E27FC236}">
                    <a16:creationId xmlns:a16="http://schemas.microsoft.com/office/drawing/2014/main" id="{50E443A7-209B-ABF8-26E0-401E22D3286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71267" y="2868398"/>
                <a:ext cx="1577513" cy="10436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0" name="Ink 30">
                <a:extLst>
                  <a:ext uri="{FF2B5EF4-FFF2-40B4-BE49-F238E27FC236}">
                    <a16:creationId xmlns:a16="http://schemas.microsoft.com/office/drawing/2014/main" id="{91F41819-B17D-5CA1-A1B7-D1A46F3C5AE7}"/>
                  </a:ext>
                </a:extLst>
              </p14:cNvPr>
              <p14:cNvContentPartPr/>
              <p14:nvPr/>
            </p14:nvContentPartPr>
            <p14:xfrm>
              <a:off x="3116983" y="2846444"/>
              <a:ext cx="1772640" cy="893160"/>
            </p14:xfrm>
          </p:contentPart>
        </mc:Choice>
        <mc:Fallback xmlns="">
          <p:pic>
            <p:nvPicPr>
              <p:cNvPr id="30" name="Ink 30">
                <a:extLst>
                  <a:ext uri="{FF2B5EF4-FFF2-40B4-BE49-F238E27FC236}">
                    <a16:creationId xmlns:a16="http://schemas.microsoft.com/office/drawing/2014/main" id="{91F41819-B17D-5CA1-A1B7-D1A46F3C5AE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101503" y="2830964"/>
                <a:ext cx="1803240" cy="9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1" name="Ink 41">
                <a:extLst>
                  <a:ext uri="{FF2B5EF4-FFF2-40B4-BE49-F238E27FC236}">
                    <a16:creationId xmlns:a16="http://schemas.microsoft.com/office/drawing/2014/main" id="{24981F04-B0B2-CC1A-8B81-814158F36C3D}"/>
                  </a:ext>
                </a:extLst>
              </p14:cNvPr>
              <p14:cNvContentPartPr/>
              <p14:nvPr/>
            </p14:nvContentPartPr>
            <p14:xfrm>
              <a:off x="915583" y="4575164"/>
              <a:ext cx="704520" cy="465480"/>
            </p14:xfrm>
          </p:contentPart>
        </mc:Choice>
        <mc:Fallback xmlns="">
          <p:pic>
            <p:nvPicPr>
              <p:cNvPr id="41" name="Ink 41">
                <a:extLst>
                  <a:ext uri="{FF2B5EF4-FFF2-40B4-BE49-F238E27FC236}">
                    <a16:creationId xmlns:a16="http://schemas.microsoft.com/office/drawing/2014/main" id="{24981F04-B0B2-CC1A-8B81-814158F36C3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95063" y="4559684"/>
                <a:ext cx="740160" cy="50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77" name="Ink 77">
                <a:extLst>
                  <a:ext uri="{FF2B5EF4-FFF2-40B4-BE49-F238E27FC236}">
                    <a16:creationId xmlns:a16="http://schemas.microsoft.com/office/drawing/2014/main" id="{4C5D389B-D6AE-6E92-38F9-AB622D4E1ED2}"/>
                  </a:ext>
                </a:extLst>
              </p14:cNvPr>
              <p14:cNvContentPartPr/>
              <p14:nvPr/>
            </p14:nvContentPartPr>
            <p14:xfrm>
              <a:off x="1726663" y="4549964"/>
              <a:ext cx="522360" cy="528480"/>
            </p14:xfrm>
          </p:contentPart>
        </mc:Choice>
        <mc:Fallback xmlns="">
          <p:pic>
            <p:nvPicPr>
              <p:cNvPr id="77" name="Ink 77">
                <a:extLst>
                  <a:ext uri="{FF2B5EF4-FFF2-40B4-BE49-F238E27FC236}">
                    <a16:creationId xmlns:a16="http://schemas.microsoft.com/office/drawing/2014/main" id="{4C5D389B-D6AE-6E92-38F9-AB622D4E1ED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706129" y="4529444"/>
                <a:ext cx="563068" cy="56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85" name="Ink 85">
                <a:extLst>
                  <a:ext uri="{FF2B5EF4-FFF2-40B4-BE49-F238E27FC236}">
                    <a16:creationId xmlns:a16="http://schemas.microsoft.com/office/drawing/2014/main" id="{530190E3-9F39-5BAB-5EB8-329A2A163C4A}"/>
                  </a:ext>
                </a:extLst>
              </p14:cNvPr>
              <p14:cNvContentPartPr/>
              <p14:nvPr/>
            </p14:nvContentPartPr>
            <p14:xfrm>
              <a:off x="2386903" y="4405604"/>
              <a:ext cx="1220040" cy="672840"/>
            </p14:xfrm>
          </p:contentPart>
        </mc:Choice>
        <mc:Fallback xmlns="">
          <p:pic>
            <p:nvPicPr>
              <p:cNvPr id="85" name="Ink 85">
                <a:extLst>
                  <a:ext uri="{FF2B5EF4-FFF2-40B4-BE49-F238E27FC236}">
                    <a16:creationId xmlns:a16="http://schemas.microsoft.com/office/drawing/2014/main" id="{530190E3-9F39-5BAB-5EB8-329A2A163C4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366383" y="4385095"/>
                <a:ext cx="1260720" cy="7134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96" name="Ink 96">
                <a:extLst>
                  <a:ext uri="{FF2B5EF4-FFF2-40B4-BE49-F238E27FC236}">
                    <a16:creationId xmlns:a16="http://schemas.microsoft.com/office/drawing/2014/main" id="{50DEB1B8-4CFC-0762-3105-59C6F7CF8291}"/>
                  </a:ext>
                </a:extLst>
              </p14:cNvPr>
              <p14:cNvContentPartPr/>
              <p14:nvPr/>
            </p14:nvContentPartPr>
            <p14:xfrm>
              <a:off x="3669583" y="4393004"/>
              <a:ext cx="2018520" cy="685440"/>
            </p14:xfrm>
          </p:contentPart>
        </mc:Choice>
        <mc:Fallback xmlns="">
          <p:pic>
            <p:nvPicPr>
              <p:cNvPr id="96" name="Ink 96">
                <a:extLst>
                  <a:ext uri="{FF2B5EF4-FFF2-40B4-BE49-F238E27FC236}">
                    <a16:creationId xmlns:a16="http://schemas.microsoft.com/office/drawing/2014/main" id="{50DEB1B8-4CFC-0762-3105-59C6F7CF829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649063" y="4372495"/>
                <a:ext cx="2059200" cy="7260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03" name="Ink 103">
                <a:extLst>
                  <a:ext uri="{FF2B5EF4-FFF2-40B4-BE49-F238E27FC236}">
                    <a16:creationId xmlns:a16="http://schemas.microsoft.com/office/drawing/2014/main" id="{380C7C22-57B1-D428-876D-B087601FF2B3}"/>
                  </a:ext>
                </a:extLst>
              </p14:cNvPr>
              <p14:cNvContentPartPr/>
              <p14:nvPr/>
            </p14:nvContentPartPr>
            <p14:xfrm>
              <a:off x="5877103" y="4286804"/>
              <a:ext cx="489240" cy="1064880"/>
            </p14:xfrm>
          </p:contentPart>
        </mc:Choice>
        <mc:Fallback xmlns="">
          <p:pic>
            <p:nvPicPr>
              <p:cNvPr id="103" name="Ink 103">
                <a:extLst>
                  <a:ext uri="{FF2B5EF4-FFF2-40B4-BE49-F238E27FC236}">
                    <a16:creationId xmlns:a16="http://schemas.microsoft.com/office/drawing/2014/main" id="{380C7C22-57B1-D428-876D-B087601FF2B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856583" y="4266291"/>
                <a:ext cx="524880" cy="11055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7" name="Ink 107">
                <a:extLst>
                  <a:ext uri="{FF2B5EF4-FFF2-40B4-BE49-F238E27FC236}">
                    <a16:creationId xmlns:a16="http://schemas.microsoft.com/office/drawing/2014/main" id="{8421508B-D863-BB17-04ED-5987BBB97FB2}"/>
                  </a:ext>
                </a:extLst>
              </p14:cNvPr>
              <p14:cNvContentPartPr/>
              <p14:nvPr/>
            </p14:nvContentPartPr>
            <p14:xfrm>
              <a:off x="6562183" y="4430804"/>
              <a:ext cx="300600" cy="760680"/>
            </p14:xfrm>
          </p:contentPart>
        </mc:Choice>
        <mc:Fallback xmlns="">
          <p:pic>
            <p:nvPicPr>
              <p:cNvPr id="107" name="Ink 107">
                <a:extLst>
                  <a:ext uri="{FF2B5EF4-FFF2-40B4-BE49-F238E27FC236}">
                    <a16:creationId xmlns:a16="http://schemas.microsoft.com/office/drawing/2014/main" id="{8421508B-D863-BB17-04ED-5987BBB97FB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546703" y="4415331"/>
                <a:ext cx="331200" cy="7912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11" name="Ink 111">
                <a:extLst>
                  <a:ext uri="{FF2B5EF4-FFF2-40B4-BE49-F238E27FC236}">
                    <a16:creationId xmlns:a16="http://schemas.microsoft.com/office/drawing/2014/main" id="{BDFB7B0A-08D0-E5C6-65DA-15293435CEC9}"/>
                  </a:ext>
                </a:extLst>
              </p14:cNvPr>
              <p14:cNvContentPartPr/>
              <p14:nvPr/>
            </p14:nvContentPartPr>
            <p14:xfrm>
              <a:off x="7089583" y="4223084"/>
              <a:ext cx="576000" cy="484560"/>
            </p14:xfrm>
          </p:contentPart>
        </mc:Choice>
        <mc:Fallback xmlns="">
          <p:pic>
            <p:nvPicPr>
              <p:cNvPr id="111" name="Ink 111">
                <a:extLst>
                  <a:ext uri="{FF2B5EF4-FFF2-40B4-BE49-F238E27FC236}">
                    <a16:creationId xmlns:a16="http://schemas.microsoft.com/office/drawing/2014/main" id="{BDFB7B0A-08D0-E5C6-65DA-15293435CEC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069063" y="4207604"/>
                <a:ext cx="611640" cy="52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85571B07-CD1D-20F1-5371-20BEB477AC27}"/>
                  </a:ext>
                </a:extLst>
              </p14:cNvPr>
              <p14:cNvContentPartPr/>
              <p14:nvPr/>
            </p14:nvContentPartPr>
            <p14:xfrm>
              <a:off x="7850263" y="2984684"/>
              <a:ext cx="509760" cy="210024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85571B07-CD1D-20F1-5371-20BEB477AC2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839463" y="2973884"/>
                <a:ext cx="531000" cy="212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22" name="Ink 122">
                <a:extLst>
                  <a:ext uri="{FF2B5EF4-FFF2-40B4-BE49-F238E27FC236}">
                    <a16:creationId xmlns:a16="http://schemas.microsoft.com/office/drawing/2014/main" id="{21EC54C7-E1AC-274A-3D34-58082E840D20}"/>
                  </a:ext>
                </a:extLst>
              </p14:cNvPr>
              <p14:cNvContentPartPr/>
              <p14:nvPr/>
            </p14:nvContentPartPr>
            <p14:xfrm>
              <a:off x="8542183" y="3443684"/>
              <a:ext cx="981000" cy="503280"/>
            </p14:xfrm>
          </p:contentPart>
        </mc:Choice>
        <mc:Fallback xmlns="">
          <p:pic>
            <p:nvPicPr>
              <p:cNvPr id="122" name="Ink 122">
                <a:extLst>
                  <a:ext uri="{FF2B5EF4-FFF2-40B4-BE49-F238E27FC236}">
                    <a16:creationId xmlns:a16="http://schemas.microsoft.com/office/drawing/2014/main" id="{21EC54C7-E1AC-274A-3D34-58082E840D2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527783" y="3429284"/>
                <a:ext cx="1009440" cy="53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43" name="Ink 143">
                <a:extLst>
                  <a:ext uri="{FF2B5EF4-FFF2-40B4-BE49-F238E27FC236}">
                    <a16:creationId xmlns:a16="http://schemas.microsoft.com/office/drawing/2014/main" id="{C81C81BE-E5FA-6220-CBCF-2444C15BBE03}"/>
                  </a:ext>
                </a:extLst>
              </p14:cNvPr>
              <p14:cNvContentPartPr/>
              <p14:nvPr/>
            </p14:nvContentPartPr>
            <p14:xfrm>
              <a:off x="9767983" y="3261164"/>
              <a:ext cx="1452600" cy="746280"/>
            </p14:xfrm>
          </p:contentPart>
        </mc:Choice>
        <mc:Fallback xmlns="">
          <p:pic>
            <p:nvPicPr>
              <p:cNvPr id="143" name="Ink 143">
                <a:extLst>
                  <a:ext uri="{FF2B5EF4-FFF2-40B4-BE49-F238E27FC236}">
                    <a16:creationId xmlns:a16="http://schemas.microsoft.com/office/drawing/2014/main" id="{C81C81BE-E5FA-6220-CBCF-2444C15BBE0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753583" y="3246764"/>
                <a:ext cx="1477440" cy="77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46" name="Ink 146">
                <a:extLst>
                  <a:ext uri="{FF2B5EF4-FFF2-40B4-BE49-F238E27FC236}">
                    <a16:creationId xmlns:a16="http://schemas.microsoft.com/office/drawing/2014/main" id="{CF71327E-1AED-CC25-0B5D-D6FD1A49B7C4}"/>
                  </a:ext>
                </a:extLst>
              </p14:cNvPr>
              <p14:cNvContentPartPr/>
              <p14:nvPr/>
            </p14:nvContentPartPr>
            <p14:xfrm>
              <a:off x="10082263" y="3871004"/>
              <a:ext cx="509760" cy="640800"/>
            </p14:xfrm>
          </p:contentPart>
        </mc:Choice>
        <mc:Fallback xmlns="">
          <p:pic>
            <p:nvPicPr>
              <p:cNvPr id="146" name="Ink 146">
                <a:extLst>
                  <a:ext uri="{FF2B5EF4-FFF2-40B4-BE49-F238E27FC236}">
                    <a16:creationId xmlns:a16="http://schemas.microsoft.com/office/drawing/2014/main" id="{CF71327E-1AED-CC25-0B5D-D6FD1A49B7C4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071455" y="3860204"/>
                <a:ext cx="531015" cy="66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63E163B6-407C-5724-5AC0-66E68A868C0A}"/>
                  </a:ext>
                </a:extLst>
              </p14:cNvPr>
              <p14:cNvContentPartPr/>
              <p14:nvPr/>
            </p14:nvContentPartPr>
            <p14:xfrm>
              <a:off x="4965223" y="3104204"/>
              <a:ext cx="211320" cy="33984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63E163B6-407C-5724-5AC0-66E68A868C0A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944703" y="3083684"/>
                <a:ext cx="252000" cy="3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400E06B9-D7DF-EC02-3AA8-3542A38979D7}"/>
                  </a:ext>
                </a:extLst>
              </p:cNvPr>
              <p:cNvSpPr txBox="1"/>
              <p:nvPr/>
            </p:nvSpPr>
            <p:spPr>
              <a:xfrm>
                <a:off x="2515318" y="5600700"/>
                <a:ext cx="716965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/>
                  <a:t>Specific Total Energy,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IN" sz="2400" dirty="0"/>
                  <a:t>: Total Energy per unit mass</a:t>
                </a:r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400E06B9-D7DF-EC02-3AA8-3542A3897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318" y="5600700"/>
                <a:ext cx="7169655" cy="461665"/>
              </a:xfrm>
              <a:prstGeom prst="rect">
                <a:avLst/>
              </a:prstGeom>
              <a:blipFill>
                <a:blip r:embed="rId35"/>
                <a:stretch>
                  <a:fillRect l="-1361" t="-9333" r="-170" b="-3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9341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2044167F-ECB8-A9FB-7A52-46A1964C3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1975"/>
            <a:ext cx="10515600" cy="714375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Arial Rounded MT Bold" panose="020F0704030504030204" pitchFamily="34" charset="0"/>
              </a:rPr>
              <a:t>Specific Total Energy</a:t>
            </a: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1400CF-47F6-8E4D-9B86-36D81151FF72}"/>
              </a:ext>
            </a:extLst>
          </p:cNvPr>
          <p:cNvSpPr txBox="1"/>
          <p:nvPr/>
        </p:nvSpPr>
        <p:spPr>
          <a:xfrm>
            <a:off x="1457325" y="1381125"/>
            <a:ext cx="31951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/>
              <a:t>Macroscopic Energy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3C9326-455A-14C0-25EF-39EB47244246}"/>
              </a:ext>
            </a:extLst>
          </p:cNvPr>
          <p:cNvSpPr txBox="1"/>
          <p:nvPr/>
        </p:nvSpPr>
        <p:spPr>
          <a:xfrm>
            <a:off x="7539570" y="1381125"/>
            <a:ext cx="31085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Microscopic Energy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08A62F5-2842-4532-73CD-85411F33DBA1}"/>
              </a:ext>
            </a:extLst>
          </p:cNvPr>
          <p:cNvCxnSpPr>
            <a:stCxn id="4" idx="2"/>
          </p:cNvCxnSpPr>
          <p:nvPr/>
        </p:nvCxnSpPr>
        <p:spPr>
          <a:xfrm flipH="1">
            <a:off x="3054877" y="1842790"/>
            <a:ext cx="1" cy="52893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287A15-4C57-EF56-0B4A-499D9F53428E}"/>
              </a:ext>
            </a:extLst>
          </p:cNvPr>
          <p:cNvCxnSpPr/>
          <p:nvPr/>
        </p:nvCxnSpPr>
        <p:spPr>
          <a:xfrm>
            <a:off x="3047235" y="2371725"/>
            <a:ext cx="192293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7FB615F-8BB9-AAB7-404E-75008E3510CB}"/>
              </a:ext>
            </a:extLst>
          </p:cNvPr>
          <p:cNvCxnSpPr/>
          <p:nvPr/>
        </p:nvCxnSpPr>
        <p:spPr>
          <a:xfrm>
            <a:off x="1286791" y="2371725"/>
            <a:ext cx="174812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8D98922-622A-28C2-D8E2-22F2D808335E}"/>
              </a:ext>
            </a:extLst>
          </p:cNvPr>
          <p:cNvCxnSpPr/>
          <p:nvPr/>
        </p:nvCxnSpPr>
        <p:spPr>
          <a:xfrm>
            <a:off x="1286791" y="2371725"/>
            <a:ext cx="0" cy="4762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2CA9A19-96FB-92DA-8DFA-4C8F11385331}"/>
              </a:ext>
            </a:extLst>
          </p:cNvPr>
          <p:cNvCxnSpPr/>
          <p:nvPr/>
        </p:nvCxnSpPr>
        <p:spPr>
          <a:xfrm>
            <a:off x="4970167" y="2381250"/>
            <a:ext cx="0" cy="4762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D68CA86-AC8C-BA0B-E387-E806209E0DBE}"/>
              </a:ext>
            </a:extLst>
          </p:cNvPr>
          <p:cNvSpPr txBox="1"/>
          <p:nvPr/>
        </p:nvSpPr>
        <p:spPr>
          <a:xfrm>
            <a:off x="284753" y="2847975"/>
            <a:ext cx="200407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dirty="0"/>
              <a:t>Kinetic Energy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81739D-DC5D-EA84-F4CD-70FE0EE4E850}"/>
              </a:ext>
            </a:extLst>
          </p:cNvPr>
          <p:cNvSpPr txBox="1"/>
          <p:nvPr/>
        </p:nvSpPr>
        <p:spPr>
          <a:xfrm>
            <a:off x="3842294" y="2847975"/>
            <a:ext cx="22557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dirty="0"/>
              <a:t>Potential Energy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AC28853-0C08-2A6F-3B4B-F4F95E1D47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1" t="1468"/>
          <a:stretch/>
        </p:blipFill>
        <p:spPr>
          <a:xfrm>
            <a:off x="284753" y="3374111"/>
            <a:ext cx="2014791" cy="136284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82FF58E-7FAF-C7E0-0DA8-0B3157AC85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781"/>
          <a:stretch/>
        </p:blipFill>
        <p:spPr>
          <a:xfrm>
            <a:off x="4078073" y="3429000"/>
            <a:ext cx="1784188" cy="1678222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2A6ABCC-B6DB-21FB-8526-9F854C1FF781}"/>
              </a:ext>
            </a:extLst>
          </p:cNvPr>
          <p:cNvCxnSpPr/>
          <p:nvPr/>
        </p:nvCxnSpPr>
        <p:spPr>
          <a:xfrm flipH="1">
            <a:off x="9093840" y="1852315"/>
            <a:ext cx="1" cy="52893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5D18571-EB88-A05B-AAF7-424C16C0EC68}"/>
              </a:ext>
            </a:extLst>
          </p:cNvPr>
          <p:cNvSpPr txBox="1"/>
          <p:nvPr/>
        </p:nvSpPr>
        <p:spPr>
          <a:xfrm>
            <a:off x="8056539" y="2371725"/>
            <a:ext cx="21002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200" dirty="0"/>
              <a:t>Internal Energy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F709AAC-FDC9-266B-918F-C5BF938CA1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733" y="3108416"/>
            <a:ext cx="4485279" cy="101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623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8" grpId="0"/>
      <p:bldP spid="19" grpId="0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2044167F-ECB8-A9FB-7A52-46A1964C3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1975"/>
            <a:ext cx="10515600" cy="714375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Arial Rounded MT Bold" panose="020F0704030504030204" pitchFamily="34" charset="0"/>
              </a:rPr>
              <a:t>Specific Total Energy</a:t>
            </a:r>
            <a:endParaRPr lang="en-IN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3C9326-455A-14C0-25EF-39EB47244246}"/>
              </a:ext>
            </a:extLst>
          </p:cNvPr>
          <p:cNvSpPr txBox="1"/>
          <p:nvPr/>
        </p:nvSpPr>
        <p:spPr>
          <a:xfrm>
            <a:off x="4548720" y="1171575"/>
            <a:ext cx="31085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Microscopic Energy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FEE2B5F5-3F0E-EF11-4887-363DDA936A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383"/>
          <a:stretch/>
        </p:blipFill>
        <p:spPr>
          <a:xfrm>
            <a:off x="3816991" y="1790700"/>
            <a:ext cx="4572000" cy="1059508"/>
          </a:xfrm>
          <a:prstGeom prst="rect">
            <a:avLst/>
          </a:prstGeom>
        </p:spPr>
      </p:pic>
      <p:pic>
        <p:nvPicPr>
          <p:cNvPr id="9" name="Picture 8" descr="A red and white molecule&#10;&#10;Description automatically generated">
            <a:extLst>
              <a:ext uri="{FF2B5EF4-FFF2-40B4-BE49-F238E27FC236}">
                <a16:creationId xmlns:a16="http://schemas.microsoft.com/office/drawing/2014/main" id="{42E1487F-7925-7D29-B46E-741C46ECB5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0" y="1524000"/>
            <a:ext cx="1905000" cy="1905000"/>
          </a:xfrm>
          <a:prstGeom prst="rect">
            <a:avLst/>
          </a:prstGeom>
        </p:spPr>
      </p:pic>
      <p:pic>
        <p:nvPicPr>
          <p:cNvPr id="16" name="Picture 15" descr="A diagram of a atom&#10;&#10;Description automatically generated">
            <a:extLst>
              <a:ext uri="{FF2B5EF4-FFF2-40B4-BE49-F238E27FC236}">
                <a16:creationId xmlns:a16="http://schemas.microsoft.com/office/drawing/2014/main" id="{FAFAB69B-455B-6F8C-58D5-64F7F1AA33D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0" t="8828" r="11200" b="5012"/>
          <a:stretch/>
        </p:blipFill>
        <p:spPr>
          <a:xfrm>
            <a:off x="3480937" y="3846586"/>
            <a:ext cx="2623155" cy="2927594"/>
          </a:xfrm>
          <a:prstGeom prst="rect">
            <a:avLst/>
          </a:prstGeom>
        </p:spPr>
      </p:pic>
      <p:pic>
        <p:nvPicPr>
          <p:cNvPr id="22" name="Picture 21" descr="A grid of orange dots&#10;&#10;Description automatically generated">
            <a:extLst>
              <a:ext uri="{FF2B5EF4-FFF2-40B4-BE49-F238E27FC236}">
                <a16:creationId xmlns:a16="http://schemas.microsoft.com/office/drawing/2014/main" id="{45B06422-08F8-FD6E-47AC-7AFD5CB207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9609" y="3821172"/>
            <a:ext cx="2508144" cy="297842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84E16AF-53B9-10E8-005F-85D1DBD22236}"/>
              </a:ext>
            </a:extLst>
          </p:cNvPr>
          <p:cNvSpPr txBox="1"/>
          <p:nvPr/>
        </p:nvSpPr>
        <p:spPr>
          <a:xfrm>
            <a:off x="611287" y="3479844"/>
            <a:ext cx="26231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dirty="0"/>
              <a:t>Molecular Translation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D03D4C-75EB-232B-E16D-2E85AF1E54CE}"/>
              </a:ext>
            </a:extLst>
          </p:cNvPr>
          <p:cNvSpPr txBox="1"/>
          <p:nvPr/>
        </p:nvSpPr>
        <p:spPr>
          <a:xfrm>
            <a:off x="3234442" y="2976273"/>
            <a:ext cx="55783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dirty="0"/>
              <a:t>Molecular Vibration</a:t>
            </a:r>
          </a:p>
          <a:p>
            <a:pPr algn="ctr"/>
            <a:r>
              <a:rPr lang="en-IN" sz="1200" dirty="0"/>
              <a:t>Source: https://www.acamedia.info/sciences/J_G/envrad/microwaves/index.htm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3BBC25-587F-65B0-AFC4-EDA0C5F0B828}"/>
              </a:ext>
            </a:extLst>
          </p:cNvPr>
          <p:cNvSpPr txBox="1"/>
          <p:nvPr/>
        </p:nvSpPr>
        <p:spPr>
          <a:xfrm>
            <a:off x="9239765" y="3463590"/>
            <a:ext cx="23230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dirty="0"/>
              <a:t>Molecular Rotation</a:t>
            </a:r>
          </a:p>
          <a:p>
            <a:pPr algn="ctr"/>
            <a:r>
              <a:rPr lang="en-IN" sz="1200" dirty="0"/>
              <a:t>Source: Wikimedia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271E56-09AD-4E07-6820-6C5A033D3C3A}"/>
              </a:ext>
            </a:extLst>
          </p:cNvPr>
          <p:cNvSpPr txBox="1"/>
          <p:nvPr/>
        </p:nvSpPr>
        <p:spPr>
          <a:xfrm>
            <a:off x="1553936" y="4695246"/>
            <a:ext cx="19527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dirty="0"/>
              <a:t>Electron Spin</a:t>
            </a:r>
          </a:p>
          <a:p>
            <a:pPr algn="ctr"/>
            <a:r>
              <a:rPr lang="en-IN" sz="2000" dirty="0"/>
              <a:t>&amp;</a:t>
            </a:r>
          </a:p>
          <a:p>
            <a:pPr algn="ctr"/>
            <a:r>
              <a:rPr lang="en-IN" sz="2000" dirty="0"/>
              <a:t>Nuclear Energy</a:t>
            </a:r>
          </a:p>
          <a:p>
            <a:pPr algn="ctr"/>
            <a:r>
              <a:rPr lang="en-IN" sz="1200" dirty="0"/>
              <a:t>Source: Wikimedia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552AD4-B2AA-CD9B-C148-71D0C1210423}"/>
              </a:ext>
            </a:extLst>
          </p:cNvPr>
          <p:cNvSpPr txBox="1"/>
          <p:nvPr/>
        </p:nvSpPr>
        <p:spPr>
          <a:xfrm>
            <a:off x="8812764" y="4662198"/>
            <a:ext cx="1808507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dirty="0"/>
              <a:t>Intermolecular</a:t>
            </a:r>
          </a:p>
          <a:p>
            <a:pPr algn="ctr"/>
            <a:r>
              <a:rPr lang="en-IN" sz="2000" dirty="0"/>
              <a:t>Attraction</a:t>
            </a:r>
          </a:p>
          <a:p>
            <a:pPr algn="ctr"/>
            <a:r>
              <a:rPr lang="en-IN" sz="1200" dirty="0"/>
              <a:t>Source: Wikipedia</a:t>
            </a:r>
          </a:p>
        </p:txBody>
      </p:sp>
      <p:pic>
        <p:nvPicPr>
          <p:cNvPr id="32" name="Picture 31" descr="A screenshot of a computer&#10;&#10;Description automatically generated">
            <a:extLst>
              <a:ext uri="{FF2B5EF4-FFF2-40B4-BE49-F238E27FC236}">
                <a16:creationId xmlns:a16="http://schemas.microsoft.com/office/drawing/2014/main" id="{15DEE4E4-7338-6E7C-2A92-0C9EF4903DD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195" r="35456" b="9305"/>
          <a:stretch/>
        </p:blipFill>
        <p:spPr>
          <a:xfrm>
            <a:off x="381195" y="1790700"/>
            <a:ext cx="2950966" cy="714375"/>
          </a:xfrm>
          <a:prstGeom prst="rect">
            <a:avLst/>
          </a:prstGeom>
        </p:spPr>
      </p:pic>
      <p:pic>
        <p:nvPicPr>
          <p:cNvPr id="33" name="Picture 32" descr="A screenshot of a computer&#10;&#10;Description automatically generated">
            <a:extLst>
              <a:ext uri="{FF2B5EF4-FFF2-40B4-BE49-F238E27FC236}">
                <a16:creationId xmlns:a16="http://schemas.microsoft.com/office/drawing/2014/main" id="{35853F65-7759-ECC8-59A4-516644E7C3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09" t="53195"/>
          <a:stretch/>
        </p:blipFill>
        <p:spPr>
          <a:xfrm>
            <a:off x="1141360" y="2574221"/>
            <a:ext cx="1430637" cy="89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98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  <p:bldP spid="29" grpId="0"/>
      <p:bldP spid="30" grpId="0"/>
      <p:bldP spid="3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2044167F-ECB8-A9FB-7A52-46A1964C3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1975"/>
            <a:ext cx="10515600" cy="714375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Arial Rounded MT Bold" panose="020F0704030504030204" pitchFamily="34" charset="0"/>
              </a:rPr>
              <a:t>Specific Total Energy</a:t>
            </a:r>
            <a:endParaRPr lang="en-I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77986FB-E2C8-9CF1-461B-03CDA7883A33}"/>
                  </a:ext>
                </a:extLst>
              </p:cNvPr>
              <p:cNvSpPr txBox="1"/>
              <p:nvPr/>
            </p:nvSpPr>
            <p:spPr>
              <a:xfrm>
                <a:off x="1169555" y="1276350"/>
                <a:ext cx="985289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400" dirty="0"/>
                  <a:t> kinetic energy/mass + potential energy/mass + internal energy/mass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77986FB-E2C8-9CF1-461B-03CDA7883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555" y="1276350"/>
                <a:ext cx="9852890" cy="369332"/>
              </a:xfrm>
              <a:prstGeom prst="rect">
                <a:avLst/>
              </a:prstGeom>
              <a:blipFill>
                <a:blip r:embed="rId2"/>
                <a:stretch>
                  <a:fillRect l="-804" t="-22951" r="-928" b="-508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293C89BD-14F1-BDE6-B9F6-8EB9590CC3DE}"/>
              </a:ext>
            </a:extLst>
          </p:cNvPr>
          <p:cNvSpPr/>
          <p:nvPr/>
        </p:nvSpPr>
        <p:spPr>
          <a:xfrm>
            <a:off x="1704975" y="1276350"/>
            <a:ext cx="2790825" cy="3693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BDF4C7-7382-F908-6F4E-EA9965AB4464}"/>
              </a:ext>
            </a:extLst>
          </p:cNvPr>
          <p:cNvSpPr/>
          <p:nvPr/>
        </p:nvSpPr>
        <p:spPr>
          <a:xfrm>
            <a:off x="4700587" y="1276350"/>
            <a:ext cx="3128963" cy="3693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8206DD-9DA8-BD2E-BD27-EDA40BF5060A}"/>
              </a:ext>
            </a:extLst>
          </p:cNvPr>
          <p:cNvSpPr/>
          <p:nvPr/>
        </p:nvSpPr>
        <p:spPr>
          <a:xfrm>
            <a:off x="8030585" y="1264682"/>
            <a:ext cx="2991860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42D1B30-4F12-D051-539F-3896CF0669C8}"/>
                  </a:ext>
                </a:extLst>
              </p:cNvPr>
              <p:cNvSpPr txBox="1"/>
              <p:nvPr/>
            </p:nvSpPr>
            <p:spPr>
              <a:xfrm>
                <a:off x="2651931" y="1795075"/>
                <a:ext cx="896912" cy="9330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IN" sz="24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IN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IN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42D1B30-4F12-D051-539F-3896CF066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931" y="1795075"/>
                <a:ext cx="896912" cy="9330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A6F19AC-937A-A32F-4FC7-E1BFFDFFC844}"/>
                  </a:ext>
                </a:extLst>
              </p:cNvPr>
              <p:cNvSpPr txBox="1"/>
              <p:nvPr/>
            </p:nvSpPr>
            <p:spPr>
              <a:xfrm>
                <a:off x="5911381" y="2095606"/>
                <a:ext cx="707373" cy="6325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𝑚𝑔𝑦</m:t>
                          </m:r>
                        </m:num>
                        <m:den>
                          <m:r>
                            <a:rPr lang="en-IN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A6F19AC-937A-A32F-4FC7-E1BFFDFFC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381" y="2095606"/>
                <a:ext cx="707373" cy="6325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5D93220-31D4-B4A3-3948-52CED8C67C62}"/>
                  </a:ext>
                </a:extLst>
              </p:cNvPr>
              <p:cNvSpPr txBox="1"/>
              <p:nvPr/>
            </p:nvSpPr>
            <p:spPr>
              <a:xfrm>
                <a:off x="9310687" y="2036680"/>
                <a:ext cx="932628" cy="691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n-I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I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5D93220-31D4-B4A3-3948-52CED8C67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0687" y="2036680"/>
                <a:ext cx="932628" cy="6914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52875C0-2BD8-8457-0DE9-0290C5431600}"/>
                  </a:ext>
                </a:extLst>
              </p:cNvPr>
              <p:cNvSpPr txBox="1"/>
              <p:nvPr/>
            </p:nvSpPr>
            <p:spPr>
              <a:xfrm>
                <a:off x="4619239" y="3035200"/>
                <a:ext cx="2969852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𝑔𝑦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52875C0-2BD8-8457-0DE9-0290C5431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239" y="3035200"/>
                <a:ext cx="2969852" cy="8066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4758A50-6EE2-B6BD-D782-CF47D915362A}"/>
                  </a:ext>
                </a:extLst>
              </p:cNvPr>
              <p:cNvSpPr txBox="1"/>
              <p:nvPr/>
            </p:nvSpPr>
            <p:spPr>
              <a:xfrm>
                <a:off x="2701772" y="4157662"/>
                <a:ext cx="6807505" cy="8631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𝑑𝐸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acc>
                                <m:accPr>
                                  <m:chr m:val="⃗"/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</m:d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𝑑𝐴</m:t>
                          </m:r>
                        </m:e>
                      </m:nary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nary>
                        <m:naryPr>
                          <m:chr m:val="∭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4758A50-6EE2-B6BD-D782-CF47D9153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1772" y="4157662"/>
                <a:ext cx="6807505" cy="8631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1C4F436C-6369-EDFC-DDB5-45EB52445A9C}"/>
              </a:ext>
            </a:extLst>
          </p:cNvPr>
          <p:cNvSpPr txBox="1"/>
          <p:nvPr/>
        </p:nvSpPr>
        <p:spPr>
          <a:xfrm>
            <a:off x="3576817" y="5248730"/>
            <a:ext cx="5054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Conservation of Energy Equation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4C62AF-80CD-945F-6B27-D6BEFCB30653}"/>
              </a:ext>
            </a:extLst>
          </p:cNvPr>
          <p:cNvSpPr/>
          <p:nvPr/>
        </p:nvSpPr>
        <p:spPr>
          <a:xfrm>
            <a:off x="5153025" y="4157662"/>
            <a:ext cx="4448175" cy="10736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A661BB-B07F-C9CA-E389-2C95641EA066}"/>
              </a:ext>
            </a:extLst>
          </p:cNvPr>
          <p:cNvSpPr txBox="1"/>
          <p:nvPr/>
        </p:nvSpPr>
        <p:spPr>
          <a:xfrm>
            <a:off x="9490228" y="4279006"/>
            <a:ext cx="2628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R.H.S. terms explained</a:t>
            </a:r>
          </a:p>
        </p:txBody>
      </p:sp>
    </p:spTree>
    <p:extLst>
      <p:ext uri="{BB962C8B-B14F-4D97-AF65-F5344CB8AC3E}">
        <p14:creationId xmlns:p14="http://schemas.microsoft.com/office/powerpoint/2010/main" val="142176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/>
      <p:bldP spid="13" grpId="0"/>
      <p:bldP spid="15" grpId="0"/>
      <p:bldP spid="16" grpId="0"/>
      <p:bldP spid="20" grpId="0"/>
      <p:bldP spid="22" grpId="0"/>
      <p:bldP spid="26" grpId="0" animBg="1"/>
      <p:bldP spid="2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A7E1E279-A617-8C93-B9E3-47A5EC806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1975"/>
            <a:ext cx="10515600" cy="714375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Arial Rounded MT Bold" panose="020F0704030504030204" pitchFamily="34" charset="0"/>
              </a:rPr>
              <a:t>Preview: Next Class</a:t>
            </a:r>
            <a:endParaRPr lang="en-IN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5F2142-069F-C1E8-D2D4-454A7F5CA015}"/>
                  </a:ext>
                </a:extLst>
              </p:cNvPr>
              <p:cNvSpPr txBox="1"/>
              <p:nvPr/>
            </p:nvSpPr>
            <p:spPr>
              <a:xfrm>
                <a:off x="2701772" y="1281112"/>
                <a:ext cx="6807505" cy="8631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𝑑𝐸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4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acc>
                                <m:accPr>
                                  <m:chr m:val="⃗"/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acc>
                            </m:e>
                          </m:d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𝑑𝐴</m:t>
                          </m:r>
                        </m:e>
                      </m:nary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nary>
                        <m:naryPr>
                          <m:chr m:val="∭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.</m:t>
                          </m:r>
                        </m:sub>
                        <m:sup/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5F2142-069F-C1E8-D2D4-454A7F5CA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1772" y="1281112"/>
                <a:ext cx="6807505" cy="8631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FFF68EB-2F74-0496-CEAD-D965C25FBDA9}"/>
              </a:ext>
            </a:extLst>
          </p:cNvPr>
          <p:cNvSpPr txBox="1"/>
          <p:nvPr/>
        </p:nvSpPr>
        <p:spPr>
          <a:xfrm>
            <a:off x="3576817" y="2372180"/>
            <a:ext cx="5054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Conservation of Energy Equation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6F3CA9-DEE5-BF1B-0D6B-6004F9067D93}"/>
              </a:ext>
            </a:extLst>
          </p:cNvPr>
          <p:cNvSpPr/>
          <p:nvPr/>
        </p:nvSpPr>
        <p:spPr>
          <a:xfrm>
            <a:off x="4238625" y="1281112"/>
            <a:ext cx="581025" cy="10736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90EE13-1629-2766-570C-1CB2E9A9D608}"/>
                  </a:ext>
                </a:extLst>
              </p:cNvPr>
              <p:cNvSpPr txBox="1"/>
              <p:nvPr/>
            </p:nvSpPr>
            <p:spPr>
              <a:xfrm>
                <a:off x="4363894" y="2976562"/>
                <a:ext cx="3483261" cy="633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400" dirty="0"/>
                  <a:t> Work rate or power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90EE13-1629-2766-570C-1CB2E9A9D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3894" y="2976562"/>
                <a:ext cx="3483261" cy="633443"/>
              </a:xfrm>
              <a:prstGeom prst="rect">
                <a:avLst/>
              </a:prstGeom>
              <a:blipFill>
                <a:blip r:embed="rId3"/>
                <a:stretch>
                  <a:fillRect l="-175" r="-4378" b="-115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9784B23-EFB7-AC04-CBBE-68E31E5D2642}"/>
                  </a:ext>
                </a:extLst>
              </p:cNvPr>
              <p:cNvSpPr txBox="1"/>
              <p:nvPr/>
            </p:nvSpPr>
            <p:spPr>
              <a:xfrm>
                <a:off x="1066800" y="4010025"/>
                <a:ext cx="8695009" cy="16028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/>
                  <a:t>Different types of work: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400" dirty="0"/>
                  <a:t>Shaft Work (Rotation of shafts, turbines, etc.)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I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400" dirty="0"/>
                  <a:t>Work done on surrounding to overcome normal stress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sub>
                    </m:sSub>
                  </m:oMath>
                </a14:m>
                <a:endParaRPr lang="en-IN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400" dirty="0"/>
                  <a:t>Work done on surrounding to overcome shear stress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9784B23-EFB7-AC04-CBBE-68E31E5D2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4010025"/>
                <a:ext cx="8695009" cy="1602811"/>
              </a:xfrm>
              <a:prstGeom prst="rect">
                <a:avLst/>
              </a:prstGeom>
              <a:blipFill>
                <a:blip r:embed="rId4"/>
                <a:stretch>
                  <a:fillRect l="-1052" t="-2662" b="-60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4254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7C6E0F-7AEE-1B0C-A250-5EF68EEB200F}"/>
              </a:ext>
            </a:extLst>
          </p:cNvPr>
          <p:cNvSpPr txBox="1"/>
          <p:nvPr/>
        </p:nvSpPr>
        <p:spPr>
          <a:xfrm>
            <a:off x="4590363" y="3044279"/>
            <a:ext cx="32002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>
                <a:latin typeface="Arial Rounded MT Bold" panose="020F070403050403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559420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770</Words>
  <Application>Microsoft Office PowerPoint</Application>
  <PresentationFormat>Widescreen</PresentationFormat>
  <Paragraphs>125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Arial Rounded MT Bold</vt:lpstr>
      <vt:lpstr>Cambria Math</vt:lpstr>
      <vt:lpstr>Office Theme</vt:lpstr>
      <vt:lpstr>ChBE 3200: Transport Phenomena (Fall 2023)  Lecture 8: Macroscopic Energy Balance</vt:lpstr>
      <vt:lpstr>Conservation of Mass: Continuity</vt:lpstr>
      <vt:lpstr>Conservation of Momentum: Newton’s 2nd Law</vt:lpstr>
      <vt:lpstr>Agenda</vt:lpstr>
      <vt:lpstr>First Law of Thermodynamics</vt:lpstr>
      <vt:lpstr>First Law of Thermodynamics</vt:lpstr>
      <vt:lpstr>First Law of Thermodynamics</vt:lpstr>
      <vt:lpstr>First Law of Thermodynamics</vt:lpstr>
      <vt:lpstr>First Law of Thermodynamics</vt:lpstr>
      <vt:lpstr>First Law of Thermodynamics</vt:lpstr>
      <vt:lpstr>First Law of Thermodynamics</vt:lpstr>
      <vt:lpstr>First Law of Thermodynamics</vt:lpstr>
      <vt:lpstr>First Law of Thermodynamics</vt:lpstr>
      <vt:lpstr>First Law of Thermodynamics</vt:lpstr>
      <vt:lpstr>First Law of Thermodynamics</vt:lpstr>
      <vt:lpstr>First Law of Thermodynamics: Unsteady State</vt:lpstr>
      <vt:lpstr>First Law: Applied to Control Volume</vt:lpstr>
      <vt:lpstr>Specific Total Energy</vt:lpstr>
      <vt:lpstr>Specific Total Energy</vt:lpstr>
      <vt:lpstr>Specific Total Energy</vt:lpstr>
      <vt:lpstr>Specific Total Energy</vt:lpstr>
      <vt:lpstr>Preview: Next Class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ChBE 3200: Transport Phenomena (Fall 2023)  Problem Solving Session</dc:title>
  <dc:creator>Bhowmik, Sayan</dc:creator>
  <cp:lastModifiedBy>Bhowmik, Sayan</cp:lastModifiedBy>
  <cp:revision>7</cp:revision>
  <dcterms:created xsi:type="dcterms:W3CDTF">2023-09-04T23:53:26Z</dcterms:created>
  <dcterms:modified xsi:type="dcterms:W3CDTF">2023-09-08T00:54:58Z</dcterms:modified>
</cp:coreProperties>
</file>