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96" r:id="rId2"/>
    <p:sldId id="310" r:id="rId3"/>
    <p:sldId id="311" r:id="rId4"/>
    <p:sldId id="301" r:id="rId5"/>
    <p:sldId id="312" r:id="rId6"/>
    <p:sldId id="313" r:id="rId7"/>
    <p:sldId id="314" r:id="rId8"/>
    <p:sldId id="315" r:id="rId9"/>
    <p:sldId id="316" r:id="rId10"/>
    <p:sldId id="31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09D9"/>
    <a:srgbClr val="0D0692"/>
    <a:srgbClr val="3E0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6C8080-E9D4-4EDA-80E6-3FAFCAB0B94F}" v="74" dt="2024-10-01T23:33:03.794"/>
    <p1510:client id="{56A8B667-CCC7-F808-3A59-BDF840BA580A}" v="27" dt="2024-10-01T21:43:50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owmik, Sayan" userId="S::sbhowmik9@gatech.edu::2b51cadb-156e-4c9a-99fc-6d2138739850" providerId="AD" clId="Web-{56A8B667-CCC7-F808-3A59-BDF840BA580A}"/>
    <pc:docChg chg="modSld">
      <pc:chgData name="Bhowmik, Sayan" userId="S::sbhowmik9@gatech.edu::2b51cadb-156e-4c9a-99fc-6d2138739850" providerId="AD" clId="Web-{56A8B667-CCC7-F808-3A59-BDF840BA580A}" dt="2024-10-01T21:43:48.984" v="12" actId="20577"/>
      <pc:docMkLst>
        <pc:docMk/>
      </pc:docMkLst>
      <pc:sldChg chg="modSp">
        <pc:chgData name="Bhowmik, Sayan" userId="S::sbhowmik9@gatech.edu::2b51cadb-156e-4c9a-99fc-6d2138739850" providerId="AD" clId="Web-{56A8B667-CCC7-F808-3A59-BDF840BA580A}" dt="2024-10-01T21:43:48.984" v="12" actId="20577"/>
        <pc:sldMkLst>
          <pc:docMk/>
          <pc:sldMk cId="2787355871" sldId="313"/>
        </pc:sldMkLst>
        <pc:spChg chg="mod">
          <ac:chgData name="Bhowmik, Sayan" userId="S::sbhowmik9@gatech.edu::2b51cadb-156e-4c9a-99fc-6d2138739850" providerId="AD" clId="Web-{56A8B667-CCC7-F808-3A59-BDF840BA580A}" dt="2024-10-01T21:43:48.984" v="12" actId="20577"/>
          <ac:spMkLst>
            <pc:docMk/>
            <pc:sldMk cId="2787355871" sldId="313"/>
            <ac:spMk id="11" creationId="{01D96DF2-81B2-CFD3-B4BD-52D69144447D}"/>
          </ac:spMkLst>
        </pc:spChg>
      </pc:sldChg>
    </pc:docChg>
  </pc:docChgLst>
  <pc:docChgLst>
    <pc:chgData name="Bhowmik, Sayan" userId="2b51cadb-156e-4c9a-99fc-6d2138739850" providerId="ADAL" clId="{2B50C6D2-8568-43B0-A1CD-E9860F9F381B}"/>
    <pc:docChg chg="undo custSel addSld delSld modSld sldOrd modMainMaster">
      <pc:chgData name="Bhowmik, Sayan" userId="2b51cadb-156e-4c9a-99fc-6d2138739850" providerId="ADAL" clId="{2B50C6D2-8568-43B0-A1CD-E9860F9F381B}" dt="2024-09-14T16:13:31.835" v="10704" actId="20577"/>
      <pc:docMkLst>
        <pc:docMk/>
      </pc:docMkLst>
      <pc:sldChg chg="addSp delSp modSp del mod">
        <pc:chgData name="Bhowmik, Sayan" userId="2b51cadb-156e-4c9a-99fc-6d2138739850" providerId="ADAL" clId="{2B50C6D2-8568-43B0-A1CD-E9860F9F381B}" dt="2024-09-12T03:41:41.936" v="9663" actId="47"/>
        <pc:sldMkLst>
          <pc:docMk/>
          <pc:sldMk cId="137394434" sldId="256"/>
        </pc:sldMkLst>
        <pc:spChg chg="mod">
          <ac:chgData name="Bhowmik, Sayan" userId="2b51cadb-156e-4c9a-99fc-6d2138739850" providerId="ADAL" clId="{2B50C6D2-8568-43B0-A1CD-E9860F9F381B}" dt="2024-09-07T04:31:19.084" v="3757" actId="1035"/>
          <ac:spMkLst>
            <pc:docMk/>
            <pc:sldMk cId="137394434" sldId="256"/>
            <ac:spMk id="2" creationId="{BF0B817D-D4F8-1224-9D1F-5070200448D4}"/>
          </ac:spMkLst>
        </pc:spChg>
        <pc:spChg chg="mod">
          <ac:chgData name="Bhowmik, Sayan" userId="2b51cadb-156e-4c9a-99fc-6d2138739850" providerId="ADAL" clId="{2B50C6D2-8568-43B0-A1CD-E9860F9F381B}" dt="2024-09-07T04:31:15.009" v="3749" actId="1036"/>
          <ac:spMkLst>
            <pc:docMk/>
            <pc:sldMk cId="137394434" sldId="256"/>
            <ac:spMk id="3" creationId="{54B9CEDF-66F4-D04D-3CFA-2BFEA2B014E7}"/>
          </ac:spMkLst>
        </pc:spChg>
        <pc:picChg chg="add del mod">
          <ac:chgData name="Bhowmik, Sayan" userId="2b51cadb-156e-4c9a-99fc-6d2138739850" providerId="ADAL" clId="{2B50C6D2-8568-43B0-A1CD-E9860F9F381B}" dt="2024-09-07T04:21:11.430" v="3574" actId="21"/>
          <ac:picMkLst>
            <pc:docMk/>
            <pc:sldMk cId="137394434" sldId="256"/>
            <ac:picMk id="5" creationId="{BCA8FB59-6F20-3DE1-3D28-17B4FD060E19}"/>
          </ac:picMkLst>
        </pc:picChg>
        <pc:picChg chg="add mod modCrop">
          <ac:chgData name="Bhowmik, Sayan" userId="2b51cadb-156e-4c9a-99fc-6d2138739850" providerId="ADAL" clId="{2B50C6D2-8568-43B0-A1CD-E9860F9F381B}" dt="2024-09-07T04:33:46.308" v="3780" actId="1037"/>
          <ac:picMkLst>
            <pc:docMk/>
            <pc:sldMk cId="137394434" sldId="256"/>
            <ac:picMk id="7" creationId="{D6BD3A41-93A1-669D-EB9C-55BB1695B2C0}"/>
          </ac:picMkLst>
        </pc:picChg>
        <pc:picChg chg="add mod modCrop">
          <ac:chgData name="Bhowmik, Sayan" userId="2b51cadb-156e-4c9a-99fc-6d2138739850" providerId="ADAL" clId="{2B50C6D2-8568-43B0-A1CD-E9860F9F381B}" dt="2024-09-07T04:26:33.036" v="3626" actId="1035"/>
          <ac:picMkLst>
            <pc:docMk/>
            <pc:sldMk cId="137394434" sldId="256"/>
            <ac:picMk id="9" creationId="{45F1F362-35F4-BC20-F9B6-347A031BAB31}"/>
          </ac:picMkLst>
        </pc:picChg>
        <pc:picChg chg="add mod modCrop">
          <ac:chgData name="Bhowmik, Sayan" userId="2b51cadb-156e-4c9a-99fc-6d2138739850" providerId="ADAL" clId="{2B50C6D2-8568-43B0-A1CD-E9860F9F381B}" dt="2024-09-07T04:28:04.845" v="3647" actId="1037"/>
          <ac:picMkLst>
            <pc:docMk/>
            <pc:sldMk cId="137394434" sldId="256"/>
            <ac:picMk id="10" creationId="{EC4A888D-FC12-2CCB-B87F-B8B74D61DBCE}"/>
          </ac:picMkLst>
        </pc:picChg>
      </pc:sldChg>
      <pc:sldChg chg="addSp delSp modSp new mod ord modTransition modClrScheme modAnim chgLayout">
        <pc:chgData name="Bhowmik, Sayan" userId="2b51cadb-156e-4c9a-99fc-6d2138739850" providerId="ADAL" clId="{2B50C6D2-8568-43B0-A1CD-E9860F9F381B}" dt="2024-09-12T02:52:40.946" v="8585"/>
        <pc:sldMkLst>
          <pc:docMk/>
          <pc:sldMk cId="2868050767" sldId="257"/>
        </pc:sldMkLst>
        <pc:spChg chg="del">
          <ac:chgData name="Bhowmik, Sayan" userId="2b51cadb-156e-4c9a-99fc-6d2138739850" providerId="ADAL" clId="{2B50C6D2-8568-43B0-A1CD-E9860F9F381B}" dt="2024-09-06T23:37:55.366" v="1" actId="700"/>
          <ac:spMkLst>
            <pc:docMk/>
            <pc:sldMk cId="2868050767" sldId="257"/>
            <ac:spMk id="2" creationId="{B627212B-35AC-E2D5-066E-76DE3F0D241B}"/>
          </ac:spMkLst>
        </pc:spChg>
        <pc:spChg chg="del">
          <ac:chgData name="Bhowmik, Sayan" userId="2b51cadb-156e-4c9a-99fc-6d2138739850" providerId="ADAL" clId="{2B50C6D2-8568-43B0-A1CD-E9860F9F381B}" dt="2024-09-06T23:37:55.366" v="1" actId="700"/>
          <ac:spMkLst>
            <pc:docMk/>
            <pc:sldMk cId="2868050767" sldId="257"/>
            <ac:spMk id="3" creationId="{001C31D7-E3F1-0B53-5BB8-0550FD7AD09B}"/>
          </ac:spMkLst>
        </pc:spChg>
        <pc:spChg chg="add mod">
          <ac:chgData name="Bhowmik, Sayan" userId="2b51cadb-156e-4c9a-99fc-6d2138739850" providerId="ADAL" clId="{2B50C6D2-8568-43B0-A1CD-E9860F9F381B}" dt="2024-09-07T03:20:06.503" v="2436" actId="255"/>
          <ac:spMkLst>
            <pc:docMk/>
            <pc:sldMk cId="2868050767" sldId="257"/>
            <ac:spMk id="4" creationId="{9ACCED98-9529-DCC6-459B-DD663EC0A9BB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14" creationId="{87055232-B584-5B72-7F27-516A07AC6772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15" creationId="{360FC57A-BF6D-6D0E-0EE0-22513564C01E}"/>
          </ac:spMkLst>
        </pc:spChg>
        <pc:spChg chg="add mod">
          <ac:chgData name="Bhowmik, Sayan" userId="2b51cadb-156e-4c9a-99fc-6d2138739850" providerId="ADAL" clId="{2B50C6D2-8568-43B0-A1CD-E9860F9F381B}" dt="2024-09-07T00:53:59.776" v="1872" actId="1035"/>
          <ac:spMkLst>
            <pc:docMk/>
            <pc:sldMk cId="2868050767" sldId="257"/>
            <ac:spMk id="16" creationId="{18265FF0-BDBC-1C2B-73CE-E5AE19B443D3}"/>
          </ac:spMkLst>
        </pc:spChg>
        <pc:spChg chg="add mod">
          <ac:chgData name="Bhowmik, Sayan" userId="2b51cadb-156e-4c9a-99fc-6d2138739850" providerId="ADAL" clId="{2B50C6D2-8568-43B0-A1CD-E9860F9F381B}" dt="2024-09-07T00:53:59.776" v="1872" actId="1035"/>
          <ac:spMkLst>
            <pc:docMk/>
            <pc:sldMk cId="2868050767" sldId="257"/>
            <ac:spMk id="17" creationId="{1AB8EA44-8657-2395-D8A4-F52522B1EE58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0" creationId="{8DC90E20-9582-4DBB-2453-A7F20EFB8E27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1" creationId="{D05B419D-C734-E3C3-5F7A-FAF0EF3B93D0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6" creationId="{93D36E14-1F10-7877-D701-143E12D6028B}"/>
          </ac:spMkLst>
        </pc:spChg>
        <pc:spChg chg="add mod">
          <ac:chgData name="Bhowmik, Sayan" userId="2b51cadb-156e-4c9a-99fc-6d2138739850" providerId="ADAL" clId="{2B50C6D2-8568-43B0-A1CD-E9860F9F381B}" dt="2024-09-07T00:50:52.421" v="1718" actId="1035"/>
          <ac:spMkLst>
            <pc:docMk/>
            <pc:sldMk cId="2868050767" sldId="257"/>
            <ac:spMk id="27" creationId="{9C8AA2C4-CC8B-5962-D9FA-EE43D48BACD8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8" creationId="{CE990AFC-3757-E81A-3D86-57F7EA26BABD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9" creationId="{75C355F5-8112-EE20-A5BC-E56E9C71ACDD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0" creationId="{B1A811A5-7900-C879-5FEC-8DB5A0297BAC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1" creationId="{08D6ED64-AB91-0504-0A96-B61BD1833735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4" creationId="{8952C023-F12B-E719-323D-063482BE2A7A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5" creationId="{ADB50322-B22E-B76B-B85B-349BBF455A93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6" creationId="{159CF06C-BDC5-D220-6DAA-4C78F8DF05F1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7" creationId="{925880E1-F6FA-DC55-8F1D-FFCEAC69F3BE}"/>
          </ac:spMkLst>
        </pc:spChg>
        <pc:spChg chg="add mod">
          <ac:chgData name="Bhowmik, Sayan" userId="2b51cadb-156e-4c9a-99fc-6d2138739850" providerId="ADAL" clId="{2B50C6D2-8568-43B0-A1CD-E9860F9F381B}" dt="2024-09-07T00:50:03.471" v="1691" actId="1076"/>
          <ac:spMkLst>
            <pc:docMk/>
            <pc:sldMk cId="2868050767" sldId="257"/>
            <ac:spMk id="40" creationId="{C37A2BE0-9F96-12FD-2291-209901F3C008}"/>
          </ac:spMkLst>
        </pc:spChg>
        <pc:spChg chg="add mod">
          <ac:chgData name="Bhowmik, Sayan" userId="2b51cadb-156e-4c9a-99fc-6d2138739850" providerId="ADAL" clId="{2B50C6D2-8568-43B0-A1CD-E9860F9F381B}" dt="2024-09-07T00:48:35.539" v="1663" actId="1076"/>
          <ac:spMkLst>
            <pc:docMk/>
            <pc:sldMk cId="2868050767" sldId="257"/>
            <ac:spMk id="42" creationId="{C41AE6EE-596D-C86A-FF1A-CEB95B4AD4D0}"/>
          </ac:spMkLst>
        </pc:spChg>
        <pc:spChg chg="add mod">
          <ac:chgData name="Bhowmik, Sayan" userId="2b51cadb-156e-4c9a-99fc-6d2138739850" providerId="ADAL" clId="{2B50C6D2-8568-43B0-A1CD-E9860F9F381B}" dt="2024-09-07T00:48:50.133" v="1669" actId="20577"/>
          <ac:spMkLst>
            <pc:docMk/>
            <pc:sldMk cId="2868050767" sldId="257"/>
            <ac:spMk id="43" creationId="{557DE6D1-DE4C-8E87-06B7-934307E39E0E}"/>
          </ac:spMkLst>
        </pc:spChg>
        <pc:spChg chg="add mod">
          <ac:chgData name="Bhowmik, Sayan" userId="2b51cadb-156e-4c9a-99fc-6d2138739850" providerId="ADAL" clId="{2B50C6D2-8568-43B0-A1CD-E9860F9F381B}" dt="2024-09-07T00:49:59.017" v="1690" actId="1076"/>
          <ac:spMkLst>
            <pc:docMk/>
            <pc:sldMk cId="2868050767" sldId="257"/>
            <ac:spMk id="44" creationId="{429DE423-24B2-4326-45E6-1F077CC578AD}"/>
          </ac:spMkLst>
        </pc:spChg>
        <pc:spChg chg="add mod">
          <ac:chgData name="Bhowmik, Sayan" userId="2b51cadb-156e-4c9a-99fc-6d2138739850" providerId="ADAL" clId="{2B50C6D2-8568-43B0-A1CD-E9860F9F381B}" dt="2024-09-07T00:51:51.035" v="1830" actId="20577"/>
          <ac:spMkLst>
            <pc:docMk/>
            <pc:sldMk cId="2868050767" sldId="257"/>
            <ac:spMk id="45" creationId="{32AD25D6-5B58-0BB0-5022-700D9D49693F}"/>
          </ac:spMkLst>
        </pc:spChg>
        <pc:spChg chg="add mod">
          <ac:chgData name="Bhowmik, Sayan" userId="2b51cadb-156e-4c9a-99fc-6d2138739850" providerId="ADAL" clId="{2B50C6D2-8568-43B0-A1CD-E9860F9F381B}" dt="2024-09-07T00:52:14.142" v="1832" actId="1076"/>
          <ac:spMkLst>
            <pc:docMk/>
            <pc:sldMk cId="2868050767" sldId="257"/>
            <ac:spMk id="46" creationId="{C76C63D3-BD61-E1D4-981D-6C3E6FC74304}"/>
          </ac:spMkLst>
        </pc:spChg>
        <pc:spChg chg="add mod">
          <ac:chgData name="Bhowmik, Sayan" userId="2b51cadb-156e-4c9a-99fc-6d2138739850" providerId="ADAL" clId="{2B50C6D2-8568-43B0-A1CD-E9860F9F381B}" dt="2024-09-07T00:53:59.776" v="1872" actId="1035"/>
          <ac:spMkLst>
            <pc:docMk/>
            <pc:sldMk cId="2868050767" sldId="257"/>
            <ac:spMk id="47" creationId="{00009FDB-1156-D62C-98A1-B31CB252A589}"/>
          </ac:spMkLst>
        </pc:spChg>
        <pc:spChg chg="add mod">
          <ac:chgData name="Bhowmik, Sayan" userId="2b51cadb-156e-4c9a-99fc-6d2138739850" providerId="ADAL" clId="{2B50C6D2-8568-43B0-A1CD-E9860F9F381B}" dt="2024-09-07T00:55:12.001" v="1898" actId="1076"/>
          <ac:spMkLst>
            <pc:docMk/>
            <pc:sldMk cId="2868050767" sldId="257"/>
            <ac:spMk id="48" creationId="{BB678A2A-1B57-01B4-116D-4C481962D35E}"/>
          </ac:spMkLst>
        </pc:spChg>
        <pc:picChg chg="add mod modCrop">
          <ac:chgData name="Bhowmik, Sayan" userId="2b51cadb-156e-4c9a-99fc-6d2138739850" providerId="ADAL" clId="{2B50C6D2-8568-43B0-A1CD-E9860F9F381B}" dt="2024-09-07T00:53:59.776" v="1872" actId="1035"/>
          <ac:picMkLst>
            <pc:docMk/>
            <pc:sldMk cId="2868050767" sldId="257"/>
            <ac:picMk id="6" creationId="{1538445A-5CC8-741B-87E3-111A616A87C1}"/>
          </ac:picMkLst>
        </pc:picChg>
        <pc:picChg chg="add mod modCrop">
          <ac:chgData name="Bhowmik, Sayan" userId="2b51cadb-156e-4c9a-99fc-6d2138739850" providerId="ADAL" clId="{2B50C6D2-8568-43B0-A1CD-E9860F9F381B}" dt="2024-09-07T00:53:59.776" v="1872" actId="1035"/>
          <ac:picMkLst>
            <pc:docMk/>
            <pc:sldMk cId="2868050767" sldId="257"/>
            <ac:picMk id="8" creationId="{FA4911BF-D70C-91D1-0E9F-2922377DDFE2}"/>
          </ac:picMkLst>
        </pc:picChg>
        <pc:picChg chg="add mod modCrop">
          <ac:chgData name="Bhowmik, Sayan" userId="2b51cadb-156e-4c9a-99fc-6d2138739850" providerId="ADAL" clId="{2B50C6D2-8568-43B0-A1CD-E9860F9F381B}" dt="2024-09-07T00:53:59.776" v="1872" actId="1035"/>
          <ac:picMkLst>
            <pc:docMk/>
            <pc:sldMk cId="2868050767" sldId="257"/>
            <ac:picMk id="9" creationId="{E5D72DF5-FC35-CCF5-1710-73DD3EC41B11}"/>
          </ac:picMkLst>
        </pc:picChg>
        <pc:picChg chg="add del mod">
          <ac:chgData name="Bhowmik, Sayan" userId="2b51cadb-156e-4c9a-99fc-6d2138739850" providerId="ADAL" clId="{2B50C6D2-8568-43B0-A1CD-E9860F9F381B}" dt="2024-09-07T00:43:30.949" v="1555" actId="478"/>
          <ac:picMkLst>
            <pc:docMk/>
            <pc:sldMk cId="2868050767" sldId="257"/>
            <ac:picMk id="11" creationId="{96C8163D-7D68-6C6A-A764-92739E1AB828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13" creationId="{717838B6-E15C-94BE-3EEC-B620D6DB15B7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19" creationId="{E1536FA6-D50E-EC0D-407D-22890F0EC54A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22" creationId="{D4C3AFDF-2A27-76D9-9699-3BD61BFFC85D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33" creationId="{55C9AF0B-9DE9-49FD-C44E-7F13A4B85135}"/>
          </ac:picMkLst>
        </pc:picChg>
        <pc:picChg chg="add mod">
          <ac:chgData name="Bhowmik, Sayan" userId="2b51cadb-156e-4c9a-99fc-6d2138739850" providerId="ADAL" clId="{2B50C6D2-8568-43B0-A1CD-E9860F9F381B}" dt="2024-09-07T00:47:13.133" v="1647" actId="1037"/>
          <ac:picMkLst>
            <pc:docMk/>
            <pc:sldMk cId="2868050767" sldId="257"/>
            <ac:picMk id="39" creationId="{82704663-C4D8-31C2-7DE5-D29424630322}"/>
          </ac:picMkLst>
        </pc:picChg>
        <pc:picChg chg="add mod">
          <ac:chgData name="Bhowmik, Sayan" userId="2b51cadb-156e-4c9a-99fc-6d2138739850" providerId="ADAL" clId="{2B50C6D2-8568-43B0-A1CD-E9860F9F381B}" dt="2024-09-07T00:50:13.413" v="1694" actId="1076"/>
          <ac:picMkLst>
            <pc:docMk/>
            <pc:sldMk cId="2868050767" sldId="257"/>
            <ac:picMk id="41" creationId="{3AF745BC-78BD-B867-434D-53E9C314412D}"/>
          </ac:picMkLst>
        </pc:picChg>
        <pc:cxnChg chg="add mod">
          <ac:chgData name="Bhowmik, Sayan" userId="2b51cadb-156e-4c9a-99fc-6d2138739850" providerId="ADAL" clId="{2B50C6D2-8568-43B0-A1CD-E9860F9F381B}" dt="2024-09-07T00:47:01.822" v="1629" actId="1037"/>
          <ac:cxnSpMkLst>
            <pc:docMk/>
            <pc:sldMk cId="2868050767" sldId="257"/>
            <ac:cxnSpMk id="23" creationId="{09913761-3008-56B7-9E2E-EA288A4AD269}"/>
          </ac:cxnSpMkLst>
        </pc:cxnChg>
        <pc:cxnChg chg="add mod">
          <ac:chgData name="Bhowmik, Sayan" userId="2b51cadb-156e-4c9a-99fc-6d2138739850" providerId="ADAL" clId="{2B50C6D2-8568-43B0-A1CD-E9860F9F381B}" dt="2024-09-07T00:47:01.822" v="1629" actId="1037"/>
          <ac:cxnSpMkLst>
            <pc:docMk/>
            <pc:sldMk cId="2868050767" sldId="257"/>
            <ac:cxnSpMk id="24" creationId="{F3419335-7E03-9CA2-9E98-C8F604051E25}"/>
          </ac:cxnSpMkLst>
        </pc:cxnChg>
        <pc:cxnChg chg="add mod">
          <ac:chgData name="Bhowmik, Sayan" userId="2b51cadb-156e-4c9a-99fc-6d2138739850" providerId="ADAL" clId="{2B50C6D2-8568-43B0-A1CD-E9860F9F381B}" dt="2024-09-07T00:47:01.822" v="1629" actId="1037"/>
          <ac:cxnSpMkLst>
            <pc:docMk/>
            <pc:sldMk cId="2868050767" sldId="257"/>
            <ac:cxnSpMk id="25" creationId="{F1CC9B79-4678-AF4C-DDE9-D0DBC429E4ED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2:52:13.583" v="8584"/>
        <pc:sldMkLst>
          <pc:docMk/>
          <pc:sldMk cId="1196883161" sldId="258"/>
        </pc:sldMkLst>
        <pc:spChg chg="del">
          <ac:chgData name="Bhowmik, Sayan" userId="2b51cadb-156e-4c9a-99fc-6d2138739850" providerId="ADAL" clId="{2B50C6D2-8568-43B0-A1CD-E9860F9F381B}" dt="2024-09-07T01:00:25.314" v="1900" actId="478"/>
          <ac:spMkLst>
            <pc:docMk/>
            <pc:sldMk cId="1196883161" sldId="258"/>
            <ac:spMk id="2" creationId="{4FFD2D61-6B3F-9448-8E4C-A9A139CB8412}"/>
          </ac:spMkLst>
        </pc:spChg>
        <pc:spChg chg="add mod">
          <ac:chgData name="Bhowmik, Sayan" userId="2b51cadb-156e-4c9a-99fc-6d2138739850" providerId="ADAL" clId="{2B50C6D2-8568-43B0-A1CD-E9860F9F381B}" dt="2024-09-12T02:50:35.350" v="8524" actId="207"/>
          <ac:spMkLst>
            <pc:docMk/>
            <pc:sldMk cId="1196883161" sldId="258"/>
            <ac:spMk id="2" creationId="{51380C68-1AD4-36E9-82B9-22A81F654808}"/>
          </ac:spMkLst>
        </pc:spChg>
        <pc:spChg chg="add mod">
          <ac:chgData name="Bhowmik, Sayan" userId="2b51cadb-156e-4c9a-99fc-6d2138739850" providerId="ADAL" clId="{2B50C6D2-8568-43B0-A1CD-E9860F9F381B}" dt="2024-09-07T03:20:12.233" v="2437" actId="255"/>
          <ac:spMkLst>
            <pc:docMk/>
            <pc:sldMk cId="1196883161" sldId="258"/>
            <ac:spMk id="3" creationId="{ED7EB690-AE30-E8F9-9F7E-7D9C8EACA387}"/>
          </ac:spMkLst>
        </pc:spChg>
        <pc:spChg chg="add mod">
          <ac:chgData name="Bhowmik, Sayan" userId="2b51cadb-156e-4c9a-99fc-6d2138739850" providerId="ADAL" clId="{2B50C6D2-8568-43B0-A1CD-E9860F9F381B}" dt="2024-09-12T02:51:28.705" v="8578" actId="1076"/>
          <ac:spMkLst>
            <pc:docMk/>
            <pc:sldMk cId="1196883161" sldId="258"/>
            <ac:spMk id="4" creationId="{F8C63C3E-8897-9A08-B2D4-5E1383E3711A}"/>
          </ac:spMkLst>
        </pc:spChg>
        <pc:spChg chg="add mod">
          <ac:chgData name="Bhowmik, Sayan" userId="2b51cadb-156e-4c9a-99fc-6d2138739850" providerId="ADAL" clId="{2B50C6D2-8568-43B0-A1CD-E9860F9F381B}" dt="2024-09-07T02:27:20.212" v="2018" actId="1076"/>
          <ac:spMkLst>
            <pc:docMk/>
            <pc:sldMk cId="1196883161" sldId="258"/>
            <ac:spMk id="11" creationId="{B77874F7-4046-E86A-B939-A095943EABC0}"/>
          </ac:spMkLst>
        </pc:spChg>
        <pc:spChg chg="add mod">
          <ac:chgData name="Bhowmik, Sayan" userId="2b51cadb-156e-4c9a-99fc-6d2138739850" providerId="ADAL" clId="{2B50C6D2-8568-43B0-A1CD-E9860F9F381B}" dt="2024-09-07T02:27:32.331" v="2024" actId="20577"/>
          <ac:spMkLst>
            <pc:docMk/>
            <pc:sldMk cId="1196883161" sldId="258"/>
            <ac:spMk id="12" creationId="{70078EF3-8AC5-1294-C23F-FAF97CED7B87}"/>
          </ac:spMkLst>
        </pc:spChg>
        <pc:spChg chg="add mod">
          <ac:chgData name="Bhowmik, Sayan" userId="2b51cadb-156e-4c9a-99fc-6d2138739850" providerId="ADAL" clId="{2B50C6D2-8568-43B0-A1CD-E9860F9F381B}" dt="2024-09-12T02:50:57.477" v="8548" actId="1035"/>
          <ac:spMkLst>
            <pc:docMk/>
            <pc:sldMk cId="1196883161" sldId="258"/>
            <ac:spMk id="13" creationId="{47D09CCF-9BDA-605E-CB2A-AAB963C6DAEF}"/>
          </ac:spMkLst>
        </pc:spChg>
        <pc:spChg chg="add mod">
          <ac:chgData name="Bhowmik, Sayan" userId="2b51cadb-156e-4c9a-99fc-6d2138739850" providerId="ADAL" clId="{2B50C6D2-8568-43B0-A1CD-E9860F9F381B}" dt="2024-09-12T02:50:57.477" v="8548" actId="1035"/>
          <ac:spMkLst>
            <pc:docMk/>
            <pc:sldMk cId="1196883161" sldId="258"/>
            <ac:spMk id="14" creationId="{E93ACAFE-CF53-4E3F-4511-D10AAA66F036}"/>
          </ac:spMkLst>
        </pc:spChg>
        <pc:spChg chg="add mod">
          <ac:chgData name="Bhowmik, Sayan" userId="2b51cadb-156e-4c9a-99fc-6d2138739850" providerId="ADAL" clId="{2B50C6D2-8568-43B0-A1CD-E9860F9F381B}" dt="2024-09-07T03:22:34.791" v="2547" actId="1035"/>
          <ac:spMkLst>
            <pc:docMk/>
            <pc:sldMk cId="1196883161" sldId="258"/>
            <ac:spMk id="15" creationId="{7CE87F8F-F074-A8F3-9377-D72AB2B8B6C5}"/>
          </ac:spMkLst>
        </pc:spChg>
        <pc:spChg chg="add mod">
          <ac:chgData name="Bhowmik, Sayan" userId="2b51cadb-156e-4c9a-99fc-6d2138739850" providerId="ADAL" clId="{2B50C6D2-8568-43B0-A1CD-E9860F9F381B}" dt="2024-09-07T04:04:43.985" v="3116" actId="207"/>
          <ac:spMkLst>
            <pc:docMk/>
            <pc:sldMk cId="1196883161" sldId="258"/>
            <ac:spMk id="16" creationId="{DA733486-93C1-6BB9-10ED-89B74A9656AD}"/>
          </ac:spMkLst>
        </pc:spChg>
        <pc:spChg chg="add mod">
          <ac:chgData name="Bhowmik, Sayan" userId="2b51cadb-156e-4c9a-99fc-6d2138739850" providerId="ADAL" clId="{2B50C6D2-8568-43B0-A1CD-E9860F9F381B}" dt="2024-09-07T03:26:39.470" v="2582" actId="1035"/>
          <ac:spMkLst>
            <pc:docMk/>
            <pc:sldMk cId="1196883161" sldId="258"/>
            <ac:spMk id="17" creationId="{987B72A8-80F4-9C62-C194-C34145980060}"/>
          </ac:spMkLst>
        </pc:spChg>
        <pc:spChg chg="add mod">
          <ac:chgData name="Bhowmik, Sayan" userId="2b51cadb-156e-4c9a-99fc-6d2138739850" providerId="ADAL" clId="{2B50C6D2-8568-43B0-A1CD-E9860F9F381B}" dt="2024-09-07T03:26:49.765" v="2584" actId="1076"/>
          <ac:spMkLst>
            <pc:docMk/>
            <pc:sldMk cId="1196883161" sldId="258"/>
            <ac:spMk id="18" creationId="{1EC2A328-206A-FEC9-A1AF-09970E3F9977}"/>
          </ac:spMkLst>
        </pc:spChg>
        <pc:spChg chg="add mod">
          <ac:chgData name="Bhowmik, Sayan" userId="2b51cadb-156e-4c9a-99fc-6d2138739850" providerId="ADAL" clId="{2B50C6D2-8568-43B0-A1CD-E9860F9F381B}" dt="2024-09-07T03:26:55.284" v="2586" actId="1076"/>
          <ac:spMkLst>
            <pc:docMk/>
            <pc:sldMk cId="1196883161" sldId="258"/>
            <ac:spMk id="19" creationId="{E0DBD307-AE82-675D-D035-64429435B24D}"/>
          </ac:spMkLst>
        </pc:spChg>
        <pc:spChg chg="add mod">
          <ac:chgData name="Bhowmik, Sayan" userId="2b51cadb-156e-4c9a-99fc-6d2138739850" providerId="ADAL" clId="{2B50C6D2-8568-43B0-A1CD-E9860F9F381B}" dt="2024-09-07T03:27:55.475" v="2609" actId="1038"/>
          <ac:spMkLst>
            <pc:docMk/>
            <pc:sldMk cId="1196883161" sldId="258"/>
            <ac:spMk id="20" creationId="{4C3A170F-4413-C754-9B4D-7450677C350F}"/>
          </ac:spMkLst>
        </pc:spChg>
        <pc:spChg chg="add mod">
          <ac:chgData name="Bhowmik, Sayan" userId="2b51cadb-156e-4c9a-99fc-6d2138739850" providerId="ADAL" clId="{2B50C6D2-8568-43B0-A1CD-E9860F9F381B}" dt="2024-09-07T03:27:06.925" v="2590" actId="1076"/>
          <ac:spMkLst>
            <pc:docMk/>
            <pc:sldMk cId="1196883161" sldId="258"/>
            <ac:spMk id="21" creationId="{FFA9F211-60A0-2924-275B-EF8C8D4BA551}"/>
          </ac:spMkLst>
        </pc:spChg>
        <pc:spChg chg="add mod">
          <ac:chgData name="Bhowmik, Sayan" userId="2b51cadb-156e-4c9a-99fc-6d2138739850" providerId="ADAL" clId="{2B50C6D2-8568-43B0-A1CD-E9860F9F381B}" dt="2024-09-07T03:27:15.123" v="2599" actId="1037"/>
          <ac:spMkLst>
            <pc:docMk/>
            <pc:sldMk cId="1196883161" sldId="258"/>
            <ac:spMk id="22" creationId="{8ED3802E-D8EA-BC92-9045-82C30F45C93E}"/>
          </ac:spMkLst>
        </pc:spChg>
        <pc:spChg chg="add mod">
          <ac:chgData name="Bhowmik, Sayan" userId="2b51cadb-156e-4c9a-99fc-6d2138739850" providerId="ADAL" clId="{2B50C6D2-8568-43B0-A1CD-E9860F9F381B}" dt="2024-09-07T03:27:22.496" v="2601" actId="1076"/>
          <ac:spMkLst>
            <pc:docMk/>
            <pc:sldMk cId="1196883161" sldId="258"/>
            <ac:spMk id="23" creationId="{90CB65D9-881E-97C1-ADAB-A66949416EFE}"/>
          </ac:spMkLst>
        </pc:spChg>
        <pc:spChg chg="add mod">
          <ac:chgData name="Bhowmik, Sayan" userId="2b51cadb-156e-4c9a-99fc-6d2138739850" providerId="ADAL" clId="{2B50C6D2-8568-43B0-A1CD-E9860F9F381B}" dt="2024-09-07T03:27:35.536" v="2608" actId="1037"/>
          <ac:spMkLst>
            <pc:docMk/>
            <pc:sldMk cId="1196883161" sldId="258"/>
            <ac:spMk id="24" creationId="{AE897CBA-2328-28D1-3618-F35BF2FFF165}"/>
          </ac:spMkLst>
        </pc:spChg>
        <pc:picChg chg="add mod">
          <ac:chgData name="Bhowmik, Sayan" userId="2b51cadb-156e-4c9a-99fc-6d2138739850" providerId="ADAL" clId="{2B50C6D2-8568-43B0-A1CD-E9860F9F381B}" dt="2024-09-07T03:22:34.791" v="2547" actId="1035"/>
          <ac:picMkLst>
            <pc:docMk/>
            <pc:sldMk cId="1196883161" sldId="258"/>
            <ac:picMk id="5" creationId="{AE0909B9-6D1D-9066-0CC1-8B7F84690461}"/>
          </ac:picMkLst>
        </pc:picChg>
        <pc:picChg chg="add del mod modCrop">
          <ac:chgData name="Bhowmik, Sayan" userId="2b51cadb-156e-4c9a-99fc-6d2138739850" providerId="ADAL" clId="{2B50C6D2-8568-43B0-A1CD-E9860F9F381B}" dt="2024-09-07T03:25:31.881" v="2558" actId="1036"/>
          <ac:picMkLst>
            <pc:docMk/>
            <pc:sldMk cId="1196883161" sldId="258"/>
            <ac:picMk id="7" creationId="{D8CA862E-2B78-DBC7-BF78-771109FDE30E}"/>
          </ac:picMkLst>
        </pc:picChg>
        <pc:picChg chg="add mod modCrop">
          <ac:chgData name="Bhowmik, Sayan" userId="2b51cadb-156e-4c9a-99fc-6d2138739850" providerId="ADAL" clId="{2B50C6D2-8568-43B0-A1CD-E9860F9F381B}" dt="2024-09-07T03:25:31.881" v="2558" actId="1036"/>
          <ac:picMkLst>
            <pc:docMk/>
            <pc:sldMk cId="1196883161" sldId="258"/>
            <ac:picMk id="8" creationId="{51274B44-A152-877F-5E97-F27E495A8EB6}"/>
          </ac:picMkLst>
        </pc:picChg>
        <pc:picChg chg="add mod modCrop">
          <ac:chgData name="Bhowmik, Sayan" userId="2b51cadb-156e-4c9a-99fc-6d2138739850" providerId="ADAL" clId="{2B50C6D2-8568-43B0-A1CD-E9860F9F381B}" dt="2024-09-12T02:50:57.477" v="8548" actId="1035"/>
          <ac:picMkLst>
            <pc:docMk/>
            <pc:sldMk cId="1196883161" sldId="258"/>
            <ac:picMk id="9" creationId="{6EFA8E7D-A9A3-FB8C-9833-ED5DB5157522}"/>
          </ac:picMkLst>
        </pc:picChg>
        <pc:picChg chg="add mod modCrop">
          <ac:chgData name="Bhowmik, Sayan" userId="2b51cadb-156e-4c9a-99fc-6d2138739850" providerId="ADAL" clId="{2B50C6D2-8568-43B0-A1CD-E9860F9F381B}" dt="2024-09-12T02:50:57.477" v="8548" actId="1035"/>
          <ac:picMkLst>
            <pc:docMk/>
            <pc:sldMk cId="1196883161" sldId="258"/>
            <ac:picMk id="10" creationId="{568E57A0-BFA8-6E3A-270A-3EF8F2E0503D}"/>
          </ac:picMkLst>
        </pc:picChg>
      </pc:sldChg>
      <pc:sldChg chg="addSp delSp modSp new del mod modClrScheme chgLayout">
        <pc:chgData name="Bhowmik, Sayan" userId="2b51cadb-156e-4c9a-99fc-6d2138739850" providerId="ADAL" clId="{2B50C6D2-8568-43B0-A1CD-E9860F9F381B}" dt="2024-09-07T00:52:25.173" v="1833" actId="47"/>
        <pc:sldMkLst>
          <pc:docMk/>
          <pc:sldMk cId="2506589126" sldId="258"/>
        </pc:sldMkLst>
        <pc:spChg chg="del mod ord">
          <ac:chgData name="Bhowmik, Sayan" userId="2b51cadb-156e-4c9a-99fc-6d2138739850" providerId="ADAL" clId="{2B50C6D2-8568-43B0-A1CD-E9860F9F381B}" dt="2024-09-06T23:38:49.555" v="33" actId="700"/>
          <ac:spMkLst>
            <pc:docMk/>
            <pc:sldMk cId="2506589126" sldId="258"/>
            <ac:spMk id="2" creationId="{AE673D01-74E1-79BC-BA8F-168A8C5A1EA1}"/>
          </ac:spMkLst>
        </pc:spChg>
        <pc:spChg chg="del">
          <ac:chgData name="Bhowmik, Sayan" userId="2b51cadb-156e-4c9a-99fc-6d2138739850" providerId="ADAL" clId="{2B50C6D2-8568-43B0-A1CD-E9860F9F381B}" dt="2024-09-06T23:38:49.555" v="33" actId="700"/>
          <ac:spMkLst>
            <pc:docMk/>
            <pc:sldMk cId="2506589126" sldId="258"/>
            <ac:spMk id="3" creationId="{AD7E1260-1A9D-56A6-2D46-2FBC69CB135D}"/>
          </ac:spMkLst>
        </pc:spChg>
        <pc:spChg chg="add mod ord">
          <ac:chgData name="Bhowmik, Sayan" userId="2b51cadb-156e-4c9a-99fc-6d2138739850" providerId="ADAL" clId="{2B50C6D2-8568-43B0-A1CD-E9860F9F381B}" dt="2024-09-06T23:47:14.478" v="176" actId="20577"/>
          <ac:spMkLst>
            <pc:docMk/>
            <pc:sldMk cId="2506589126" sldId="258"/>
            <ac:spMk id="4" creationId="{183825D8-DD45-FA7F-94BE-2B6459A88832}"/>
          </ac:spMkLst>
        </pc:spChg>
        <pc:spChg chg="add mod">
          <ac:chgData name="Bhowmik, Sayan" userId="2b51cadb-156e-4c9a-99fc-6d2138739850" providerId="ADAL" clId="{2B50C6D2-8568-43B0-A1CD-E9860F9F381B}" dt="2024-09-07T00:26:14.030" v="1109" actId="1076"/>
          <ac:spMkLst>
            <pc:docMk/>
            <pc:sldMk cId="2506589126" sldId="258"/>
            <ac:spMk id="13" creationId="{F9B95254-85F9-BA35-A5D9-90A58091CCFD}"/>
          </ac:spMkLst>
        </pc:spChg>
        <pc:spChg chg="add mod">
          <ac:chgData name="Bhowmik, Sayan" userId="2b51cadb-156e-4c9a-99fc-6d2138739850" providerId="ADAL" clId="{2B50C6D2-8568-43B0-A1CD-E9860F9F381B}" dt="2024-09-07T00:26:25.078" v="1111" actId="1035"/>
          <ac:spMkLst>
            <pc:docMk/>
            <pc:sldMk cId="2506589126" sldId="258"/>
            <ac:spMk id="14" creationId="{E7E43501-5866-2D24-BD61-ED47D6F507D6}"/>
          </ac:spMkLst>
        </pc:spChg>
        <pc:spChg chg="add mod">
          <ac:chgData name="Bhowmik, Sayan" userId="2b51cadb-156e-4c9a-99fc-6d2138739850" providerId="ADAL" clId="{2B50C6D2-8568-43B0-A1CD-E9860F9F381B}" dt="2024-09-07T00:26:28.814" v="1112" actId="1076"/>
          <ac:spMkLst>
            <pc:docMk/>
            <pc:sldMk cId="2506589126" sldId="258"/>
            <ac:spMk id="15" creationId="{3564B326-14DE-2D09-9B2E-A8C46ED78C2E}"/>
          </ac:spMkLst>
        </pc:spChg>
        <pc:spChg chg="add mod">
          <ac:chgData name="Bhowmik, Sayan" userId="2b51cadb-156e-4c9a-99fc-6d2138739850" providerId="ADAL" clId="{2B50C6D2-8568-43B0-A1CD-E9860F9F381B}" dt="2024-09-07T00:26:31.553" v="1113" actId="1076"/>
          <ac:spMkLst>
            <pc:docMk/>
            <pc:sldMk cId="2506589126" sldId="258"/>
            <ac:spMk id="16" creationId="{DC9181B3-F100-7064-E677-69D6650BC7FA}"/>
          </ac:spMkLst>
        </pc:spChg>
        <pc:spChg chg="add mod">
          <ac:chgData name="Bhowmik, Sayan" userId="2b51cadb-156e-4c9a-99fc-6d2138739850" providerId="ADAL" clId="{2B50C6D2-8568-43B0-A1CD-E9860F9F381B}" dt="2024-09-07T00:26:34.693" v="1114" actId="1076"/>
          <ac:spMkLst>
            <pc:docMk/>
            <pc:sldMk cId="2506589126" sldId="258"/>
            <ac:spMk id="17" creationId="{F1302994-7C37-8D24-5784-D3D8B8C48F58}"/>
          </ac:spMkLst>
        </pc:spChg>
        <pc:spChg chg="add mod">
          <ac:chgData name="Bhowmik, Sayan" userId="2b51cadb-156e-4c9a-99fc-6d2138739850" providerId="ADAL" clId="{2B50C6D2-8568-43B0-A1CD-E9860F9F381B}" dt="2024-09-07T00:25:58.079" v="1101" actId="1076"/>
          <ac:spMkLst>
            <pc:docMk/>
            <pc:sldMk cId="2506589126" sldId="258"/>
            <ac:spMk id="18" creationId="{F60F8078-6967-5294-9E78-516FECAD1802}"/>
          </ac:spMkLst>
        </pc:spChg>
        <pc:spChg chg="add del mod">
          <ac:chgData name="Bhowmik, Sayan" userId="2b51cadb-156e-4c9a-99fc-6d2138739850" providerId="ADAL" clId="{2B50C6D2-8568-43B0-A1CD-E9860F9F381B}" dt="2024-09-07T00:20:05.813" v="996" actId="478"/>
          <ac:spMkLst>
            <pc:docMk/>
            <pc:sldMk cId="2506589126" sldId="258"/>
            <ac:spMk id="19" creationId="{54C795A0-F15A-AC7A-13EA-9826D0089D1C}"/>
          </ac:spMkLst>
        </pc:spChg>
        <pc:spChg chg="add mod">
          <ac:chgData name="Bhowmik, Sayan" userId="2b51cadb-156e-4c9a-99fc-6d2138739850" providerId="ADAL" clId="{2B50C6D2-8568-43B0-A1CD-E9860F9F381B}" dt="2024-09-07T00:26:39.524" v="1115" actId="1076"/>
          <ac:spMkLst>
            <pc:docMk/>
            <pc:sldMk cId="2506589126" sldId="258"/>
            <ac:spMk id="20" creationId="{1B240516-8092-D91E-D41A-6643257A2977}"/>
          </ac:spMkLst>
        </pc:spChg>
        <pc:spChg chg="add mod">
          <ac:chgData name="Bhowmik, Sayan" userId="2b51cadb-156e-4c9a-99fc-6d2138739850" providerId="ADAL" clId="{2B50C6D2-8568-43B0-A1CD-E9860F9F381B}" dt="2024-09-07T00:20:58.738" v="1052" actId="1035"/>
          <ac:spMkLst>
            <pc:docMk/>
            <pc:sldMk cId="2506589126" sldId="258"/>
            <ac:spMk id="24" creationId="{FAF84FEE-A783-733D-791A-5747283A19BC}"/>
          </ac:spMkLst>
        </pc:spChg>
        <pc:spChg chg="add mod">
          <ac:chgData name="Bhowmik, Sayan" userId="2b51cadb-156e-4c9a-99fc-6d2138739850" providerId="ADAL" clId="{2B50C6D2-8568-43B0-A1CD-E9860F9F381B}" dt="2024-09-07T00:09:33.443" v="934" actId="20577"/>
          <ac:spMkLst>
            <pc:docMk/>
            <pc:sldMk cId="2506589126" sldId="258"/>
            <ac:spMk id="25" creationId="{F567EEAA-2135-DA34-8785-521E9B8E9FA2}"/>
          </ac:spMkLst>
        </pc:spChg>
        <pc:spChg chg="add mod">
          <ac:chgData name="Bhowmik, Sayan" userId="2b51cadb-156e-4c9a-99fc-6d2138739850" providerId="ADAL" clId="{2B50C6D2-8568-43B0-A1CD-E9860F9F381B}" dt="2024-09-07T00:19:58.171" v="994" actId="1037"/>
          <ac:spMkLst>
            <pc:docMk/>
            <pc:sldMk cId="2506589126" sldId="258"/>
            <ac:spMk id="26" creationId="{13624068-A161-EE95-FB1F-87DB9AD3E83C}"/>
          </ac:spMkLst>
        </pc:spChg>
        <pc:spChg chg="add del mod">
          <ac:chgData name="Bhowmik, Sayan" userId="2b51cadb-156e-4c9a-99fc-6d2138739850" providerId="ADAL" clId="{2B50C6D2-8568-43B0-A1CD-E9860F9F381B}" dt="2024-09-07T00:27:56.374" v="1119" actId="21"/>
          <ac:spMkLst>
            <pc:docMk/>
            <pc:sldMk cId="2506589126" sldId="258"/>
            <ac:spMk id="27" creationId="{9C8AA2C4-CC8B-5962-D9FA-EE43D48BACD8}"/>
          </ac:spMkLst>
        </pc:spChg>
        <pc:picChg chg="add mod">
          <ac:chgData name="Bhowmik, Sayan" userId="2b51cadb-156e-4c9a-99fc-6d2138739850" providerId="ADAL" clId="{2B50C6D2-8568-43B0-A1CD-E9860F9F381B}" dt="2024-09-07T00:25:55.161" v="1100" actId="1076"/>
          <ac:picMkLst>
            <pc:docMk/>
            <pc:sldMk cId="2506589126" sldId="258"/>
            <ac:picMk id="6" creationId="{6050144D-520B-1E64-19FB-2F9DC32C6830}"/>
          </ac:picMkLst>
        </pc:picChg>
        <pc:picChg chg="add del mod">
          <ac:chgData name="Bhowmik, Sayan" userId="2b51cadb-156e-4c9a-99fc-6d2138739850" providerId="ADAL" clId="{2B50C6D2-8568-43B0-A1CD-E9860F9F381B}" dt="2024-09-07T00:17:46.816" v="937" actId="478"/>
          <ac:picMkLst>
            <pc:docMk/>
            <pc:sldMk cId="2506589126" sldId="258"/>
            <ac:picMk id="8" creationId="{4D3B7113-D652-9006-8097-4BB277466A7B}"/>
          </ac:picMkLst>
        </pc:picChg>
        <pc:picChg chg="add mod modCrop">
          <ac:chgData name="Bhowmik, Sayan" userId="2b51cadb-156e-4c9a-99fc-6d2138739850" providerId="ADAL" clId="{2B50C6D2-8568-43B0-A1CD-E9860F9F381B}" dt="2024-09-07T00:46:19.030" v="1589" actId="732"/>
          <ac:picMkLst>
            <pc:docMk/>
            <pc:sldMk cId="2506589126" sldId="258"/>
            <ac:picMk id="22" creationId="{29097EFF-47BC-611E-C7B1-07EA9AD4878F}"/>
          </ac:picMkLst>
        </pc:picChg>
        <pc:picChg chg="add mod modCrop">
          <ac:chgData name="Bhowmik, Sayan" userId="2b51cadb-156e-4c9a-99fc-6d2138739850" providerId="ADAL" clId="{2B50C6D2-8568-43B0-A1CD-E9860F9F381B}" dt="2024-09-06T23:59:00.963" v="545" actId="1076"/>
          <ac:picMkLst>
            <pc:docMk/>
            <pc:sldMk cId="2506589126" sldId="258"/>
            <ac:picMk id="23" creationId="{90314574-450F-F8E7-F917-501D5755F3B4}"/>
          </ac:picMkLst>
        </pc:picChg>
        <pc:picChg chg="add del mod">
          <ac:chgData name="Bhowmik, Sayan" userId="2b51cadb-156e-4c9a-99fc-6d2138739850" providerId="ADAL" clId="{2B50C6D2-8568-43B0-A1CD-E9860F9F381B}" dt="2024-09-07T00:09:03.045" v="921" actId="478"/>
          <ac:picMkLst>
            <pc:docMk/>
            <pc:sldMk cId="2506589126" sldId="258"/>
            <ac:picMk id="28" creationId="{3E847B11-57B9-1CAE-EA5D-0A53DA7AA42F}"/>
          </ac:picMkLst>
        </pc:picChg>
        <pc:picChg chg="add del mod modCrop">
          <ac:chgData name="Bhowmik, Sayan" userId="2b51cadb-156e-4c9a-99fc-6d2138739850" providerId="ADAL" clId="{2B50C6D2-8568-43B0-A1CD-E9860F9F381B}" dt="2024-09-07T00:25:21.833" v="1092" actId="478"/>
          <ac:picMkLst>
            <pc:docMk/>
            <pc:sldMk cId="2506589126" sldId="258"/>
            <ac:picMk id="30" creationId="{D43884EE-E620-C007-B755-031B15FC59AA}"/>
          </ac:picMkLst>
        </pc:picChg>
        <pc:cxnChg chg="add mod">
          <ac:chgData name="Bhowmik, Sayan" userId="2b51cadb-156e-4c9a-99fc-6d2138739850" providerId="ADAL" clId="{2B50C6D2-8568-43B0-A1CD-E9860F9F381B}" dt="2024-09-07T00:26:01.026" v="1102" actId="1076"/>
          <ac:cxnSpMkLst>
            <pc:docMk/>
            <pc:sldMk cId="2506589126" sldId="258"/>
            <ac:cxnSpMk id="10" creationId="{4F970016-C44B-8116-E27D-6BAA7E48A210}"/>
          </ac:cxnSpMkLst>
        </pc:cxnChg>
        <pc:cxnChg chg="add mod">
          <ac:chgData name="Bhowmik, Sayan" userId="2b51cadb-156e-4c9a-99fc-6d2138739850" providerId="ADAL" clId="{2B50C6D2-8568-43B0-A1CD-E9860F9F381B}" dt="2024-09-07T00:26:05.831" v="1107" actId="1036"/>
          <ac:cxnSpMkLst>
            <pc:docMk/>
            <pc:sldMk cId="2506589126" sldId="258"/>
            <ac:cxnSpMk id="11" creationId="{D4227D11-DD11-248F-FCEA-C288B0D05A5C}"/>
          </ac:cxnSpMkLst>
        </pc:cxnChg>
        <pc:cxnChg chg="add mod">
          <ac:chgData name="Bhowmik, Sayan" userId="2b51cadb-156e-4c9a-99fc-6d2138739850" providerId="ADAL" clId="{2B50C6D2-8568-43B0-A1CD-E9860F9F381B}" dt="2024-09-07T00:26:09.132" v="1108" actId="1076"/>
          <ac:cxnSpMkLst>
            <pc:docMk/>
            <pc:sldMk cId="2506589126" sldId="258"/>
            <ac:cxnSpMk id="12" creationId="{5032AA6D-33F3-5F9B-CADF-E6BE44012A9D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2:59:23.320" v="8593"/>
        <pc:sldMkLst>
          <pc:docMk/>
          <pc:sldMk cId="3857450893" sldId="259"/>
        </pc:sldMkLst>
        <pc:spChg chg="del">
          <ac:chgData name="Bhowmik, Sayan" userId="2b51cadb-156e-4c9a-99fc-6d2138739850" providerId="ADAL" clId="{2B50C6D2-8568-43B0-A1CD-E9860F9F381B}" dt="2024-09-07T03:02:52.069" v="2168" actId="478"/>
          <ac:spMkLst>
            <pc:docMk/>
            <pc:sldMk cId="3857450893" sldId="259"/>
            <ac:spMk id="2" creationId="{C23637E4-4C14-83A4-DB2A-F08BDBB6571F}"/>
          </ac:spMkLst>
        </pc:spChg>
        <pc:spChg chg="add mod">
          <ac:chgData name="Bhowmik, Sayan" userId="2b51cadb-156e-4c9a-99fc-6d2138739850" providerId="ADAL" clId="{2B50C6D2-8568-43B0-A1CD-E9860F9F381B}" dt="2024-09-07T05:12:53.559" v="4545" actId="1036"/>
          <ac:spMkLst>
            <pc:docMk/>
            <pc:sldMk cId="3857450893" sldId="259"/>
            <ac:spMk id="3" creationId="{793D3A49-17F8-0827-4B9E-99E86E2A5D76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4" creationId="{BF79EF7D-54FB-FC7A-2841-775DE30C8DAF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7" creationId="{AF498270-6473-76BC-01F4-441121864FE4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8" creationId="{FBD7D494-2FC9-006A-D00F-593AE89ED4B6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9" creationId="{1C9E27DE-516E-12B7-BE90-F231036AFC94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10" creationId="{3C2E5C19-C292-3976-A01F-6E51FB79FA3E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12" creationId="{87664281-CCB5-41AC-0FEE-FB307307680C}"/>
          </ac:spMkLst>
        </pc:spChg>
        <pc:spChg chg="add del mod">
          <ac:chgData name="Bhowmik, Sayan" userId="2b51cadb-156e-4c9a-99fc-6d2138739850" providerId="ADAL" clId="{2B50C6D2-8568-43B0-A1CD-E9860F9F381B}" dt="2024-09-07T03:47:59.783" v="2927" actId="478"/>
          <ac:spMkLst>
            <pc:docMk/>
            <pc:sldMk cId="3857450893" sldId="259"/>
            <ac:spMk id="13" creationId="{590E3211-575F-5C59-0D85-6643EFDA0B50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14" creationId="{AF00C2EC-C157-409D-0620-9CB230F87CE7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18" creationId="{CA312B70-D79A-034D-7453-D27DC31200B9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22" creationId="{A19FD826-D2AD-501D-BF89-60BDE68FB77B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23" creationId="{B985E712-155D-5B06-A317-A275061667AC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24" creationId="{9606535C-19FA-D2D5-C7B6-546557845FCB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34" creationId="{EA406583-2A7C-0663-9618-3B42CB8CCB22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39" creationId="{FC2BB6B5-6A29-331E-5037-DCFEF249BE6B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0" creationId="{E37D5559-7898-CE44-9C8C-DC87B3668077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6" creationId="{55C04D33-3E96-31F6-3C43-49482F150240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7" creationId="{9FA2BBE1-AAC2-4DCC-A201-0175E8D157E8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8" creationId="{BB725EB0-64EC-BB31-8D5B-1934AD3DB786}"/>
          </ac:spMkLst>
        </pc:spChg>
        <pc:spChg chg="add mod">
          <ac:chgData name="Bhowmik, Sayan" userId="2b51cadb-156e-4c9a-99fc-6d2138739850" providerId="ADAL" clId="{2B50C6D2-8568-43B0-A1CD-E9860F9F381B}" dt="2024-09-07T05:11:59.217" v="4533" actId="1035"/>
          <ac:spMkLst>
            <pc:docMk/>
            <pc:sldMk cId="3857450893" sldId="259"/>
            <ac:spMk id="49" creationId="{D998A952-2EC2-7171-FBE6-02CA41E2356D}"/>
          </ac:spMkLst>
        </pc:spChg>
        <pc:picChg chg="add mod modCrop">
          <ac:chgData name="Bhowmik, Sayan" userId="2b51cadb-156e-4c9a-99fc-6d2138739850" providerId="ADAL" clId="{2B50C6D2-8568-43B0-A1CD-E9860F9F381B}" dt="2024-09-07T05:11:29.365" v="4516" actId="1035"/>
          <ac:picMkLst>
            <pc:docMk/>
            <pc:sldMk cId="3857450893" sldId="259"/>
            <ac:picMk id="6" creationId="{0F5F0090-01D0-8C0D-6153-390291B3AEFC}"/>
          </ac:picMkLst>
        </pc:picChg>
        <pc:picChg chg="add mod">
          <ac:chgData name="Bhowmik, Sayan" userId="2b51cadb-156e-4c9a-99fc-6d2138739850" providerId="ADAL" clId="{2B50C6D2-8568-43B0-A1CD-E9860F9F381B}" dt="2024-09-07T05:11:29.365" v="4516" actId="1035"/>
          <ac:picMkLst>
            <pc:docMk/>
            <pc:sldMk cId="3857450893" sldId="259"/>
            <ac:picMk id="11" creationId="{F6981061-2030-E3F1-050A-8480BF6B0962}"/>
          </ac:picMkLst>
        </pc:picChg>
        <pc:picChg chg="add mod modCrop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15" creationId="{43CBFD2F-BCDA-F900-0243-90F960C001D3}"/>
          </ac:picMkLst>
        </pc:picChg>
        <pc:picChg chg="add mod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16" creationId="{13EEA58E-A62F-47E8-B53D-5277DE4A3923}"/>
          </ac:picMkLst>
        </pc:picChg>
        <pc:picChg chg="add mod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17" creationId="{B0826FC1-3CDB-5DE8-4A0C-5F98627CF34E}"/>
          </ac:picMkLst>
        </pc:picChg>
        <pc:picChg chg="add mod modCrop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36" creationId="{7F942DB6-FCF8-6390-6454-8F593DE48B0F}"/>
          </ac:picMkLst>
        </pc:picChg>
        <pc:picChg chg="add mod modCrop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38" creationId="{D4F75E2F-416D-444A-310D-D0FFD81688A9}"/>
          </ac:picMkLst>
        </pc:pic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0" creationId="{E9231E89-85FC-FF71-208F-202B7CCFBA81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1" creationId="{32AEA984-85BC-E37D-006B-B261C53D53A2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6" creationId="{A9AAAFB8-659F-5D3D-3987-CD18A45A6F06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9" creationId="{71FC56C3-A1D7-CF03-4D09-3916C7F623DB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31" creationId="{38FF55A1-FA12-0C06-C330-36125880B2A6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41" creationId="{1E7FCEDF-6F85-E538-1248-95245C170820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43" creationId="{24C381E7-F521-5440-CD0C-1EECDC9F20E0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45" creationId="{99914FF2-F71A-DA46-7077-736313879E1B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3:04:35.179" v="8670" actId="1036"/>
        <pc:sldMkLst>
          <pc:docMk/>
          <pc:sldMk cId="157255989" sldId="260"/>
        </pc:sldMkLst>
        <pc:spChg chg="del">
          <ac:chgData name="Bhowmik, Sayan" userId="2b51cadb-156e-4c9a-99fc-6d2138739850" providerId="ADAL" clId="{2B50C6D2-8568-43B0-A1CD-E9860F9F381B}" dt="2024-09-07T05:12:27.235" v="4535" actId="478"/>
          <ac:spMkLst>
            <pc:docMk/>
            <pc:sldMk cId="157255989" sldId="260"/>
            <ac:spMk id="2" creationId="{3A11B0D1-057B-50A3-4956-234E7B660A86}"/>
          </ac:spMkLst>
        </pc:spChg>
        <pc:spChg chg="add mod">
          <ac:chgData name="Bhowmik, Sayan" userId="2b51cadb-156e-4c9a-99fc-6d2138739850" providerId="ADAL" clId="{2B50C6D2-8568-43B0-A1CD-E9860F9F381B}" dt="2024-09-12T03:04:35.179" v="8670" actId="1036"/>
          <ac:spMkLst>
            <pc:docMk/>
            <pc:sldMk cId="157255989" sldId="260"/>
            <ac:spMk id="2" creationId="{EA84CEC4-DE71-5A16-E204-A204FA46A6B0}"/>
          </ac:spMkLst>
        </pc:spChg>
        <pc:spChg chg="add mod">
          <ac:chgData name="Bhowmik, Sayan" userId="2b51cadb-156e-4c9a-99fc-6d2138739850" providerId="ADAL" clId="{2B50C6D2-8568-43B0-A1CD-E9860F9F381B}" dt="2024-09-07T15:35:56.362" v="5353" actId="1035"/>
          <ac:spMkLst>
            <pc:docMk/>
            <pc:sldMk cId="157255989" sldId="260"/>
            <ac:spMk id="3" creationId="{DF5A7842-CA60-4FFD-B373-D78A4063A0AF}"/>
          </ac:spMkLst>
        </pc:spChg>
        <pc:spChg chg="add mod">
          <ac:chgData name="Bhowmik, Sayan" userId="2b51cadb-156e-4c9a-99fc-6d2138739850" providerId="ADAL" clId="{2B50C6D2-8568-43B0-A1CD-E9860F9F381B}" dt="2024-09-07T15:37:48.115" v="5443" actId="1076"/>
          <ac:spMkLst>
            <pc:docMk/>
            <pc:sldMk cId="157255989" sldId="260"/>
            <ac:spMk id="5" creationId="{7586C59C-03FF-365F-C44E-D0DDE281C2BA}"/>
          </ac:spMkLst>
        </pc:spChg>
        <pc:spChg chg="add mod">
          <ac:chgData name="Bhowmik, Sayan" userId="2b51cadb-156e-4c9a-99fc-6d2138739850" providerId="ADAL" clId="{2B50C6D2-8568-43B0-A1CD-E9860F9F381B}" dt="2024-09-07T15:35:56.362" v="5353" actId="1035"/>
          <ac:spMkLst>
            <pc:docMk/>
            <pc:sldMk cId="157255989" sldId="260"/>
            <ac:spMk id="9" creationId="{C73674B5-8D55-C727-7E88-7FF40DF9FB05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1" creationId="{A7177C20-82DD-4163-B0F9-8A4E9FDD957A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2" creationId="{DB324698-73BB-F29A-F797-79343C575155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3" creationId="{1EECA294-F2B2-C173-378A-1E0D7265C9C8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4" creationId="{1E589BBC-CE00-DE5E-08B9-76841E841B9A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5" creationId="{F53C8EE4-1873-B0DD-B5E9-104B79AAAA58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6" creationId="{D64B8B83-BFE1-F9B5-F2FA-83E51F49F970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7" creationId="{CE2D8D69-00EB-D42E-06E7-559FC3C77EBB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8" creationId="{1B72140B-7DD8-83C8-E97D-99F987D95404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9" creationId="{9E823644-AB76-5805-E367-71248CC9AEA9}"/>
          </ac:spMkLst>
        </pc:spChg>
        <pc:spChg chg="add mod">
          <ac:chgData name="Bhowmik, Sayan" userId="2b51cadb-156e-4c9a-99fc-6d2138739850" providerId="ADAL" clId="{2B50C6D2-8568-43B0-A1CD-E9860F9F381B}" dt="2024-09-07T15:35:56.362" v="5353" actId="1035"/>
          <ac:spMkLst>
            <pc:docMk/>
            <pc:sldMk cId="157255989" sldId="260"/>
            <ac:spMk id="20" creationId="{15C6159D-2F31-F72B-F677-CB0C3350D9AF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4" creationId="{F9DEAFE1-A8B6-5C00-D9DF-279872D86FB3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5" creationId="{9513FBC0-4FE7-CB79-00AB-1B35D18240E3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6" creationId="{B82046BD-C98E-9C43-2D66-40A6FA2CE9FD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7" creationId="{D4ECA92B-ABC2-8CDA-82EC-733D6E118ADA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8" creationId="{F00242E1-38C0-FFD1-ECAB-AD0503B6EB7D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9" creationId="{4701E287-6A3F-A8C0-CEE5-1E1EDD8768CD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30" creationId="{2C24E775-BC4B-9B7E-CA00-31C040B576D3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31" creationId="{2E70DCDE-D56C-8B12-BCF0-74AF1E2AACF9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32" creationId="{57004BB8-1740-20A5-4CE4-8368E9DBBBC0}"/>
          </ac:spMkLst>
        </pc:spChg>
        <pc:spChg chg="add mod">
          <ac:chgData name="Bhowmik, Sayan" userId="2b51cadb-156e-4c9a-99fc-6d2138739850" providerId="ADAL" clId="{2B50C6D2-8568-43B0-A1CD-E9860F9F381B}" dt="2024-09-07T16:07:07.704" v="5522" actId="1036"/>
          <ac:spMkLst>
            <pc:docMk/>
            <pc:sldMk cId="157255989" sldId="260"/>
            <ac:spMk id="84" creationId="{9E0AB2B8-DBD0-9FE4-F35B-691DEF789884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87" creationId="{5AA60BDB-7D9E-F6AB-1DA1-EFEBC8F34D28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88" creationId="{D20B6FFC-C7E4-B716-481F-AB3C9598FBD2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89" creationId="{EED37FCE-7974-BC1E-F2E2-5A470E98FD87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0" creationId="{16C72269-0501-8A6E-0296-7ADCA4DABBD1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1" creationId="{798715FA-4999-C202-B41C-BF6519CED540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2" creationId="{CF8D4118-F414-6E9E-E1CD-F53BDBF6407C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3" creationId="{9963175B-E339-3224-2824-D94B5C7EB824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4" creationId="{0D74A87F-714E-3E0F-D1D1-179077F370C4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5" creationId="{2B716C74-0C52-1999-613E-CFDFEFCDD580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98" creationId="{B4FC7879-9997-C9B9-B148-6D43BE86FFF3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99" creationId="{E7FD1F26-AA54-9300-D625-66D6C0D5AE6D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0" creationId="{8BEB80AE-AC2B-974F-DA50-064CDAFBFB0C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1" creationId="{FD568AE6-956B-C1B1-961E-A022FA4AAF75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2" creationId="{77AFF1A6-8274-BEFE-21E0-BA9DC593F9A8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3" creationId="{DB057134-5C5B-82CC-8A78-88FE1AEF64B9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4" creationId="{0FD9189A-30C6-FC62-17DD-32BD55FA79D1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5" creationId="{927E5CFA-23F4-D499-967E-4B738621D6BF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6" creationId="{A0552EBF-EF72-A040-F192-307FE71BEB39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09" creationId="{D704F282-0779-1700-78E2-FFFFAE3472A8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0" creationId="{3E281EA1-4B95-8111-123C-D03682457CFC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1" creationId="{C1BBBDA2-E923-5C49-8817-15B4D78CEFF4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2" creationId="{5C7138B5-1A69-CF76-5BBC-5AEEE8D82AB9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3" creationId="{81935A2D-AAE8-6A61-4C67-C47C557262A1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4" creationId="{F51BE09F-009D-4845-1BE8-6A6D53EF3046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5" creationId="{4BECBC99-66D7-7A95-418A-D327B68AE07A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6" creationId="{C935FA00-7473-B729-1887-9AA48EAE6C18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7" creationId="{EB06EF99-4A19-F90A-BE87-C947EADEC1E0}"/>
          </ac:spMkLst>
        </pc:spChg>
        <pc:spChg chg="add mod">
          <ac:chgData name="Bhowmik, Sayan" userId="2b51cadb-156e-4c9a-99fc-6d2138739850" providerId="ADAL" clId="{2B50C6D2-8568-43B0-A1CD-E9860F9F381B}" dt="2024-09-07T15:38:29.206" v="5462" actId="1036"/>
          <ac:spMkLst>
            <pc:docMk/>
            <pc:sldMk cId="157255989" sldId="260"/>
            <ac:spMk id="119" creationId="{566331A6-3532-C77B-778F-A7E35453F3FF}"/>
          </ac:spMkLst>
        </pc:spChg>
        <pc:spChg chg="add mod">
          <ac:chgData name="Bhowmik, Sayan" userId="2b51cadb-156e-4c9a-99fc-6d2138739850" providerId="ADAL" clId="{2B50C6D2-8568-43B0-A1CD-E9860F9F381B}" dt="2024-09-07T15:38:29.206" v="5462" actId="1036"/>
          <ac:spMkLst>
            <pc:docMk/>
            <pc:sldMk cId="157255989" sldId="260"/>
            <ac:spMk id="124" creationId="{E461D206-BAF2-914B-A28D-F422572C620C}"/>
          </ac:spMkLst>
        </pc:spChg>
        <pc:spChg chg="add mod">
          <ac:chgData name="Bhowmik, Sayan" userId="2b51cadb-156e-4c9a-99fc-6d2138739850" providerId="ADAL" clId="{2B50C6D2-8568-43B0-A1CD-E9860F9F381B}" dt="2024-09-07T15:37:44.374" v="5442" actId="1076"/>
          <ac:spMkLst>
            <pc:docMk/>
            <pc:sldMk cId="157255989" sldId="260"/>
            <ac:spMk id="125" creationId="{EB5414A9-CD26-27B1-4908-6977FD59CBA6}"/>
          </ac:spMkLst>
        </pc:spChg>
        <pc:spChg chg="add mod">
          <ac:chgData name="Bhowmik, Sayan" userId="2b51cadb-156e-4c9a-99fc-6d2138739850" providerId="ADAL" clId="{2B50C6D2-8568-43B0-A1CD-E9860F9F381B}" dt="2024-09-07T15:37:44.374" v="5442" actId="1076"/>
          <ac:spMkLst>
            <pc:docMk/>
            <pc:sldMk cId="157255989" sldId="260"/>
            <ac:spMk id="127" creationId="{B12A2FCD-8477-30D9-1506-11ADDA183348}"/>
          </ac:spMkLst>
        </pc:spChg>
        <pc:spChg chg="add mod">
          <ac:chgData name="Bhowmik, Sayan" userId="2b51cadb-156e-4c9a-99fc-6d2138739850" providerId="ADAL" clId="{2B50C6D2-8568-43B0-A1CD-E9860F9F381B}" dt="2024-09-07T15:41:58.530" v="5517" actId="1076"/>
          <ac:spMkLst>
            <pc:docMk/>
            <pc:sldMk cId="157255989" sldId="260"/>
            <ac:spMk id="128" creationId="{520180A0-7A0A-8238-9627-5DA206BB727C}"/>
          </ac:spMkLst>
        </pc:spChg>
        <pc:spChg chg="add mod">
          <ac:chgData name="Bhowmik, Sayan" userId="2b51cadb-156e-4c9a-99fc-6d2138739850" providerId="ADAL" clId="{2B50C6D2-8568-43B0-A1CD-E9860F9F381B}" dt="2024-09-07T15:40:39.014" v="5514" actId="1076"/>
          <ac:spMkLst>
            <pc:docMk/>
            <pc:sldMk cId="157255989" sldId="260"/>
            <ac:spMk id="131" creationId="{92FBE197-FCA2-B997-0867-BF5E58142EF4}"/>
          </ac:spMkLst>
        </pc:spChg>
        <pc:grpChg chg="add mod">
          <ac:chgData name="Bhowmik, Sayan" userId="2b51cadb-156e-4c9a-99fc-6d2138739850" providerId="ADAL" clId="{2B50C6D2-8568-43B0-A1CD-E9860F9F381B}" dt="2024-09-07T15:35:56.362" v="5353" actId="1035"/>
          <ac:grpSpMkLst>
            <pc:docMk/>
            <pc:sldMk cId="157255989" sldId="260"/>
            <ac:grpSpMk id="21" creationId="{94CDCAF0-BFD4-EFD3-5F79-4DB90D8F89F1}"/>
          </ac:grpSpMkLst>
        </pc:grpChg>
        <pc:grpChg chg="add mod">
          <ac:chgData name="Bhowmik, Sayan" userId="2b51cadb-156e-4c9a-99fc-6d2138739850" providerId="ADAL" clId="{2B50C6D2-8568-43B0-A1CD-E9860F9F381B}" dt="2024-09-07T15:15:24.404" v="4850" actId="164"/>
          <ac:grpSpMkLst>
            <pc:docMk/>
            <pc:sldMk cId="157255989" sldId="260"/>
            <ac:grpSpMk id="22" creationId="{EB223704-591F-542A-422B-83262D3C08C8}"/>
          </ac:grpSpMkLst>
        </pc:grpChg>
        <pc:grpChg chg="add mod">
          <ac:chgData name="Bhowmik, Sayan" userId="2b51cadb-156e-4c9a-99fc-6d2138739850" providerId="ADAL" clId="{2B50C6D2-8568-43B0-A1CD-E9860F9F381B}" dt="2024-09-07T16:07:07.704" v="5522" actId="1036"/>
          <ac:grpSpMkLst>
            <pc:docMk/>
            <pc:sldMk cId="157255989" sldId="260"/>
            <ac:grpSpMk id="83" creationId="{BC7599F5-6740-5BE2-F2D7-EB0244B2DF78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85" creationId="{50AFD8D4-D6D8-7637-6B98-90709DCABA42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96" creationId="{B96A2AD5-E190-20C6-B0C5-2AB27D8DA376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107" creationId="{5F2E10A4-460F-0291-3E63-A39AC648A2B1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126" creationId="{3937DD9A-E8F9-C95A-BB4D-C3CEE390488C}"/>
          </ac:grpSpMkLst>
        </pc:grpChg>
        <pc:picChg chg="add mod modCrop">
          <ac:chgData name="Bhowmik, Sayan" userId="2b51cadb-156e-4c9a-99fc-6d2138739850" providerId="ADAL" clId="{2B50C6D2-8568-43B0-A1CD-E9860F9F381B}" dt="2024-09-07T15:39:43.842" v="5465" actId="962"/>
          <ac:picMkLst>
            <pc:docMk/>
            <pc:sldMk cId="157255989" sldId="260"/>
            <ac:picMk id="4" creationId="{DB675B00-2E5A-D407-7180-C96B390AD4DF}"/>
          </ac:picMkLst>
        </pc:picChg>
        <pc:picChg chg="add del mod">
          <ac:chgData name="Bhowmik, Sayan" userId="2b51cadb-156e-4c9a-99fc-6d2138739850" providerId="ADAL" clId="{2B50C6D2-8568-43B0-A1CD-E9860F9F381B}" dt="2024-09-07T05:14:38.181" v="4606" actId="478"/>
          <ac:picMkLst>
            <pc:docMk/>
            <pc:sldMk cId="157255989" sldId="260"/>
            <ac:picMk id="5" creationId="{C462020C-FF61-9875-FB6D-5DD6FAA59869}"/>
          </ac:picMkLst>
        </pc:picChg>
        <pc:picChg chg="add del mod">
          <ac:chgData name="Bhowmik, Sayan" userId="2b51cadb-156e-4c9a-99fc-6d2138739850" providerId="ADAL" clId="{2B50C6D2-8568-43B0-A1CD-E9860F9F381B}" dt="2024-09-07T15:17:54.745" v="4892" actId="478"/>
          <ac:picMkLst>
            <pc:docMk/>
            <pc:sldMk cId="157255989" sldId="260"/>
            <ac:picMk id="7" creationId="{161FE316-12E7-5643-A481-95F6708415FE}"/>
          </ac:picMkLst>
        </pc:picChg>
        <pc:picChg chg="add mod">
          <ac:chgData name="Bhowmik, Sayan" userId="2b51cadb-156e-4c9a-99fc-6d2138739850" providerId="ADAL" clId="{2B50C6D2-8568-43B0-A1CD-E9860F9F381B}" dt="2024-09-07T15:35:56.362" v="5353" actId="1035"/>
          <ac:picMkLst>
            <pc:docMk/>
            <pc:sldMk cId="157255989" sldId="260"/>
            <ac:picMk id="8" creationId="{ED7F1C63-EDEF-372C-CAE3-1735573EE73E}"/>
          </ac:picMkLst>
        </pc:picChg>
        <pc:picChg chg="add mod">
          <ac:chgData name="Bhowmik, Sayan" userId="2b51cadb-156e-4c9a-99fc-6d2138739850" providerId="ADAL" clId="{2B50C6D2-8568-43B0-A1CD-E9860F9F381B}" dt="2024-09-07T15:05:03.969" v="4735" actId="164"/>
          <ac:picMkLst>
            <pc:docMk/>
            <pc:sldMk cId="157255989" sldId="260"/>
            <ac:picMk id="10" creationId="{D6B5706D-5A53-828A-A54C-93C4FBFB7A33}"/>
          </ac:picMkLst>
        </pc:picChg>
        <pc:picChg chg="mod">
          <ac:chgData name="Bhowmik, Sayan" userId="2b51cadb-156e-4c9a-99fc-6d2138739850" providerId="ADAL" clId="{2B50C6D2-8568-43B0-A1CD-E9860F9F381B}" dt="2024-09-07T15:05:06.378" v="4736"/>
          <ac:picMkLst>
            <pc:docMk/>
            <pc:sldMk cId="157255989" sldId="260"/>
            <ac:picMk id="23" creationId="{7DEBC629-5F69-2BF4-C008-063A5551BE4E}"/>
          </ac:picMkLst>
        </pc:picChg>
        <pc:picChg chg="mod modCrop">
          <ac:chgData name="Bhowmik, Sayan" userId="2b51cadb-156e-4c9a-99fc-6d2138739850" providerId="ADAL" clId="{2B50C6D2-8568-43B0-A1CD-E9860F9F381B}" dt="2024-09-07T15:16:42.890" v="4884" actId="732"/>
          <ac:picMkLst>
            <pc:docMk/>
            <pc:sldMk cId="157255989" sldId="260"/>
            <ac:picMk id="86" creationId="{49AA12EE-AAAF-2022-EFFA-72326676A8AA}"/>
          </ac:picMkLst>
        </pc:picChg>
        <pc:picChg chg="mod modCrop">
          <ac:chgData name="Bhowmik, Sayan" userId="2b51cadb-156e-4c9a-99fc-6d2138739850" providerId="ADAL" clId="{2B50C6D2-8568-43B0-A1CD-E9860F9F381B}" dt="2024-09-07T15:17:01.062" v="4887" actId="732"/>
          <ac:picMkLst>
            <pc:docMk/>
            <pc:sldMk cId="157255989" sldId="260"/>
            <ac:picMk id="97" creationId="{5A0D23E2-CF0F-3EE4-04E0-CE217F00D55A}"/>
          </ac:picMkLst>
        </pc:picChg>
        <pc:picChg chg="mod">
          <ac:chgData name="Bhowmik, Sayan" userId="2b51cadb-156e-4c9a-99fc-6d2138739850" providerId="ADAL" clId="{2B50C6D2-8568-43B0-A1CD-E9860F9F381B}" dt="2024-09-07T15:17:36.780" v="4890"/>
          <ac:picMkLst>
            <pc:docMk/>
            <pc:sldMk cId="157255989" sldId="260"/>
            <ac:picMk id="108" creationId="{BB7AB766-D3AF-B5B4-C7B5-8185AF7261F2}"/>
          </ac:picMkLst>
        </pc:picChg>
        <pc:picChg chg="add mod modCrop">
          <ac:chgData name="Bhowmik, Sayan" userId="2b51cadb-156e-4c9a-99fc-6d2138739850" providerId="ADAL" clId="{2B50C6D2-8568-43B0-A1CD-E9860F9F381B}" dt="2024-09-07T15:38:29.206" v="5462" actId="1036"/>
          <ac:picMkLst>
            <pc:docMk/>
            <pc:sldMk cId="157255989" sldId="260"/>
            <ac:picMk id="118" creationId="{87528041-E97B-3CD7-7E63-A610FE3A5C3E}"/>
          </ac:picMkLst>
        </pc:picChg>
        <pc:picChg chg="add mod modCrop">
          <ac:chgData name="Bhowmik, Sayan" userId="2b51cadb-156e-4c9a-99fc-6d2138739850" providerId="ADAL" clId="{2B50C6D2-8568-43B0-A1CD-E9860F9F381B}" dt="2024-09-07T15:30:41.278" v="5212" actId="164"/>
          <ac:picMkLst>
            <pc:docMk/>
            <pc:sldMk cId="157255989" sldId="260"/>
            <ac:picMk id="120" creationId="{8A178D3A-93D7-9CBF-8F43-C320F4DAA1F3}"/>
          </ac:picMkLst>
        </pc:picChg>
        <pc:picChg chg="add mod modCrop">
          <ac:chgData name="Bhowmik, Sayan" userId="2b51cadb-156e-4c9a-99fc-6d2138739850" providerId="ADAL" clId="{2B50C6D2-8568-43B0-A1CD-E9860F9F381B}" dt="2024-09-07T15:33:38.861" v="5273" actId="1037"/>
          <ac:picMkLst>
            <pc:docMk/>
            <pc:sldMk cId="157255989" sldId="260"/>
            <ac:picMk id="121" creationId="{1F5E8D99-892B-B1DA-9AE0-82FE92A4F900}"/>
          </ac:picMkLst>
        </pc:picChg>
        <pc:picChg chg="add mod">
          <ac:chgData name="Bhowmik, Sayan" userId="2b51cadb-156e-4c9a-99fc-6d2138739850" providerId="ADAL" clId="{2B50C6D2-8568-43B0-A1CD-E9860F9F381B}" dt="2024-09-07T15:40:43.460" v="5515" actId="1076"/>
          <ac:picMkLst>
            <pc:docMk/>
            <pc:sldMk cId="157255989" sldId="260"/>
            <ac:picMk id="130" creationId="{558DAD59-755C-6355-9BD3-07FA24D80188}"/>
          </ac:picMkLst>
        </pc:picChg>
        <pc:cxnChg chg="add del">
          <ac:chgData name="Bhowmik, Sayan" userId="2b51cadb-156e-4c9a-99fc-6d2138739850" providerId="ADAL" clId="{2B50C6D2-8568-43B0-A1CD-E9860F9F381B}" dt="2024-09-07T15:05:43.068" v="4739" actId="478"/>
          <ac:cxnSpMkLst>
            <pc:docMk/>
            <pc:sldMk cId="157255989" sldId="260"/>
            <ac:cxnSpMk id="34" creationId="{781FFC54-9176-4A71-D56B-2446C938ED88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36" creationId="{F48832F2-8F86-0B3C-5A88-E95C8160DC0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38" creationId="{4157DA3F-A9F6-387A-43F2-BCCA299BB3A7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0" creationId="{518682F6-58B4-C24C-777B-EB8B3C896E24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3" creationId="{7E1437B3-2B8B-4B49-1D08-7CE52AAC4EEA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5" creationId="{15F7BB74-A4D6-66D1-F28C-10ADB730DB40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8" creationId="{C6B59D6A-5CB1-4428-2CFE-113E6BA39B1E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0" creationId="{B5994502-6368-A3A2-6ACF-ACA66298C5B3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2" creationId="{0F7C6625-4A15-CCFA-DFD3-3322FE98EA15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5" creationId="{84AAC7E1-B2BD-719D-4612-74F60A6D6312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7" creationId="{DB428E05-6B47-22CF-CA7A-DFD4D807DCF6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60" creationId="{CB35B95A-9EEB-4E2B-D3CA-1BCD4519A8F6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65" creationId="{7EB11E62-1970-1A5C-D7FB-04E48BF583C2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69" creationId="{87ED6D9D-7827-94BD-7D06-0696D3F974E6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1" creationId="{842E4BBD-857A-64ED-E998-CD1FA330A5A3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3" creationId="{6E83F494-2E0E-DB18-3A66-3336223AF10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5" creationId="{FAA614A7-89AF-3723-49C2-D96515D189E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7" creationId="{AC7D08BA-CA7D-8CC8-E195-17868037AF1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9" creationId="{A53DB0DA-CE16-D663-1731-D7CB5A6DBEF0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81" creationId="{550D91E0-CE0C-60BB-AC5D-249829E497A5}"/>
          </ac:cxnSpMkLst>
        </pc:cxnChg>
        <pc:cxnChg chg="add mod">
          <ac:chgData name="Bhowmik, Sayan" userId="2b51cadb-156e-4c9a-99fc-6d2138739850" providerId="ADAL" clId="{2B50C6D2-8568-43B0-A1CD-E9860F9F381B}" dt="2024-09-07T15:33:33.624" v="5252" actId="1037"/>
          <ac:cxnSpMkLst>
            <pc:docMk/>
            <pc:sldMk cId="157255989" sldId="260"/>
            <ac:cxnSpMk id="123" creationId="{B7785CF6-90A2-55ED-A8C2-5A043E08A7CB}"/>
          </ac:cxnSpMkLst>
        </pc:cxnChg>
      </pc:sldChg>
      <pc:sldChg chg="addSp delSp modSp new add del mod modTransition modAnim">
        <pc:chgData name="Bhowmik, Sayan" userId="2b51cadb-156e-4c9a-99fc-6d2138739850" providerId="ADAL" clId="{2B50C6D2-8568-43B0-A1CD-E9860F9F381B}" dt="2024-09-12T03:06:43.304" v="8673"/>
        <pc:sldMkLst>
          <pc:docMk/>
          <pc:sldMk cId="367872424" sldId="261"/>
        </pc:sldMkLst>
        <pc:spChg chg="del">
          <ac:chgData name="Bhowmik, Sayan" userId="2b51cadb-156e-4c9a-99fc-6d2138739850" providerId="ADAL" clId="{2B50C6D2-8568-43B0-A1CD-E9860F9F381B}" dt="2024-09-07T16:08:01.604" v="5526" actId="478"/>
          <ac:spMkLst>
            <pc:docMk/>
            <pc:sldMk cId="367872424" sldId="261"/>
            <ac:spMk id="2" creationId="{A68B4FBD-700D-E82A-B7AD-F866D63BFA97}"/>
          </ac:spMkLst>
        </pc:spChg>
        <pc:spChg chg="add mod">
          <ac:chgData name="Bhowmik, Sayan" userId="2b51cadb-156e-4c9a-99fc-6d2138739850" providerId="ADAL" clId="{2B50C6D2-8568-43B0-A1CD-E9860F9F381B}" dt="2024-09-07T16:08:12.366" v="5529" actId="20577"/>
          <ac:spMkLst>
            <pc:docMk/>
            <pc:sldMk cId="367872424" sldId="261"/>
            <ac:spMk id="3" creationId="{4358B116-4040-6812-0B61-99B8FDC3F00D}"/>
          </ac:spMkLst>
        </pc:spChg>
        <pc:spChg chg="add mod">
          <ac:chgData name="Bhowmik, Sayan" userId="2b51cadb-156e-4c9a-99fc-6d2138739850" providerId="ADAL" clId="{2B50C6D2-8568-43B0-A1CD-E9860F9F381B}" dt="2024-09-07T16:08:34.716" v="5577" actId="20577"/>
          <ac:spMkLst>
            <pc:docMk/>
            <pc:sldMk cId="367872424" sldId="261"/>
            <ac:spMk id="4" creationId="{9B8E0370-628E-6C96-7C73-99A3D84BEFF2}"/>
          </ac:spMkLst>
        </pc:spChg>
        <pc:spChg chg="add mod">
          <ac:chgData name="Bhowmik, Sayan" userId="2b51cadb-156e-4c9a-99fc-6d2138739850" providerId="ADAL" clId="{2B50C6D2-8568-43B0-A1CD-E9860F9F381B}" dt="2024-09-07T16:51:53.503" v="5901" actId="1037"/>
          <ac:spMkLst>
            <pc:docMk/>
            <pc:sldMk cId="367872424" sldId="261"/>
            <ac:spMk id="5" creationId="{40659C78-B42B-6E14-3835-FBF3D48D3A33}"/>
          </ac:spMkLst>
        </pc:spChg>
        <pc:spChg chg="add mod">
          <ac:chgData name="Bhowmik, Sayan" userId="2b51cadb-156e-4c9a-99fc-6d2138739850" providerId="ADAL" clId="{2B50C6D2-8568-43B0-A1CD-E9860F9F381B}" dt="2024-09-07T16:38:48.712" v="5640" actId="1076"/>
          <ac:spMkLst>
            <pc:docMk/>
            <pc:sldMk cId="367872424" sldId="261"/>
            <ac:spMk id="12" creationId="{FD7A354A-2E6E-DF41-C59C-B8B8460B3D30}"/>
          </ac:spMkLst>
        </pc:spChg>
        <pc:spChg chg="add mod">
          <ac:chgData name="Bhowmik, Sayan" userId="2b51cadb-156e-4c9a-99fc-6d2138739850" providerId="ADAL" clId="{2B50C6D2-8568-43B0-A1CD-E9860F9F381B}" dt="2024-09-07T16:53:39.088" v="5902" actId="1076"/>
          <ac:spMkLst>
            <pc:docMk/>
            <pc:sldMk cId="367872424" sldId="261"/>
            <ac:spMk id="13" creationId="{8CFE98C1-0A57-530C-E981-5E1FB261CC46}"/>
          </ac:spMkLst>
        </pc:spChg>
        <pc:spChg chg="add mod">
          <ac:chgData name="Bhowmik, Sayan" userId="2b51cadb-156e-4c9a-99fc-6d2138739850" providerId="ADAL" clId="{2B50C6D2-8568-43B0-A1CD-E9860F9F381B}" dt="2024-09-07T16:39:26.455" v="5652" actId="1076"/>
          <ac:spMkLst>
            <pc:docMk/>
            <pc:sldMk cId="367872424" sldId="261"/>
            <ac:spMk id="14" creationId="{CB3147CB-A19F-44CF-0C0B-68551C6FF455}"/>
          </ac:spMkLst>
        </pc:spChg>
        <pc:spChg chg="add mod">
          <ac:chgData name="Bhowmik, Sayan" userId="2b51cadb-156e-4c9a-99fc-6d2138739850" providerId="ADAL" clId="{2B50C6D2-8568-43B0-A1CD-E9860F9F381B}" dt="2024-09-07T16:39:36.467" v="5654" actId="1076"/>
          <ac:spMkLst>
            <pc:docMk/>
            <pc:sldMk cId="367872424" sldId="261"/>
            <ac:spMk id="15" creationId="{C8758138-6BC1-A627-7225-C421C254C75B}"/>
          </ac:spMkLst>
        </pc:spChg>
        <pc:spChg chg="add mod">
          <ac:chgData name="Bhowmik, Sayan" userId="2b51cadb-156e-4c9a-99fc-6d2138739850" providerId="ADAL" clId="{2B50C6D2-8568-43B0-A1CD-E9860F9F381B}" dt="2024-09-07T17:03:34.471" v="5985" actId="207"/>
          <ac:spMkLst>
            <pc:docMk/>
            <pc:sldMk cId="367872424" sldId="261"/>
            <ac:spMk id="18" creationId="{275C3287-F4B4-8092-97C2-CBF9F11238A1}"/>
          </ac:spMkLst>
        </pc:spChg>
        <pc:spChg chg="add mod">
          <ac:chgData name="Bhowmik, Sayan" userId="2b51cadb-156e-4c9a-99fc-6d2138739850" providerId="ADAL" clId="{2B50C6D2-8568-43B0-A1CD-E9860F9F381B}" dt="2024-09-07T17:03:54.080" v="6011" actId="1035"/>
          <ac:spMkLst>
            <pc:docMk/>
            <pc:sldMk cId="367872424" sldId="261"/>
            <ac:spMk id="23" creationId="{2BD58F86-2B7E-CFEB-746B-ADE9265F775B}"/>
          </ac:spMkLst>
        </pc:spChg>
        <pc:spChg chg="add mod">
          <ac:chgData name="Bhowmik, Sayan" userId="2b51cadb-156e-4c9a-99fc-6d2138739850" providerId="ADAL" clId="{2B50C6D2-8568-43B0-A1CD-E9860F9F381B}" dt="2024-09-07T17:04:02.810" v="6025" actId="1036"/>
          <ac:spMkLst>
            <pc:docMk/>
            <pc:sldMk cId="367872424" sldId="261"/>
            <ac:spMk id="24" creationId="{7484F757-A201-4C7C-A503-8744F1F675FC}"/>
          </ac:spMkLst>
        </pc:spChg>
        <pc:spChg chg="add del mod">
          <ac:chgData name="Bhowmik, Sayan" userId="2b51cadb-156e-4c9a-99fc-6d2138739850" providerId="ADAL" clId="{2B50C6D2-8568-43B0-A1CD-E9860F9F381B}" dt="2024-09-07T17:21:33.818" v="6049" actId="478"/>
          <ac:spMkLst>
            <pc:docMk/>
            <pc:sldMk cId="367872424" sldId="261"/>
            <ac:spMk id="25" creationId="{C5B37D93-3E73-2183-0D00-2C79E05609BC}"/>
          </ac:spMkLst>
        </pc:spChg>
        <pc:picChg chg="add mod modCrop">
          <ac:chgData name="Bhowmik, Sayan" userId="2b51cadb-156e-4c9a-99fc-6d2138739850" providerId="ADAL" clId="{2B50C6D2-8568-43B0-A1CD-E9860F9F381B}" dt="2024-09-07T16:28:20.499" v="5592" actId="14100"/>
          <ac:picMkLst>
            <pc:docMk/>
            <pc:sldMk cId="367872424" sldId="261"/>
            <ac:picMk id="7" creationId="{C3778CEB-7BF6-D7FC-514B-9F9064CB35EF}"/>
          </ac:picMkLst>
        </pc:picChg>
        <pc:picChg chg="add del mod">
          <ac:chgData name="Bhowmik, Sayan" userId="2b51cadb-156e-4c9a-99fc-6d2138739850" providerId="ADAL" clId="{2B50C6D2-8568-43B0-A1CD-E9860F9F381B}" dt="2024-09-07T16:31:52.466" v="5597" actId="478"/>
          <ac:picMkLst>
            <pc:docMk/>
            <pc:sldMk cId="367872424" sldId="261"/>
            <ac:picMk id="9" creationId="{16B3FB44-01FD-8F11-EADA-987DEA131B20}"/>
          </ac:picMkLst>
        </pc:picChg>
        <pc:picChg chg="add mod">
          <ac:chgData name="Bhowmik, Sayan" userId="2b51cadb-156e-4c9a-99fc-6d2138739850" providerId="ADAL" clId="{2B50C6D2-8568-43B0-A1CD-E9860F9F381B}" dt="2024-09-07T16:37:44.878" v="5605" actId="1076"/>
          <ac:picMkLst>
            <pc:docMk/>
            <pc:sldMk cId="367872424" sldId="261"/>
            <ac:picMk id="11" creationId="{A93727B3-01A5-F27A-D07A-503304F022C8}"/>
          </ac:picMkLst>
        </pc:picChg>
        <pc:picChg chg="add mod">
          <ac:chgData name="Bhowmik, Sayan" userId="2b51cadb-156e-4c9a-99fc-6d2138739850" providerId="ADAL" clId="{2B50C6D2-8568-43B0-A1CD-E9860F9F381B}" dt="2024-09-07T16:41:37.590" v="5664" actId="1076"/>
          <ac:picMkLst>
            <pc:docMk/>
            <pc:sldMk cId="367872424" sldId="261"/>
            <ac:picMk id="17" creationId="{1C0687FE-5696-BBF5-3ACD-83F931847149}"/>
          </ac:picMkLst>
        </pc:picChg>
        <pc:picChg chg="add mod">
          <ac:chgData name="Bhowmik, Sayan" userId="2b51cadb-156e-4c9a-99fc-6d2138739850" providerId="ADAL" clId="{2B50C6D2-8568-43B0-A1CD-E9860F9F381B}" dt="2024-09-07T17:21:15.020" v="6045" actId="1076"/>
          <ac:picMkLst>
            <pc:docMk/>
            <pc:sldMk cId="367872424" sldId="261"/>
            <ac:picMk id="20" creationId="{7AFBEA60-41AE-0896-69E8-F1DE08B29921}"/>
          </ac:picMkLst>
        </pc:picChg>
        <pc:picChg chg="add mod">
          <ac:chgData name="Bhowmik, Sayan" userId="2b51cadb-156e-4c9a-99fc-6d2138739850" providerId="ADAL" clId="{2B50C6D2-8568-43B0-A1CD-E9860F9F381B}" dt="2024-09-07T17:03:54.080" v="6011" actId="1035"/>
          <ac:picMkLst>
            <pc:docMk/>
            <pc:sldMk cId="367872424" sldId="261"/>
            <ac:picMk id="22" creationId="{86B233FB-619B-C943-409E-9ADE19440F6B}"/>
          </ac:picMkLst>
        </pc:picChg>
      </pc:sldChg>
      <pc:sldChg chg="addSp delSp modSp new mod modTransition modAnim">
        <pc:chgData name="Bhowmik, Sayan" userId="2b51cadb-156e-4c9a-99fc-6d2138739850" providerId="ADAL" clId="{2B50C6D2-8568-43B0-A1CD-E9860F9F381B}" dt="2024-09-12T03:20:47.196" v="8737"/>
        <pc:sldMkLst>
          <pc:docMk/>
          <pc:sldMk cId="4147006912" sldId="262"/>
        </pc:sldMkLst>
        <pc:spChg chg="add mod">
          <ac:chgData name="Bhowmik, Sayan" userId="2b51cadb-156e-4c9a-99fc-6d2138739850" providerId="ADAL" clId="{2B50C6D2-8568-43B0-A1CD-E9860F9F381B}" dt="2024-09-12T03:20:32.016" v="8735" actId="1035"/>
          <ac:spMkLst>
            <pc:docMk/>
            <pc:sldMk cId="4147006912" sldId="262"/>
            <ac:spMk id="2" creationId="{2E133398-0841-24B6-E516-4BF6BB648B35}"/>
          </ac:spMkLst>
        </pc:spChg>
        <pc:spChg chg="del">
          <ac:chgData name="Bhowmik, Sayan" userId="2b51cadb-156e-4c9a-99fc-6d2138739850" providerId="ADAL" clId="{2B50C6D2-8568-43B0-A1CD-E9860F9F381B}" dt="2024-09-07T17:02:36.652" v="5969" actId="478"/>
          <ac:spMkLst>
            <pc:docMk/>
            <pc:sldMk cId="4147006912" sldId="262"/>
            <ac:spMk id="2" creationId="{3FEF4610-552A-ED71-7B48-DDEF5236332F}"/>
          </ac:spMkLst>
        </pc:spChg>
        <pc:spChg chg="add mod">
          <ac:chgData name="Bhowmik, Sayan" userId="2b51cadb-156e-4c9a-99fc-6d2138739850" providerId="ADAL" clId="{2B50C6D2-8568-43B0-A1CD-E9860F9F381B}" dt="2024-09-07T18:07:57.822" v="6751" actId="20577"/>
          <ac:spMkLst>
            <pc:docMk/>
            <pc:sldMk cId="4147006912" sldId="262"/>
            <ac:spMk id="3" creationId="{50718A16-6A8B-C8FC-FBFF-F96458995092}"/>
          </ac:spMkLst>
        </pc:spChg>
        <pc:spChg chg="add mod">
          <ac:chgData name="Bhowmik, Sayan" userId="2b51cadb-156e-4c9a-99fc-6d2138739850" providerId="ADAL" clId="{2B50C6D2-8568-43B0-A1CD-E9860F9F381B}" dt="2024-09-07T18:20:18.462" v="7028" actId="1037"/>
          <ac:spMkLst>
            <pc:docMk/>
            <pc:sldMk cId="4147006912" sldId="262"/>
            <ac:spMk id="4" creationId="{F45D9336-7F04-E6E3-75D5-6D95327C3F7C}"/>
          </ac:spMkLst>
        </pc:spChg>
        <pc:spChg chg="add mod">
          <ac:chgData name="Bhowmik, Sayan" userId="2b51cadb-156e-4c9a-99fc-6d2138739850" providerId="ADAL" clId="{2B50C6D2-8568-43B0-A1CD-E9860F9F381B}" dt="2024-09-07T18:20:18.462" v="7028" actId="1037"/>
          <ac:spMkLst>
            <pc:docMk/>
            <pc:sldMk cId="4147006912" sldId="262"/>
            <ac:spMk id="5" creationId="{80DD9871-FD23-2386-8467-6385A522AA39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16" creationId="{8F78262C-F3B4-D1FF-91A4-402695016EF3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19" creationId="{5340A003-B2D0-33E0-9507-660846C98981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24" creationId="{1A62BAC6-FD7F-653F-E9AE-906F96C4492A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26" creationId="{A4C59C65-AC8E-4CC3-1AB6-ADAB0C3A659B}"/>
          </ac:spMkLst>
        </pc:spChg>
        <pc:spChg chg="add mod">
          <ac:chgData name="Bhowmik, Sayan" userId="2b51cadb-156e-4c9a-99fc-6d2138739850" providerId="ADAL" clId="{2B50C6D2-8568-43B0-A1CD-E9860F9F381B}" dt="2024-09-07T18:20:21.640" v="7029" actId="14100"/>
          <ac:spMkLst>
            <pc:docMk/>
            <pc:sldMk cId="4147006912" sldId="262"/>
            <ac:spMk id="27" creationId="{FBA7C170-7844-D19D-9BA0-DB9EAD41C4C4}"/>
          </ac:spMkLst>
        </pc:spChg>
        <pc:spChg chg="add del mod">
          <ac:chgData name="Bhowmik, Sayan" userId="2b51cadb-156e-4c9a-99fc-6d2138739850" providerId="ADAL" clId="{2B50C6D2-8568-43B0-A1CD-E9860F9F381B}" dt="2024-09-07T18:17:18.223" v="7003" actId="1076"/>
          <ac:spMkLst>
            <pc:docMk/>
            <pc:sldMk cId="4147006912" sldId="262"/>
            <ac:spMk id="28" creationId="{7EC3F503-F9F3-A04D-3E76-F5BBDB58930A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29" creationId="{E42C7B80-E29F-5B0B-2D4A-7ED64C7F5D7B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30" creationId="{2131C98D-C64F-A016-3567-5C1BFC546E98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31" creationId="{BF7A7545-0F6C-67D2-3C26-496020BC56BD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39" creationId="{27FFF98F-E0A9-E29B-14B7-AE186637057C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0" creationId="{4D48826B-702C-2E21-2350-4ADD6B421B02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1" creationId="{6F23160F-FB20-D851-5D3B-966A16BA6E3C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7" creationId="{28E91AAE-7188-3835-9B55-CC4CA76372CB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8" creationId="{1F99DF7F-40FD-47C9-9D52-3ED208CE2D3C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9" creationId="{79E54170-3D0C-5221-3161-5316E630C9C1}"/>
          </ac:spMkLst>
        </pc:spChg>
        <pc:spChg chg="add del mod">
          <ac:chgData name="Bhowmik, Sayan" userId="2b51cadb-156e-4c9a-99fc-6d2138739850" providerId="ADAL" clId="{2B50C6D2-8568-43B0-A1CD-E9860F9F381B}" dt="2024-09-07T18:14:47.959" v="6918" actId="478"/>
          <ac:spMkLst>
            <pc:docMk/>
            <pc:sldMk cId="4147006912" sldId="262"/>
            <ac:spMk id="54" creationId="{1AFB44FD-4184-BC7F-B639-5AD0FEE5038E}"/>
          </ac:spMkLst>
        </pc:spChg>
        <pc:spChg chg="add mod">
          <ac:chgData name="Bhowmik, Sayan" userId="2b51cadb-156e-4c9a-99fc-6d2138739850" providerId="ADAL" clId="{2B50C6D2-8568-43B0-A1CD-E9860F9F381B}" dt="2024-09-07T19:20:46.717" v="7074" actId="1037"/>
          <ac:spMkLst>
            <pc:docMk/>
            <pc:sldMk cId="4147006912" sldId="262"/>
            <ac:spMk id="69" creationId="{68F5C792-3EC9-4726-0E85-969D0CAD96A4}"/>
          </ac:spMkLst>
        </pc:spChg>
        <pc:picChg chg="add mod">
          <ac:chgData name="Bhowmik, Sayan" userId="2b51cadb-156e-4c9a-99fc-6d2138739850" providerId="ADAL" clId="{2B50C6D2-8568-43B0-A1CD-E9860F9F381B}" dt="2024-09-07T18:20:18.462" v="7028" actId="1037"/>
          <ac:picMkLst>
            <pc:docMk/>
            <pc:sldMk cId="4147006912" sldId="262"/>
            <ac:picMk id="6" creationId="{14A8F94E-7337-C02D-4B15-2C3842A54BF1}"/>
          </ac:picMkLst>
        </pc:picChg>
        <pc:picChg chg="add mod">
          <ac:chgData name="Bhowmik, Sayan" userId="2b51cadb-156e-4c9a-99fc-6d2138739850" providerId="ADAL" clId="{2B50C6D2-8568-43B0-A1CD-E9860F9F381B}" dt="2024-09-07T18:20:18.462" v="7028" actId="1037"/>
          <ac:picMkLst>
            <pc:docMk/>
            <pc:sldMk cId="4147006912" sldId="262"/>
            <ac:picMk id="7" creationId="{BBD4AB0F-49F5-E83A-B43F-CB8CD656CD01}"/>
          </ac:picMkLst>
        </pc:picChg>
        <pc:picChg chg="add mod">
          <ac:chgData name="Bhowmik, Sayan" userId="2b51cadb-156e-4c9a-99fc-6d2138739850" providerId="ADAL" clId="{2B50C6D2-8568-43B0-A1CD-E9860F9F381B}" dt="2024-09-07T18:20:39.189" v="7056" actId="1035"/>
          <ac:picMkLst>
            <pc:docMk/>
            <pc:sldMk cId="4147006912" sldId="262"/>
            <ac:picMk id="12" creationId="{CE6E6349-0519-23BF-E24C-9B8CFA909AD8}"/>
          </ac:picMkLst>
        </pc:picChg>
        <pc:picChg chg="add del mod modCrop">
          <ac:chgData name="Bhowmik, Sayan" userId="2b51cadb-156e-4c9a-99fc-6d2138739850" providerId="ADAL" clId="{2B50C6D2-8568-43B0-A1CD-E9860F9F381B}" dt="2024-09-07T18:17:15.549" v="7002" actId="1076"/>
          <ac:picMkLst>
            <pc:docMk/>
            <pc:sldMk cId="4147006912" sldId="262"/>
            <ac:picMk id="25" creationId="{5FA7F914-CB5D-1592-88B1-58D5268CDF51}"/>
          </ac:picMkLst>
        </pc:picChg>
        <pc:picChg chg="add mod modCrop">
          <ac:chgData name="Bhowmik, Sayan" userId="2b51cadb-156e-4c9a-99fc-6d2138739850" providerId="ADAL" clId="{2B50C6D2-8568-43B0-A1CD-E9860F9F381B}" dt="2024-09-07T18:17:27.002" v="7005" actId="1076"/>
          <ac:picMkLst>
            <pc:docMk/>
            <pc:sldMk cId="4147006912" sldId="262"/>
            <ac:picMk id="53" creationId="{E49764D2-C019-C620-EE3D-37B3F1C16126}"/>
          </ac:picMkLst>
        </pc:picChg>
        <pc:cxnChg chg="add mod">
          <ac:chgData name="Bhowmik, Sayan" userId="2b51cadb-156e-4c9a-99fc-6d2138739850" providerId="ADAL" clId="{2B50C6D2-8568-43B0-A1CD-E9860F9F381B}" dt="2024-09-07T18:20:18.462" v="7028" actId="1037"/>
          <ac:cxnSpMkLst>
            <pc:docMk/>
            <pc:sldMk cId="4147006912" sldId="262"/>
            <ac:cxnSpMk id="9" creationId="{85A9FE46-FB67-4D76-C702-A6650EBDFD9F}"/>
          </ac:cxnSpMkLst>
        </pc:cxnChg>
        <pc:cxnChg chg="add mod">
          <ac:chgData name="Bhowmik, Sayan" userId="2b51cadb-156e-4c9a-99fc-6d2138739850" providerId="ADAL" clId="{2B50C6D2-8568-43B0-A1CD-E9860F9F381B}" dt="2024-09-07T18:20:39.189" v="7056" actId="1035"/>
          <ac:cxnSpMkLst>
            <pc:docMk/>
            <pc:sldMk cId="4147006912" sldId="262"/>
            <ac:cxnSpMk id="14" creationId="{9D7A5B1F-006C-B580-B57E-E948E9009441}"/>
          </ac:cxnSpMkLst>
        </pc:cxnChg>
        <pc:cxnChg chg="add mod">
          <ac:chgData name="Bhowmik, Sayan" userId="2b51cadb-156e-4c9a-99fc-6d2138739850" providerId="ADAL" clId="{2B50C6D2-8568-43B0-A1CD-E9860F9F381B}" dt="2024-09-07T18:20:39.189" v="7056" actId="1035"/>
          <ac:cxnSpMkLst>
            <pc:docMk/>
            <pc:sldMk cId="4147006912" sldId="262"/>
            <ac:cxnSpMk id="18" creationId="{B00BD44C-22F1-423B-55FD-7CAB5E10790D}"/>
          </ac:cxnSpMkLst>
        </pc:cxnChg>
        <pc:cxnChg chg="add mod">
          <ac:chgData name="Bhowmik, Sayan" userId="2b51cadb-156e-4c9a-99fc-6d2138739850" providerId="ADAL" clId="{2B50C6D2-8568-43B0-A1CD-E9860F9F381B}" dt="2024-09-07T18:20:39.189" v="7056" actId="1035"/>
          <ac:cxnSpMkLst>
            <pc:docMk/>
            <pc:sldMk cId="4147006912" sldId="262"/>
            <ac:cxnSpMk id="23" creationId="{AA697D2C-CA0B-B9B9-DBF1-94EB20222D30}"/>
          </ac:cxnSpMkLst>
        </pc:cxnChg>
        <pc:cxnChg chg="add mod">
          <ac:chgData name="Bhowmik, Sayan" userId="2b51cadb-156e-4c9a-99fc-6d2138739850" providerId="ADAL" clId="{2B50C6D2-8568-43B0-A1CD-E9860F9F381B}" dt="2024-09-07T18:13:59.397" v="6910" actId="1037"/>
          <ac:cxnSpMkLst>
            <pc:docMk/>
            <pc:sldMk cId="4147006912" sldId="262"/>
            <ac:cxnSpMk id="33" creationId="{1BB4723D-1AE6-3C4A-BAEB-CEEEAAC79501}"/>
          </ac:cxnSpMkLst>
        </pc:cxnChg>
        <pc:cxnChg chg="add mod">
          <ac:chgData name="Bhowmik, Sayan" userId="2b51cadb-156e-4c9a-99fc-6d2138739850" providerId="ADAL" clId="{2B50C6D2-8568-43B0-A1CD-E9860F9F381B}" dt="2024-09-07T18:13:59.397" v="6910" actId="1037"/>
          <ac:cxnSpMkLst>
            <pc:docMk/>
            <pc:sldMk cId="4147006912" sldId="262"/>
            <ac:cxnSpMk id="43" creationId="{AB106F20-7BD7-D5A2-72A4-7C29780A4E89}"/>
          </ac:cxnSpMkLst>
        </pc:cxnChg>
        <pc:cxnChg chg="add mod">
          <ac:chgData name="Bhowmik, Sayan" userId="2b51cadb-156e-4c9a-99fc-6d2138739850" providerId="ADAL" clId="{2B50C6D2-8568-43B0-A1CD-E9860F9F381B}" dt="2024-09-07T18:13:59.397" v="6910" actId="1037"/>
          <ac:cxnSpMkLst>
            <pc:docMk/>
            <pc:sldMk cId="4147006912" sldId="262"/>
            <ac:cxnSpMk id="51" creationId="{A5028E12-532D-C67C-5FD1-851B89B1CDE4}"/>
          </ac:cxnSpMkLst>
        </pc:cxnChg>
        <pc:cxnChg chg="add mod">
          <ac:chgData name="Bhowmik, Sayan" userId="2b51cadb-156e-4c9a-99fc-6d2138739850" providerId="ADAL" clId="{2B50C6D2-8568-43B0-A1CD-E9860F9F381B}" dt="2024-09-07T18:16:03.177" v="6969" actId="1582"/>
          <ac:cxnSpMkLst>
            <pc:docMk/>
            <pc:sldMk cId="4147006912" sldId="262"/>
            <ac:cxnSpMk id="56" creationId="{0CF529BE-4F6E-5E65-7C79-41AACC126F6A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3:23:07.237" v="8815"/>
        <pc:sldMkLst>
          <pc:docMk/>
          <pc:sldMk cId="2672808557" sldId="263"/>
        </pc:sldMkLst>
        <pc:spChg chg="del">
          <ac:chgData name="Bhowmik, Sayan" userId="2b51cadb-156e-4c9a-99fc-6d2138739850" providerId="ADAL" clId="{2B50C6D2-8568-43B0-A1CD-E9860F9F381B}" dt="2024-09-07T19:24:28.821" v="7076" actId="478"/>
          <ac:spMkLst>
            <pc:docMk/>
            <pc:sldMk cId="2672808557" sldId="263"/>
            <ac:spMk id="2" creationId="{4EA8239A-CBC6-D3A9-6CA8-E2E23D6AB078}"/>
          </ac:spMkLst>
        </pc:spChg>
        <pc:spChg chg="add mod">
          <ac:chgData name="Bhowmik, Sayan" userId="2b51cadb-156e-4c9a-99fc-6d2138739850" providerId="ADAL" clId="{2B50C6D2-8568-43B0-A1CD-E9860F9F381B}" dt="2024-09-12T03:22:51.259" v="8812" actId="1076"/>
          <ac:spMkLst>
            <pc:docMk/>
            <pc:sldMk cId="2672808557" sldId="263"/>
            <ac:spMk id="2" creationId="{C1B81317-F042-C2B1-8225-98A03FC3FDD1}"/>
          </ac:spMkLst>
        </pc:spChg>
        <pc:spChg chg="add mod">
          <ac:chgData name="Bhowmik, Sayan" userId="2b51cadb-156e-4c9a-99fc-6d2138739850" providerId="ADAL" clId="{2B50C6D2-8568-43B0-A1CD-E9860F9F381B}" dt="2024-09-07T19:24:52.200" v="7121" actId="20577"/>
          <ac:spMkLst>
            <pc:docMk/>
            <pc:sldMk cId="2672808557" sldId="263"/>
            <ac:spMk id="3" creationId="{29A379F0-7A25-4F90-96B2-13196F28883D}"/>
          </ac:spMkLst>
        </pc:spChg>
        <pc:spChg chg="add mod">
          <ac:chgData name="Bhowmik, Sayan" userId="2b51cadb-156e-4c9a-99fc-6d2138739850" providerId="ADAL" clId="{2B50C6D2-8568-43B0-A1CD-E9860F9F381B}" dt="2024-09-07T20:24:32.404" v="8396" actId="1035"/>
          <ac:spMkLst>
            <pc:docMk/>
            <pc:sldMk cId="2672808557" sldId="263"/>
            <ac:spMk id="4" creationId="{FB659FEC-5664-3928-DDAD-BE1274D7D205}"/>
          </ac:spMkLst>
        </pc:spChg>
        <pc:spChg chg="add mod">
          <ac:chgData name="Bhowmik, Sayan" userId="2b51cadb-156e-4c9a-99fc-6d2138739850" providerId="ADAL" clId="{2B50C6D2-8568-43B0-A1CD-E9860F9F381B}" dt="2024-09-07T20:24:32.404" v="8396" actId="1035"/>
          <ac:spMkLst>
            <pc:docMk/>
            <pc:sldMk cId="2672808557" sldId="263"/>
            <ac:spMk id="5" creationId="{F5A6EFE4-7C9F-11E4-F40A-0D211430FCC4}"/>
          </ac:spMkLst>
        </pc:spChg>
        <pc:spChg chg="add mod">
          <ac:chgData name="Bhowmik, Sayan" userId="2b51cadb-156e-4c9a-99fc-6d2138739850" providerId="ADAL" clId="{2B50C6D2-8568-43B0-A1CD-E9860F9F381B}" dt="2024-09-07T20:28:32.258" v="8477" actId="207"/>
          <ac:spMkLst>
            <pc:docMk/>
            <pc:sldMk cId="2672808557" sldId="263"/>
            <ac:spMk id="6" creationId="{D15775EA-EE4C-0AB5-237F-D0CE10D90187}"/>
          </ac:spMkLst>
        </pc:spChg>
        <pc:spChg chg="add mod">
          <ac:chgData name="Bhowmik, Sayan" userId="2b51cadb-156e-4c9a-99fc-6d2138739850" providerId="ADAL" clId="{2B50C6D2-8568-43B0-A1CD-E9860F9F381B}" dt="2024-09-07T20:24:32.404" v="8396" actId="1035"/>
          <ac:spMkLst>
            <pc:docMk/>
            <pc:sldMk cId="2672808557" sldId="263"/>
            <ac:spMk id="7" creationId="{7E460C71-D888-E7A9-F395-161DB2050AF5}"/>
          </ac:spMkLst>
        </pc:spChg>
        <pc:spChg chg="add mod">
          <ac:chgData name="Bhowmik, Sayan" userId="2b51cadb-156e-4c9a-99fc-6d2138739850" providerId="ADAL" clId="{2B50C6D2-8568-43B0-A1CD-E9860F9F381B}" dt="2024-09-12T03:22:41.302" v="8810" actId="1036"/>
          <ac:spMkLst>
            <pc:docMk/>
            <pc:sldMk cId="2672808557" sldId="263"/>
            <ac:spMk id="10" creationId="{95CFAB66-EFEC-BFC9-5FA8-E3BC50DD09A9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17" creationId="{2A1BB56C-C8C2-0EE5-7AD7-E58D275D44BA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18" creationId="{9E122096-F8A6-09B2-B598-D23562FDA6A3}"/>
          </ac:spMkLst>
        </pc:spChg>
        <pc:spChg chg="add mod">
          <ac:chgData name="Bhowmik, Sayan" userId="2b51cadb-156e-4c9a-99fc-6d2138739850" providerId="ADAL" clId="{2B50C6D2-8568-43B0-A1CD-E9860F9F381B}" dt="2024-09-07T20:23:11.079" v="8379" actId="14100"/>
          <ac:spMkLst>
            <pc:docMk/>
            <pc:sldMk cId="2672808557" sldId="263"/>
            <ac:spMk id="19" creationId="{8A24BFE8-0310-9ADF-7301-B96B203A2EBA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32" creationId="{754FB285-5B5B-E8F9-A98B-C2C015EAA038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33" creationId="{C7AD9ACA-1422-46E1-C97D-2E968B2DF7B3}"/>
          </ac:spMkLst>
        </pc:spChg>
        <pc:picChg chg="add mod">
          <ac:chgData name="Bhowmik, Sayan" userId="2b51cadb-156e-4c9a-99fc-6d2138739850" providerId="ADAL" clId="{2B50C6D2-8568-43B0-A1CD-E9860F9F381B}" dt="2024-09-12T03:22:41.302" v="8810" actId="1036"/>
          <ac:picMkLst>
            <pc:docMk/>
            <pc:sldMk cId="2672808557" sldId="263"/>
            <ac:picMk id="9" creationId="{D0A23EDB-E33C-E22E-7BE4-13544FA9BEA4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2" creationId="{A4BCFD91-D48A-6E02-7B55-D29951BD36EA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3" creationId="{7B0AF034-D998-3B49-9530-B67313E330B4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4" creationId="{3021EA56-568D-A577-FE67-4CF40FE0B66F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5" creationId="{5F3E3083-660C-4385-5621-1AD947304F89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6" creationId="{D2A6A6FB-D1C9-1998-D552-B4193125B793}"/>
          </ac:picMkLst>
        </pc:picChg>
        <pc:picChg chg="add mod">
          <ac:chgData name="Bhowmik, Sayan" userId="2b51cadb-156e-4c9a-99fc-6d2138739850" providerId="ADAL" clId="{2B50C6D2-8568-43B0-A1CD-E9860F9F381B}" dt="2024-09-07T20:13:39.515" v="8232"/>
          <ac:picMkLst>
            <pc:docMk/>
            <pc:sldMk cId="2672808557" sldId="263"/>
            <ac:picMk id="21" creationId="{2591807E-A2F0-1DA2-38C7-294E340F081F}"/>
          </ac:picMkLst>
        </pc:picChg>
        <pc:picChg chg="add mod">
          <ac:chgData name="Bhowmik, Sayan" userId="2b51cadb-156e-4c9a-99fc-6d2138739850" providerId="ADAL" clId="{2B50C6D2-8568-43B0-A1CD-E9860F9F381B}" dt="2024-09-07T20:23:15.597" v="8380" actId="1076"/>
          <ac:picMkLst>
            <pc:docMk/>
            <pc:sldMk cId="2672808557" sldId="263"/>
            <ac:picMk id="23" creationId="{74F49B17-BA07-3844-A4B2-2FD66E25EE6D}"/>
          </ac:picMkLst>
        </pc:picChg>
        <pc:picChg chg="add mod">
          <ac:chgData name="Bhowmik, Sayan" userId="2b51cadb-156e-4c9a-99fc-6d2138739850" providerId="ADAL" clId="{2B50C6D2-8568-43B0-A1CD-E9860F9F381B}" dt="2024-09-07T20:23:15.597" v="8380" actId="1076"/>
          <ac:picMkLst>
            <pc:docMk/>
            <pc:sldMk cId="2672808557" sldId="263"/>
            <ac:picMk id="25" creationId="{8911AA3C-3A73-117A-9CE3-1DD0DBC199F1}"/>
          </ac:picMkLst>
        </pc:picChg>
        <pc:picChg chg="add mod ord">
          <ac:chgData name="Bhowmik, Sayan" userId="2b51cadb-156e-4c9a-99fc-6d2138739850" providerId="ADAL" clId="{2B50C6D2-8568-43B0-A1CD-E9860F9F381B}" dt="2024-09-12T03:22:41.302" v="8810" actId="1036"/>
          <ac:picMkLst>
            <pc:docMk/>
            <pc:sldMk cId="2672808557" sldId="263"/>
            <ac:picMk id="27" creationId="{622D08D2-852A-9366-04A9-56F2D8415731}"/>
          </ac:picMkLst>
        </pc:picChg>
        <pc:picChg chg="add mod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29" creationId="{7FA93B50-C622-3BA2-EEF9-2F9A7CAB4EED}"/>
          </ac:picMkLst>
        </pc:picChg>
        <pc:picChg chg="add mod ord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31" creationId="{EBDBEE17-D4ED-A72D-12EF-9C847149D0AE}"/>
          </ac:picMkLst>
        </pc:picChg>
      </pc:sldChg>
      <pc:sldChg chg="addSp modSp new mod modTransition">
        <pc:chgData name="Bhowmik, Sayan" userId="2b51cadb-156e-4c9a-99fc-6d2138739850" providerId="ADAL" clId="{2B50C6D2-8568-43B0-A1CD-E9860F9F381B}" dt="2024-09-12T03:30:23.873" v="9095" actId="207"/>
        <pc:sldMkLst>
          <pc:docMk/>
          <pc:sldMk cId="1763616833" sldId="264"/>
        </pc:sldMkLst>
        <pc:spChg chg="mod">
          <ac:chgData name="Bhowmik, Sayan" userId="2b51cadb-156e-4c9a-99fc-6d2138739850" providerId="ADAL" clId="{2B50C6D2-8568-43B0-A1CD-E9860F9F381B}" dt="2024-09-12T03:24:39.983" v="8825" actId="20577"/>
          <ac:spMkLst>
            <pc:docMk/>
            <pc:sldMk cId="1763616833" sldId="264"/>
            <ac:spMk id="2" creationId="{1085CC0E-112B-8A13-D523-416CB11F2A26}"/>
          </ac:spMkLst>
        </pc:spChg>
        <pc:spChg chg="mod">
          <ac:chgData name="Bhowmik, Sayan" userId="2b51cadb-156e-4c9a-99fc-6d2138739850" providerId="ADAL" clId="{2B50C6D2-8568-43B0-A1CD-E9860F9F381B}" dt="2024-09-12T03:30:23.873" v="9095" actId="207"/>
          <ac:spMkLst>
            <pc:docMk/>
            <pc:sldMk cId="1763616833" sldId="264"/>
            <ac:spMk id="3" creationId="{1E16CF53-8BCD-4DFD-9D4D-94731DDCF8A5}"/>
          </ac:spMkLst>
        </pc:spChg>
        <pc:picChg chg="add mod">
          <ac:chgData name="Bhowmik, Sayan" userId="2b51cadb-156e-4c9a-99fc-6d2138739850" providerId="ADAL" clId="{2B50C6D2-8568-43B0-A1CD-E9860F9F381B}" dt="2024-09-12T03:28:48.905" v="9093" actId="1076"/>
          <ac:picMkLst>
            <pc:docMk/>
            <pc:sldMk cId="1763616833" sldId="264"/>
            <ac:picMk id="4" creationId="{E960E600-A01C-0513-776E-DA23001F16BD}"/>
          </ac:picMkLst>
        </pc:picChg>
      </pc:sldChg>
      <pc:sldChg chg="delSp modSp add mod">
        <pc:chgData name="Bhowmik, Sayan" userId="2b51cadb-156e-4c9a-99fc-6d2138739850" providerId="ADAL" clId="{2B50C6D2-8568-43B0-A1CD-E9860F9F381B}" dt="2024-09-12T03:38:04.434" v="9644" actId="478"/>
        <pc:sldMkLst>
          <pc:docMk/>
          <pc:sldMk cId="3699678174" sldId="265"/>
        </pc:sldMkLst>
        <pc:spChg chg="mod">
          <ac:chgData name="Bhowmik, Sayan" userId="2b51cadb-156e-4c9a-99fc-6d2138739850" providerId="ADAL" clId="{2B50C6D2-8568-43B0-A1CD-E9860F9F381B}" dt="2024-09-12T03:31:13.843" v="9111" actId="20577"/>
          <ac:spMkLst>
            <pc:docMk/>
            <pc:sldMk cId="3699678174" sldId="265"/>
            <ac:spMk id="2" creationId="{1085CC0E-112B-8A13-D523-416CB11F2A26}"/>
          </ac:spMkLst>
        </pc:spChg>
        <pc:spChg chg="mod">
          <ac:chgData name="Bhowmik, Sayan" userId="2b51cadb-156e-4c9a-99fc-6d2138739850" providerId="ADAL" clId="{2B50C6D2-8568-43B0-A1CD-E9860F9F381B}" dt="2024-09-12T03:37:51.892" v="9639" actId="20577"/>
          <ac:spMkLst>
            <pc:docMk/>
            <pc:sldMk cId="3699678174" sldId="265"/>
            <ac:spMk id="3" creationId="{1E16CF53-8BCD-4DFD-9D4D-94731DDCF8A5}"/>
          </ac:spMkLst>
        </pc:spChg>
        <pc:picChg chg="del mod">
          <ac:chgData name="Bhowmik, Sayan" userId="2b51cadb-156e-4c9a-99fc-6d2138739850" providerId="ADAL" clId="{2B50C6D2-8568-43B0-A1CD-E9860F9F381B}" dt="2024-09-12T03:38:04.434" v="9644" actId="478"/>
          <ac:picMkLst>
            <pc:docMk/>
            <pc:sldMk cId="3699678174" sldId="265"/>
            <ac:picMk id="4" creationId="{E960E600-A01C-0513-776E-DA23001F16BD}"/>
          </ac:picMkLst>
        </pc:picChg>
      </pc:sldChg>
      <pc:sldChg chg="modSp add mod">
        <pc:chgData name="Bhowmik, Sayan" userId="2b51cadb-156e-4c9a-99fc-6d2138739850" providerId="ADAL" clId="{2B50C6D2-8568-43B0-A1CD-E9860F9F381B}" dt="2024-09-14T16:13:31.835" v="10704" actId="20577"/>
        <pc:sldMkLst>
          <pc:docMk/>
          <pc:sldMk cId="2301168615" sldId="266"/>
        </pc:sldMkLst>
        <pc:spChg chg="mod">
          <ac:chgData name="Bhowmik, Sayan" userId="2b51cadb-156e-4c9a-99fc-6d2138739850" providerId="ADAL" clId="{2B50C6D2-8568-43B0-A1CD-E9860F9F381B}" dt="2024-09-14T16:13:31.835" v="10704" actId="20577"/>
          <ac:spMkLst>
            <pc:docMk/>
            <pc:sldMk cId="2301168615" sldId="266"/>
            <ac:spMk id="3" creationId="{54B9CEDF-66F4-D04D-3CFA-2BFEA2B014E7}"/>
          </ac:spMkLst>
        </pc:spChg>
      </pc:sldChg>
      <pc:sldChg chg="modSp add mod">
        <pc:chgData name="Bhowmik, Sayan" userId="2b51cadb-156e-4c9a-99fc-6d2138739850" providerId="ADAL" clId="{2B50C6D2-8568-43B0-A1CD-E9860F9F381B}" dt="2024-09-12T03:53:19.657" v="10038" actId="207"/>
        <pc:sldMkLst>
          <pc:docMk/>
          <pc:sldMk cId="1917269061" sldId="267"/>
        </pc:sldMkLst>
        <pc:spChg chg="mod">
          <ac:chgData name="Bhowmik, Sayan" userId="2b51cadb-156e-4c9a-99fc-6d2138739850" providerId="ADAL" clId="{2B50C6D2-8568-43B0-A1CD-E9860F9F381B}" dt="2024-09-12T03:53:19.657" v="10038" actId="207"/>
          <ac:spMkLst>
            <pc:docMk/>
            <pc:sldMk cId="1917269061" sldId="267"/>
            <ac:spMk id="3" creationId="{1E16CF53-8BCD-4DFD-9D4D-94731DDCF8A5}"/>
          </ac:spMkLst>
        </pc:spChg>
        <pc:picChg chg="mod">
          <ac:chgData name="Bhowmik, Sayan" userId="2b51cadb-156e-4c9a-99fc-6d2138739850" providerId="ADAL" clId="{2B50C6D2-8568-43B0-A1CD-E9860F9F381B}" dt="2024-09-12T03:52:48.322" v="10022" actId="1076"/>
          <ac:picMkLst>
            <pc:docMk/>
            <pc:sldMk cId="1917269061" sldId="267"/>
            <ac:picMk id="4" creationId="{E960E600-A01C-0513-776E-DA23001F16BD}"/>
          </ac:picMkLst>
        </pc:picChg>
      </pc:sldChg>
      <pc:sldChg chg="modSp add mod">
        <pc:chgData name="Bhowmik, Sayan" userId="2b51cadb-156e-4c9a-99fc-6d2138739850" providerId="ADAL" clId="{2B50C6D2-8568-43B0-A1CD-E9860F9F381B}" dt="2024-09-14T03:37:09.349" v="10702" actId="20577"/>
        <pc:sldMkLst>
          <pc:docMk/>
          <pc:sldMk cId="1199095437" sldId="268"/>
        </pc:sldMkLst>
        <pc:spChg chg="mod">
          <ac:chgData name="Bhowmik, Sayan" userId="2b51cadb-156e-4c9a-99fc-6d2138739850" providerId="ADAL" clId="{2B50C6D2-8568-43B0-A1CD-E9860F9F381B}" dt="2024-09-14T03:37:09.349" v="10702" actId="20577"/>
          <ac:spMkLst>
            <pc:docMk/>
            <pc:sldMk cId="1199095437" sldId="268"/>
            <ac:spMk id="3" creationId="{54B9CEDF-66F4-D04D-3CFA-2BFEA2B014E7}"/>
          </ac:spMkLst>
        </pc:spChg>
      </pc:sldChg>
      <pc:sldChg chg="addSp modSp add mod modTransition modAnim">
        <pc:chgData name="Bhowmik, Sayan" userId="2b51cadb-156e-4c9a-99fc-6d2138739850" providerId="ADAL" clId="{2B50C6D2-8568-43B0-A1CD-E9860F9F381B}" dt="2024-09-12T04:02:34.415" v="10100"/>
        <pc:sldMkLst>
          <pc:docMk/>
          <pc:sldMk cId="3570555386" sldId="295"/>
        </pc:sldMkLst>
        <pc:spChg chg="add mod">
          <ac:chgData name="Bhowmik, Sayan" userId="2b51cadb-156e-4c9a-99fc-6d2138739850" providerId="ADAL" clId="{2B50C6D2-8568-43B0-A1CD-E9860F9F381B}" dt="2024-09-12T04:02:07.090" v="10097" actId="207"/>
          <ac:spMkLst>
            <pc:docMk/>
            <pc:sldMk cId="3570555386" sldId="295"/>
            <ac:spMk id="3" creationId="{5C9F73A3-91D6-80B0-A663-D9FDD129D936}"/>
          </ac:spMkLst>
        </pc:spChg>
        <pc:spChg chg="mod">
          <ac:chgData name="Bhowmik, Sayan" userId="2b51cadb-156e-4c9a-99fc-6d2138739850" providerId="ADAL" clId="{2B50C6D2-8568-43B0-A1CD-E9860F9F381B}" dt="2024-09-12T04:02:18.001" v="10098" actId="208"/>
          <ac:spMkLst>
            <pc:docMk/>
            <pc:sldMk cId="3570555386" sldId="295"/>
            <ac:spMk id="15" creationId="{8F5E2B7E-6662-27A3-E091-0FC100DA6913}"/>
          </ac:spMkLst>
        </pc:spChg>
      </pc:sldChg>
      <pc:sldChg chg="addSp delSp modSp add mod delAnim modAnim">
        <pc:chgData name="Bhowmik, Sayan" userId="2b51cadb-156e-4c9a-99fc-6d2138739850" providerId="ADAL" clId="{2B50C6D2-8568-43B0-A1CD-E9860F9F381B}" dt="2024-09-12T04:06:49.936" v="10286" actId="1076"/>
        <pc:sldMkLst>
          <pc:docMk/>
          <pc:sldMk cId="3953153317" sldId="296"/>
        </pc:sldMkLst>
        <pc:spChg chg="mod">
          <ac:chgData name="Bhowmik, Sayan" userId="2b51cadb-156e-4c9a-99fc-6d2138739850" providerId="ADAL" clId="{2B50C6D2-8568-43B0-A1CD-E9860F9F381B}" dt="2024-09-12T04:04:55.187" v="10259" actId="20577"/>
          <ac:spMkLst>
            <pc:docMk/>
            <pc:sldMk cId="3953153317" sldId="296"/>
            <ac:spMk id="2" creationId="{BF0B817D-D4F8-1224-9D1F-5070200448D4}"/>
          </ac:spMkLst>
        </pc:spChg>
        <pc:spChg chg="mod">
          <ac:chgData name="Bhowmik, Sayan" userId="2b51cadb-156e-4c9a-99fc-6d2138739850" providerId="ADAL" clId="{2B50C6D2-8568-43B0-A1CD-E9860F9F381B}" dt="2024-09-12T04:04:09.654" v="10139" actId="20577"/>
          <ac:spMkLst>
            <pc:docMk/>
            <pc:sldMk cId="3953153317" sldId="296"/>
            <ac:spMk id="3" creationId="{54B9CEDF-66F4-D04D-3CFA-2BFEA2B014E7}"/>
          </ac:spMkLst>
        </pc:spChg>
        <pc:spChg chg="add mod">
          <ac:chgData name="Bhowmik, Sayan" userId="2b51cadb-156e-4c9a-99fc-6d2138739850" providerId="ADAL" clId="{2B50C6D2-8568-43B0-A1CD-E9860F9F381B}" dt="2024-09-12T04:06:42.943" v="10283" actId="164"/>
          <ac:spMkLst>
            <pc:docMk/>
            <pc:sldMk cId="3953153317" sldId="296"/>
            <ac:spMk id="8" creationId="{4BBA617E-981F-EABA-A89F-2ADBE195F2E1}"/>
          </ac:spMkLst>
        </pc:spChg>
        <pc:grpChg chg="add mod">
          <ac:chgData name="Bhowmik, Sayan" userId="2b51cadb-156e-4c9a-99fc-6d2138739850" providerId="ADAL" clId="{2B50C6D2-8568-43B0-A1CD-E9860F9F381B}" dt="2024-09-12T04:06:45.758" v="10285" actId="1076"/>
          <ac:grpSpMkLst>
            <pc:docMk/>
            <pc:sldMk cId="3953153317" sldId="296"/>
            <ac:grpSpMk id="11" creationId="{14FCF22B-25A3-3204-7535-0DFB78A9D102}"/>
          </ac:grpSpMkLst>
        </pc:grpChg>
        <pc:picChg chg="add del mod">
          <ac:chgData name="Bhowmik, Sayan" userId="2b51cadb-156e-4c9a-99fc-6d2138739850" providerId="ADAL" clId="{2B50C6D2-8568-43B0-A1CD-E9860F9F381B}" dt="2024-09-12T04:06:28.487" v="10269" actId="478"/>
          <ac:picMkLst>
            <pc:docMk/>
            <pc:sldMk cId="3953153317" sldId="296"/>
            <ac:picMk id="4" creationId="{E95DBA3A-6C5A-EA16-888F-C5D41789A230}"/>
          </ac:picMkLst>
        </pc:picChg>
        <pc:picChg chg="add mod">
          <ac:chgData name="Bhowmik, Sayan" userId="2b51cadb-156e-4c9a-99fc-6d2138739850" providerId="ADAL" clId="{2B50C6D2-8568-43B0-A1CD-E9860F9F381B}" dt="2024-09-12T04:06:49.936" v="10286" actId="1076"/>
          <ac:picMkLst>
            <pc:docMk/>
            <pc:sldMk cId="3953153317" sldId="296"/>
            <ac:picMk id="5" creationId="{B82B8D5F-8077-A846-34A7-567BD768969F}"/>
          </ac:picMkLst>
        </pc:picChg>
        <pc:picChg chg="add mod">
          <ac:chgData name="Bhowmik, Sayan" userId="2b51cadb-156e-4c9a-99fc-6d2138739850" providerId="ADAL" clId="{2B50C6D2-8568-43B0-A1CD-E9860F9F381B}" dt="2024-09-12T04:06:42.943" v="10283" actId="164"/>
          <ac:picMkLst>
            <pc:docMk/>
            <pc:sldMk cId="3953153317" sldId="296"/>
            <ac:picMk id="6" creationId="{2F586A69-C5F4-6367-1630-D3F9AF56C326}"/>
          </ac:picMkLst>
        </pc:picChg>
        <pc:picChg chg="del">
          <ac:chgData name="Bhowmik, Sayan" userId="2b51cadb-156e-4c9a-99fc-6d2138739850" providerId="ADAL" clId="{2B50C6D2-8568-43B0-A1CD-E9860F9F381B}" dt="2024-09-12T04:05:26.299" v="10260" actId="478"/>
          <ac:picMkLst>
            <pc:docMk/>
            <pc:sldMk cId="3953153317" sldId="296"/>
            <ac:picMk id="7" creationId="{D6BD3A41-93A1-669D-EB9C-55BB1695B2C0}"/>
          </ac:picMkLst>
        </pc:picChg>
        <pc:picChg chg="del">
          <ac:chgData name="Bhowmik, Sayan" userId="2b51cadb-156e-4c9a-99fc-6d2138739850" providerId="ADAL" clId="{2B50C6D2-8568-43B0-A1CD-E9860F9F381B}" dt="2024-09-12T04:05:26.299" v="10260" actId="478"/>
          <ac:picMkLst>
            <pc:docMk/>
            <pc:sldMk cId="3953153317" sldId="296"/>
            <ac:picMk id="9" creationId="{45F1F362-35F4-BC20-F9B6-347A031BAB31}"/>
          </ac:picMkLst>
        </pc:picChg>
        <pc:picChg chg="del">
          <ac:chgData name="Bhowmik, Sayan" userId="2b51cadb-156e-4c9a-99fc-6d2138739850" providerId="ADAL" clId="{2B50C6D2-8568-43B0-A1CD-E9860F9F381B}" dt="2024-09-12T04:05:26.299" v="10260" actId="478"/>
          <ac:picMkLst>
            <pc:docMk/>
            <pc:sldMk cId="3953153317" sldId="296"/>
            <ac:picMk id="10" creationId="{EC4A888D-FC12-2CCB-B87F-B8B74D61DBCE}"/>
          </ac:picMkLst>
        </pc:picChg>
      </pc:sldChg>
      <pc:sldChg chg="modSp add mod">
        <pc:chgData name="Bhowmik, Sayan" userId="2b51cadb-156e-4c9a-99fc-6d2138739850" providerId="ADAL" clId="{2B50C6D2-8568-43B0-A1CD-E9860F9F381B}" dt="2024-09-13T02:42:16.322" v="10700" actId="20577"/>
        <pc:sldMkLst>
          <pc:docMk/>
          <pc:sldMk cId="3653671856" sldId="297"/>
        </pc:sldMkLst>
        <pc:spChg chg="mod">
          <ac:chgData name="Bhowmik, Sayan" userId="2b51cadb-156e-4c9a-99fc-6d2138739850" providerId="ADAL" clId="{2B50C6D2-8568-43B0-A1CD-E9860F9F381B}" dt="2024-09-13T02:42:16.322" v="10700" actId="20577"/>
          <ac:spMkLst>
            <pc:docMk/>
            <pc:sldMk cId="3653671856" sldId="297"/>
            <ac:spMk id="3" creationId="{1E16CF53-8BCD-4DFD-9D4D-94731DDCF8A5}"/>
          </ac:spMkLst>
        </pc:spChg>
      </pc:sldChg>
      <pc:sldMasterChg chg="addSp delSp modSp mod modSldLayout">
        <pc:chgData name="Bhowmik, Sayan" userId="2b51cadb-156e-4c9a-99fc-6d2138739850" providerId="ADAL" clId="{2B50C6D2-8568-43B0-A1CD-E9860F9F381B}" dt="2024-09-07T04:51:18.724" v="4104" actId="1038"/>
        <pc:sldMasterMkLst>
          <pc:docMk/>
          <pc:sldMasterMk cId="243162514" sldId="2147483648"/>
        </pc:sldMasterMkLst>
        <pc:picChg chg="add mod">
          <ac:chgData name="Bhowmik, Sayan" userId="2b51cadb-156e-4c9a-99fc-6d2138739850" providerId="ADAL" clId="{2B50C6D2-8568-43B0-A1CD-E9860F9F381B}" dt="2024-09-07T04:51:18.724" v="4104" actId="1038"/>
          <ac:picMkLst>
            <pc:docMk/>
            <pc:sldMasterMk cId="243162514" sldId="2147483648"/>
            <ac:picMk id="7" creationId="{BCA8FB59-6F20-3DE1-3D28-17B4FD060E19}"/>
          </ac:picMkLst>
        </pc:picChg>
        <pc:picChg chg="add del mod">
          <ac:chgData name="Bhowmik, Sayan" userId="2b51cadb-156e-4c9a-99fc-6d2138739850" providerId="ADAL" clId="{2B50C6D2-8568-43B0-A1CD-E9860F9F381B}" dt="2024-09-07T04:30:42.919" v="3703" actId="21"/>
          <ac:picMkLst>
            <pc:docMk/>
            <pc:sldMasterMk cId="243162514" sldId="2147483648"/>
            <ac:picMk id="8" creationId="{4C275718-EE2B-01EC-68BB-F348A6D98E3B}"/>
          </ac:picMkLst>
        </pc:picChg>
        <pc:sldLayoutChg chg="addSp delSp modSp mod">
          <pc:chgData name="Bhowmik, Sayan" userId="2b51cadb-156e-4c9a-99fc-6d2138739850" providerId="ADAL" clId="{2B50C6D2-8568-43B0-A1CD-E9860F9F381B}" dt="2024-09-07T04:31:03.671" v="3740" actId="1035"/>
          <pc:sldLayoutMkLst>
            <pc:docMk/>
            <pc:sldMasterMk cId="243162514" sldId="2147483648"/>
            <pc:sldLayoutMk cId="3560958533" sldId="2147483649"/>
          </pc:sldLayoutMkLst>
          <pc:picChg chg="add del mod">
            <ac:chgData name="Bhowmik, Sayan" userId="2b51cadb-156e-4c9a-99fc-6d2138739850" providerId="ADAL" clId="{2B50C6D2-8568-43B0-A1CD-E9860F9F381B}" dt="2024-09-07T04:30:03.904" v="3682" actId="478"/>
            <ac:picMkLst>
              <pc:docMk/>
              <pc:sldMasterMk cId="243162514" sldId="2147483648"/>
              <pc:sldLayoutMk cId="3560958533" sldId="2147483649"/>
              <ac:picMk id="8" creationId="{CEE988BE-11EA-D625-C039-74192646CD48}"/>
            </ac:picMkLst>
          </pc:picChg>
          <pc:picChg chg="add mod">
            <ac:chgData name="Bhowmik, Sayan" userId="2b51cadb-156e-4c9a-99fc-6d2138739850" providerId="ADAL" clId="{2B50C6D2-8568-43B0-A1CD-E9860F9F381B}" dt="2024-09-07T04:31:03.671" v="3740" actId="1035"/>
            <ac:picMkLst>
              <pc:docMk/>
              <pc:sldMasterMk cId="243162514" sldId="2147483648"/>
              <pc:sldLayoutMk cId="3560958533" sldId="2147483649"/>
              <ac:picMk id="9" creationId="{4C275718-EE2B-01EC-68BB-F348A6D98E3B}"/>
            </ac:picMkLst>
          </pc:picChg>
        </pc:sldLayoutChg>
        <pc:sldLayoutChg chg="modSp">
          <pc:chgData name="Bhowmik, Sayan" userId="2b51cadb-156e-4c9a-99fc-6d2138739850" providerId="ADAL" clId="{2B50C6D2-8568-43B0-A1CD-E9860F9F381B}" dt="2024-09-06T23:38:10.705" v="3" actId="735"/>
          <pc:sldLayoutMkLst>
            <pc:docMk/>
            <pc:sldMasterMk cId="243162514" sldId="2147483648"/>
            <pc:sldLayoutMk cId="3388117231" sldId="2147483654"/>
          </pc:sldLayoutMkLst>
        </pc:sldLayoutChg>
      </pc:sldMasterChg>
    </pc:docChg>
  </pc:docChgLst>
  <pc:docChgLst>
    <pc:chgData name="Bhowmik, Sayan" userId="2b51cadb-156e-4c9a-99fc-6d2138739850" providerId="ADAL" clId="{4B6C8080-E9D4-4EDA-80E6-3FAFCAB0B94F}"/>
    <pc:docChg chg="undo custSel addSld delSld modSld">
      <pc:chgData name="Bhowmik, Sayan" userId="2b51cadb-156e-4c9a-99fc-6d2138739850" providerId="ADAL" clId="{4B6C8080-E9D4-4EDA-80E6-3FAFCAB0B94F}" dt="2024-10-01T23:33:03.794" v="6568" actId="20577"/>
      <pc:docMkLst>
        <pc:docMk/>
      </pc:docMkLst>
      <pc:sldChg chg="del">
        <pc:chgData name="Bhowmik, Sayan" userId="2b51cadb-156e-4c9a-99fc-6d2138739850" providerId="ADAL" clId="{4B6C8080-E9D4-4EDA-80E6-3FAFCAB0B94F}" dt="2024-09-28T03:24:04.227" v="1159" actId="47"/>
        <pc:sldMkLst>
          <pc:docMk/>
          <pc:sldMk cId="1763616833" sldId="264"/>
        </pc:sldMkLst>
      </pc:sldChg>
      <pc:sldChg chg="modSp mod">
        <pc:chgData name="Bhowmik, Sayan" userId="2b51cadb-156e-4c9a-99fc-6d2138739850" providerId="ADAL" clId="{4B6C8080-E9D4-4EDA-80E6-3FAFCAB0B94F}" dt="2024-09-28T03:24:22.939" v="1203" actId="20577"/>
        <pc:sldMkLst>
          <pc:docMk/>
          <pc:sldMk cId="3953153317" sldId="296"/>
        </pc:sldMkLst>
        <pc:spChg chg="mod">
          <ac:chgData name="Bhowmik, Sayan" userId="2b51cadb-156e-4c9a-99fc-6d2138739850" providerId="ADAL" clId="{4B6C8080-E9D4-4EDA-80E6-3FAFCAB0B94F}" dt="2024-09-28T03:24:22.939" v="1203" actId="20577"/>
          <ac:spMkLst>
            <pc:docMk/>
            <pc:sldMk cId="3953153317" sldId="296"/>
            <ac:spMk id="3" creationId="{54B9CEDF-66F4-D04D-3CFA-2BFEA2B014E7}"/>
          </ac:spMkLst>
        </pc:spChg>
      </pc:sldChg>
      <pc:sldChg chg="del">
        <pc:chgData name="Bhowmik, Sayan" userId="2b51cadb-156e-4c9a-99fc-6d2138739850" providerId="ADAL" clId="{4B6C8080-E9D4-4EDA-80E6-3FAFCAB0B94F}" dt="2024-09-28T03:25:24.698" v="1204" actId="47"/>
        <pc:sldMkLst>
          <pc:docMk/>
          <pc:sldMk cId="3653671856" sldId="297"/>
        </pc:sldMkLst>
      </pc:sldChg>
      <pc:sldChg chg="del">
        <pc:chgData name="Bhowmik, Sayan" userId="2b51cadb-156e-4c9a-99fc-6d2138739850" providerId="ADAL" clId="{4B6C8080-E9D4-4EDA-80E6-3FAFCAB0B94F}" dt="2024-09-28T03:25:24.698" v="1204" actId="47"/>
        <pc:sldMkLst>
          <pc:docMk/>
          <pc:sldMk cId="1238487447" sldId="298"/>
        </pc:sldMkLst>
      </pc:sldChg>
      <pc:sldChg chg="del">
        <pc:chgData name="Bhowmik, Sayan" userId="2b51cadb-156e-4c9a-99fc-6d2138739850" providerId="ADAL" clId="{4B6C8080-E9D4-4EDA-80E6-3FAFCAB0B94F}" dt="2024-09-28T03:25:24.698" v="1204" actId="47"/>
        <pc:sldMkLst>
          <pc:docMk/>
          <pc:sldMk cId="2623716365" sldId="299"/>
        </pc:sldMkLst>
      </pc:sldChg>
      <pc:sldChg chg="del">
        <pc:chgData name="Bhowmik, Sayan" userId="2b51cadb-156e-4c9a-99fc-6d2138739850" providerId="ADAL" clId="{4B6C8080-E9D4-4EDA-80E6-3FAFCAB0B94F}" dt="2024-09-28T03:25:24.698" v="1204" actId="47"/>
        <pc:sldMkLst>
          <pc:docMk/>
          <pc:sldMk cId="2749834603" sldId="300"/>
        </pc:sldMkLst>
      </pc:sldChg>
      <pc:sldChg chg="modSp mod">
        <pc:chgData name="Bhowmik, Sayan" userId="2b51cadb-156e-4c9a-99fc-6d2138739850" providerId="ADAL" clId="{4B6C8080-E9D4-4EDA-80E6-3FAFCAB0B94F}" dt="2024-09-28T03:30:30.866" v="1294" actId="20577"/>
        <pc:sldMkLst>
          <pc:docMk/>
          <pc:sldMk cId="2810233673" sldId="301"/>
        </pc:sldMkLst>
        <pc:spChg chg="mod">
          <ac:chgData name="Bhowmik, Sayan" userId="2b51cadb-156e-4c9a-99fc-6d2138739850" providerId="ADAL" clId="{4B6C8080-E9D4-4EDA-80E6-3FAFCAB0B94F}" dt="2024-09-28T03:30:30.866" v="1294" actId="20577"/>
          <ac:spMkLst>
            <pc:docMk/>
            <pc:sldMk cId="2810233673" sldId="301"/>
            <ac:spMk id="3" creationId="{54B9CEDF-66F4-D04D-3CFA-2BFEA2B014E7}"/>
          </ac:spMkLst>
        </pc:spChg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4055682661" sldId="302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789896735" sldId="303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58650123" sldId="304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564023433" sldId="305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4032460336" sldId="306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289382614" sldId="307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325660095" sldId="308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1846625415" sldId="309"/>
        </pc:sldMkLst>
      </pc:sldChg>
      <pc:sldChg chg="addSp delSp modSp new mod modTransition modClrScheme modAnim chgLayout">
        <pc:chgData name="Bhowmik, Sayan" userId="2b51cadb-156e-4c9a-99fc-6d2138739850" providerId="ADAL" clId="{4B6C8080-E9D4-4EDA-80E6-3FAFCAB0B94F}" dt="2024-09-28T23:39:11.832" v="6196"/>
        <pc:sldMkLst>
          <pc:docMk/>
          <pc:sldMk cId="1992253919" sldId="310"/>
        </pc:sldMkLst>
        <pc:spChg chg="del mod ord">
          <ac:chgData name="Bhowmik, Sayan" userId="2b51cadb-156e-4c9a-99fc-6d2138739850" providerId="ADAL" clId="{4B6C8080-E9D4-4EDA-80E6-3FAFCAB0B94F}" dt="2024-09-28T01:12:56.605" v="1" actId="700"/>
          <ac:spMkLst>
            <pc:docMk/>
            <pc:sldMk cId="1992253919" sldId="310"/>
            <ac:spMk id="2" creationId="{B9307DAD-3278-F4E8-DDE4-95E2B89F4E9A}"/>
          </ac:spMkLst>
        </pc:spChg>
        <pc:spChg chg="del">
          <ac:chgData name="Bhowmik, Sayan" userId="2b51cadb-156e-4c9a-99fc-6d2138739850" providerId="ADAL" clId="{4B6C8080-E9D4-4EDA-80E6-3FAFCAB0B94F}" dt="2024-09-28T01:12:56.605" v="1" actId="700"/>
          <ac:spMkLst>
            <pc:docMk/>
            <pc:sldMk cId="1992253919" sldId="310"/>
            <ac:spMk id="3" creationId="{D5CF1A69-2168-E149-5260-18D5AB383271}"/>
          </ac:spMkLst>
        </pc:spChg>
        <pc:spChg chg="add mod ord">
          <ac:chgData name="Bhowmik, Sayan" userId="2b51cadb-156e-4c9a-99fc-6d2138739850" providerId="ADAL" clId="{4B6C8080-E9D4-4EDA-80E6-3FAFCAB0B94F}" dt="2024-09-28T01:58:14.178" v="7" actId="14100"/>
          <ac:spMkLst>
            <pc:docMk/>
            <pc:sldMk cId="1992253919" sldId="310"/>
            <ac:spMk id="4" creationId="{DDD0AA15-D1EB-55EC-D671-79C8B15034EE}"/>
          </ac:spMkLst>
        </pc:spChg>
        <pc:spChg chg="add mod">
          <ac:chgData name="Bhowmik, Sayan" userId="2b51cadb-156e-4c9a-99fc-6d2138739850" providerId="ADAL" clId="{4B6C8080-E9D4-4EDA-80E6-3FAFCAB0B94F}" dt="2024-09-28T01:58:51.422" v="8"/>
          <ac:spMkLst>
            <pc:docMk/>
            <pc:sldMk cId="1992253919" sldId="310"/>
            <ac:spMk id="5" creationId="{110AB8D9-25C1-E6D5-5614-EC94FAF645CB}"/>
          </ac:spMkLst>
        </pc:spChg>
        <pc:spChg chg="add mod">
          <ac:chgData name="Bhowmik, Sayan" userId="2b51cadb-156e-4c9a-99fc-6d2138739850" providerId="ADAL" clId="{4B6C8080-E9D4-4EDA-80E6-3FAFCAB0B94F}" dt="2024-09-28T01:58:51.422" v="8"/>
          <ac:spMkLst>
            <pc:docMk/>
            <pc:sldMk cId="1992253919" sldId="310"/>
            <ac:spMk id="6" creationId="{021015F1-BA35-E5D5-2C37-23F227916EB2}"/>
          </ac:spMkLst>
        </pc:spChg>
        <pc:spChg chg="add mod">
          <ac:chgData name="Bhowmik, Sayan" userId="2b51cadb-156e-4c9a-99fc-6d2138739850" providerId="ADAL" clId="{4B6C8080-E9D4-4EDA-80E6-3FAFCAB0B94F}" dt="2024-09-28T01:58:51.422" v="8"/>
          <ac:spMkLst>
            <pc:docMk/>
            <pc:sldMk cId="1992253919" sldId="310"/>
            <ac:spMk id="7" creationId="{8E3EF5A9-23BD-B066-5965-93DC1B4C8D7A}"/>
          </ac:spMkLst>
        </pc:spChg>
        <pc:spChg chg="add mod">
          <ac:chgData name="Bhowmik, Sayan" userId="2b51cadb-156e-4c9a-99fc-6d2138739850" providerId="ADAL" clId="{4B6C8080-E9D4-4EDA-80E6-3FAFCAB0B94F}" dt="2024-09-28T01:58:51.422" v="8"/>
          <ac:spMkLst>
            <pc:docMk/>
            <pc:sldMk cId="1992253919" sldId="310"/>
            <ac:spMk id="8" creationId="{1EEEF6F9-3919-61EE-3D86-790A142253B2}"/>
          </ac:spMkLst>
        </pc:spChg>
        <pc:spChg chg="add mod">
          <ac:chgData name="Bhowmik, Sayan" userId="2b51cadb-156e-4c9a-99fc-6d2138739850" providerId="ADAL" clId="{4B6C8080-E9D4-4EDA-80E6-3FAFCAB0B94F}" dt="2024-09-28T01:58:51.422" v="8"/>
          <ac:spMkLst>
            <pc:docMk/>
            <pc:sldMk cId="1992253919" sldId="310"/>
            <ac:spMk id="9" creationId="{0FD0EE6A-8086-7D93-BA6D-DA3005E0E227}"/>
          </ac:spMkLst>
        </pc:spChg>
        <pc:spChg chg="add mod">
          <ac:chgData name="Bhowmik, Sayan" userId="2b51cadb-156e-4c9a-99fc-6d2138739850" providerId="ADAL" clId="{4B6C8080-E9D4-4EDA-80E6-3FAFCAB0B94F}" dt="2024-09-28T02:01:21.128" v="120" actId="1037"/>
          <ac:spMkLst>
            <pc:docMk/>
            <pc:sldMk cId="1992253919" sldId="310"/>
            <ac:spMk id="10" creationId="{6A3A7C9D-3D75-0331-DD36-776FDD253893}"/>
          </ac:spMkLst>
        </pc:spChg>
        <pc:spChg chg="add mod">
          <ac:chgData name="Bhowmik, Sayan" userId="2b51cadb-156e-4c9a-99fc-6d2138739850" providerId="ADAL" clId="{4B6C8080-E9D4-4EDA-80E6-3FAFCAB0B94F}" dt="2024-09-28T02:01:32.295" v="123" actId="1036"/>
          <ac:spMkLst>
            <pc:docMk/>
            <pc:sldMk cId="1992253919" sldId="310"/>
            <ac:spMk id="11" creationId="{006D9A7F-87B3-747A-855C-A545DBF8D71E}"/>
          </ac:spMkLst>
        </pc:spChg>
        <pc:spChg chg="add mod">
          <ac:chgData name="Bhowmik, Sayan" userId="2b51cadb-156e-4c9a-99fc-6d2138739850" providerId="ADAL" clId="{4B6C8080-E9D4-4EDA-80E6-3FAFCAB0B94F}" dt="2024-09-28T03:01:58.501" v="620" actId="1036"/>
          <ac:spMkLst>
            <pc:docMk/>
            <pc:sldMk cId="1992253919" sldId="310"/>
            <ac:spMk id="13" creationId="{4797A884-A94E-C133-DE2D-53AD1ABB94C4}"/>
          </ac:spMkLst>
        </pc:spChg>
        <pc:spChg chg="add mod">
          <ac:chgData name="Bhowmik, Sayan" userId="2b51cadb-156e-4c9a-99fc-6d2138739850" providerId="ADAL" clId="{4B6C8080-E9D4-4EDA-80E6-3FAFCAB0B94F}" dt="2024-09-28T02:05:14.228" v="151" actId="1076"/>
          <ac:spMkLst>
            <pc:docMk/>
            <pc:sldMk cId="1992253919" sldId="310"/>
            <ac:spMk id="14" creationId="{CAC15D70-56B2-AC6F-374D-9CF854068209}"/>
          </ac:spMkLst>
        </pc:spChg>
        <pc:spChg chg="add mod">
          <ac:chgData name="Bhowmik, Sayan" userId="2b51cadb-156e-4c9a-99fc-6d2138739850" providerId="ADAL" clId="{4B6C8080-E9D4-4EDA-80E6-3FAFCAB0B94F}" dt="2024-09-28T13:37:27.661" v="2988" actId="1036"/>
          <ac:spMkLst>
            <pc:docMk/>
            <pc:sldMk cId="1992253919" sldId="310"/>
            <ac:spMk id="15" creationId="{280C463C-D5BB-CEEE-CE28-37E83ACC78E2}"/>
          </ac:spMkLst>
        </pc:spChg>
      </pc:sldChg>
      <pc:sldChg chg="addSp delSp modSp new mod modTransition modAnim">
        <pc:chgData name="Bhowmik, Sayan" userId="2b51cadb-156e-4c9a-99fc-6d2138739850" providerId="ADAL" clId="{4B6C8080-E9D4-4EDA-80E6-3FAFCAB0B94F}" dt="2024-10-01T23:23:40.654" v="6482"/>
        <pc:sldMkLst>
          <pc:docMk/>
          <pc:sldMk cId="2804919169" sldId="311"/>
        </pc:sldMkLst>
        <pc:spChg chg="mod">
          <ac:chgData name="Bhowmik, Sayan" userId="2b51cadb-156e-4c9a-99fc-6d2138739850" providerId="ADAL" clId="{4B6C8080-E9D4-4EDA-80E6-3FAFCAB0B94F}" dt="2024-09-28T12:20:18.482" v="1561" actId="1035"/>
          <ac:spMkLst>
            <pc:docMk/>
            <pc:sldMk cId="2804919169" sldId="311"/>
            <ac:spMk id="2" creationId="{02F7C840-3823-4453-B3D6-32444AD7BDC0}"/>
          </ac:spMkLst>
        </pc:spChg>
        <pc:spChg chg="add mod">
          <ac:chgData name="Bhowmik, Sayan" userId="2b51cadb-156e-4c9a-99fc-6d2138739850" providerId="ADAL" clId="{4B6C8080-E9D4-4EDA-80E6-3FAFCAB0B94F}" dt="2024-09-28T13:25:06.668" v="2823" actId="20577"/>
          <ac:spMkLst>
            <pc:docMk/>
            <pc:sldMk cId="2804919169" sldId="311"/>
            <ac:spMk id="3" creationId="{845FC06A-420F-C443-3272-733980D02BC1}"/>
          </ac:spMkLst>
        </pc:spChg>
        <pc:spChg chg="add mod">
          <ac:chgData name="Bhowmik, Sayan" userId="2b51cadb-156e-4c9a-99fc-6d2138739850" providerId="ADAL" clId="{4B6C8080-E9D4-4EDA-80E6-3FAFCAB0B94F}" dt="2024-09-28T12:20:37.006" v="1581" actId="1036"/>
          <ac:spMkLst>
            <pc:docMk/>
            <pc:sldMk cId="2804919169" sldId="311"/>
            <ac:spMk id="4" creationId="{EE977F10-A8E3-5B6F-E20A-07F02ECC5694}"/>
          </ac:spMkLst>
        </pc:spChg>
        <pc:spChg chg="add mod">
          <ac:chgData name="Bhowmik, Sayan" userId="2b51cadb-156e-4c9a-99fc-6d2138739850" providerId="ADAL" clId="{4B6C8080-E9D4-4EDA-80E6-3FAFCAB0B94F}" dt="2024-09-28T12:20:37.006" v="1581" actId="1036"/>
          <ac:spMkLst>
            <pc:docMk/>
            <pc:sldMk cId="2804919169" sldId="311"/>
            <ac:spMk id="5" creationId="{5A760285-C534-CE5F-4F3B-8CB912D47C01}"/>
          </ac:spMkLst>
        </pc:spChg>
        <pc:spChg chg="add del">
          <ac:chgData name="Bhowmik, Sayan" userId="2b51cadb-156e-4c9a-99fc-6d2138739850" providerId="ADAL" clId="{4B6C8080-E9D4-4EDA-80E6-3FAFCAB0B94F}" dt="2024-09-28T02:49:12.814" v="456" actId="478"/>
          <ac:spMkLst>
            <pc:docMk/>
            <pc:sldMk cId="2804919169" sldId="311"/>
            <ac:spMk id="6" creationId="{A2C3B9B2-6AA7-E4D8-B532-F54379603E6A}"/>
          </ac:spMkLst>
        </pc:spChg>
        <pc:spChg chg="add mod">
          <ac:chgData name="Bhowmik, Sayan" userId="2b51cadb-156e-4c9a-99fc-6d2138739850" providerId="ADAL" clId="{4B6C8080-E9D4-4EDA-80E6-3FAFCAB0B94F}" dt="2024-09-28T23:58:22.143" v="6419"/>
          <ac:spMkLst>
            <pc:docMk/>
            <pc:sldMk cId="2804919169" sldId="311"/>
            <ac:spMk id="6" creationId="{B6248B45-509D-9330-3E7C-0DBA75BC8D02}"/>
          </ac:spMkLst>
        </pc:spChg>
        <pc:spChg chg="add mod">
          <ac:chgData name="Bhowmik, Sayan" userId="2b51cadb-156e-4c9a-99fc-6d2138739850" providerId="ADAL" clId="{4B6C8080-E9D4-4EDA-80E6-3FAFCAB0B94F}" dt="2024-09-28T12:20:37.006" v="1581" actId="1036"/>
          <ac:spMkLst>
            <pc:docMk/>
            <pc:sldMk cId="2804919169" sldId="311"/>
            <ac:spMk id="7" creationId="{4CD1A89A-7375-A670-0FCB-60C3DBEACA5B}"/>
          </ac:spMkLst>
        </pc:spChg>
        <pc:spChg chg="add mod">
          <ac:chgData name="Bhowmik, Sayan" userId="2b51cadb-156e-4c9a-99fc-6d2138739850" providerId="ADAL" clId="{4B6C8080-E9D4-4EDA-80E6-3FAFCAB0B94F}" dt="2024-09-28T12:20:37.006" v="1581" actId="1036"/>
          <ac:spMkLst>
            <pc:docMk/>
            <pc:sldMk cId="2804919169" sldId="311"/>
            <ac:spMk id="8" creationId="{912BFB06-1160-50BD-C048-9640891E6486}"/>
          </ac:spMkLst>
        </pc:spChg>
        <pc:spChg chg="add mod">
          <ac:chgData name="Bhowmik, Sayan" userId="2b51cadb-156e-4c9a-99fc-6d2138739850" providerId="ADAL" clId="{4B6C8080-E9D4-4EDA-80E6-3FAFCAB0B94F}" dt="2024-09-28T12:20:37.006" v="1581" actId="1036"/>
          <ac:spMkLst>
            <pc:docMk/>
            <pc:sldMk cId="2804919169" sldId="311"/>
            <ac:spMk id="9" creationId="{F49DADF1-98A6-A5FC-3C6C-DAFBFAB76A54}"/>
          </ac:spMkLst>
        </pc:spChg>
        <pc:spChg chg="add mod">
          <ac:chgData name="Bhowmik, Sayan" userId="2b51cadb-156e-4c9a-99fc-6d2138739850" providerId="ADAL" clId="{4B6C8080-E9D4-4EDA-80E6-3FAFCAB0B94F}" dt="2024-09-28T12:19:23.018" v="1504" actId="1076"/>
          <ac:spMkLst>
            <pc:docMk/>
            <pc:sldMk cId="2804919169" sldId="311"/>
            <ac:spMk id="12" creationId="{3577F394-1C79-3ED5-3AC0-2A7111531562}"/>
          </ac:spMkLst>
        </pc:spChg>
        <pc:spChg chg="add mod">
          <ac:chgData name="Bhowmik, Sayan" userId="2b51cadb-156e-4c9a-99fc-6d2138739850" providerId="ADAL" clId="{4B6C8080-E9D4-4EDA-80E6-3FAFCAB0B94F}" dt="2024-09-28T12:16:07.962" v="1335" actId="1036"/>
          <ac:spMkLst>
            <pc:docMk/>
            <pc:sldMk cId="2804919169" sldId="311"/>
            <ac:spMk id="13" creationId="{79E52FDC-4C1B-D0FA-9308-A068991475A1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14" creationId="{2763B4B8-EDD2-7EF8-2410-ABBB70A54B34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15" creationId="{5A32E0CB-385F-C483-6AE4-B39B3EDE7B63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16" creationId="{221280BD-2C19-6DA8-307B-0268ADF9B3D8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17" creationId="{3AE9686B-84B1-0989-9A93-493ED51846F6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22" creationId="{7D8A0B7D-94CF-0AD9-B96F-20DBC6E8E33D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23" creationId="{B66688CA-1F36-82FB-76CE-E88C9F81ABB7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24" creationId="{498DC716-C06D-F2A9-F1C8-DAE34142A3EB}"/>
          </ac:spMkLst>
        </pc:spChg>
        <pc:spChg chg="add mod">
          <ac:chgData name="Bhowmik, Sayan" userId="2b51cadb-156e-4c9a-99fc-6d2138739850" providerId="ADAL" clId="{4B6C8080-E9D4-4EDA-80E6-3FAFCAB0B94F}" dt="2024-09-28T12:19:59.642" v="1547" actId="1038"/>
          <ac:spMkLst>
            <pc:docMk/>
            <pc:sldMk cId="2804919169" sldId="311"/>
            <ac:spMk id="25" creationId="{7D1E1982-672A-155A-CD38-E8BFC5DD2E2A}"/>
          </ac:spMkLst>
        </pc:spChg>
        <pc:spChg chg="add mod">
          <ac:chgData name="Bhowmik, Sayan" userId="2b51cadb-156e-4c9a-99fc-6d2138739850" providerId="ADAL" clId="{4B6C8080-E9D4-4EDA-80E6-3FAFCAB0B94F}" dt="2024-09-28T12:24:12.050" v="1645" actId="1076"/>
          <ac:spMkLst>
            <pc:docMk/>
            <pc:sldMk cId="2804919169" sldId="311"/>
            <ac:spMk id="28" creationId="{6673D62A-1761-31C1-D918-DAC59F175A97}"/>
          </ac:spMkLst>
        </pc:spChg>
        <pc:spChg chg="add mod">
          <ac:chgData name="Bhowmik, Sayan" userId="2b51cadb-156e-4c9a-99fc-6d2138739850" providerId="ADAL" clId="{4B6C8080-E9D4-4EDA-80E6-3FAFCAB0B94F}" dt="2024-09-28T12:24:15.638" v="1646" actId="1076"/>
          <ac:spMkLst>
            <pc:docMk/>
            <pc:sldMk cId="2804919169" sldId="311"/>
            <ac:spMk id="29" creationId="{6BF905BB-74C7-D778-419E-48D2A2C33337}"/>
          </ac:spMkLst>
        </pc:spChg>
        <pc:spChg chg="add mod">
          <ac:chgData name="Bhowmik, Sayan" userId="2b51cadb-156e-4c9a-99fc-6d2138739850" providerId="ADAL" clId="{4B6C8080-E9D4-4EDA-80E6-3FAFCAB0B94F}" dt="2024-10-01T23:23:40.654" v="6482"/>
          <ac:spMkLst>
            <pc:docMk/>
            <pc:sldMk cId="2804919169" sldId="311"/>
            <ac:spMk id="30" creationId="{AA1DA682-D67B-B512-712C-311CE7F26D5E}"/>
          </ac:spMkLst>
        </pc:spChg>
        <pc:spChg chg="add mod">
          <ac:chgData name="Bhowmik, Sayan" userId="2b51cadb-156e-4c9a-99fc-6d2138739850" providerId="ADAL" clId="{4B6C8080-E9D4-4EDA-80E6-3FAFCAB0B94F}" dt="2024-09-28T12:17:05.301" v="1388" actId="1035"/>
          <ac:spMkLst>
            <pc:docMk/>
            <pc:sldMk cId="2804919169" sldId="311"/>
            <ac:spMk id="31" creationId="{0B2D143E-1C11-9EDA-8B54-D5823FB37938}"/>
          </ac:spMkLst>
        </pc:spChg>
        <pc:spChg chg="add mod">
          <ac:chgData name="Bhowmik, Sayan" userId="2b51cadb-156e-4c9a-99fc-6d2138739850" providerId="ADAL" clId="{4B6C8080-E9D4-4EDA-80E6-3FAFCAB0B94F}" dt="2024-09-28T12:17:05.301" v="1388" actId="1035"/>
          <ac:spMkLst>
            <pc:docMk/>
            <pc:sldMk cId="2804919169" sldId="311"/>
            <ac:spMk id="32" creationId="{D509F3D1-D173-4063-9F89-AC02245BA3E6}"/>
          </ac:spMkLst>
        </pc:spChg>
        <pc:spChg chg="add mod">
          <ac:chgData name="Bhowmik, Sayan" userId="2b51cadb-156e-4c9a-99fc-6d2138739850" providerId="ADAL" clId="{4B6C8080-E9D4-4EDA-80E6-3FAFCAB0B94F}" dt="2024-09-28T12:17:05.301" v="1388" actId="1035"/>
          <ac:spMkLst>
            <pc:docMk/>
            <pc:sldMk cId="2804919169" sldId="311"/>
            <ac:spMk id="33" creationId="{89FBE7C2-D8C7-5EB9-5B78-CF1DD1844C36}"/>
          </ac:spMkLst>
        </pc:spChg>
        <pc:spChg chg="add mod">
          <ac:chgData name="Bhowmik, Sayan" userId="2b51cadb-156e-4c9a-99fc-6d2138739850" providerId="ADAL" clId="{4B6C8080-E9D4-4EDA-80E6-3FAFCAB0B94F}" dt="2024-09-28T12:21:52.431" v="1615" actId="1076"/>
          <ac:spMkLst>
            <pc:docMk/>
            <pc:sldMk cId="2804919169" sldId="311"/>
            <ac:spMk id="46" creationId="{473E2DDC-641A-A4A9-D83F-F6BE880DBF03}"/>
          </ac:spMkLst>
        </pc:spChg>
        <pc:spChg chg="add mod">
          <ac:chgData name="Bhowmik, Sayan" userId="2b51cadb-156e-4c9a-99fc-6d2138739850" providerId="ADAL" clId="{4B6C8080-E9D4-4EDA-80E6-3FAFCAB0B94F}" dt="2024-09-28T12:22:08.287" v="1644" actId="20577"/>
          <ac:spMkLst>
            <pc:docMk/>
            <pc:sldMk cId="2804919169" sldId="311"/>
            <ac:spMk id="47" creationId="{47A14463-E3B9-52AB-2D36-A878FD0DBC93}"/>
          </ac:spMkLst>
        </pc:spChg>
        <pc:picChg chg="add mod">
          <ac:chgData name="Bhowmik, Sayan" userId="2b51cadb-156e-4c9a-99fc-6d2138739850" providerId="ADAL" clId="{4B6C8080-E9D4-4EDA-80E6-3FAFCAB0B94F}" dt="2024-09-28T12:21:17.031" v="1593" actId="1076"/>
          <ac:picMkLst>
            <pc:docMk/>
            <pc:sldMk cId="2804919169" sldId="311"/>
            <ac:picMk id="20" creationId="{BFD97F0B-6A37-6708-7943-74C348F126F7}"/>
          </ac:picMkLst>
        </pc:picChg>
        <pc:picChg chg="add mod">
          <ac:chgData name="Bhowmik, Sayan" userId="2b51cadb-156e-4c9a-99fc-6d2138739850" providerId="ADAL" clId="{4B6C8080-E9D4-4EDA-80E6-3FAFCAB0B94F}" dt="2024-09-28T12:21:20.427" v="1594" actId="1076"/>
          <ac:picMkLst>
            <pc:docMk/>
            <pc:sldMk cId="2804919169" sldId="311"/>
            <ac:picMk id="45" creationId="{C0733E8E-52D4-A4D2-587E-478A2E149A6A}"/>
          </ac:picMkLst>
        </pc:picChg>
        <pc:cxnChg chg="add mod">
          <ac:chgData name="Bhowmik, Sayan" userId="2b51cadb-156e-4c9a-99fc-6d2138739850" providerId="ADAL" clId="{4B6C8080-E9D4-4EDA-80E6-3FAFCAB0B94F}" dt="2024-09-28T12:17:22.348" v="1390" actId="208"/>
          <ac:cxnSpMkLst>
            <pc:docMk/>
            <pc:sldMk cId="2804919169" sldId="311"/>
            <ac:cxnSpMk id="10" creationId="{99096924-23D3-4D89-CECF-75D3EA65BA00}"/>
          </ac:cxnSpMkLst>
        </pc:cxnChg>
        <pc:cxnChg chg="add mod">
          <ac:chgData name="Bhowmik, Sayan" userId="2b51cadb-156e-4c9a-99fc-6d2138739850" providerId="ADAL" clId="{4B6C8080-E9D4-4EDA-80E6-3FAFCAB0B94F}" dt="2024-09-28T12:20:37.006" v="1581" actId="1036"/>
          <ac:cxnSpMkLst>
            <pc:docMk/>
            <pc:sldMk cId="2804919169" sldId="311"/>
            <ac:cxnSpMk id="11" creationId="{583E0DCB-9445-C8B1-042F-DA82BDECF32D}"/>
          </ac:cxnSpMkLst>
        </pc:cxnChg>
        <pc:cxnChg chg="add mod">
          <ac:chgData name="Bhowmik, Sayan" userId="2b51cadb-156e-4c9a-99fc-6d2138739850" providerId="ADAL" clId="{4B6C8080-E9D4-4EDA-80E6-3FAFCAB0B94F}" dt="2024-09-28T12:19:33.883" v="1528" actId="1036"/>
          <ac:cxnSpMkLst>
            <pc:docMk/>
            <pc:sldMk cId="2804919169" sldId="311"/>
            <ac:cxnSpMk id="19" creationId="{52B2DBFC-BA87-1F63-83C6-D7F544D72A40}"/>
          </ac:cxnSpMkLst>
        </pc:cxnChg>
        <pc:cxnChg chg="add mod">
          <ac:chgData name="Bhowmik, Sayan" userId="2b51cadb-156e-4c9a-99fc-6d2138739850" providerId="ADAL" clId="{4B6C8080-E9D4-4EDA-80E6-3FAFCAB0B94F}" dt="2024-09-28T12:19:33.883" v="1528" actId="1036"/>
          <ac:cxnSpMkLst>
            <pc:docMk/>
            <pc:sldMk cId="2804919169" sldId="311"/>
            <ac:cxnSpMk id="21" creationId="{F8DEF17D-3BC5-4028-0D61-2B14F5652B2C}"/>
          </ac:cxnSpMkLst>
        </pc:cxnChg>
        <pc:cxnChg chg="add mod">
          <ac:chgData name="Bhowmik, Sayan" userId="2b51cadb-156e-4c9a-99fc-6d2138739850" providerId="ADAL" clId="{4B6C8080-E9D4-4EDA-80E6-3FAFCAB0B94F}" dt="2024-09-28T12:19:33.883" v="1528" actId="1036"/>
          <ac:cxnSpMkLst>
            <pc:docMk/>
            <pc:sldMk cId="2804919169" sldId="311"/>
            <ac:cxnSpMk id="26" creationId="{D4ECE1CA-8551-4DDE-8C19-FF50AF3BF8A6}"/>
          </ac:cxnSpMkLst>
        </pc:cxnChg>
        <pc:cxnChg chg="add mod">
          <ac:chgData name="Bhowmik, Sayan" userId="2b51cadb-156e-4c9a-99fc-6d2138739850" providerId="ADAL" clId="{4B6C8080-E9D4-4EDA-80E6-3FAFCAB0B94F}" dt="2024-09-28T12:19:59.642" v="1547" actId="1038"/>
          <ac:cxnSpMkLst>
            <pc:docMk/>
            <pc:sldMk cId="2804919169" sldId="311"/>
            <ac:cxnSpMk id="27" creationId="{ADCAFF55-E236-F0D6-FC3C-19EA0C4BC6FF}"/>
          </ac:cxnSpMkLst>
        </pc:cxnChg>
        <pc:cxnChg chg="add mod">
          <ac:chgData name="Bhowmik, Sayan" userId="2b51cadb-156e-4c9a-99fc-6d2138739850" providerId="ADAL" clId="{4B6C8080-E9D4-4EDA-80E6-3FAFCAB0B94F}" dt="2024-09-28T12:17:05.301" v="1388" actId="1035"/>
          <ac:cxnSpMkLst>
            <pc:docMk/>
            <pc:sldMk cId="2804919169" sldId="311"/>
            <ac:cxnSpMk id="34" creationId="{DD68D55F-E163-F4BE-90A1-26A1A50D8993}"/>
          </ac:cxnSpMkLst>
        </pc:cxnChg>
      </pc:sldChg>
      <pc:sldChg chg="addSp delSp modSp new mod modTransition modClrScheme modAnim chgLayout">
        <pc:chgData name="Bhowmik, Sayan" userId="2b51cadb-156e-4c9a-99fc-6d2138739850" providerId="ADAL" clId="{4B6C8080-E9D4-4EDA-80E6-3FAFCAB0B94F}" dt="2024-09-29T00:47:55.178" v="6478" actId="20577"/>
        <pc:sldMkLst>
          <pc:docMk/>
          <pc:sldMk cId="2480381891" sldId="312"/>
        </pc:sldMkLst>
        <pc:spChg chg="del mod ord">
          <ac:chgData name="Bhowmik, Sayan" userId="2b51cadb-156e-4c9a-99fc-6d2138739850" providerId="ADAL" clId="{4B6C8080-E9D4-4EDA-80E6-3FAFCAB0B94F}" dt="2024-09-28T12:25:29.997" v="1648" actId="700"/>
          <ac:spMkLst>
            <pc:docMk/>
            <pc:sldMk cId="2480381891" sldId="312"/>
            <ac:spMk id="2" creationId="{77FF5808-FEF7-0DD1-98C5-45A771651EF7}"/>
          </ac:spMkLst>
        </pc:spChg>
        <pc:spChg chg="add mod">
          <ac:chgData name="Bhowmik, Sayan" userId="2b51cadb-156e-4c9a-99fc-6d2138739850" providerId="ADAL" clId="{4B6C8080-E9D4-4EDA-80E6-3FAFCAB0B94F}" dt="2024-09-28T23:58:26.234" v="6420"/>
          <ac:spMkLst>
            <pc:docMk/>
            <pc:sldMk cId="2480381891" sldId="312"/>
            <ac:spMk id="2" creationId="{D274D438-D335-7635-18BB-2D0D3838C7D1}"/>
          </ac:spMkLst>
        </pc:spChg>
        <pc:spChg chg="del">
          <ac:chgData name="Bhowmik, Sayan" userId="2b51cadb-156e-4c9a-99fc-6d2138739850" providerId="ADAL" clId="{4B6C8080-E9D4-4EDA-80E6-3FAFCAB0B94F}" dt="2024-09-28T12:25:29.997" v="1648" actId="700"/>
          <ac:spMkLst>
            <pc:docMk/>
            <pc:sldMk cId="2480381891" sldId="312"/>
            <ac:spMk id="3" creationId="{4BB874B3-2A41-7B39-66A4-B533F316CB9F}"/>
          </ac:spMkLst>
        </pc:spChg>
        <pc:spChg chg="add mod ord">
          <ac:chgData name="Bhowmik, Sayan" userId="2b51cadb-156e-4c9a-99fc-6d2138739850" providerId="ADAL" clId="{4B6C8080-E9D4-4EDA-80E6-3FAFCAB0B94F}" dt="2024-09-28T12:28:20.541" v="1691" actId="27636"/>
          <ac:spMkLst>
            <pc:docMk/>
            <pc:sldMk cId="2480381891" sldId="312"/>
            <ac:spMk id="4" creationId="{27853FE4-B5D3-C595-DD8D-1821D7CB8F5B}"/>
          </ac:spMkLst>
        </pc:spChg>
        <pc:spChg chg="add mod">
          <ac:chgData name="Bhowmik, Sayan" userId="2b51cadb-156e-4c9a-99fc-6d2138739850" providerId="ADAL" clId="{4B6C8080-E9D4-4EDA-80E6-3FAFCAB0B94F}" dt="2024-09-28T13:25:16.838" v="2826"/>
          <ac:spMkLst>
            <pc:docMk/>
            <pc:sldMk cId="2480381891" sldId="312"/>
            <ac:spMk id="6" creationId="{20922B42-F04D-7CBC-D671-7538A35381C3}"/>
          </ac:spMkLst>
        </pc:spChg>
        <pc:spChg chg="add mod">
          <ac:chgData name="Bhowmik, Sayan" userId="2b51cadb-156e-4c9a-99fc-6d2138739850" providerId="ADAL" clId="{4B6C8080-E9D4-4EDA-80E6-3FAFCAB0B94F}" dt="2024-09-28T12:33:40.500" v="1753" actId="1038"/>
          <ac:spMkLst>
            <pc:docMk/>
            <pc:sldMk cId="2480381891" sldId="312"/>
            <ac:spMk id="7" creationId="{5E888C0F-C5F1-74C3-9957-94EA3FDAAB29}"/>
          </ac:spMkLst>
        </pc:spChg>
        <pc:spChg chg="add mod">
          <ac:chgData name="Bhowmik, Sayan" userId="2b51cadb-156e-4c9a-99fc-6d2138739850" providerId="ADAL" clId="{4B6C8080-E9D4-4EDA-80E6-3FAFCAB0B94F}" dt="2024-09-28T12:33:40.500" v="1753" actId="1038"/>
          <ac:spMkLst>
            <pc:docMk/>
            <pc:sldMk cId="2480381891" sldId="312"/>
            <ac:spMk id="8" creationId="{06B69570-F6F5-B035-1F85-42CCE9E879D5}"/>
          </ac:spMkLst>
        </pc:spChg>
        <pc:spChg chg="add mod">
          <ac:chgData name="Bhowmik, Sayan" userId="2b51cadb-156e-4c9a-99fc-6d2138739850" providerId="ADAL" clId="{4B6C8080-E9D4-4EDA-80E6-3FAFCAB0B94F}" dt="2024-09-28T12:33:40.500" v="1753" actId="1038"/>
          <ac:spMkLst>
            <pc:docMk/>
            <pc:sldMk cId="2480381891" sldId="312"/>
            <ac:spMk id="9" creationId="{468C1F93-6BDE-5646-C152-3DCC4DCD9047}"/>
          </ac:spMkLst>
        </pc:spChg>
        <pc:spChg chg="add mod">
          <ac:chgData name="Bhowmik, Sayan" userId="2b51cadb-156e-4c9a-99fc-6d2138739850" providerId="ADAL" clId="{4B6C8080-E9D4-4EDA-80E6-3FAFCAB0B94F}" dt="2024-09-29T00:47:55.178" v="6478" actId="20577"/>
          <ac:spMkLst>
            <pc:docMk/>
            <pc:sldMk cId="2480381891" sldId="312"/>
            <ac:spMk id="11" creationId="{9133A6CA-93AB-FCD9-B374-1A0BC529A1D8}"/>
          </ac:spMkLst>
        </pc:spChg>
        <pc:spChg chg="add mod">
          <ac:chgData name="Bhowmik, Sayan" userId="2b51cadb-156e-4c9a-99fc-6d2138739850" providerId="ADAL" clId="{4B6C8080-E9D4-4EDA-80E6-3FAFCAB0B94F}" dt="2024-09-28T13:25:34.938" v="2835"/>
          <ac:spMkLst>
            <pc:docMk/>
            <pc:sldMk cId="2480381891" sldId="312"/>
            <ac:spMk id="12" creationId="{D5EDAC55-BB26-FCCB-23AF-EDFD1F50CBCA}"/>
          </ac:spMkLst>
        </pc:spChg>
        <pc:spChg chg="add mod">
          <ac:chgData name="Bhowmik, Sayan" userId="2b51cadb-156e-4c9a-99fc-6d2138739850" providerId="ADAL" clId="{4B6C8080-E9D4-4EDA-80E6-3FAFCAB0B94F}" dt="2024-09-28T12:42:19.335" v="2101" actId="1035"/>
          <ac:spMkLst>
            <pc:docMk/>
            <pc:sldMk cId="2480381891" sldId="312"/>
            <ac:spMk id="13" creationId="{B5B0E6CD-CD6E-8881-647B-43A7B2C91DF8}"/>
          </ac:spMkLst>
        </pc:spChg>
        <pc:spChg chg="add mod">
          <ac:chgData name="Bhowmik, Sayan" userId="2b51cadb-156e-4c9a-99fc-6d2138739850" providerId="ADAL" clId="{4B6C8080-E9D4-4EDA-80E6-3FAFCAB0B94F}" dt="2024-09-28T12:42:19.335" v="2101" actId="1035"/>
          <ac:spMkLst>
            <pc:docMk/>
            <pc:sldMk cId="2480381891" sldId="312"/>
            <ac:spMk id="14" creationId="{3FE50A62-2C5C-F03C-C90D-4DA008C35793}"/>
          </ac:spMkLst>
        </pc:spChg>
        <pc:spChg chg="add mod">
          <ac:chgData name="Bhowmik, Sayan" userId="2b51cadb-156e-4c9a-99fc-6d2138739850" providerId="ADAL" clId="{4B6C8080-E9D4-4EDA-80E6-3FAFCAB0B94F}" dt="2024-09-28T12:43:16.311" v="2133" actId="1582"/>
          <ac:spMkLst>
            <pc:docMk/>
            <pc:sldMk cId="2480381891" sldId="312"/>
            <ac:spMk id="15" creationId="{CB9001F4-30A5-A8F1-EA43-BCE58B9BEF7A}"/>
          </ac:spMkLst>
        </pc:spChg>
        <pc:spChg chg="add mod">
          <ac:chgData name="Bhowmik, Sayan" userId="2b51cadb-156e-4c9a-99fc-6d2138739850" providerId="ADAL" clId="{4B6C8080-E9D4-4EDA-80E6-3FAFCAB0B94F}" dt="2024-09-28T12:47:17.478" v="2462" actId="1036"/>
          <ac:spMkLst>
            <pc:docMk/>
            <pc:sldMk cId="2480381891" sldId="312"/>
            <ac:spMk id="19" creationId="{5DE31471-0C9E-0006-F2AC-1D08F35F7040}"/>
          </ac:spMkLst>
        </pc:spChg>
        <pc:cxnChg chg="add mod">
          <ac:chgData name="Bhowmik, Sayan" userId="2b51cadb-156e-4c9a-99fc-6d2138739850" providerId="ADAL" clId="{4B6C8080-E9D4-4EDA-80E6-3FAFCAB0B94F}" dt="2024-09-28T12:33:40.500" v="1753" actId="1038"/>
          <ac:cxnSpMkLst>
            <pc:docMk/>
            <pc:sldMk cId="2480381891" sldId="312"/>
            <ac:cxnSpMk id="10" creationId="{11460A0E-FCB9-5A3F-14A7-2CEA930B3BF7}"/>
          </ac:cxnSpMkLst>
        </pc:cxnChg>
        <pc:cxnChg chg="add mod">
          <ac:chgData name="Bhowmik, Sayan" userId="2b51cadb-156e-4c9a-99fc-6d2138739850" providerId="ADAL" clId="{4B6C8080-E9D4-4EDA-80E6-3FAFCAB0B94F}" dt="2024-09-28T12:42:55.684" v="2131" actId="14100"/>
          <ac:cxnSpMkLst>
            <pc:docMk/>
            <pc:sldMk cId="2480381891" sldId="312"/>
            <ac:cxnSpMk id="16" creationId="{BB84AE93-4144-5C20-E6F2-223888FDEFB8}"/>
          </ac:cxnSpMkLst>
        </pc:cxnChg>
      </pc:sldChg>
      <pc:sldChg chg="addSp modSp new mod modAnim">
        <pc:chgData name="Bhowmik, Sayan" userId="2b51cadb-156e-4c9a-99fc-6d2138739850" providerId="ADAL" clId="{4B6C8080-E9D4-4EDA-80E6-3FAFCAB0B94F}" dt="2024-10-01T23:33:03.794" v="6568" actId="20577"/>
        <pc:sldMkLst>
          <pc:docMk/>
          <pc:sldMk cId="2787355871" sldId="313"/>
        </pc:sldMkLst>
        <pc:spChg chg="mod">
          <ac:chgData name="Bhowmik, Sayan" userId="2b51cadb-156e-4c9a-99fc-6d2138739850" providerId="ADAL" clId="{4B6C8080-E9D4-4EDA-80E6-3FAFCAB0B94F}" dt="2024-09-28T12:51:57.860" v="2529" actId="14100"/>
          <ac:spMkLst>
            <pc:docMk/>
            <pc:sldMk cId="2787355871" sldId="313"/>
            <ac:spMk id="2" creationId="{C457F032-F5B8-C29D-1A9F-49F45F4AC70D}"/>
          </ac:spMkLst>
        </pc:spChg>
        <pc:spChg chg="add mod">
          <ac:chgData name="Bhowmik, Sayan" userId="2b51cadb-156e-4c9a-99fc-6d2138739850" providerId="ADAL" clId="{4B6C8080-E9D4-4EDA-80E6-3FAFCAB0B94F}" dt="2024-09-28T13:50:57.005" v="3371" actId="1035"/>
          <ac:spMkLst>
            <pc:docMk/>
            <pc:sldMk cId="2787355871" sldId="313"/>
            <ac:spMk id="3" creationId="{2589C6A8-EA46-0188-17C7-FBFC50E46002}"/>
          </ac:spMkLst>
        </pc:spChg>
        <pc:spChg chg="add mod">
          <ac:chgData name="Bhowmik, Sayan" userId="2b51cadb-156e-4c9a-99fc-6d2138739850" providerId="ADAL" clId="{4B6C8080-E9D4-4EDA-80E6-3FAFCAB0B94F}" dt="2024-09-28T13:50:57.005" v="3371" actId="1035"/>
          <ac:spMkLst>
            <pc:docMk/>
            <pc:sldMk cId="2787355871" sldId="313"/>
            <ac:spMk id="4" creationId="{12A5082C-CAB4-A1D5-DA41-200BF6B91CEE}"/>
          </ac:spMkLst>
        </pc:spChg>
        <pc:spChg chg="add mod">
          <ac:chgData name="Bhowmik, Sayan" userId="2b51cadb-156e-4c9a-99fc-6d2138739850" providerId="ADAL" clId="{4B6C8080-E9D4-4EDA-80E6-3FAFCAB0B94F}" dt="2024-09-28T13:50:57.005" v="3371" actId="1035"/>
          <ac:spMkLst>
            <pc:docMk/>
            <pc:sldMk cId="2787355871" sldId="313"/>
            <ac:spMk id="5" creationId="{F990D659-39BE-5F60-4077-CB0EBCBC780D}"/>
          </ac:spMkLst>
        </pc:spChg>
        <pc:spChg chg="add mod">
          <ac:chgData name="Bhowmik, Sayan" userId="2b51cadb-156e-4c9a-99fc-6d2138739850" providerId="ADAL" clId="{4B6C8080-E9D4-4EDA-80E6-3FAFCAB0B94F}" dt="2024-09-28T13:53:19.027" v="3540" actId="1035"/>
          <ac:spMkLst>
            <pc:docMk/>
            <pc:sldMk cId="2787355871" sldId="313"/>
            <ac:spMk id="6" creationId="{3B87E26D-8D08-6FA4-4CD7-D4D3D3CE0FAF}"/>
          </ac:spMkLst>
        </pc:spChg>
        <pc:spChg chg="add mod">
          <ac:chgData name="Bhowmik, Sayan" userId="2b51cadb-156e-4c9a-99fc-6d2138739850" providerId="ADAL" clId="{4B6C8080-E9D4-4EDA-80E6-3FAFCAB0B94F}" dt="2024-09-28T23:43:51.593" v="6210" actId="20577"/>
          <ac:spMkLst>
            <pc:docMk/>
            <pc:sldMk cId="2787355871" sldId="313"/>
            <ac:spMk id="7" creationId="{6527C2E4-98DD-DD88-D9FB-0F4A934F8DA2}"/>
          </ac:spMkLst>
        </pc:spChg>
        <pc:spChg chg="add mod">
          <ac:chgData name="Bhowmik, Sayan" userId="2b51cadb-156e-4c9a-99fc-6d2138739850" providerId="ADAL" clId="{4B6C8080-E9D4-4EDA-80E6-3FAFCAB0B94F}" dt="2024-09-28T13:50:57.005" v="3371" actId="1035"/>
          <ac:spMkLst>
            <pc:docMk/>
            <pc:sldMk cId="2787355871" sldId="313"/>
            <ac:spMk id="8" creationId="{19CFD0C0-F331-F2BB-60A7-33756416DF0E}"/>
          </ac:spMkLst>
        </pc:spChg>
        <pc:spChg chg="add mod">
          <ac:chgData name="Bhowmik, Sayan" userId="2b51cadb-156e-4c9a-99fc-6d2138739850" providerId="ADAL" clId="{4B6C8080-E9D4-4EDA-80E6-3FAFCAB0B94F}" dt="2024-09-28T13:51:15.138" v="3450" actId="1035"/>
          <ac:spMkLst>
            <pc:docMk/>
            <pc:sldMk cId="2787355871" sldId="313"/>
            <ac:spMk id="9" creationId="{BA68F70F-F214-3FBB-386F-2F626CDF52C3}"/>
          </ac:spMkLst>
        </pc:spChg>
        <pc:spChg chg="add mod">
          <ac:chgData name="Bhowmik, Sayan" userId="2b51cadb-156e-4c9a-99fc-6d2138739850" providerId="ADAL" clId="{4B6C8080-E9D4-4EDA-80E6-3FAFCAB0B94F}" dt="2024-09-28T13:51:15.138" v="3450" actId="1035"/>
          <ac:spMkLst>
            <pc:docMk/>
            <pc:sldMk cId="2787355871" sldId="313"/>
            <ac:spMk id="10" creationId="{1D12EC61-1C0F-2065-49B1-CB6CD062A223}"/>
          </ac:spMkLst>
        </pc:spChg>
        <pc:spChg chg="add mod">
          <ac:chgData name="Bhowmik, Sayan" userId="2b51cadb-156e-4c9a-99fc-6d2138739850" providerId="ADAL" clId="{4B6C8080-E9D4-4EDA-80E6-3FAFCAB0B94F}" dt="2024-10-01T23:33:03.794" v="6568" actId="20577"/>
          <ac:spMkLst>
            <pc:docMk/>
            <pc:sldMk cId="2787355871" sldId="313"/>
            <ac:spMk id="11" creationId="{01D96DF2-81B2-CFD3-B4BD-52D69144447D}"/>
          </ac:spMkLst>
        </pc:spChg>
        <pc:spChg chg="add mod">
          <ac:chgData name="Bhowmik, Sayan" userId="2b51cadb-156e-4c9a-99fc-6d2138739850" providerId="ADAL" clId="{4B6C8080-E9D4-4EDA-80E6-3FAFCAB0B94F}" dt="2024-09-28T13:51:51.628" v="3524" actId="1038"/>
          <ac:spMkLst>
            <pc:docMk/>
            <pc:sldMk cId="2787355871" sldId="313"/>
            <ac:spMk id="12" creationId="{4815919F-6115-8B49-293B-2D91047AA000}"/>
          </ac:spMkLst>
        </pc:spChg>
        <pc:spChg chg="add mod">
          <ac:chgData name="Bhowmik, Sayan" userId="2b51cadb-156e-4c9a-99fc-6d2138739850" providerId="ADAL" clId="{4B6C8080-E9D4-4EDA-80E6-3FAFCAB0B94F}" dt="2024-09-28T13:55:37.204" v="3593" actId="1076"/>
          <ac:spMkLst>
            <pc:docMk/>
            <pc:sldMk cId="2787355871" sldId="313"/>
            <ac:spMk id="13" creationId="{5EC5A743-122E-9DA4-D84B-CA8DBE74C101}"/>
          </ac:spMkLst>
        </pc:spChg>
        <pc:spChg chg="add mod">
          <ac:chgData name="Bhowmik, Sayan" userId="2b51cadb-156e-4c9a-99fc-6d2138739850" providerId="ADAL" clId="{4B6C8080-E9D4-4EDA-80E6-3FAFCAB0B94F}" dt="2024-10-01T23:24:15.071" v="6532" actId="20577"/>
          <ac:spMkLst>
            <pc:docMk/>
            <pc:sldMk cId="2787355871" sldId="313"/>
            <ac:spMk id="14" creationId="{C9FDDC41-6E88-E3F3-A127-539C4B98174D}"/>
          </ac:spMkLst>
        </pc:spChg>
        <pc:spChg chg="add mod">
          <ac:chgData name="Bhowmik, Sayan" userId="2b51cadb-156e-4c9a-99fc-6d2138739850" providerId="ADAL" clId="{4B6C8080-E9D4-4EDA-80E6-3FAFCAB0B94F}" dt="2024-09-28T23:58:29.798" v="6421"/>
          <ac:spMkLst>
            <pc:docMk/>
            <pc:sldMk cId="2787355871" sldId="313"/>
            <ac:spMk id="15" creationId="{D8DFBA13-27CD-A804-420B-83845368CC4A}"/>
          </ac:spMkLst>
        </pc:spChg>
      </pc:sldChg>
      <pc:sldChg chg="modSp add mod">
        <pc:chgData name="Bhowmik, Sayan" userId="2b51cadb-156e-4c9a-99fc-6d2138739850" providerId="ADAL" clId="{4B6C8080-E9D4-4EDA-80E6-3FAFCAB0B94F}" dt="2024-09-28T14:05:27.946" v="4081" actId="20577"/>
        <pc:sldMkLst>
          <pc:docMk/>
          <pc:sldMk cId="3239628745" sldId="314"/>
        </pc:sldMkLst>
        <pc:spChg chg="mod">
          <ac:chgData name="Bhowmik, Sayan" userId="2b51cadb-156e-4c9a-99fc-6d2138739850" providerId="ADAL" clId="{4B6C8080-E9D4-4EDA-80E6-3FAFCAB0B94F}" dt="2024-09-28T14:05:27.946" v="4081" actId="20577"/>
          <ac:spMkLst>
            <pc:docMk/>
            <pc:sldMk cId="3239628745" sldId="314"/>
            <ac:spMk id="3" creationId="{54B9CEDF-66F4-D04D-3CFA-2BFEA2B014E7}"/>
          </ac:spMkLst>
        </pc:spChg>
      </pc:sldChg>
      <pc:sldChg chg="addSp delSp modSp new mod modTransition modClrScheme modAnim chgLayout">
        <pc:chgData name="Bhowmik, Sayan" userId="2b51cadb-156e-4c9a-99fc-6d2138739850" providerId="ADAL" clId="{4B6C8080-E9D4-4EDA-80E6-3FAFCAB0B94F}" dt="2024-10-01T23:26:43.789" v="6551"/>
        <pc:sldMkLst>
          <pc:docMk/>
          <pc:sldMk cId="2287939612" sldId="315"/>
        </pc:sldMkLst>
        <pc:spChg chg="add mod">
          <ac:chgData name="Bhowmik, Sayan" userId="2b51cadb-156e-4c9a-99fc-6d2138739850" providerId="ADAL" clId="{4B6C8080-E9D4-4EDA-80E6-3FAFCAB0B94F}" dt="2024-09-28T23:58:36.360" v="6422"/>
          <ac:spMkLst>
            <pc:docMk/>
            <pc:sldMk cId="2287939612" sldId="315"/>
            <ac:spMk id="2" creationId="{A750082A-1BDF-4E34-C7CC-1ECC55AC74A7}"/>
          </ac:spMkLst>
        </pc:spChg>
        <pc:spChg chg="del mod ord">
          <ac:chgData name="Bhowmik, Sayan" userId="2b51cadb-156e-4c9a-99fc-6d2138739850" providerId="ADAL" clId="{4B6C8080-E9D4-4EDA-80E6-3FAFCAB0B94F}" dt="2024-09-28T14:06:52.465" v="4083" actId="700"/>
          <ac:spMkLst>
            <pc:docMk/>
            <pc:sldMk cId="2287939612" sldId="315"/>
            <ac:spMk id="2" creationId="{D8468BBB-9B1A-6A81-8603-AA5AB9EE2F60}"/>
          </ac:spMkLst>
        </pc:spChg>
        <pc:spChg chg="del">
          <ac:chgData name="Bhowmik, Sayan" userId="2b51cadb-156e-4c9a-99fc-6d2138739850" providerId="ADAL" clId="{4B6C8080-E9D4-4EDA-80E6-3FAFCAB0B94F}" dt="2024-09-28T14:06:52.465" v="4083" actId="700"/>
          <ac:spMkLst>
            <pc:docMk/>
            <pc:sldMk cId="2287939612" sldId="315"/>
            <ac:spMk id="3" creationId="{A04C1629-F0CA-ACCA-5E97-1B409B24E660}"/>
          </ac:spMkLst>
        </pc:spChg>
        <pc:spChg chg="add mod ord">
          <ac:chgData name="Bhowmik, Sayan" userId="2b51cadb-156e-4c9a-99fc-6d2138739850" providerId="ADAL" clId="{4B6C8080-E9D4-4EDA-80E6-3FAFCAB0B94F}" dt="2024-09-28T14:10:06.338" v="4111" actId="14100"/>
          <ac:spMkLst>
            <pc:docMk/>
            <pc:sldMk cId="2287939612" sldId="315"/>
            <ac:spMk id="4" creationId="{051C95DD-F1DD-C5BF-A4CE-10E3BF44C7C6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5" creationId="{742CA272-3BEA-8A5E-511D-42049C4877B4}"/>
          </ac:spMkLst>
        </pc:spChg>
        <pc:spChg chg="add mod">
          <ac:chgData name="Bhowmik, Sayan" userId="2b51cadb-156e-4c9a-99fc-6d2138739850" providerId="ADAL" clId="{4B6C8080-E9D4-4EDA-80E6-3FAFCAB0B94F}" dt="2024-09-28T15:14:54.876" v="5156" actId="1035"/>
          <ac:spMkLst>
            <pc:docMk/>
            <pc:sldMk cId="2287939612" sldId="315"/>
            <ac:spMk id="6" creationId="{A23B782A-CE6B-3D20-1224-617881E36408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7" creationId="{C6138BED-3EEE-9E37-D6A0-95EAD78C2329}"/>
          </ac:spMkLst>
        </pc:spChg>
        <pc:spChg chg="add mod">
          <ac:chgData name="Bhowmik, Sayan" userId="2b51cadb-156e-4c9a-99fc-6d2138739850" providerId="ADAL" clId="{4B6C8080-E9D4-4EDA-80E6-3FAFCAB0B94F}" dt="2024-09-28T15:14:54.876" v="5156" actId="1035"/>
          <ac:spMkLst>
            <pc:docMk/>
            <pc:sldMk cId="2287939612" sldId="315"/>
            <ac:spMk id="10" creationId="{01FDE5E6-45EB-027F-EB8C-24F89B2A6DBC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11" creationId="{FB801AE9-30CF-7A33-37AE-DA13EDC51770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12" creationId="{DAC0B45F-1053-8746-1F22-1CCA3FCFF6DF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22" creationId="{8AE15EED-D381-97FF-7939-A0CE1B2153F2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29" creationId="{86D3323B-F0CC-F438-D225-9D033D4FA2EF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30" creationId="{501EDF06-300A-10C9-AFE8-450260EB4D9C}"/>
          </ac:spMkLst>
        </pc:spChg>
        <pc:spChg chg="add mod">
          <ac:chgData name="Bhowmik, Sayan" userId="2b51cadb-156e-4c9a-99fc-6d2138739850" providerId="ADAL" clId="{4B6C8080-E9D4-4EDA-80E6-3FAFCAB0B94F}" dt="2024-09-28T15:14:44.405" v="5133" actId="1035"/>
          <ac:spMkLst>
            <pc:docMk/>
            <pc:sldMk cId="2287939612" sldId="315"/>
            <ac:spMk id="37" creationId="{47CB6706-142B-5ED3-5B4F-F8BB8692528B}"/>
          </ac:spMkLst>
        </pc:spChg>
        <pc:spChg chg="add mod">
          <ac:chgData name="Bhowmik, Sayan" userId="2b51cadb-156e-4c9a-99fc-6d2138739850" providerId="ADAL" clId="{4B6C8080-E9D4-4EDA-80E6-3FAFCAB0B94F}" dt="2024-09-28T15:14:44.405" v="5133" actId="1035"/>
          <ac:spMkLst>
            <pc:docMk/>
            <pc:sldMk cId="2287939612" sldId="315"/>
            <ac:spMk id="38" creationId="{F37DB995-2D77-5016-D4AD-6183BCE5A686}"/>
          </ac:spMkLst>
        </pc:spChg>
        <pc:spChg chg="add mod">
          <ac:chgData name="Bhowmik, Sayan" userId="2b51cadb-156e-4c9a-99fc-6d2138739850" providerId="ADAL" clId="{4B6C8080-E9D4-4EDA-80E6-3FAFCAB0B94F}" dt="2024-10-01T23:26:43.789" v="6551"/>
          <ac:spMkLst>
            <pc:docMk/>
            <pc:sldMk cId="2287939612" sldId="315"/>
            <ac:spMk id="39" creationId="{B9A22CDF-65F9-DEAF-65D1-28D5FBCA50A3}"/>
          </ac:spMkLst>
        </pc:spChg>
        <pc:spChg chg="add mod">
          <ac:chgData name="Bhowmik, Sayan" userId="2b51cadb-156e-4c9a-99fc-6d2138739850" providerId="ADAL" clId="{4B6C8080-E9D4-4EDA-80E6-3FAFCAB0B94F}" dt="2024-09-28T15:14:44.405" v="5133" actId="1035"/>
          <ac:spMkLst>
            <pc:docMk/>
            <pc:sldMk cId="2287939612" sldId="315"/>
            <ac:spMk id="40" creationId="{3B5A0893-0D90-3E9F-A6F7-6CED7AB6CBD0}"/>
          </ac:spMkLst>
        </pc:spChg>
        <pc:spChg chg="add mod">
          <ac:chgData name="Bhowmik, Sayan" userId="2b51cadb-156e-4c9a-99fc-6d2138739850" providerId="ADAL" clId="{4B6C8080-E9D4-4EDA-80E6-3FAFCAB0B94F}" dt="2024-09-28T15:14:44.405" v="5133" actId="1035"/>
          <ac:spMkLst>
            <pc:docMk/>
            <pc:sldMk cId="2287939612" sldId="315"/>
            <ac:spMk id="41" creationId="{2B6351A6-3AA1-1B91-0331-83628752B40D}"/>
          </ac:spMkLst>
        </pc:spChg>
        <pc:spChg chg="add mod">
          <ac:chgData name="Bhowmik, Sayan" userId="2b51cadb-156e-4c9a-99fc-6d2138739850" providerId="ADAL" clId="{4B6C8080-E9D4-4EDA-80E6-3FAFCAB0B94F}" dt="2024-09-28T15:16:04.871" v="5218" actId="1035"/>
          <ac:spMkLst>
            <pc:docMk/>
            <pc:sldMk cId="2287939612" sldId="315"/>
            <ac:spMk id="42" creationId="{A0117AAD-6085-014C-21CD-6A40C22DAE4E}"/>
          </ac:spMkLst>
        </pc:spChg>
        <pc:spChg chg="add mod">
          <ac:chgData name="Bhowmik, Sayan" userId="2b51cadb-156e-4c9a-99fc-6d2138739850" providerId="ADAL" clId="{4B6C8080-E9D4-4EDA-80E6-3FAFCAB0B94F}" dt="2024-09-28T15:15:15.110" v="5213" actId="20577"/>
          <ac:spMkLst>
            <pc:docMk/>
            <pc:sldMk cId="2287939612" sldId="315"/>
            <ac:spMk id="46" creationId="{E9EA83C4-D9C6-E319-F5FD-E1E08A69EA6F}"/>
          </ac:spMkLst>
        </pc:spChg>
        <pc:cxnChg chg="add mod">
          <ac:chgData name="Bhowmik, Sayan" userId="2b51cadb-156e-4c9a-99fc-6d2138739850" providerId="ADAL" clId="{4B6C8080-E9D4-4EDA-80E6-3FAFCAB0B94F}" dt="2024-09-28T15:14:54.876" v="5156" actId="1035"/>
          <ac:cxnSpMkLst>
            <pc:docMk/>
            <pc:sldMk cId="2287939612" sldId="315"/>
            <ac:cxnSpMk id="9" creationId="{6D9ED9FA-3589-E9C6-DD59-06E1BF9183A8}"/>
          </ac:cxnSpMkLst>
        </pc:cxnChg>
        <pc:cxnChg chg="add del mod">
          <ac:chgData name="Bhowmik, Sayan" userId="2b51cadb-156e-4c9a-99fc-6d2138739850" providerId="ADAL" clId="{4B6C8080-E9D4-4EDA-80E6-3FAFCAB0B94F}" dt="2024-09-28T14:32:26.046" v="4490" actId="478"/>
          <ac:cxnSpMkLst>
            <pc:docMk/>
            <pc:sldMk cId="2287939612" sldId="315"/>
            <ac:cxnSpMk id="14" creationId="{E8A92CB8-2C05-2BDA-BD63-20CE0FD43391}"/>
          </ac:cxnSpMkLst>
        </pc:cxnChg>
        <pc:cxnChg chg="add del mod">
          <ac:chgData name="Bhowmik, Sayan" userId="2b51cadb-156e-4c9a-99fc-6d2138739850" providerId="ADAL" clId="{4B6C8080-E9D4-4EDA-80E6-3FAFCAB0B94F}" dt="2024-09-28T14:32:24.131" v="4489" actId="478"/>
          <ac:cxnSpMkLst>
            <pc:docMk/>
            <pc:sldMk cId="2287939612" sldId="315"/>
            <ac:cxnSpMk id="17" creationId="{C0B1FC64-DD51-4BF2-6186-AA2E6CEF5488}"/>
          </ac:cxnSpMkLst>
        </pc:cxnChg>
        <pc:cxnChg chg="add del mod">
          <ac:chgData name="Bhowmik, Sayan" userId="2b51cadb-156e-4c9a-99fc-6d2138739850" providerId="ADAL" clId="{4B6C8080-E9D4-4EDA-80E6-3FAFCAB0B94F}" dt="2024-09-28T14:32:24.131" v="4489" actId="478"/>
          <ac:cxnSpMkLst>
            <pc:docMk/>
            <pc:sldMk cId="2287939612" sldId="315"/>
            <ac:cxnSpMk id="21" creationId="{23504DEC-89AC-570F-20D8-75977CDF285C}"/>
          </ac:cxnSpMkLst>
        </pc:cxnChg>
        <pc:cxnChg chg="add mod">
          <ac:chgData name="Bhowmik, Sayan" userId="2b51cadb-156e-4c9a-99fc-6d2138739850" providerId="ADAL" clId="{4B6C8080-E9D4-4EDA-80E6-3FAFCAB0B94F}" dt="2024-09-28T15:14:29.778" v="5113" actId="1035"/>
          <ac:cxnSpMkLst>
            <pc:docMk/>
            <pc:sldMk cId="2287939612" sldId="315"/>
            <ac:cxnSpMk id="24" creationId="{BEACC609-2526-383A-C126-7E2F754AF31A}"/>
          </ac:cxnSpMkLst>
        </pc:cxnChg>
        <pc:cxnChg chg="add mod">
          <ac:chgData name="Bhowmik, Sayan" userId="2b51cadb-156e-4c9a-99fc-6d2138739850" providerId="ADAL" clId="{4B6C8080-E9D4-4EDA-80E6-3FAFCAB0B94F}" dt="2024-09-28T15:14:29.778" v="5113" actId="1035"/>
          <ac:cxnSpMkLst>
            <pc:docMk/>
            <pc:sldMk cId="2287939612" sldId="315"/>
            <ac:cxnSpMk id="26" creationId="{D65C588E-1305-F5F0-E74C-A0D46E7C342C}"/>
          </ac:cxnSpMkLst>
        </pc:cxnChg>
        <pc:cxnChg chg="add mod">
          <ac:chgData name="Bhowmik, Sayan" userId="2b51cadb-156e-4c9a-99fc-6d2138739850" providerId="ADAL" clId="{4B6C8080-E9D4-4EDA-80E6-3FAFCAB0B94F}" dt="2024-09-28T15:14:29.778" v="5113" actId="1035"/>
          <ac:cxnSpMkLst>
            <pc:docMk/>
            <pc:sldMk cId="2287939612" sldId="315"/>
            <ac:cxnSpMk id="28" creationId="{B77E1906-961C-2AA5-3435-09A643928EB5}"/>
          </ac:cxnSpMkLst>
        </pc:cxnChg>
        <pc:cxnChg chg="add del mod">
          <ac:chgData name="Bhowmik, Sayan" userId="2b51cadb-156e-4c9a-99fc-6d2138739850" providerId="ADAL" clId="{4B6C8080-E9D4-4EDA-80E6-3FAFCAB0B94F}" dt="2024-09-28T14:35:43.520" v="4613" actId="478"/>
          <ac:cxnSpMkLst>
            <pc:docMk/>
            <pc:sldMk cId="2287939612" sldId="315"/>
            <ac:cxnSpMk id="32" creationId="{62E3097A-61A8-4AB9-AD6A-4101776F7691}"/>
          </ac:cxnSpMkLst>
        </pc:cxnChg>
        <pc:cxnChg chg="add mod">
          <ac:chgData name="Bhowmik, Sayan" userId="2b51cadb-156e-4c9a-99fc-6d2138739850" providerId="ADAL" clId="{4B6C8080-E9D4-4EDA-80E6-3FAFCAB0B94F}" dt="2024-09-28T15:14:29.778" v="5113" actId="1035"/>
          <ac:cxnSpMkLst>
            <pc:docMk/>
            <pc:sldMk cId="2287939612" sldId="315"/>
            <ac:cxnSpMk id="36" creationId="{4D389051-2DA5-7F65-AE8C-1A3D537B282A}"/>
          </ac:cxnSpMkLst>
        </pc:cxnChg>
        <pc:cxnChg chg="add mod">
          <ac:chgData name="Bhowmik, Sayan" userId="2b51cadb-156e-4c9a-99fc-6d2138739850" providerId="ADAL" clId="{4B6C8080-E9D4-4EDA-80E6-3FAFCAB0B94F}" dt="2024-09-28T15:16:04.871" v="5218" actId="1035"/>
          <ac:cxnSpMkLst>
            <pc:docMk/>
            <pc:sldMk cId="2287939612" sldId="315"/>
            <ac:cxnSpMk id="44" creationId="{D6080BBC-04EC-9FDD-216B-B2F3C702881A}"/>
          </ac:cxnSpMkLst>
        </pc:cxnChg>
      </pc:sldChg>
      <pc:sldChg chg="addSp delSp modSp new mod modTransition modAnim">
        <pc:chgData name="Bhowmik, Sayan" userId="2b51cadb-156e-4c9a-99fc-6d2138739850" providerId="ADAL" clId="{4B6C8080-E9D4-4EDA-80E6-3FAFCAB0B94F}" dt="2024-09-28T23:58:47.492" v="6427" actId="1035"/>
        <pc:sldMkLst>
          <pc:docMk/>
          <pc:sldMk cId="928768212" sldId="316"/>
        </pc:sldMkLst>
        <pc:spChg chg="mod">
          <ac:chgData name="Bhowmik, Sayan" userId="2b51cadb-156e-4c9a-99fc-6d2138739850" providerId="ADAL" clId="{4B6C8080-E9D4-4EDA-80E6-3FAFCAB0B94F}" dt="2024-09-28T15:17:46.517" v="5252" actId="14100"/>
          <ac:spMkLst>
            <pc:docMk/>
            <pc:sldMk cId="928768212" sldId="316"/>
            <ac:spMk id="2" creationId="{02A62E7A-772D-9723-1461-A36EB0220A31}"/>
          </ac:spMkLst>
        </pc:spChg>
        <pc:spChg chg="add mod">
          <ac:chgData name="Bhowmik, Sayan" userId="2b51cadb-156e-4c9a-99fc-6d2138739850" providerId="ADAL" clId="{4B6C8080-E9D4-4EDA-80E6-3FAFCAB0B94F}" dt="2024-09-28T15:37:54.201" v="5648" actId="1036"/>
          <ac:spMkLst>
            <pc:docMk/>
            <pc:sldMk cId="928768212" sldId="316"/>
            <ac:spMk id="3" creationId="{8039B299-3807-97A3-82A5-32F7634FF53B}"/>
          </ac:spMkLst>
        </pc:spChg>
        <pc:spChg chg="add mod">
          <ac:chgData name="Bhowmik, Sayan" userId="2b51cadb-156e-4c9a-99fc-6d2138739850" providerId="ADAL" clId="{4B6C8080-E9D4-4EDA-80E6-3FAFCAB0B94F}" dt="2024-09-28T23:58:47.492" v="6427" actId="1035"/>
          <ac:spMkLst>
            <pc:docMk/>
            <pc:sldMk cId="928768212" sldId="316"/>
            <ac:spMk id="5" creationId="{EE434F9D-0D4B-E7E0-01C8-10E3C9DAEA04}"/>
          </ac:spMkLst>
        </pc:spChg>
        <pc:spChg chg="add mod">
          <ac:chgData name="Bhowmik, Sayan" userId="2b51cadb-156e-4c9a-99fc-6d2138739850" providerId="ADAL" clId="{4B6C8080-E9D4-4EDA-80E6-3FAFCAB0B94F}" dt="2024-09-28T15:46:30.417" v="5837" actId="1038"/>
          <ac:spMkLst>
            <pc:docMk/>
            <pc:sldMk cId="928768212" sldId="316"/>
            <ac:spMk id="6" creationId="{B6909414-918B-3684-01E5-5ACABC58C0B1}"/>
          </ac:spMkLst>
        </pc:spChg>
        <pc:spChg chg="add mod">
          <ac:chgData name="Bhowmik, Sayan" userId="2b51cadb-156e-4c9a-99fc-6d2138739850" providerId="ADAL" clId="{4B6C8080-E9D4-4EDA-80E6-3FAFCAB0B94F}" dt="2024-09-28T15:46:30.417" v="5837" actId="1038"/>
          <ac:spMkLst>
            <pc:docMk/>
            <pc:sldMk cId="928768212" sldId="316"/>
            <ac:spMk id="7" creationId="{05D95A79-EB52-DDB4-4880-162E719B8F69}"/>
          </ac:spMkLst>
        </pc:spChg>
        <pc:spChg chg="add mod">
          <ac:chgData name="Bhowmik, Sayan" userId="2b51cadb-156e-4c9a-99fc-6d2138739850" providerId="ADAL" clId="{4B6C8080-E9D4-4EDA-80E6-3FAFCAB0B94F}" dt="2024-09-28T15:46:30.417" v="5837" actId="1038"/>
          <ac:spMkLst>
            <pc:docMk/>
            <pc:sldMk cId="928768212" sldId="316"/>
            <ac:spMk id="8" creationId="{ADF8E1E2-14D2-AA71-9273-65E1B93841A6}"/>
          </ac:spMkLst>
        </pc:spChg>
        <pc:spChg chg="add mod">
          <ac:chgData name="Bhowmik, Sayan" userId="2b51cadb-156e-4c9a-99fc-6d2138739850" providerId="ADAL" clId="{4B6C8080-E9D4-4EDA-80E6-3FAFCAB0B94F}" dt="2024-09-28T15:46:30.417" v="5837" actId="1038"/>
          <ac:spMkLst>
            <pc:docMk/>
            <pc:sldMk cId="928768212" sldId="316"/>
            <ac:spMk id="9" creationId="{ED9FBF73-6B56-F3A1-80E2-59DF5A553010}"/>
          </ac:spMkLst>
        </pc:spChg>
        <pc:spChg chg="add mod">
          <ac:chgData name="Bhowmik, Sayan" userId="2b51cadb-156e-4c9a-99fc-6d2138739850" providerId="ADAL" clId="{4B6C8080-E9D4-4EDA-80E6-3FAFCAB0B94F}" dt="2024-09-28T15:46:30.417" v="5837" actId="1038"/>
          <ac:spMkLst>
            <pc:docMk/>
            <pc:sldMk cId="928768212" sldId="316"/>
            <ac:spMk id="10" creationId="{C8A2CAE5-4791-E713-4896-0D9D821F45FE}"/>
          </ac:spMkLst>
        </pc:spChg>
        <pc:spChg chg="add mod">
          <ac:chgData name="Bhowmik, Sayan" userId="2b51cadb-156e-4c9a-99fc-6d2138739850" providerId="ADAL" clId="{4B6C8080-E9D4-4EDA-80E6-3FAFCAB0B94F}" dt="2024-09-28T15:46:45.611" v="5840" actId="208"/>
          <ac:spMkLst>
            <pc:docMk/>
            <pc:sldMk cId="928768212" sldId="316"/>
            <ac:spMk id="11" creationId="{DF02FCC3-EB6E-242E-9166-CE6BF4A75CDD}"/>
          </ac:spMkLst>
        </pc:spChg>
        <pc:spChg chg="add mod">
          <ac:chgData name="Bhowmik, Sayan" userId="2b51cadb-156e-4c9a-99fc-6d2138739850" providerId="ADAL" clId="{4B6C8080-E9D4-4EDA-80E6-3FAFCAB0B94F}" dt="2024-09-28T15:47:02.736" v="5877" actId="20577"/>
          <ac:spMkLst>
            <pc:docMk/>
            <pc:sldMk cId="928768212" sldId="316"/>
            <ac:spMk id="12" creationId="{0671F248-DA61-E7AE-A985-63ECE1BFC210}"/>
          </ac:spMkLst>
        </pc:spChg>
        <pc:spChg chg="add mod">
          <ac:chgData name="Bhowmik, Sayan" userId="2b51cadb-156e-4c9a-99fc-6d2138739850" providerId="ADAL" clId="{4B6C8080-E9D4-4EDA-80E6-3FAFCAB0B94F}" dt="2024-09-28T15:47:19.872" v="5886" actId="20577"/>
          <ac:spMkLst>
            <pc:docMk/>
            <pc:sldMk cId="928768212" sldId="316"/>
            <ac:spMk id="13" creationId="{52AFFFEC-4ECE-965A-990E-E0C4D3AB53E7}"/>
          </ac:spMkLst>
        </pc:spChg>
        <pc:spChg chg="add mod">
          <ac:chgData name="Bhowmik, Sayan" userId="2b51cadb-156e-4c9a-99fc-6d2138739850" providerId="ADAL" clId="{4B6C8080-E9D4-4EDA-80E6-3FAFCAB0B94F}" dt="2024-09-28T15:48:20.750" v="5903" actId="1076"/>
          <ac:spMkLst>
            <pc:docMk/>
            <pc:sldMk cId="928768212" sldId="316"/>
            <ac:spMk id="14" creationId="{68F8184B-F8E5-498F-F737-D58BA72006CB}"/>
          </ac:spMkLst>
        </pc:spChg>
        <pc:spChg chg="add mod">
          <ac:chgData name="Bhowmik, Sayan" userId="2b51cadb-156e-4c9a-99fc-6d2138739850" providerId="ADAL" clId="{4B6C8080-E9D4-4EDA-80E6-3FAFCAB0B94F}" dt="2024-09-28T15:48:11.222" v="5901" actId="1076"/>
          <ac:spMkLst>
            <pc:docMk/>
            <pc:sldMk cId="928768212" sldId="316"/>
            <ac:spMk id="15" creationId="{A9756E2B-66FD-FF70-F1CF-5D205887EC07}"/>
          </ac:spMkLst>
        </pc:spChg>
        <pc:spChg chg="add mod">
          <ac:chgData name="Bhowmik, Sayan" userId="2b51cadb-156e-4c9a-99fc-6d2138739850" providerId="ADAL" clId="{4B6C8080-E9D4-4EDA-80E6-3FAFCAB0B94F}" dt="2024-09-28T15:50:56.841" v="6192" actId="1036"/>
          <ac:spMkLst>
            <pc:docMk/>
            <pc:sldMk cId="928768212" sldId="316"/>
            <ac:spMk id="16" creationId="{1AFD4810-5070-9F08-0CF7-D3532E97DE4D}"/>
          </ac:spMkLst>
        </pc:spChg>
        <pc:spChg chg="add del mod">
          <ac:chgData name="Bhowmik, Sayan" userId="2b51cadb-156e-4c9a-99fc-6d2138739850" providerId="ADAL" clId="{4B6C8080-E9D4-4EDA-80E6-3FAFCAB0B94F}" dt="2024-09-28T15:49:43.753" v="6092" actId="478"/>
          <ac:spMkLst>
            <pc:docMk/>
            <pc:sldMk cId="928768212" sldId="316"/>
            <ac:spMk id="17" creationId="{294B8354-CD74-8E3A-F7BF-24CFD731F845}"/>
          </ac:spMkLst>
        </pc:spChg>
        <pc:picChg chg="add mod">
          <ac:chgData name="Bhowmik, Sayan" userId="2b51cadb-156e-4c9a-99fc-6d2138739850" providerId="ADAL" clId="{4B6C8080-E9D4-4EDA-80E6-3FAFCAB0B94F}" dt="2024-09-28T15:46:30.417" v="5837" actId="1038"/>
          <ac:picMkLst>
            <pc:docMk/>
            <pc:sldMk cId="928768212" sldId="316"/>
            <ac:picMk id="4" creationId="{B5556541-89F1-79EE-9F8F-AD9B160144B1}"/>
          </ac:picMkLst>
        </pc:picChg>
        <pc:cxnChg chg="add mod">
          <ac:chgData name="Bhowmik, Sayan" userId="2b51cadb-156e-4c9a-99fc-6d2138739850" providerId="ADAL" clId="{4B6C8080-E9D4-4EDA-80E6-3FAFCAB0B94F}" dt="2024-09-28T15:50:15.930" v="6157" actId="1076"/>
          <ac:cxnSpMkLst>
            <pc:docMk/>
            <pc:sldMk cId="928768212" sldId="316"/>
            <ac:cxnSpMk id="18" creationId="{E331AAD6-2DC3-B42F-55B0-498F7FF54C99}"/>
          </ac:cxnSpMkLst>
        </pc:cxnChg>
      </pc:sldChg>
      <pc:sldChg chg="addSp modSp new mod modTransition modAnim">
        <pc:chgData name="Bhowmik, Sayan" userId="2b51cadb-156e-4c9a-99fc-6d2138739850" providerId="ADAL" clId="{4B6C8080-E9D4-4EDA-80E6-3FAFCAB0B94F}" dt="2024-09-28T23:58:50.870" v="6428"/>
        <pc:sldMkLst>
          <pc:docMk/>
          <pc:sldMk cId="1961084826" sldId="317"/>
        </pc:sldMkLst>
        <pc:spChg chg="mod">
          <ac:chgData name="Bhowmik, Sayan" userId="2b51cadb-156e-4c9a-99fc-6d2138739850" providerId="ADAL" clId="{4B6C8080-E9D4-4EDA-80E6-3FAFCAB0B94F}" dt="2024-09-28T23:55:20.111" v="6236" actId="27636"/>
          <ac:spMkLst>
            <pc:docMk/>
            <pc:sldMk cId="1961084826" sldId="317"/>
            <ac:spMk id="2" creationId="{83B690A3-C594-D667-FCE5-9BCB500B614D}"/>
          </ac:spMkLst>
        </pc:spChg>
        <pc:spChg chg="add mod">
          <ac:chgData name="Bhowmik, Sayan" userId="2b51cadb-156e-4c9a-99fc-6d2138739850" providerId="ADAL" clId="{4B6C8080-E9D4-4EDA-80E6-3FAFCAB0B94F}" dt="2024-09-28T23:55:43.339" v="6343" actId="1037"/>
          <ac:spMkLst>
            <pc:docMk/>
            <pc:sldMk cId="1961084826" sldId="317"/>
            <ac:spMk id="3" creationId="{CCC8BB35-6F44-50EF-9401-7AB27A8E8C3F}"/>
          </ac:spMkLst>
        </pc:spChg>
        <pc:spChg chg="add mod">
          <ac:chgData name="Bhowmik, Sayan" userId="2b51cadb-156e-4c9a-99fc-6d2138739850" providerId="ADAL" clId="{4B6C8080-E9D4-4EDA-80E6-3FAFCAB0B94F}" dt="2024-09-28T23:55:43.339" v="6343" actId="1037"/>
          <ac:spMkLst>
            <pc:docMk/>
            <pc:sldMk cId="1961084826" sldId="317"/>
            <ac:spMk id="4" creationId="{D3BFB188-64A2-38D0-BB73-2F4D821FAD52}"/>
          </ac:spMkLst>
        </pc:spChg>
        <pc:spChg chg="add mod">
          <ac:chgData name="Bhowmik, Sayan" userId="2b51cadb-156e-4c9a-99fc-6d2138739850" providerId="ADAL" clId="{4B6C8080-E9D4-4EDA-80E6-3FAFCAB0B94F}" dt="2024-09-28T23:55:43.339" v="6343" actId="1037"/>
          <ac:spMkLst>
            <pc:docMk/>
            <pc:sldMk cId="1961084826" sldId="317"/>
            <ac:spMk id="5" creationId="{A9156BA6-D597-2F84-FCB5-EFB83A89E241}"/>
          </ac:spMkLst>
        </pc:spChg>
        <pc:spChg chg="add mod">
          <ac:chgData name="Bhowmik, Sayan" userId="2b51cadb-156e-4c9a-99fc-6d2138739850" providerId="ADAL" clId="{4B6C8080-E9D4-4EDA-80E6-3FAFCAB0B94F}" dt="2024-09-28T23:55:43.339" v="6343" actId="1037"/>
          <ac:spMkLst>
            <pc:docMk/>
            <pc:sldMk cId="1961084826" sldId="317"/>
            <ac:spMk id="9" creationId="{FE645EEC-9A0B-6B73-1E9E-BE988B78D538}"/>
          </ac:spMkLst>
        </pc:spChg>
        <pc:spChg chg="add mod">
          <ac:chgData name="Bhowmik, Sayan" userId="2b51cadb-156e-4c9a-99fc-6d2138739850" providerId="ADAL" clId="{4B6C8080-E9D4-4EDA-80E6-3FAFCAB0B94F}" dt="2024-09-28T23:55:43.339" v="6343" actId="1037"/>
          <ac:spMkLst>
            <pc:docMk/>
            <pc:sldMk cId="1961084826" sldId="317"/>
            <ac:spMk id="10" creationId="{1BA244FD-7AB0-60EC-95D9-9DAA4367561A}"/>
          </ac:spMkLst>
        </pc:spChg>
        <pc:spChg chg="add mod">
          <ac:chgData name="Bhowmik, Sayan" userId="2b51cadb-156e-4c9a-99fc-6d2138739850" providerId="ADAL" clId="{4B6C8080-E9D4-4EDA-80E6-3FAFCAB0B94F}" dt="2024-09-28T23:55:56.433" v="6345" actId="1076"/>
          <ac:spMkLst>
            <pc:docMk/>
            <pc:sldMk cId="1961084826" sldId="317"/>
            <ac:spMk id="12" creationId="{370D256D-A381-62AD-F90F-CADB4E93BFFF}"/>
          </ac:spMkLst>
        </pc:spChg>
        <pc:spChg chg="add mod">
          <ac:chgData name="Bhowmik, Sayan" userId="2b51cadb-156e-4c9a-99fc-6d2138739850" providerId="ADAL" clId="{4B6C8080-E9D4-4EDA-80E6-3FAFCAB0B94F}" dt="2024-09-28T23:58:50.870" v="6428"/>
          <ac:spMkLst>
            <pc:docMk/>
            <pc:sldMk cId="1961084826" sldId="317"/>
            <ac:spMk id="14" creationId="{9F461A75-2644-7566-2E06-6DA4DA1C3307}"/>
          </ac:spMkLst>
        </pc:spChg>
        <pc:picChg chg="add mod">
          <ac:chgData name="Bhowmik, Sayan" userId="2b51cadb-156e-4c9a-99fc-6d2138739850" providerId="ADAL" clId="{4B6C8080-E9D4-4EDA-80E6-3FAFCAB0B94F}" dt="2024-09-28T23:56:07.006" v="6415" actId="1038"/>
          <ac:picMkLst>
            <pc:docMk/>
            <pc:sldMk cId="1961084826" sldId="317"/>
            <ac:picMk id="13" creationId="{D879E387-C98A-A92B-9B22-7979DD080259}"/>
          </ac:picMkLst>
        </pc:picChg>
        <pc:cxnChg chg="add mod">
          <ac:chgData name="Bhowmik, Sayan" userId="2b51cadb-156e-4c9a-99fc-6d2138739850" providerId="ADAL" clId="{4B6C8080-E9D4-4EDA-80E6-3FAFCAB0B94F}" dt="2024-09-28T23:55:43.339" v="6343" actId="1037"/>
          <ac:cxnSpMkLst>
            <pc:docMk/>
            <pc:sldMk cId="1961084826" sldId="317"/>
            <ac:cxnSpMk id="6" creationId="{67AB6E3B-6717-F72D-2F6B-3CBAA0A1751F}"/>
          </ac:cxnSpMkLst>
        </pc:cxnChg>
        <pc:cxnChg chg="add mod">
          <ac:chgData name="Bhowmik, Sayan" userId="2b51cadb-156e-4c9a-99fc-6d2138739850" providerId="ADAL" clId="{4B6C8080-E9D4-4EDA-80E6-3FAFCAB0B94F}" dt="2024-09-28T23:55:43.339" v="6343" actId="1037"/>
          <ac:cxnSpMkLst>
            <pc:docMk/>
            <pc:sldMk cId="1961084826" sldId="317"/>
            <ac:cxnSpMk id="7" creationId="{318D3C71-5A41-F1CE-32E0-7466891F1E03}"/>
          </ac:cxnSpMkLst>
        </pc:cxnChg>
        <pc:cxnChg chg="add mod">
          <ac:chgData name="Bhowmik, Sayan" userId="2b51cadb-156e-4c9a-99fc-6d2138739850" providerId="ADAL" clId="{4B6C8080-E9D4-4EDA-80E6-3FAFCAB0B94F}" dt="2024-09-28T23:55:43.339" v="6343" actId="1037"/>
          <ac:cxnSpMkLst>
            <pc:docMk/>
            <pc:sldMk cId="1961084826" sldId="317"/>
            <ac:cxnSpMk id="8" creationId="{A7FCA877-4A02-439D-7002-114D5BA10A90}"/>
          </ac:cxnSpMkLst>
        </pc:cxnChg>
        <pc:cxnChg chg="add mod">
          <ac:chgData name="Bhowmik, Sayan" userId="2b51cadb-156e-4c9a-99fc-6d2138739850" providerId="ADAL" clId="{4B6C8080-E9D4-4EDA-80E6-3FAFCAB0B94F}" dt="2024-09-28T23:55:43.339" v="6343" actId="1037"/>
          <ac:cxnSpMkLst>
            <pc:docMk/>
            <pc:sldMk cId="1961084826" sldId="317"/>
            <ac:cxnSpMk id="11" creationId="{6032D933-3083-FF05-A5BB-E428D3E8F2C5}"/>
          </ac:cxnSpMkLst>
        </pc:cxnChg>
      </pc:sldChg>
    </pc:docChg>
  </pc:docChgLst>
  <pc:docChgLst>
    <pc:chgData name="Bhowmik, Sayan" userId="2b51cadb-156e-4c9a-99fc-6d2138739850" providerId="ADAL" clId="{0A61844E-60A1-4998-B30A-A418A6FDD646}"/>
    <pc:docChg chg="undo custSel addSld delSld modSld">
      <pc:chgData name="Bhowmik, Sayan" userId="2b51cadb-156e-4c9a-99fc-6d2138739850" providerId="ADAL" clId="{0A61844E-60A1-4998-B30A-A418A6FDD646}" dt="2024-09-22T04:04:03.358" v="8932"/>
      <pc:docMkLst>
        <pc:docMk/>
      </pc:docMkLst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2868050767" sldId="257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1196883161" sldId="258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3857450893" sldId="259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157255989" sldId="260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367872424" sldId="261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4147006912" sldId="262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2672808557" sldId="263"/>
        </pc:sldMkLst>
      </pc:sldChg>
      <pc:sldChg chg="modSp mod">
        <pc:chgData name="Bhowmik, Sayan" userId="2b51cadb-156e-4c9a-99fc-6d2138739850" providerId="ADAL" clId="{0A61844E-60A1-4998-B30A-A418A6FDD646}" dt="2024-09-21T17:43:50.246" v="3753" actId="114"/>
        <pc:sldMkLst>
          <pc:docMk/>
          <pc:sldMk cId="1763616833" sldId="264"/>
        </pc:sldMkLst>
        <pc:spChg chg="mod">
          <ac:chgData name="Bhowmik, Sayan" userId="2b51cadb-156e-4c9a-99fc-6d2138739850" providerId="ADAL" clId="{0A61844E-60A1-4998-B30A-A418A6FDD646}" dt="2024-09-21T17:43:50.246" v="3753" actId="114"/>
          <ac:spMkLst>
            <pc:docMk/>
            <pc:sldMk cId="1763616833" sldId="264"/>
            <ac:spMk id="3" creationId="{1E16CF53-8BCD-4DFD-9D4D-94731DDCF8A5}"/>
          </ac:spMkLst>
        </pc:spChg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3699678174" sldId="265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2301168615" sldId="266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1917269061" sldId="267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1199095437" sldId="268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3570555386" sldId="295"/>
        </pc:sldMkLst>
      </pc:sldChg>
      <pc:sldChg chg="addSp delSp modSp mod">
        <pc:chgData name="Bhowmik, Sayan" userId="2b51cadb-156e-4c9a-99fc-6d2138739850" providerId="ADAL" clId="{0A61844E-60A1-4998-B30A-A418A6FDD646}" dt="2024-09-20T01:18:45.462" v="31" actId="20577"/>
        <pc:sldMkLst>
          <pc:docMk/>
          <pc:sldMk cId="3953153317" sldId="296"/>
        </pc:sldMkLst>
        <pc:spChg chg="mod">
          <ac:chgData name="Bhowmik, Sayan" userId="2b51cadb-156e-4c9a-99fc-6d2138739850" providerId="ADAL" clId="{0A61844E-60A1-4998-B30A-A418A6FDD646}" dt="2024-09-20T01:18:45.462" v="31" actId="20577"/>
          <ac:spMkLst>
            <pc:docMk/>
            <pc:sldMk cId="3953153317" sldId="296"/>
            <ac:spMk id="3" creationId="{54B9CEDF-66F4-D04D-3CFA-2BFEA2B014E7}"/>
          </ac:spMkLst>
        </pc:spChg>
        <pc:grpChg chg="del">
          <ac:chgData name="Bhowmik, Sayan" userId="2b51cadb-156e-4c9a-99fc-6d2138739850" providerId="ADAL" clId="{0A61844E-60A1-4998-B30A-A418A6FDD646}" dt="2024-09-20T01:17:53.292" v="1" actId="478"/>
          <ac:grpSpMkLst>
            <pc:docMk/>
            <pc:sldMk cId="3953153317" sldId="296"/>
            <ac:grpSpMk id="11" creationId="{14FCF22B-25A3-3204-7535-0DFB78A9D102}"/>
          </ac:grpSpMkLst>
        </pc:grpChg>
        <pc:picChg chg="add mod">
          <ac:chgData name="Bhowmik, Sayan" userId="2b51cadb-156e-4c9a-99fc-6d2138739850" providerId="ADAL" clId="{0A61844E-60A1-4998-B30A-A418A6FDD646}" dt="2024-09-20T01:18:08.979" v="4" actId="1076"/>
          <ac:picMkLst>
            <pc:docMk/>
            <pc:sldMk cId="3953153317" sldId="296"/>
            <ac:picMk id="4" creationId="{B55F80D4-0E8D-E1D7-9321-A023FAFCDFFD}"/>
          </ac:picMkLst>
        </pc:picChg>
        <pc:picChg chg="del">
          <ac:chgData name="Bhowmik, Sayan" userId="2b51cadb-156e-4c9a-99fc-6d2138739850" providerId="ADAL" clId="{0A61844E-60A1-4998-B30A-A418A6FDD646}" dt="2024-09-20T01:17:53.292" v="1" actId="478"/>
          <ac:picMkLst>
            <pc:docMk/>
            <pc:sldMk cId="3953153317" sldId="296"/>
            <ac:picMk id="5" creationId="{B82B8D5F-8077-A846-34A7-567BD768969F}"/>
          </ac:picMkLst>
        </pc:picChg>
      </pc:sldChg>
      <pc:sldChg chg="addSp modSp mod">
        <pc:chgData name="Bhowmik, Sayan" userId="2b51cadb-156e-4c9a-99fc-6d2138739850" providerId="ADAL" clId="{0A61844E-60A1-4998-B30A-A418A6FDD646}" dt="2024-09-21T16:56:03.239" v="3617" actId="14100"/>
        <pc:sldMkLst>
          <pc:docMk/>
          <pc:sldMk cId="3653671856" sldId="297"/>
        </pc:sldMkLst>
        <pc:spChg chg="mod">
          <ac:chgData name="Bhowmik, Sayan" userId="2b51cadb-156e-4c9a-99fc-6d2138739850" providerId="ADAL" clId="{0A61844E-60A1-4998-B30A-A418A6FDD646}" dt="2024-09-21T16:55:09.403" v="3608" actId="207"/>
          <ac:spMkLst>
            <pc:docMk/>
            <pc:sldMk cId="3653671856" sldId="297"/>
            <ac:spMk id="3" creationId="{1E16CF53-8BCD-4DFD-9D4D-94731DDCF8A5}"/>
          </ac:spMkLst>
        </pc:spChg>
        <pc:picChg chg="add mod">
          <ac:chgData name="Bhowmik, Sayan" userId="2b51cadb-156e-4c9a-99fc-6d2138739850" providerId="ADAL" clId="{0A61844E-60A1-4998-B30A-A418A6FDD646}" dt="2024-09-21T16:56:03.239" v="3617" actId="14100"/>
          <ac:picMkLst>
            <pc:docMk/>
            <pc:sldMk cId="3653671856" sldId="297"/>
            <ac:picMk id="4" creationId="{E6F09E56-FB8B-07CB-A527-048135187D1A}"/>
          </ac:picMkLst>
        </pc:picChg>
      </pc:sldChg>
      <pc:sldChg chg="addSp delSp modSp new mod modTransition modClrScheme modAnim chgLayout">
        <pc:chgData name="Bhowmik, Sayan" userId="2b51cadb-156e-4c9a-99fc-6d2138739850" providerId="ADAL" clId="{0A61844E-60A1-4998-B30A-A418A6FDD646}" dt="2024-09-22T03:47:57.005" v="8764"/>
        <pc:sldMkLst>
          <pc:docMk/>
          <pc:sldMk cId="1238487447" sldId="298"/>
        </pc:sldMkLst>
        <pc:spChg chg="del mod ord">
          <ac:chgData name="Bhowmik, Sayan" userId="2b51cadb-156e-4c9a-99fc-6d2138739850" providerId="ADAL" clId="{0A61844E-60A1-4998-B30A-A418A6FDD646}" dt="2024-09-20T01:48:49.213" v="179" actId="700"/>
          <ac:spMkLst>
            <pc:docMk/>
            <pc:sldMk cId="1238487447" sldId="298"/>
            <ac:spMk id="2" creationId="{1464D716-7B13-368E-29F2-D5592AF6814C}"/>
          </ac:spMkLst>
        </pc:spChg>
        <pc:spChg chg="del">
          <ac:chgData name="Bhowmik, Sayan" userId="2b51cadb-156e-4c9a-99fc-6d2138739850" providerId="ADAL" clId="{0A61844E-60A1-4998-B30A-A418A6FDD646}" dt="2024-09-20T01:48:49.213" v="179" actId="700"/>
          <ac:spMkLst>
            <pc:docMk/>
            <pc:sldMk cId="1238487447" sldId="298"/>
            <ac:spMk id="3" creationId="{3282FF75-DB26-BCE2-7CA1-A6F89CE3F832}"/>
          </ac:spMkLst>
        </pc:spChg>
        <pc:spChg chg="add mod ord">
          <ac:chgData name="Bhowmik, Sayan" userId="2b51cadb-156e-4c9a-99fc-6d2138739850" providerId="ADAL" clId="{0A61844E-60A1-4998-B30A-A418A6FDD646}" dt="2024-09-20T01:49:02.682" v="192" actId="20577"/>
          <ac:spMkLst>
            <pc:docMk/>
            <pc:sldMk cId="1238487447" sldId="298"/>
            <ac:spMk id="4" creationId="{CA0FF0B6-3BF5-64E5-6301-F1786BDF18E4}"/>
          </ac:spMkLst>
        </pc:spChg>
        <pc:spChg chg="add mod">
          <ac:chgData name="Bhowmik, Sayan" userId="2b51cadb-156e-4c9a-99fc-6d2138739850" providerId="ADAL" clId="{0A61844E-60A1-4998-B30A-A418A6FDD646}" dt="2024-09-20T02:25:11.582" v="894" actId="1076"/>
          <ac:spMkLst>
            <pc:docMk/>
            <pc:sldMk cId="1238487447" sldId="298"/>
            <ac:spMk id="5" creationId="{8797EEB2-B2A9-8D15-9D60-85E6E5D56E48}"/>
          </ac:spMkLst>
        </pc:spChg>
        <pc:spChg chg="add mod">
          <ac:chgData name="Bhowmik, Sayan" userId="2b51cadb-156e-4c9a-99fc-6d2138739850" providerId="ADAL" clId="{0A61844E-60A1-4998-B30A-A418A6FDD646}" dt="2024-09-20T02:25:11.582" v="894" actId="1076"/>
          <ac:spMkLst>
            <pc:docMk/>
            <pc:sldMk cId="1238487447" sldId="298"/>
            <ac:spMk id="6" creationId="{C2EF45FF-40E1-478D-E817-8BECB954473A}"/>
          </ac:spMkLst>
        </pc:spChg>
        <pc:spChg chg="add mod">
          <ac:chgData name="Bhowmik, Sayan" userId="2b51cadb-156e-4c9a-99fc-6d2138739850" providerId="ADAL" clId="{0A61844E-60A1-4998-B30A-A418A6FDD646}" dt="2024-09-20T02:25:11.582" v="894" actId="1076"/>
          <ac:spMkLst>
            <pc:docMk/>
            <pc:sldMk cId="1238487447" sldId="298"/>
            <ac:spMk id="7" creationId="{22A43A4C-DC5F-B663-449A-5397744BEEC8}"/>
          </ac:spMkLst>
        </pc:spChg>
        <pc:spChg chg="add mod">
          <ac:chgData name="Bhowmik, Sayan" userId="2b51cadb-156e-4c9a-99fc-6d2138739850" providerId="ADAL" clId="{0A61844E-60A1-4998-B30A-A418A6FDD646}" dt="2024-09-20T02:25:11.582" v="894" actId="1076"/>
          <ac:spMkLst>
            <pc:docMk/>
            <pc:sldMk cId="1238487447" sldId="298"/>
            <ac:spMk id="9" creationId="{05AB47B0-5738-DB7B-BB74-A202A85199BD}"/>
          </ac:spMkLst>
        </pc:spChg>
        <pc:spChg chg="add mod">
          <ac:chgData name="Bhowmik, Sayan" userId="2b51cadb-156e-4c9a-99fc-6d2138739850" providerId="ADAL" clId="{0A61844E-60A1-4998-B30A-A418A6FDD646}" dt="2024-09-20T03:01:09.002" v="1182" actId="20577"/>
          <ac:spMkLst>
            <pc:docMk/>
            <pc:sldMk cId="1238487447" sldId="298"/>
            <ac:spMk id="10" creationId="{B011423B-5444-CA44-4AB3-F8EA703102EC}"/>
          </ac:spMkLst>
        </pc:spChg>
        <pc:spChg chg="add mod">
          <ac:chgData name="Bhowmik, Sayan" userId="2b51cadb-156e-4c9a-99fc-6d2138739850" providerId="ADAL" clId="{0A61844E-60A1-4998-B30A-A418A6FDD646}" dt="2024-09-20T01:51:29.842" v="294" actId="208"/>
          <ac:spMkLst>
            <pc:docMk/>
            <pc:sldMk cId="1238487447" sldId="298"/>
            <ac:spMk id="11" creationId="{1B04D1AD-52C3-06DE-F1DD-EF01DEA282DE}"/>
          </ac:spMkLst>
        </pc:spChg>
        <pc:spChg chg="add mod">
          <ac:chgData name="Bhowmik, Sayan" userId="2b51cadb-156e-4c9a-99fc-6d2138739850" providerId="ADAL" clId="{0A61844E-60A1-4998-B30A-A418A6FDD646}" dt="2024-09-20T01:52:31.928" v="326" actId="1035"/>
          <ac:spMkLst>
            <pc:docMk/>
            <pc:sldMk cId="1238487447" sldId="298"/>
            <ac:spMk id="12" creationId="{F0D8934C-C0C4-59B2-3A12-53B5B8A7BDC7}"/>
          </ac:spMkLst>
        </pc:spChg>
        <pc:spChg chg="add mod">
          <ac:chgData name="Bhowmik, Sayan" userId="2b51cadb-156e-4c9a-99fc-6d2138739850" providerId="ADAL" clId="{0A61844E-60A1-4998-B30A-A418A6FDD646}" dt="2024-09-20T03:00:05.458" v="1177" actId="207"/>
          <ac:spMkLst>
            <pc:docMk/>
            <pc:sldMk cId="1238487447" sldId="298"/>
            <ac:spMk id="15" creationId="{25883164-D53B-A7F3-8CB4-7450B0C18635}"/>
          </ac:spMkLst>
        </pc:spChg>
        <pc:spChg chg="add mod">
          <ac:chgData name="Bhowmik, Sayan" userId="2b51cadb-156e-4c9a-99fc-6d2138739850" providerId="ADAL" clId="{0A61844E-60A1-4998-B30A-A418A6FDD646}" dt="2024-09-20T01:56:15.761" v="416" actId="20577"/>
          <ac:spMkLst>
            <pc:docMk/>
            <pc:sldMk cId="1238487447" sldId="298"/>
            <ac:spMk id="16" creationId="{2B8C672A-EE05-D03E-72D0-E248468C99DA}"/>
          </ac:spMkLst>
        </pc:spChg>
        <pc:spChg chg="add mod">
          <ac:chgData name="Bhowmik, Sayan" userId="2b51cadb-156e-4c9a-99fc-6d2138739850" providerId="ADAL" clId="{0A61844E-60A1-4998-B30A-A418A6FDD646}" dt="2024-09-20T02:07:13.884" v="543" actId="20577"/>
          <ac:spMkLst>
            <pc:docMk/>
            <pc:sldMk cId="1238487447" sldId="298"/>
            <ac:spMk id="17" creationId="{D6F24ABA-BFB0-9F2D-9E0B-726BBD0A5239}"/>
          </ac:spMkLst>
        </pc:spChg>
        <pc:spChg chg="add mod">
          <ac:chgData name="Bhowmik, Sayan" userId="2b51cadb-156e-4c9a-99fc-6d2138739850" providerId="ADAL" clId="{0A61844E-60A1-4998-B30A-A418A6FDD646}" dt="2024-09-20T02:59:51.122" v="1176" actId="207"/>
          <ac:spMkLst>
            <pc:docMk/>
            <pc:sldMk cId="1238487447" sldId="298"/>
            <ac:spMk id="20" creationId="{FAD8FCE1-1AE1-D590-31A3-CD6A4F391717}"/>
          </ac:spMkLst>
        </pc:spChg>
        <pc:spChg chg="add mod">
          <ac:chgData name="Bhowmik, Sayan" userId="2b51cadb-156e-4c9a-99fc-6d2138739850" providerId="ADAL" clId="{0A61844E-60A1-4998-B30A-A418A6FDD646}" dt="2024-09-20T02:13:09.398" v="705" actId="20577"/>
          <ac:spMkLst>
            <pc:docMk/>
            <pc:sldMk cId="1238487447" sldId="298"/>
            <ac:spMk id="21" creationId="{A24B658B-A5EF-7D87-1909-6C6F2357DD7C}"/>
          </ac:spMkLst>
        </pc:spChg>
        <pc:spChg chg="add mod">
          <ac:chgData name="Bhowmik, Sayan" userId="2b51cadb-156e-4c9a-99fc-6d2138739850" providerId="ADAL" clId="{0A61844E-60A1-4998-B30A-A418A6FDD646}" dt="2024-09-20T02:26:15.896" v="916" actId="1037"/>
          <ac:spMkLst>
            <pc:docMk/>
            <pc:sldMk cId="1238487447" sldId="298"/>
            <ac:spMk id="24" creationId="{A2B28AD1-5F08-9E1A-49F8-20CAEF526273}"/>
          </ac:spMkLst>
        </pc:spChg>
        <pc:spChg chg="add mod">
          <ac:chgData name="Bhowmik, Sayan" userId="2b51cadb-156e-4c9a-99fc-6d2138739850" providerId="ADAL" clId="{0A61844E-60A1-4998-B30A-A418A6FDD646}" dt="2024-09-20T02:42:04.806" v="942" actId="1036"/>
          <ac:spMkLst>
            <pc:docMk/>
            <pc:sldMk cId="1238487447" sldId="298"/>
            <ac:spMk id="25" creationId="{91D9F199-B5A5-731C-CC4E-33A575A02F06}"/>
          </ac:spMkLst>
        </pc:spChg>
        <pc:spChg chg="add mod">
          <ac:chgData name="Bhowmik, Sayan" userId="2b51cadb-156e-4c9a-99fc-6d2138739850" providerId="ADAL" clId="{0A61844E-60A1-4998-B30A-A418A6FDD646}" dt="2024-09-20T02:46:59.122" v="1052" actId="14100"/>
          <ac:spMkLst>
            <pc:docMk/>
            <pc:sldMk cId="1238487447" sldId="298"/>
            <ac:spMk id="26" creationId="{015C6858-7E61-2C85-2034-C60B0EDA437D}"/>
          </ac:spMkLst>
        </pc:spChg>
        <pc:spChg chg="add mod">
          <ac:chgData name="Bhowmik, Sayan" userId="2b51cadb-156e-4c9a-99fc-6d2138739850" providerId="ADAL" clId="{0A61844E-60A1-4998-B30A-A418A6FDD646}" dt="2024-09-20T02:44:21.156" v="972" actId="207"/>
          <ac:spMkLst>
            <pc:docMk/>
            <pc:sldMk cId="1238487447" sldId="298"/>
            <ac:spMk id="30" creationId="{7738BBD4-6A4A-76E1-3C20-6005CB7F3012}"/>
          </ac:spMkLst>
        </pc:spChg>
        <pc:spChg chg="add mod">
          <ac:chgData name="Bhowmik, Sayan" userId="2b51cadb-156e-4c9a-99fc-6d2138739850" providerId="ADAL" clId="{0A61844E-60A1-4998-B30A-A418A6FDD646}" dt="2024-09-20T02:47:09.378" v="1060" actId="1076"/>
          <ac:spMkLst>
            <pc:docMk/>
            <pc:sldMk cId="1238487447" sldId="298"/>
            <ac:spMk id="31" creationId="{A2BC9E84-92EA-20EB-6265-174CEBEFBE06}"/>
          </ac:spMkLst>
        </pc:spChg>
        <pc:spChg chg="add mod">
          <ac:chgData name="Bhowmik, Sayan" userId="2b51cadb-156e-4c9a-99fc-6d2138739850" providerId="ADAL" clId="{0A61844E-60A1-4998-B30A-A418A6FDD646}" dt="2024-09-20T03:04:40.806" v="1185" actId="1582"/>
          <ac:spMkLst>
            <pc:docMk/>
            <pc:sldMk cId="1238487447" sldId="298"/>
            <ac:spMk id="44" creationId="{B5D9594D-CDF0-3EB7-38B7-D0893C23B9BF}"/>
          </ac:spMkLst>
        </pc:spChg>
        <pc:spChg chg="add del mod">
          <ac:chgData name="Bhowmik, Sayan" userId="2b51cadb-156e-4c9a-99fc-6d2138739850" providerId="ADAL" clId="{0A61844E-60A1-4998-B30A-A418A6FDD646}" dt="2024-09-20T03:04:32.333" v="1183" actId="478"/>
          <ac:spMkLst>
            <pc:docMk/>
            <pc:sldMk cId="1238487447" sldId="298"/>
            <ac:spMk id="45" creationId="{0F499593-5BEF-7A27-7C3B-833F80DA8D16}"/>
          </ac:spMkLst>
        </pc:spChg>
        <pc:spChg chg="add mod">
          <ac:chgData name="Bhowmik, Sayan" userId="2b51cadb-156e-4c9a-99fc-6d2138739850" providerId="ADAL" clId="{0A61844E-60A1-4998-B30A-A418A6FDD646}" dt="2024-09-20T03:08:46.796" v="1432" actId="20577"/>
          <ac:spMkLst>
            <pc:docMk/>
            <pc:sldMk cId="1238487447" sldId="298"/>
            <ac:spMk id="46" creationId="{BAF161B7-11C7-FC6C-0C59-604B87E1FE87}"/>
          </ac:spMkLst>
        </pc:spChg>
        <pc:cxnChg chg="add mod">
          <ac:chgData name="Bhowmik, Sayan" userId="2b51cadb-156e-4c9a-99fc-6d2138739850" providerId="ADAL" clId="{0A61844E-60A1-4998-B30A-A418A6FDD646}" dt="2024-09-20T02:25:11.582" v="894" actId="1076"/>
          <ac:cxnSpMkLst>
            <pc:docMk/>
            <pc:sldMk cId="1238487447" sldId="298"/>
            <ac:cxnSpMk id="8" creationId="{31893D75-8DFC-D442-2C39-D73A27E15C3D}"/>
          </ac:cxnSpMkLst>
        </pc:cxnChg>
        <pc:cxnChg chg="add del mod">
          <ac:chgData name="Bhowmik, Sayan" userId="2b51cadb-156e-4c9a-99fc-6d2138739850" providerId="ADAL" clId="{0A61844E-60A1-4998-B30A-A418A6FDD646}" dt="2024-09-20T02:15:56.539" v="716" actId="478"/>
          <ac:cxnSpMkLst>
            <pc:docMk/>
            <pc:sldMk cId="1238487447" sldId="298"/>
            <ac:cxnSpMk id="14" creationId="{E70A0470-127F-1CE5-8096-EFDD3725D11F}"/>
          </ac:cxnSpMkLst>
        </pc:cxnChg>
        <pc:cxnChg chg="add mod">
          <ac:chgData name="Bhowmik, Sayan" userId="2b51cadb-156e-4c9a-99fc-6d2138739850" providerId="ADAL" clId="{0A61844E-60A1-4998-B30A-A418A6FDD646}" dt="2024-09-20T02:10:39.634" v="545" actId="208"/>
          <ac:cxnSpMkLst>
            <pc:docMk/>
            <pc:sldMk cId="1238487447" sldId="298"/>
            <ac:cxnSpMk id="19" creationId="{2C8F7F1F-05E7-EB63-F37D-4CE42041DF1C}"/>
          </ac:cxnSpMkLst>
        </pc:cxnChg>
        <pc:cxnChg chg="add mod">
          <ac:chgData name="Bhowmik, Sayan" userId="2b51cadb-156e-4c9a-99fc-6d2138739850" providerId="ADAL" clId="{0A61844E-60A1-4998-B30A-A418A6FDD646}" dt="2024-09-20T02:17:09.522" v="719" actId="208"/>
          <ac:cxnSpMkLst>
            <pc:docMk/>
            <pc:sldMk cId="1238487447" sldId="298"/>
            <ac:cxnSpMk id="23" creationId="{1E44660C-DED5-B86B-A501-679B6A133AE0}"/>
          </ac:cxnSpMkLst>
        </pc:cxnChg>
        <pc:cxnChg chg="add mod">
          <ac:chgData name="Bhowmik, Sayan" userId="2b51cadb-156e-4c9a-99fc-6d2138739850" providerId="ADAL" clId="{0A61844E-60A1-4998-B30A-A418A6FDD646}" dt="2024-09-20T02:47:30.697" v="1065" actId="14100"/>
          <ac:cxnSpMkLst>
            <pc:docMk/>
            <pc:sldMk cId="1238487447" sldId="298"/>
            <ac:cxnSpMk id="28" creationId="{4BED1942-E20B-D3F7-4916-7BDAD169DB59}"/>
          </ac:cxnSpMkLst>
        </pc:cxnChg>
        <pc:cxnChg chg="add mod">
          <ac:chgData name="Bhowmik, Sayan" userId="2b51cadb-156e-4c9a-99fc-6d2138739850" providerId="ADAL" clId="{0A61844E-60A1-4998-B30A-A418A6FDD646}" dt="2024-09-20T02:47:19.852" v="1063" actId="208"/>
          <ac:cxnSpMkLst>
            <pc:docMk/>
            <pc:sldMk cId="1238487447" sldId="298"/>
            <ac:cxnSpMk id="33" creationId="{74E0EE34-6FC1-EFA9-4394-4F10DEFEF1C0}"/>
          </ac:cxnSpMkLst>
        </pc:cxnChg>
      </pc:sldChg>
      <pc:sldChg chg="addSp delSp modSp new mod modTransition delAnim modAnim">
        <pc:chgData name="Bhowmik, Sayan" userId="2b51cadb-156e-4c9a-99fc-6d2138739850" providerId="ADAL" clId="{0A61844E-60A1-4998-B30A-A418A6FDD646}" dt="2024-09-22T03:53:27.227" v="8804"/>
        <pc:sldMkLst>
          <pc:docMk/>
          <pc:sldMk cId="2623716365" sldId="299"/>
        </pc:sldMkLst>
        <pc:spChg chg="mod">
          <ac:chgData name="Bhowmik, Sayan" userId="2b51cadb-156e-4c9a-99fc-6d2138739850" providerId="ADAL" clId="{0A61844E-60A1-4998-B30A-A418A6FDD646}" dt="2024-09-20T03:06:16.162" v="1226" actId="20577"/>
          <ac:spMkLst>
            <pc:docMk/>
            <pc:sldMk cId="2623716365" sldId="299"/>
            <ac:spMk id="2" creationId="{A17A30F9-9334-4717-90A6-F560DA47AED3}"/>
          </ac:spMkLst>
        </pc:spChg>
        <pc:spChg chg="add mod">
          <ac:chgData name="Bhowmik, Sayan" userId="2b51cadb-156e-4c9a-99fc-6d2138739850" providerId="ADAL" clId="{0A61844E-60A1-4998-B30A-A418A6FDD646}" dt="2024-09-21T15:41:28.948" v="2058" actId="1036"/>
          <ac:spMkLst>
            <pc:docMk/>
            <pc:sldMk cId="2623716365" sldId="299"/>
            <ac:spMk id="3" creationId="{36950842-3FA2-4296-C85D-257A28161921}"/>
          </ac:spMkLst>
        </pc:spChg>
        <pc:spChg chg="add mod">
          <ac:chgData name="Bhowmik, Sayan" userId="2b51cadb-156e-4c9a-99fc-6d2138739850" providerId="ADAL" clId="{0A61844E-60A1-4998-B30A-A418A6FDD646}" dt="2024-09-21T15:41:28.948" v="2058" actId="1036"/>
          <ac:spMkLst>
            <pc:docMk/>
            <pc:sldMk cId="2623716365" sldId="299"/>
            <ac:spMk id="4" creationId="{40827129-E592-57CA-B7F8-5B249303EEF9}"/>
          </ac:spMkLst>
        </pc:spChg>
        <pc:spChg chg="add mod">
          <ac:chgData name="Bhowmik, Sayan" userId="2b51cadb-156e-4c9a-99fc-6d2138739850" providerId="ADAL" clId="{0A61844E-60A1-4998-B30A-A418A6FDD646}" dt="2024-09-20T03:09:35.687" v="1433"/>
          <ac:spMkLst>
            <pc:docMk/>
            <pc:sldMk cId="2623716365" sldId="299"/>
            <ac:spMk id="5" creationId="{921BBF8E-07AA-9D6C-3273-E6C448731B36}"/>
          </ac:spMkLst>
        </pc:spChg>
        <pc:spChg chg="add del mod">
          <ac:chgData name="Bhowmik, Sayan" userId="2b51cadb-156e-4c9a-99fc-6d2138739850" providerId="ADAL" clId="{0A61844E-60A1-4998-B30A-A418A6FDD646}" dt="2024-09-20T03:19:03.814" v="1498" actId="478"/>
          <ac:spMkLst>
            <pc:docMk/>
            <pc:sldMk cId="2623716365" sldId="299"/>
            <ac:spMk id="7" creationId="{31064098-6B49-8872-5BFC-70B2198B5AFE}"/>
          </ac:spMkLst>
        </pc:spChg>
        <pc:spChg chg="add mod ord">
          <ac:chgData name="Bhowmik, Sayan" userId="2b51cadb-156e-4c9a-99fc-6d2138739850" providerId="ADAL" clId="{0A61844E-60A1-4998-B30A-A418A6FDD646}" dt="2024-09-21T15:56:12.383" v="2237" actId="207"/>
          <ac:spMkLst>
            <pc:docMk/>
            <pc:sldMk cId="2623716365" sldId="299"/>
            <ac:spMk id="10" creationId="{9A7DA7D0-F064-68CC-4D3F-DF7D2752960E}"/>
          </ac:spMkLst>
        </pc:spChg>
        <pc:spChg chg="add mod">
          <ac:chgData name="Bhowmik, Sayan" userId="2b51cadb-156e-4c9a-99fc-6d2138739850" providerId="ADAL" clId="{0A61844E-60A1-4998-B30A-A418A6FDD646}" dt="2024-09-21T15:41:04.548" v="1985" actId="1035"/>
          <ac:spMkLst>
            <pc:docMk/>
            <pc:sldMk cId="2623716365" sldId="299"/>
            <ac:spMk id="12" creationId="{2061B818-E12A-D487-F2AD-D0D57C02A57D}"/>
          </ac:spMkLst>
        </pc:spChg>
        <pc:spChg chg="add mod">
          <ac:chgData name="Bhowmik, Sayan" userId="2b51cadb-156e-4c9a-99fc-6d2138739850" providerId="ADAL" clId="{0A61844E-60A1-4998-B30A-A418A6FDD646}" dt="2024-09-21T15:41:04.548" v="1985" actId="1035"/>
          <ac:spMkLst>
            <pc:docMk/>
            <pc:sldMk cId="2623716365" sldId="299"/>
            <ac:spMk id="16" creationId="{5E9E6DF9-FF65-EF7D-7EEA-85B920F8C843}"/>
          </ac:spMkLst>
        </pc:spChg>
        <pc:spChg chg="add mod">
          <ac:chgData name="Bhowmik, Sayan" userId="2b51cadb-156e-4c9a-99fc-6d2138739850" providerId="ADAL" clId="{0A61844E-60A1-4998-B30A-A418A6FDD646}" dt="2024-09-20T03:22:18.551" v="1577" actId="1076"/>
          <ac:spMkLst>
            <pc:docMk/>
            <pc:sldMk cId="2623716365" sldId="299"/>
            <ac:spMk id="17" creationId="{12260BAE-6E01-29B0-DB2D-B4C5B3BEBE9B}"/>
          </ac:spMkLst>
        </pc:spChg>
        <pc:spChg chg="add mod">
          <ac:chgData name="Bhowmik, Sayan" userId="2b51cadb-156e-4c9a-99fc-6d2138739850" providerId="ADAL" clId="{0A61844E-60A1-4998-B30A-A418A6FDD646}" dt="2024-09-20T03:22:18.551" v="1577" actId="1076"/>
          <ac:spMkLst>
            <pc:docMk/>
            <pc:sldMk cId="2623716365" sldId="299"/>
            <ac:spMk id="18" creationId="{D865EBA2-DF51-ED0B-4472-0E6430990C39}"/>
          </ac:spMkLst>
        </pc:spChg>
        <pc:spChg chg="add mod">
          <ac:chgData name="Bhowmik, Sayan" userId="2b51cadb-156e-4c9a-99fc-6d2138739850" providerId="ADAL" clId="{0A61844E-60A1-4998-B30A-A418A6FDD646}" dt="2024-09-20T03:25:27.027" v="1761" actId="1035"/>
          <ac:spMkLst>
            <pc:docMk/>
            <pc:sldMk cId="2623716365" sldId="299"/>
            <ac:spMk id="19" creationId="{97CCE9C3-116C-1B29-5A85-A462E6B0CD61}"/>
          </ac:spMkLst>
        </pc:spChg>
        <pc:spChg chg="add mod">
          <ac:chgData name="Bhowmik, Sayan" userId="2b51cadb-156e-4c9a-99fc-6d2138739850" providerId="ADAL" clId="{0A61844E-60A1-4998-B30A-A418A6FDD646}" dt="2024-09-20T03:25:27.027" v="1761" actId="1035"/>
          <ac:spMkLst>
            <pc:docMk/>
            <pc:sldMk cId="2623716365" sldId="299"/>
            <ac:spMk id="20" creationId="{8AAE429B-2710-2935-DB52-2037EA06883D}"/>
          </ac:spMkLst>
        </pc:spChg>
        <pc:spChg chg="add mod">
          <ac:chgData name="Bhowmik, Sayan" userId="2b51cadb-156e-4c9a-99fc-6d2138739850" providerId="ADAL" clId="{0A61844E-60A1-4998-B30A-A418A6FDD646}" dt="2024-09-20T03:25:27.027" v="1761" actId="1035"/>
          <ac:spMkLst>
            <pc:docMk/>
            <pc:sldMk cId="2623716365" sldId="299"/>
            <ac:spMk id="21" creationId="{0059D0E9-FE54-4871-DC6E-A6D3865CD8A3}"/>
          </ac:spMkLst>
        </pc:spChg>
        <pc:spChg chg="add mod">
          <ac:chgData name="Bhowmik, Sayan" userId="2b51cadb-156e-4c9a-99fc-6d2138739850" providerId="ADAL" clId="{0A61844E-60A1-4998-B30A-A418A6FDD646}" dt="2024-09-20T03:25:27.027" v="1761" actId="1035"/>
          <ac:spMkLst>
            <pc:docMk/>
            <pc:sldMk cId="2623716365" sldId="299"/>
            <ac:spMk id="23" creationId="{200AAE96-DFA7-78E6-8C85-A204D3318818}"/>
          </ac:spMkLst>
        </pc:spChg>
        <pc:spChg chg="add mod">
          <ac:chgData name="Bhowmik, Sayan" userId="2b51cadb-156e-4c9a-99fc-6d2138739850" providerId="ADAL" clId="{0A61844E-60A1-4998-B30A-A418A6FDD646}" dt="2024-09-22T03:50:29.342" v="8792" actId="1036"/>
          <ac:spMkLst>
            <pc:docMk/>
            <pc:sldMk cId="2623716365" sldId="299"/>
            <ac:spMk id="37" creationId="{975B4C91-16A7-DDA3-16D3-0CAC32A79FEA}"/>
          </ac:spMkLst>
        </pc:spChg>
        <pc:spChg chg="add mod">
          <ac:chgData name="Bhowmik, Sayan" userId="2b51cadb-156e-4c9a-99fc-6d2138739850" providerId="ADAL" clId="{0A61844E-60A1-4998-B30A-A418A6FDD646}" dt="2024-09-21T15:41:04.548" v="1985" actId="1035"/>
          <ac:spMkLst>
            <pc:docMk/>
            <pc:sldMk cId="2623716365" sldId="299"/>
            <ac:spMk id="41" creationId="{2006C4BA-DDF5-6335-27D3-391595539320}"/>
          </ac:spMkLst>
        </pc:spChg>
        <pc:spChg chg="add del mod">
          <ac:chgData name="Bhowmik, Sayan" userId="2b51cadb-156e-4c9a-99fc-6d2138739850" providerId="ADAL" clId="{0A61844E-60A1-4998-B30A-A418A6FDD646}" dt="2024-09-21T15:41:42.348" v="2060" actId="478"/>
          <ac:spMkLst>
            <pc:docMk/>
            <pc:sldMk cId="2623716365" sldId="299"/>
            <ac:spMk id="42" creationId="{36834677-F7D1-6C21-A715-2587B706BE82}"/>
          </ac:spMkLst>
        </pc:spChg>
        <pc:spChg chg="add mod">
          <ac:chgData name="Bhowmik, Sayan" userId="2b51cadb-156e-4c9a-99fc-6d2138739850" providerId="ADAL" clId="{0A61844E-60A1-4998-B30A-A418A6FDD646}" dt="2024-09-21T15:42:24.230" v="2085" actId="20577"/>
          <ac:spMkLst>
            <pc:docMk/>
            <pc:sldMk cId="2623716365" sldId="299"/>
            <ac:spMk id="43" creationId="{763EACD9-C204-6ABD-A813-C667E777EEDC}"/>
          </ac:spMkLst>
        </pc:spChg>
        <pc:spChg chg="add mod">
          <ac:chgData name="Bhowmik, Sayan" userId="2b51cadb-156e-4c9a-99fc-6d2138739850" providerId="ADAL" clId="{0A61844E-60A1-4998-B30A-A418A6FDD646}" dt="2024-09-21T15:59:03.590" v="2262" actId="207"/>
          <ac:spMkLst>
            <pc:docMk/>
            <pc:sldMk cId="2623716365" sldId="299"/>
            <ac:spMk id="44" creationId="{0E79EE00-4520-0856-1690-635891DC9CC8}"/>
          </ac:spMkLst>
        </pc:spChg>
        <pc:spChg chg="add mod">
          <ac:chgData name="Bhowmik, Sayan" userId="2b51cadb-156e-4c9a-99fc-6d2138739850" providerId="ADAL" clId="{0A61844E-60A1-4998-B30A-A418A6FDD646}" dt="2024-09-21T15:58:15.085" v="2261" actId="1076"/>
          <ac:spMkLst>
            <pc:docMk/>
            <pc:sldMk cId="2623716365" sldId="299"/>
            <ac:spMk id="45" creationId="{E6EF4A01-BD98-095F-D86A-49B7DFAB82CD}"/>
          </ac:spMkLst>
        </pc:spChg>
        <pc:spChg chg="add mod">
          <ac:chgData name="Bhowmik, Sayan" userId="2b51cadb-156e-4c9a-99fc-6d2138739850" providerId="ADAL" clId="{0A61844E-60A1-4998-B30A-A418A6FDD646}" dt="2024-09-21T16:02:23.630" v="2355" actId="1076"/>
          <ac:spMkLst>
            <pc:docMk/>
            <pc:sldMk cId="2623716365" sldId="299"/>
            <ac:spMk id="46" creationId="{80CC833A-4D22-85FF-B3AC-29A9C2AAB3BA}"/>
          </ac:spMkLst>
        </pc:spChg>
        <pc:spChg chg="add mod">
          <ac:chgData name="Bhowmik, Sayan" userId="2b51cadb-156e-4c9a-99fc-6d2138739850" providerId="ADAL" clId="{0A61844E-60A1-4998-B30A-A418A6FDD646}" dt="2024-09-21T16:02:11.837" v="2352" actId="1076"/>
          <ac:spMkLst>
            <pc:docMk/>
            <pc:sldMk cId="2623716365" sldId="299"/>
            <ac:spMk id="47" creationId="{FF20EC2E-9E8A-087D-BB21-E6D6D93B15B7}"/>
          </ac:spMkLst>
        </pc:spChg>
        <pc:spChg chg="add mod">
          <ac:chgData name="Bhowmik, Sayan" userId="2b51cadb-156e-4c9a-99fc-6d2138739850" providerId="ADAL" clId="{0A61844E-60A1-4998-B30A-A418A6FDD646}" dt="2024-09-21T16:02:15.069" v="2353" actId="208"/>
          <ac:spMkLst>
            <pc:docMk/>
            <pc:sldMk cId="2623716365" sldId="299"/>
            <ac:spMk id="48" creationId="{A319975B-188F-4D4D-2B5F-70B9A9A0E26B}"/>
          </ac:spMkLst>
        </pc:spChg>
        <pc:spChg chg="add del mod">
          <ac:chgData name="Bhowmik, Sayan" userId="2b51cadb-156e-4c9a-99fc-6d2138739850" providerId="ADAL" clId="{0A61844E-60A1-4998-B30A-A418A6FDD646}" dt="2024-09-22T03:51:54.041" v="8797" actId="478"/>
          <ac:spMkLst>
            <pc:docMk/>
            <pc:sldMk cId="2623716365" sldId="299"/>
            <ac:spMk id="49" creationId="{AB440B25-5A37-AF3B-FFA7-528D39EFA3DC}"/>
          </ac:spMkLst>
        </pc:spChg>
        <pc:spChg chg="add mod">
          <ac:chgData name="Bhowmik, Sayan" userId="2b51cadb-156e-4c9a-99fc-6d2138739850" providerId="ADAL" clId="{0A61844E-60A1-4998-B30A-A418A6FDD646}" dt="2024-09-22T03:50:07.044" v="8769" actId="571"/>
          <ac:spMkLst>
            <pc:docMk/>
            <pc:sldMk cId="2623716365" sldId="299"/>
            <ac:spMk id="55" creationId="{4F2E7B6B-FE4F-F73E-83BB-17DEA179BEE4}"/>
          </ac:spMkLst>
        </pc:spChg>
        <pc:spChg chg="add mod">
          <ac:chgData name="Bhowmik, Sayan" userId="2b51cadb-156e-4c9a-99fc-6d2138739850" providerId="ADAL" clId="{0A61844E-60A1-4998-B30A-A418A6FDD646}" dt="2024-09-22T03:50:07.044" v="8769" actId="571"/>
          <ac:spMkLst>
            <pc:docMk/>
            <pc:sldMk cId="2623716365" sldId="299"/>
            <ac:spMk id="56" creationId="{B55F9788-7B9D-2333-DA47-28D39C01B2B0}"/>
          </ac:spMkLst>
        </pc:spChg>
        <pc:spChg chg="add mod">
          <ac:chgData name="Bhowmik, Sayan" userId="2b51cadb-156e-4c9a-99fc-6d2138739850" providerId="ADAL" clId="{0A61844E-60A1-4998-B30A-A418A6FDD646}" dt="2024-09-22T03:50:07.044" v="8769" actId="571"/>
          <ac:spMkLst>
            <pc:docMk/>
            <pc:sldMk cId="2623716365" sldId="299"/>
            <ac:spMk id="57" creationId="{706307C6-DD49-0AC2-7F6F-DBB921AB92F7}"/>
          </ac:spMkLst>
        </pc:spChg>
        <pc:spChg chg="add mod">
          <ac:chgData name="Bhowmik, Sayan" userId="2b51cadb-156e-4c9a-99fc-6d2138739850" providerId="ADAL" clId="{0A61844E-60A1-4998-B30A-A418A6FDD646}" dt="2024-09-22T03:50:07.044" v="8769" actId="571"/>
          <ac:spMkLst>
            <pc:docMk/>
            <pc:sldMk cId="2623716365" sldId="299"/>
            <ac:spMk id="58" creationId="{53193060-B26B-FF9D-9C6A-1DD329DF8A86}"/>
          </ac:spMkLst>
        </pc:spChg>
        <pc:spChg chg="add mod">
          <ac:chgData name="Bhowmik, Sayan" userId="2b51cadb-156e-4c9a-99fc-6d2138739850" providerId="ADAL" clId="{0A61844E-60A1-4998-B30A-A418A6FDD646}" dt="2024-09-22T03:50:10.274" v="8771" actId="571"/>
          <ac:spMkLst>
            <pc:docMk/>
            <pc:sldMk cId="2623716365" sldId="299"/>
            <ac:spMk id="64" creationId="{763C1E9B-473F-BFFA-079E-7431B43142C3}"/>
          </ac:spMkLst>
        </pc:spChg>
        <pc:spChg chg="add mod">
          <ac:chgData name="Bhowmik, Sayan" userId="2b51cadb-156e-4c9a-99fc-6d2138739850" providerId="ADAL" clId="{0A61844E-60A1-4998-B30A-A418A6FDD646}" dt="2024-09-22T03:50:10.274" v="8771" actId="571"/>
          <ac:spMkLst>
            <pc:docMk/>
            <pc:sldMk cId="2623716365" sldId="299"/>
            <ac:spMk id="65" creationId="{77E5BF23-3D0F-089B-DBAF-C8071E44FBB4}"/>
          </ac:spMkLst>
        </pc:spChg>
        <pc:spChg chg="add mod">
          <ac:chgData name="Bhowmik, Sayan" userId="2b51cadb-156e-4c9a-99fc-6d2138739850" providerId="ADAL" clId="{0A61844E-60A1-4998-B30A-A418A6FDD646}" dt="2024-09-22T03:50:10.274" v="8771" actId="571"/>
          <ac:spMkLst>
            <pc:docMk/>
            <pc:sldMk cId="2623716365" sldId="299"/>
            <ac:spMk id="66" creationId="{731B54E3-FE58-497E-71D7-ED9FBC480044}"/>
          </ac:spMkLst>
        </pc:spChg>
        <pc:spChg chg="add mod">
          <ac:chgData name="Bhowmik, Sayan" userId="2b51cadb-156e-4c9a-99fc-6d2138739850" providerId="ADAL" clId="{0A61844E-60A1-4998-B30A-A418A6FDD646}" dt="2024-09-22T03:50:10.274" v="8771" actId="571"/>
          <ac:spMkLst>
            <pc:docMk/>
            <pc:sldMk cId="2623716365" sldId="299"/>
            <ac:spMk id="67" creationId="{18AA4FF8-09AE-6088-0C58-1A4B5FCBA128}"/>
          </ac:spMkLst>
        </pc:spChg>
        <pc:picChg chg="add mod">
          <ac:chgData name="Bhowmik, Sayan" userId="2b51cadb-156e-4c9a-99fc-6d2138739850" providerId="ADAL" clId="{0A61844E-60A1-4998-B30A-A418A6FDD646}" dt="2024-09-21T15:41:04.548" v="1985" actId="1035"/>
          <ac:picMkLst>
            <pc:docMk/>
            <pc:sldMk cId="2623716365" sldId="299"/>
            <ac:picMk id="6" creationId="{1A5D16A8-FB64-6542-933E-0A153A064DC4}"/>
          </ac:picMkLst>
        </pc:picChg>
        <pc:picChg chg="add mod ord">
          <ac:chgData name="Bhowmik, Sayan" userId="2b51cadb-156e-4c9a-99fc-6d2138739850" providerId="ADAL" clId="{0A61844E-60A1-4998-B30A-A418A6FDD646}" dt="2024-09-21T16:05:45.595" v="2357" actId="1076"/>
          <ac:picMkLst>
            <pc:docMk/>
            <pc:sldMk cId="2623716365" sldId="299"/>
            <ac:picMk id="7" creationId="{491D38F5-786A-9C1E-A477-BEB0F9A3C8AA}"/>
          </ac:picMkLst>
        </pc:picChg>
        <pc:picChg chg="add mod ord">
          <ac:chgData name="Bhowmik, Sayan" userId="2b51cadb-156e-4c9a-99fc-6d2138739850" providerId="ADAL" clId="{0A61844E-60A1-4998-B30A-A418A6FDD646}" dt="2024-09-22T03:50:29.342" v="8792" actId="1036"/>
          <ac:picMkLst>
            <pc:docMk/>
            <pc:sldMk cId="2623716365" sldId="299"/>
            <ac:picMk id="14" creationId="{101B8884-59D6-FA7F-3A25-D60356640B24}"/>
          </ac:picMkLst>
        </pc:picChg>
        <pc:cxnChg chg="add mod ord">
          <ac:chgData name="Bhowmik, Sayan" userId="2b51cadb-156e-4c9a-99fc-6d2138739850" providerId="ADAL" clId="{0A61844E-60A1-4998-B30A-A418A6FDD646}" dt="2024-09-21T15:56:17.691" v="2238" actId="208"/>
          <ac:cxnSpMkLst>
            <pc:docMk/>
            <pc:sldMk cId="2623716365" sldId="299"/>
            <ac:cxnSpMk id="8" creationId="{694A08A6-4673-2628-A949-76E2AD947C27}"/>
          </ac:cxnSpMkLst>
        </pc:cxnChg>
        <pc:cxnChg chg="add mod">
          <ac:chgData name="Bhowmik, Sayan" userId="2b51cadb-156e-4c9a-99fc-6d2138739850" providerId="ADAL" clId="{0A61844E-60A1-4998-B30A-A418A6FDD646}" dt="2024-09-21T15:56:24.064" v="2240" actId="208"/>
          <ac:cxnSpMkLst>
            <pc:docMk/>
            <pc:sldMk cId="2623716365" sldId="299"/>
            <ac:cxnSpMk id="9" creationId="{3B599AE5-B073-3203-E984-8E155BAA4268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11" creationId="{7C8816E6-FA2D-D68E-7E3D-65B3500C5349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13" creationId="{BA0A0C38-DEC9-5D04-B84C-CA9D1851240E}"/>
          </ac:cxnSpMkLst>
        </pc:cxnChg>
        <pc:cxnChg chg="add del mod">
          <ac:chgData name="Bhowmik, Sayan" userId="2b51cadb-156e-4c9a-99fc-6d2138739850" providerId="ADAL" clId="{0A61844E-60A1-4998-B30A-A418A6FDD646}" dt="2024-09-20T03:19:03.814" v="1498" actId="478"/>
          <ac:cxnSpMkLst>
            <pc:docMk/>
            <pc:sldMk cId="2623716365" sldId="299"/>
            <ac:cxnSpMk id="14" creationId="{C4954EAC-49D7-57A4-C58F-DBCE4F40BD85}"/>
          </ac:cxnSpMkLst>
        </pc:cxnChg>
        <pc:cxnChg chg="add del mod">
          <ac:chgData name="Bhowmik, Sayan" userId="2b51cadb-156e-4c9a-99fc-6d2138739850" providerId="ADAL" clId="{0A61844E-60A1-4998-B30A-A418A6FDD646}" dt="2024-09-20T03:19:03.814" v="1498" actId="478"/>
          <ac:cxnSpMkLst>
            <pc:docMk/>
            <pc:sldMk cId="2623716365" sldId="299"/>
            <ac:cxnSpMk id="15" creationId="{264A4458-F590-F396-879E-B884BB764913}"/>
          </ac:cxnSpMkLst>
        </pc:cxnChg>
        <pc:cxnChg chg="add mod">
          <ac:chgData name="Bhowmik, Sayan" userId="2b51cadb-156e-4c9a-99fc-6d2138739850" providerId="ADAL" clId="{0A61844E-60A1-4998-B30A-A418A6FDD646}" dt="2024-09-20T03:25:27.027" v="1761" actId="1035"/>
          <ac:cxnSpMkLst>
            <pc:docMk/>
            <pc:sldMk cId="2623716365" sldId="299"/>
            <ac:cxnSpMk id="22" creationId="{413A3364-4FD8-37A8-3E70-DE6F69BD9F1B}"/>
          </ac:cxnSpMkLst>
        </pc:cxnChg>
        <pc:cxnChg chg="add mod">
          <ac:chgData name="Bhowmik, Sayan" userId="2b51cadb-156e-4c9a-99fc-6d2138739850" providerId="ADAL" clId="{0A61844E-60A1-4998-B30A-A418A6FDD646}" dt="2024-09-22T03:50:29.342" v="8792" actId="1036"/>
          <ac:cxnSpMkLst>
            <pc:docMk/>
            <pc:sldMk cId="2623716365" sldId="299"/>
            <ac:cxnSpMk id="24" creationId="{AC1BA9C0-E0BE-671A-ADE3-0D616C7035EB}"/>
          </ac:cxnSpMkLst>
        </pc:cxnChg>
        <pc:cxnChg chg="add del mod">
          <ac:chgData name="Bhowmik, Sayan" userId="2b51cadb-156e-4c9a-99fc-6d2138739850" providerId="ADAL" clId="{0A61844E-60A1-4998-B30A-A418A6FDD646}" dt="2024-09-21T15:35:27.867" v="1793" actId="478"/>
          <ac:cxnSpMkLst>
            <pc:docMk/>
            <pc:sldMk cId="2623716365" sldId="299"/>
            <ac:cxnSpMk id="26" creationId="{D9DED01B-5D4E-279A-8756-AF1A57AD6F5D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30" creationId="{3CEF2B9E-53FC-A3C3-4F7C-63A23A3EC796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36" creationId="{04632AE5-C4E3-7A60-7D38-3343C2E85325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39" creationId="{324B26B7-8EDA-B2D4-3A71-27F98D98C7FF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0" creationId="{369BEDE8-B4EA-EB9F-CDE7-3B7630C121BF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1" creationId="{18BF9B3F-FEFE-47A5-10F7-4FC2F868C674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2" creationId="{5B11E1A9-8E13-EFD8-01AD-4DEB75202221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3" creationId="{4957EE96-A9F2-DFA7-D364-D0630C05758D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4" creationId="{2107DE09-FB09-5FEA-A28E-EE66EDD57742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59" creationId="{F3DA07EC-69D9-F564-A994-BAB5FE4D16A7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60" creationId="{E72C52CC-8166-6D79-B860-A705433C00E8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61" creationId="{E9880711-01EB-546F-2989-E7D90780FCC2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62" creationId="{24AFBC82-64BC-DE0F-C4CD-9E31E85D9B86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63" creationId="{D52C2619-E0CD-E26E-E635-B25314A89939}"/>
          </ac:cxnSpMkLst>
        </pc:cxnChg>
      </pc:sldChg>
      <pc:sldChg chg="addSp delSp modSp new mod modTransition modAnim">
        <pc:chgData name="Bhowmik, Sayan" userId="2b51cadb-156e-4c9a-99fc-6d2138739850" providerId="ADAL" clId="{0A61844E-60A1-4998-B30A-A418A6FDD646}" dt="2024-09-22T03:55:27.914" v="8831"/>
        <pc:sldMkLst>
          <pc:docMk/>
          <pc:sldMk cId="2749834603" sldId="300"/>
        </pc:sldMkLst>
        <pc:spChg chg="mod">
          <ac:chgData name="Bhowmik, Sayan" userId="2b51cadb-156e-4c9a-99fc-6d2138739850" providerId="ADAL" clId="{0A61844E-60A1-4998-B30A-A418A6FDD646}" dt="2024-09-20T03:24:27.813" v="1610" actId="20577"/>
          <ac:spMkLst>
            <pc:docMk/>
            <pc:sldMk cId="2749834603" sldId="300"/>
            <ac:spMk id="2" creationId="{1896565E-9070-E468-04CD-EA2CACF3F938}"/>
          </ac:spMkLst>
        </pc:spChg>
        <pc:spChg chg="add mod">
          <ac:chgData name="Bhowmik, Sayan" userId="2b51cadb-156e-4c9a-99fc-6d2138739850" providerId="ADAL" clId="{0A61844E-60A1-4998-B30A-A418A6FDD646}" dt="2024-09-20T03:24:39.229" v="1611"/>
          <ac:spMkLst>
            <pc:docMk/>
            <pc:sldMk cId="2749834603" sldId="300"/>
            <ac:spMk id="3" creationId="{29C05805-6A1B-5285-33A6-B79B6BD216FC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8" creationId="{5BE9C328-B394-47B6-BE3C-160C0C1A2A2E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10" creationId="{779F850F-820E-9AE2-DE0B-F14A2C65F8E8}"/>
          </ac:spMkLst>
        </pc:spChg>
        <pc:spChg chg="add mod">
          <ac:chgData name="Bhowmik, Sayan" userId="2b51cadb-156e-4c9a-99fc-6d2138739850" providerId="ADAL" clId="{0A61844E-60A1-4998-B30A-A418A6FDD646}" dt="2024-09-22T03:54:02.297" v="8826" actId="1036"/>
          <ac:spMkLst>
            <pc:docMk/>
            <pc:sldMk cId="2749834603" sldId="300"/>
            <ac:spMk id="15" creationId="{1D8443DA-5CA3-8F8D-4075-621C52171D5A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16" creationId="{EEBBC8AF-742A-9F76-D3A4-B96E09423B03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18" creationId="{90B3550E-1C90-5C2B-4A9F-2F41D990EE2D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20" creationId="{5F0BC1AA-9C65-7AB7-FBA7-B233C8939F98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21" creationId="{3573EB63-72A5-3305-3C58-84C61C3198DC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23" creationId="{4DEF58E2-C72B-8E8B-9727-A9AA4CC13F95}"/>
          </ac:spMkLst>
        </pc:spChg>
        <pc:spChg chg="add del">
          <ac:chgData name="Bhowmik, Sayan" userId="2b51cadb-156e-4c9a-99fc-6d2138739850" providerId="ADAL" clId="{0A61844E-60A1-4998-B30A-A418A6FDD646}" dt="2024-09-21T16:10:17.510" v="2428" actId="11529"/>
          <ac:spMkLst>
            <pc:docMk/>
            <pc:sldMk cId="2749834603" sldId="300"/>
            <ac:spMk id="24" creationId="{33C67D08-37BE-4F43-7026-E2FECB089404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25" creationId="{E3F99A9B-0982-62D2-149C-8CFD33223B7C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26" creationId="{EA963AFD-DEF0-3B8C-669C-57921AC5553A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27" creationId="{ED451E4E-ADAF-BB31-546D-D94A3183D741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30" creationId="{BFBDCE88-CF54-D8D7-26F1-A6C061D28D32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31" creationId="{DD74F6D9-6DB5-B8EC-EA20-B92D5A4D1C5E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32" creationId="{8B3A124F-5585-FACF-0EF1-249306B2FFD5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33" creationId="{12D78804-1C58-1A0D-B373-92507655C1D8}"/>
          </ac:spMkLst>
        </pc:spChg>
        <pc:spChg chg="add mod">
          <ac:chgData name="Bhowmik, Sayan" userId="2b51cadb-156e-4c9a-99fc-6d2138739850" providerId="ADAL" clId="{0A61844E-60A1-4998-B30A-A418A6FDD646}" dt="2024-09-21T16:44:38.237" v="3233" actId="1035"/>
          <ac:spMkLst>
            <pc:docMk/>
            <pc:sldMk cId="2749834603" sldId="300"/>
            <ac:spMk id="36" creationId="{13B477AB-F974-023A-28CE-BF6ED0A183C0}"/>
          </ac:spMkLst>
        </pc:spChg>
        <pc:spChg chg="add mod">
          <ac:chgData name="Bhowmik, Sayan" userId="2b51cadb-156e-4c9a-99fc-6d2138739850" providerId="ADAL" clId="{0A61844E-60A1-4998-B30A-A418A6FDD646}" dt="2024-09-21T16:44:38.237" v="3233" actId="1035"/>
          <ac:spMkLst>
            <pc:docMk/>
            <pc:sldMk cId="2749834603" sldId="300"/>
            <ac:spMk id="37" creationId="{5F9888F2-F9BD-B5FF-E0FC-F7C408174BFC}"/>
          </ac:spMkLst>
        </pc:spChg>
        <pc:spChg chg="add mod">
          <ac:chgData name="Bhowmik, Sayan" userId="2b51cadb-156e-4c9a-99fc-6d2138739850" providerId="ADAL" clId="{0A61844E-60A1-4998-B30A-A418A6FDD646}" dt="2024-09-21T16:44:38.237" v="3233" actId="1035"/>
          <ac:spMkLst>
            <pc:docMk/>
            <pc:sldMk cId="2749834603" sldId="300"/>
            <ac:spMk id="38" creationId="{4CD04839-A852-B4B6-5E3D-B25738CD7BF7}"/>
          </ac:spMkLst>
        </pc:spChg>
        <pc:spChg chg="add mod">
          <ac:chgData name="Bhowmik, Sayan" userId="2b51cadb-156e-4c9a-99fc-6d2138739850" providerId="ADAL" clId="{0A61844E-60A1-4998-B30A-A418A6FDD646}" dt="2024-09-21T16:47:55.012" v="3313" actId="1035"/>
          <ac:spMkLst>
            <pc:docMk/>
            <pc:sldMk cId="2749834603" sldId="300"/>
            <ac:spMk id="39" creationId="{2C2D643E-D57D-8518-04DC-45EFBA77F45D}"/>
          </ac:spMkLst>
        </pc:spChg>
        <pc:picChg chg="add mod">
          <ac:chgData name="Bhowmik, Sayan" userId="2b51cadb-156e-4c9a-99fc-6d2138739850" providerId="ADAL" clId="{0A61844E-60A1-4998-B30A-A418A6FDD646}" dt="2024-09-21T16:26:13.241" v="2935" actId="1037"/>
          <ac:picMkLst>
            <pc:docMk/>
            <pc:sldMk cId="2749834603" sldId="300"/>
            <ac:picMk id="4" creationId="{022D628A-93D5-882C-557D-DCEB2A77DE8E}"/>
          </ac:picMkLst>
        </pc:picChg>
        <pc:picChg chg="add mod">
          <ac:chgData name="Bhowmik, Sayan" userId="2b51cadb-156e-4c9a-99fc-6d2138739850" providerId="ADAL" clId="{0A61844E-60A1-4998-B30A-A418A6FDD646}" dt="2024-09-21T16:26:13.241" v="2935" actId="1037"/>
          <ac:picMkLst>
            <pc:docMk/>
            <pc:sldMk cId="2749834603" sldId="300"/>
            <ac:picMk id="11" creationId="{ACB01A75-A923-4534-FB73-FC2A69E835B1}"/>
          </ac:picMkLst>
        </pc:picChg>
        <pc:picChg chg="add mod ord">
          <ac:chgData name="Bhowmik, Sayan" userId="2b51cadb-156e-4c9a-99fc-6d2138739850" providerId="ADAL" clId="{0A61844E-60A1-4998-B30A-A418A6FDD646}" dt="2024-09-22T03:54:02.297" v="8826" actId="1036"/>
          <ac:picMkLst>
            <pc:docMk/>
            <pc:sldMk cId="2749834603" sldId="300"/>
            <ac:picMk id="19" creationId="{4B4FA9B9-4294-93CC-9602-AE8099539625}"/>
          </ac:picMkLst>
        </pc:pic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5" creationId="{CAD064BD-2AD6-F4DD-815D-7EAC369FE947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6" creationId="{D124ECBB-5649-CC29-D768-61BD22D5154E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7" creationId="{5BA955A0-D8AC-0224-BE3A-79157D56770A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9" creationId="{7429D98A-EFF3-DBC2-32B7-9F758785B130}"/>
          </ac:cxnSpMkLst>
        </pc:cxnChg>
        <pc:cxnChg chg="add mod">
          <ac:chgData name="Bhowmik, Sayan" userId="2b51cadb-156e-4c9a-99fc-6d2138739850" providerId="ADAL" clId="{0A61844E-60A1-4998-B30A-A418A6FDD646}" dt="2024-09-22T03:54:02.297" v="8826" actId="1036"/>
          <ac:cxnSpMkLst>
            <pc:docMk/>
            <pc:sldMk cId="2749834603" sldId="300"/>
            <ac:cxnSpMk id="12" creationId="{8CEF883A-734F-4960-2960-21CD1301C2B9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13" creationId="{FFD07BBB-A711-50AF-305A-815A55D408DE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14" creationId="{CDD56B64-EFF1-92C1-0BC0-9A6DB815793C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17" creationId="{E79B4EFC-996F-98B3-E35C-44F15BEE1B3F}"/>
          </ac:cxnSpMkLst>
        </pc:cxnChg>
        <pc:cxnChg chg="add mod">
          <ac:chgData name="Bhowmik, Sayan" userId="2b51cadb-156e-4c9a-99fc-6d2138739850" providerId="ADAL" clId="{0A61844E-60A1-4998-B30A-A418A6FDD646}" dt="2024-09-21T16:43:46.665" v="3224" actId="1035"/>
          <ac:cxnSpMkLst>
            <pc:docMk/>
            <pc:sldMk cId="2749834603" sldId="300"/>
            <ac:cxnSpMk id="29" creationId="{E6F7F190-67BC-A607-D90B-D59A987B2438}"/>
          </ac:cxnSpMkLst>
        </pc:cxnChg>
        <pc:cxnChg chg="add mod">
          <ac:chgData name="Bhowmik, Sayan" userId="2b51cadb-156e-4c9a-99fc-6d2138739850" providerId="ADAL" clId="{0A61844E-60A1-4998-B30A-A418A6FDD646}" dt="2024-09-21T16:47:58.518" v="3314" actId="14100"/>
          <ac:cxnSpMkLst>
            <pc:docMk/>
            <pc:sldMk cId="2749834603" sldId="300"/>
            <ac:cxnSpMk id="41" creationId="{F64199BE-ACE2-87CC-A349-ED74AC9EEA2B}"/>
          </ac:cxnSpMkLst>
        </pc:cxnChg>
      </pc:sldChg>
      <pc:sldChg chg="modSp add mod">
        <pc:chgData name="Bhowmik, Sayan" userId="2b51cadb-156e-4c9a-99fc-6d2138739850" providerId="ADAL" clId="{0A61844E-60A1-4998-B30A-A418A6FDD646}" dt="2024-09-21T17:07:29.901" v="3645" actId="20577"/>
        <pc:sldMkLst>
          <pc:docMk/>
          <pc:sldMk cId="2810233673" sldId="301"/>
        </pc:sldMkLst>
        <pc:spChg chg="mod">
          <ac:chgData name="Bhowmik, Sayan" userId="2b51cadb-156e-4c9a-99fc-6d2138739850" providerId="ADAL" clId="{0A61844E-60A1-4998-B30A-A418A6FDD646}" dt="2024-09-21T17:07:29.901" v="3645" actId="20577"/>
          <ac:spMkLst>
            <pc:docMk/>
            <pc:sldMk cId="2810233673" sldId="301"/>
            <ac:spMk id="3" creationId="{54B9CEDF-66F4-D04D-3CFA-2BFEA2B014E7}"/>
          </ac:spMkLst>
        </pc:spChg>
      </pc:sldChg>
      <pc:sldChg chg="modSp add mod">
        <pc:chgData name="Bhowmik, Sayan" userId="2b51cadb-156e-4c9a-99fc-6d2138739850" providerId="ADAL" clId="{0A61844E-60A1-4998-B30A-A418A6FDD646}" dt="2024-09-21T17:44:24.567" v="3770" actId="20577"/>
        <pc:sldMkLst>
          <pc:docMk/>
          <pc:sldMk cId="4055682661" sldId="302"/>
        </pc:sldMkLst>
        <pc:spChg chg="mod">
          <ac:chgData name="Bhowmik, Sayan" userId="2b51cadb-156e-4c9a-99fc-6d2138739850" providerId="ADAL" clId="{0A61844E-60A1-4998-B30A-A418A6FDD646}" dt="2024-09-21T17:44:24.567" v="3770" actId="20577"/>
          <ac:spMkLst>
            <pc:docMk/>
            <pc:sldMk cId="4055682661" sldId="302"/>
            <ac:spMk id="3" creationId="{1E16CF53-8BCD-4DFD-9D4D-94731DDCF8A5}"/>
          </ac:spMkLst>
        </pc:spChg>
      </pc:sldChg>
      <pc:sldChg chg="addSp delSp modSp add mod modTransition modAnim">
        <pc:chgData name="Bhowmik, Sayan" userId="2b51cadb-156e-4c9a-99fc-6d2138739850" providerId="ADAL" clId="{0A61844E-60A1-4998-B30A-A418A6FDD646}" dt="2024-09-22T03:57:42.048" v="8837"/>
        <pc:sldMkLst>
          <pc:docMk/>
          <pc:sldMk cId="789896735" sldId="303"/>
        </pc:sldMkLst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8" creationId="{5BE9C328-B394-47B6-BE3C-160C0C1A2A2E}"/>
          </ac:spMkLst>
        </pc:spChg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10" creationId="{779F850F-820E-9AE2-DE0B-F14A2C65F8E8}"/>
          </ac:spMkLst>
        </pc:spChg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15" creationId="{1D8443DA-5CA3-8F8D-4075-621C52171D5A}"/>
          </ac:spMkLst>
        </pc:spChg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16" creationId="{EEBBC8AF-742A-9F76-D3A4-B96E09423B03}"/>
          </ac:spMkLst>
        </pc:spChg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18" creationId="{90B3550E-1C90-5C2B-4A9F-2F41D990EE2D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0" creationId="{5F0BC1AA-9C65-7AB7-FBA7-B233C8939F98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1" creationId="{3573EB63-72A5-3305-3C58-84C61C3198DC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3" creationId="{4DEF58E2-C72B-8E8B-9727-A9AA4CC13F95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5" creationId="{E3F99A9B-0982-62D2-149C-8CFD33223B7C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6" creationId="{EA963AFD-DEF0-3B8C-669C-57921AC5553A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7" creationId="{ED451E4E-ADAF-BB31-546D-D94A3183D741}"/>
          </ac:spMkLst>
        </pc:spChg>
        <pc:spChg chg="add mod">
          <ac:chgData name="Bhowmik, Sayan" userId="2b51cadb-156e-4c9a-99fc-6d2138739850" providerId="ADAL" clId="{0A61844E-60A1-4998-B30A-A418A6FDD646}" dt="2024-09-21T19:38:28.446" v="4297" actId="1036"/>
          <ac:spMkLst>
            <pc:docMk/>
            <pc:sldMk cId="789896735" sldId="303"/>
            <ac:spMk id="28" creationId="{A4500F40-B37F-63F6-4A30-F6FCC89A4D49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30" creationId="{BFBDCE88-CF54-D8D7-26F1-A6C061D28D32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31" creationId="{DD74F6D9-6DB5-B8EC-EA20-B92D5A4D1C5E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32" creationId="{8B3A124F-5585-FACF-0EF1-249306B2FFD5}"/>
          </ac:spMkLst>
        </pc:spChg>
        <pc:spChg chg="mod">
          <ac:chgData name="Bhowmik, Sayan" userId="2b51cadb-156e-4c9a-99fc-6d2138739850" providerId="ADAL" clId="{0A61844E-60A1-4998-B30A-A418A6FDD646}" dt="2024-09-21T17:48:22.213" v="3836" actId="1037"/>
          <ac:spMkLst>
            <pc:docMk/>
            <pc:sldMk cId="789896735" sldId="303"/>
            <ac:spMk id="33" creationId="{12D78804-1C58-1A0D-B373-92507655C1D8}"/>
          </ac:spMkLst>
        </pc:spChg>
        <pc:spChg chg="mod">
          <ac:chgData name="Bhowmik, Sayan" userId="2b51cadb-156e-4c9a-99fc-6d2138739850" providerId="ADAL" clId="{0A61844E-60A1-4998-B30A-A418A6FDD646}" dt="2024-09-21T17:48:33.613" v="3850" actId="1035"/>
          <ac:spMkLst>
            <pc:docMk/>
            <pc:sldMk cId="789896735" sldId="303"/>
            <ac:spMk id="36" creationId="{13B477AB-F974-023A-28CE-BF6ED0A183C0}"/>
          </ac:spMkLst>
        </pc:spChg>
        <pc:spChg chg="mod">
          <ac:chgData name="Bhowmik, Sayan" userId="2b51cadb-156e-4c9a-99fc-6d2138739850" providerId="ADAL" clId="{0A61844E-60A1-4998-B30A-A418A6FDD646}" dt="2024-09-21T17:48:41.445" v="3867" actId="1036"/>
          <ac:spMkLst>
            <pc:docMk/>
            <pc:sldMk cId="789896735" sldId="303"/>
            <ac:spMk id="37" creationId="{5F9888F2-F9BD-B5FF-E0FC-F7C408174BFC}"/>
          </ac:spMkLst>
        </pc:spChg>
        <pc:spChg chg="mod">
          <ac:chgData name="Bhowmik, Sayan" userId="2b51cadb-156e-4c9a-99fc-6d2138739850" providerId="ADAL" clId="{0A61844E-60A1-4998-B30A-A418A6FDD646}" dt="2024-09-21T17:50:21.181" v="3929" actId="1076"/>
          <ac:spMkLst>
            <pc:docMk/>
            <pc:sldMk cId="789896735" sldId="303"/>
            <ac:spMk id="38" creationId="{4CD04839-A852-B4B6-5E3D-B25738CD7BF7}"/>
          </ac:spMkLst>
        </pc:spChg>
        <pc:spChg chg="mod">
          <ac:chgData name="Bhowmik, Sayan" userId="2b51cadb-156e-4c9a-99fc-6d2138739850" providerId="ADAL" clId="{0A61844E-60A1-4998-B30A-A418A6FDD646}" dt="2024-09-21T17:50:28.580" v="3930" actId="1076"/>
          <ac:spMkLst>
            <pc:docMk/>
            <pc:sldMk cId="789896735" sldId="303"/>
            <ac:spMk id="39" creationId="{2C2D643E-D57D-8518-04DC-45EFBA77F45D}"/>
          </ac:spMkLst>
        </pc:spChg>
        <pc:spChg chg="add mod">
          <ac:chgData name="Bhowmik, Sayan" userId="2b51cadb-156e-4c9a-99fc-6d2138739850" providerId="ADAL" clId="{0A61844E-60A1-4998-B30A-A418A6FDD646}" dt="2024-09-21T19:46:47.094" v="4436" actId="20577"/>
          <ac:spMkLst>
            <pc:docMk/>
            <pc:sldMk cId="789896735" sldId="303"/>
            <ac:spMk id="49" creationId="{06BC575A-E2C2-D6C4-0714-1145C6E66B92}"/>
          </ac:spMkLst>
        </pc:spChg>
        <pc:spChg chg="add mod">
          <ac:chgData name="Bhowmik, Sayan" userId="2b51cadb-156e-4c9a-99fc-6d2138739850" providerId="ADAL" clId="{0A61844E-60A1-4998-B30A-A418A6FDD646}" dt="2024-09-21T19:38:28.446" v="4297" actId="1036"/>
          <ac:spMkLst>
            <pc:docMk/>
            <pc:sldMk cId="789896735" sldId="303"/>
            <ac:spMk id="53" creationId="{1A2F0AC8-4962-68C9-E996-CAD05FD61ADF}"/>
          </ac:spMkLst>
        </pc:spChg>
        <pc:spChg chg="add mod">
          <ac:chgData name="Bhowmik, Sayan" userId="2b51cadb-156e-4c9a-99fc-6d2138739850" providerId="ADAL" clId="{0A61844E-60A1-4998-B30A-A418A6FDD646}" dt="2024-09-21T19:38:16.960" v="4242" actId="1035"/>
          <ac:spMkLst>
            <pc:docMk/>
            <pc:sldMk cId="789896735" sldId="303"/>
            <ac:spMk id="54" creationId="{4B3DBFBD-454C-0A09-5178-1C2DBE5D5E9D}"/>
          </ac:spMkLst>
        </pc:spChg>
        <pc:spChg chg="add mod">
          <ac:chgData name="Bhowmik, Sayan" userId="2b51cadb-156e-4c9a-99fc-6d2138739850" providerId="ADAL" clId="{0A61844E-60A1-4998-B30A-A418A6FDD646}" dt="2024-09-21T19:38:16.960" v="4242" actId="1035"/>
          <ac:spMkLst>
            <pc:docMk/>
            <pc:sldMk cId="789896735" sldId="303"/>
            <ac:spMk id="55" creationId="{004E73E5-C73F-8528-D646-B64580DD16FA}"/>
          </ac:spMkLst>
        </pc:spChg>
        <pc:spChg chg="add mod">
          <ac:chgData name="Bhowmik, Sayan" userId="2b51cadb-156e-4c9a-99fc-6d2138739850" providerId="ADAL" clId="{0A61844E-60A1-4998-B30A-A418A6FDD646}" dt="2024-09-21T19:38:16.960" v="4242" actId="1035"/>
          <ac:spMkLst>
            <pc:docMk/>
            <pc:sldMk cId="789896735" sldId="303"/>
            <ac:spMk id="56" creationId="{1597E6F4-F5DC-76E4-4647-A97A0FE3338F}"/>
          </ac:spMkLst>
        </pc:spChg>
        <pc:spChg chg="add mod">
          <ac:chgData name="Bhowmik, Sayan" userId="2b51cadb-156e-4c9a-99fc-6d2138739850" providerId="ADAL" clId="{0A61844E-60A1-4998-B30A-A418A6FDD646}" dt="2024-09-21T19:52:51.103" v="4486" actId="20577"/>
          <ac:spMkLst>
            <pc:docMk/>
            <pc:sldMk cId="789896735" sldId="303"/>
            <ac:spMk id="59" creationId="{9055408F-1168-A478-6034-227F18B97C92}"/>
          </ac:spMkLst>
        </pc:spChg>
        <pc:spChg chg="add mod">
          <ac:chgData name="Bhowmik, Sayan" userId="2b51cadb-156e-4c9a-99fc-6d2138739850" providerId="ADAL" clId="{0A61844E-60A1-4998-B30A-A418A6FDD646}" dt="2024-09-21T19:53:34.716" v="4502" actId="1076"/>
          <ac:spMkLst>
            <pc:docMk/>
            <pc:sldMk cId="789896735" sldId="303"/>
            <ac:spMk id="60" creationId="{1240DA03-2E4D-8E1A-AA63-725CB5BCE37C}"/>
          </ac:spMkLst>
        </pc:spChg>
        <pc:spChg chg="add mod">
          <ac:chgData name="Bhowmik, Sayan" userId="2b51cadb-156e-4c9a-99fc-6d2138739850" providerId="ADAL" clId="{0A61844E-60A1-4998-B30A-A418A6FDD646}" dt="2024-09-21T19:53:45.158" v="4512" actId="20577"/>
          <ac:spMkLst>
            <pc:docMk/>
            <pc:sldMk cId="789896735" sldId="303"/>
            <ac:spMk id="61" creationId="{82A42FBD-53F4-9257-320B-034D21BAB561}"/>
          </ac:spMkLst>
        </pc:spChg>
        <pc:spChg chg="add mod">
          <ac:chgData name="Bhowmik, Sayan" userId="2b51cadb-156e-4c9a-99fc-6d2138739850" providerId="ADAL" clId="{0A61844E-60A1-4998-B30A-A418A6FDD646}" dt="2024-09-21T19:54:29.016" v="4518" actId="208"/>
          <ac:spMkLst>
            <pc:docMk/>
            <pc:sldMk cId="789896735" sldId="303"/>
            <ac:spMk id="62" creationId="{5E0103E9-6125-3F6E-6E82-E8E45838B5D4}"/>
          </ac:spMkLst>
        </pc:spChg>
        <pc:spChg chg="add mod">
          <ac:chgData name="Bhowmik, Sayan" userId="2b51cadb-156e-4c9a-99fc-6d2138739850" providerId="ADAL" clId="{0A61844E-60A1-4998-B30A-A418A6FDD646}" dt="2024-09-21T19:59:36.576" v="4579" actId="1038"/>
          <ac:spMkLst>
            <pc:docMk/>
            <pc:sldMk cId="789896735" sldId="303"/>
            <ac:spMk id="63" creationId="{A2EBACAE-EAB8-82AD-79BB-264B56FDDA22}"/>
          </ac:spMkLst>
        </pc:spChg>
        <pc:spChg chg="add mod">
          <ac:chgData name="Bhowmik, Sayan" userId="2b51cadb-156e-4c9a-99fc-6d2138739850" providerId="ADAL" clId="{0A61844E-60A1-4998-B30A-A418A6FDD646}" dt="2024-09-21T20:07:50.785" v="4870" actId="20577"/>
          <ac:spMkLst>
            <pc:docMk/>
            <pc:sldMk cId="789896735" sldId="303"/>
            <ac:spMk id="64" creationId="{B840AF90-3522-872D-6D6D-B15AE5F44B14}"/>
          </ac:spMkLst>
        </pc:spChg>
        <pc:spChg chg="add mod">
          <ac:chgData name="Bhowmik, Sayan" userId="2b51cadb-156e-4c9a-99fc-6d2138739850" providerId="ADAL" clId="{0A61844E-60A1-4998-B30A-A418A6FDD646}" dt="2024-09-21T20:12:39.217" v="4947" actId="208"/>
          <ac:spMkLst>
            <pc:docMk/>
            <pc:sldMk cId="789896735" sldId="303"/>
            <ac:spMk id="65" creationId="{603FF2D2-D393-8FB0-949C-AD6B65306562}"/>
          </ac:spMkLst>
        </pc:spChg>
        <pc:picChg chg="del">
          <ac:chgData name="Bhowmik, Sayan" userId="2b51cadb-156e-4c9a-99fc-6d2138739850" providerId="ADAL" clId="{0A61844E-60A1-4998-B30A-A418A6FDD646}" dt="2024-09-21T17:46:38.658" v="3772" actId="478"/>
          <ac:picMkLst>
            <pc:docMk/>
            <pc:sldMk cId="789896735" sldId="303"/>
            <ac:picMk id="4" creationId="{022D628A-93D5-882C-557D-DCEB2A77DE8E}"/>
          </ac:picMkLst>
        </pc:picChg>
        <pc:picChg chg="del">
          <ac:chgData name="Bhowmik, Sayan" userId="2b51cadb-156e-4c9a-99fc-6d2138739850" providerId="ADAL" clId="{0A61844E-60A1-4998-B30A-A418A6FDD646}" dt="2024-09-21T17:46:38.658" v="3772" actId="478"/>
          <ac:picMkLst>
            <pc:docMk/>
            <pc:sldMk cId="789896735" sldId="303"/>
            <ac:picMk id="11" creationId="{ACB01A75-A923-4534-FB73-FC2A69E835B1}"/>
          </ac:picMkLst>
        </pc:picChg>
        <pc:picChg chg="del">
          <ac:chgData name="Bhowmik, Sayan" userId="2b51cadb-156e-4c9a-99fc-6d2138739850" providerId="ADAL" clId="{0A61844E-60A1-4998-B30A-A418A6FDD646}" dt="2024-09-21T17:46:38.658" v="3772" actId="478"/>
          <ac:picMkLst>
            <pc:docMk/>
            <pc:sldMk cId="789896735" sldId="303"/>
            <ac:picMk id="19" creationId="{4B4FA9B9-4294-93CC-9602-AE8099539625}"/>
          </ac:picMkLst>
        </pc:pic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5" creationId="{CAD064BD-2AD6-F4DD-815D-7EAC369FE947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6" creationId="{D124ECBB-5649-CC29-D768-61BD22D5154E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7" creationId="{5BA955A0-D8AC-0224-BE3A-79157D56770A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9" creationId="{7429D98A-EFF3-DBC2-32B7-9F758785B130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12" creationId="{8CEF883A-734F-4960-2960-21CD1301C2B9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13" creationId="{FFD07BBB-A711-50AF-305A-815A55D408DE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14" creationId="{CDD56B64-EFF1-92C1-0BC0-9A6DB815793C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17" creationId="{E79B4EFC-996F-98B3-E35C-44F15BEE1B3F}"/>
          </ac:cxnSpMkLst>
        </pc:cxnChg>
        <pc:cxnChg chg="del">
          <ac:chgData name="Bhowmik, Sayan" userId="2b51cadb-156e-4c9a-99fc-6d2138739850" providerId="ADAL" clId="{0A61844E-60A1-4998-B30A-A418A6FDD646}" dt="2024-09-21T17:48:15.411" v="3816" actId="478"/>
          <ac:cxnSpMkLst>
            <pc:docMk/>
            <pc:sldMk cId="789896735" sldId="303"/>
            <ac:cxnSpMk id="29" creationId="{E6F7F190-67BC-A607-D90B-D59A987B2438}"/>
          </ac:cxnSpMkLst>
        </pc:cxnChg>
        <pc:cxnChg chg="add del mod">
          <ac:chgData name="Bhowmik, Sayan" userId="2b51cadb-156e-4c9a-99fc-6d2138739850" providerId="ADAL" clId="{0A61844E-60A1-4998-B30A-A418A6FDD646}" dt="2024-09-21T17:55:00.176" v="3989" actId="478"/>
          <ac:cxnSpMkLst>
            <pc:docMk/>
            <pc:sldMk cId="789896735" sldId="303"/>
            <ac:cxnSpMk id="35" creationId="{91C7D136-50FC-2791-F68D-D7E6E6BF1491}"/>
          </ac:cxnSpMkLst>
        </pc:cxnChg>
        <pc:cxnChg chg="del mod">
          <ac:chgData name="Bhowmik, Sayan" userId="2b51cadb-156e-4c9a-99fc-6d2138739850" providerId="ADAL" clId="{0A61844E-60A1-4998-B30A-A418A6FDD646}" dt="2024-09-21T17:47:14.098" v="3780" actId="478"/>
          <ac:cxnSpMkLst>
            <pc:docMk/>
            <pc:sldMk cId="789896735" sldId="303"/>
            <ac:cxnSpMk id="41" creationId="{F64199BE-ACE2-87CC-A349-ED74AC9EEA2B}"/>
          </ac:cxnSpMkLst>
        </pc:cxnChg>
        <pc:cxnChg chg="add mod">
          <ac:chgData name="Bhowmik, Sayan" userId="2b51cadb-156e-4c9a-99fc-6d2138739850" providerId="ADAL" clId="{0A61844E-60A1-4998-B30A-A418A6FDD646}" dt="2024-09-21T19:38:28.446" v="4297" actId="1036"/>
          <ac:cxnSpMkLst>
            <pc:docMk/>
            <pc:sldMk cId="789896735" sldId="303"/>
            <ac:cxnSpMk id="43" creationId="{9A5CB58A-4283-6DB0-4ECC-72A07AE31ED3}"/>
          </ac:cxnSpMkLst>
        </pc:cxnChg>
        <pc:cxnChg chg="add mod">
          <ac:chgData name="Bhowmik, Sayan" userId="2b51cadb-156e-4c9a-99fc-6d2138739850" providerId="ADAL" clId="{0A61844E-60A1-4998-B30A-A418A6FDD646}" dt="2024-09-21T19:38:28.446" v="4297" actId="1036"/>
          <ac:cxnSpMkLst>
            <pc:docMk/>
            <pc:sldMk cId="789896735" sldId="303"/>
            <ac:cxnSpMk id="51" creationId="{1B69F491-E194-6B5D-65E6-83D7BFE608E1}"/>
          </ac:cxnSpMkLst>
        </pc:cxnChg>
        <pc:cxnChg chg="add mod">
          <ac:chgData name="Bhowmik, Sayan" userId="2b51cadb-156e-4c9a-99fc-6d2138739850" providerId="ADAL" clId="{0A61844E-60A1-4998-B30A-A418A6FDD646}" dt="2024-09-21T19:39:01.458" v="4299" actId="208"/>
          <ac:cxnSpMkLst>
            <pc:docMk/>
            <pc:sldMk cId="789896735" sldId="303"/>
            <ac:cxnSpMk id="58" creationId="{D204FF0E-FD1C-146E-0B47-F28D60E02113}"/>
          </ac:cxnSpMkLst>
        </pc:cxnChg>
      </pc:sldChg>
      <pc:sldChg chg="addSp delSp modSp new mod modTransition addAnim delAnim modAnim">
        <pc:chgData name="Bhowmik, Sayan" userId="2b51cadb-156e-4c9a-99fc-6d2138739850" providerId="ADAL" clId="{0A61844E-60A1-4998-B30A-A418A6FDD646}" dt="2024-09-22T03:58:33.214" v="8842"/>
        <pc:sldMkLst>
          <pc:docMk/>
          <pc:sldMk cId="58650123" sldId="304"/>
        </pc:sldMkLst>
        <pc:spChg chg="mod">
          <ac:chgData name="Bhowmik, Sayan" userId="2b51cadb-156e-4c9a-99fc-6d2138739850" providerId="ADAL" clId="{0A61844E-60A1-4998-B30A-A418A6FDD646}" dt="2024-09-21T20:14:39.212" v="4958" actId="14100"/>
          <ac:spMkLst>
            <pc:docMk/>
            <pc:sldMk cId="58650123" sldId="304"/>
            <ac:spMk id="2" creationId="{A0219E6C-AEE0-8B7F-E8B4-3CC38026AC46}"/>
          </ac:spMkLst>
        </pc:spChg>
        <pc:spChg chg="add mod">
          <ac:chgData name="Bhowmik, Sayan" userId="2b51cadb-156e-4c9a-99fc-6d2138739850" providerId="ADAL" clId="{0A61844E-60A1-4998-B30A-A418A6FDD646}" dt="2024-09-21T20:24:12.096" v="5175" actId="115"/>
          <ac:spMkLst>
            <pc:docMk/>
            <pc:sldMk cId="58650123" sldId="304"/>
            <ac:spMk id="3" creationId="{FAF0A60C-420C-23FB-3500-ECC359251CFC}"/>
          </ac:spMkLst>
        </pc:spChg>
        <pc:spChg chg="add mod">
          <ac:chgData name="Bhowmik, Sayan" userId="2b51cadb-156e-4c9a-99fc-6d2138739850" providerId="ADAL" clId="{0A61844E-60A1-4998-B30A-A418A6FDD646}" dt="2024-09-22T03:08:27.997" v="7648" actId="20577"/>
          <ac:spMkLst>
            <pc:docMk/>
            <pc:sldMk cId="58650123" sldId="304"/>
            <ac:spMk id="4" creationId="{1E6C7C20-A683-0FE9-5DF4-4B5EFE635F7C}"/>
          </ac:spMkLst>
        </pc:spChg>
        <pc:spChg chg="add mod">
          <ac:chgData name="Bhowmik, Sayan" userId="2b51cadb-156e-4c9a-99fc-6d2138739850" providerId="ADAL" clId="{0A61844E-60A1-4998-B30A-A418A6FDD646}" dt="2024-09-22T00:25:35.625" v="5404"/>
          <ac:spMkLst>
            <pc:docMk/>
            <pc:sldMk cId="58650123" sldId="304"/>
            <ac:spMk id="8" creationId="{3A5FFD32-42AE-399E-47EC-E8F59ED08628}"/>
          </ac:spMkLst>
        </pc:spChg>
        <pc:spChg chg="add mod">
          <ac:chgData name="Bhowmik, Sayan" userId="2b51cadb-156e-4c9a-99fc-6d2138739850" providerId="ADAL" clId="{0A61844E-60A1-4998-B30A-A418A6FDD646}" dt="2024-09-22T00:29:50.198" v="5485" actId="1037"/>
          <ac:spMkLst>
            <pc:docMk/>
            <pc:sldMk cId="58650123" sldId="304"/>
            <ac:spMk id="9" creationId="{F94AD7A4-6C08-671F-A644-F9F0143AB6CF}"/>
          </ac:spMkLst>
        </pc:spChg>
        <pc:spChg chg="add mod">
          <ac:chgData name="Bhowmik, Sayan" userId="2b51cadb-156e-4c9a-99fc-6d2138739850" providerId="ADAL" clId="{0A61844E-60A1-4998-B30A-A418A6FDD646}" dt="2024-09-22T00:48:23.677" v="5851" actId="115"/>
          <ac:spMkLst>
            <pc:docMk/>
            <pc:sldMk cId="58650123" sldId="304"/>
            <ac:spMk id="12" creationId="{7651467B-3A54-6129-12D0-91B016CCAC86}"/>
          </ac:spMkLst>
        </pc:spChg>
        <pc:spChg chg="add mod">
          <ac:chgData name="Bhowmik, Sayan" userId="2b51cadb-156e-4c9a-99fc-6d2138739850" providerId="ADAL" clId="{0A61844E-60A1-4998-B30A-A418A6FDD646}" dt="2024-09-22T02:00:55.376" v="6831"/>
          <ac:spMkLst>
            <pc:docMk/>
            <pc:sldMk cId="58650123" sldId="304"/>
            <ac:spMk id="13" creationId="{97326AB6-FC6A-CB30-3A44-4019C096526F}"/>
          </ac:spMkLst>
        </pc:spChg>
        <pc:spChg chg="add mod">
          <ac:chgData name="Bhowmik, Sayan" userId="2b51cadb-156e-4c9a-99fc-6d2138739850" providerId="ADAL" clId="{0A61844E-60A1-4998-B30A-A418A6FDD646}" dt="2024-09-22T00:57:22.741" v="6095" actId="1038"/>
          <ac:spMkLst>
            <pc:docMk/>
            <pc:sldMk cId="58650123" sldId="304"/>
            <ac:spMk id="14" creationId="{B2F54D49-E26C-6B94-5441-52C883132C7C}"/>
          </ac:spMkLst>
        </pc:spChg>
        <pc:picChg chg="add del mod modCrop">
          <ac:chgData name="Bhowmik, Sayan" userId="2b51cadb-156e-4c9a-99fc-6d2138739850" providerId="ADAL" clId="{0A61844E-60A1-4998-B30A-A418A6FDD646}" dt="2024-09-22T00:33:49.573" v="5486" actId="478"/>
          <ac:picMkLst>
            <pc:docMk/>
            <pc:sldMk cId="58650123" sldId="304"/>
            <ac:picMk id="5" creationId="{0E3678F3-4937-D9C0-AFD8-2C2F2446904B}"/>
          </ac:picMkLst>
        </pc:picChg>
        <pc:picChg chg="add del mod modCrop">
          <ac:chgData name="Bhowmik, Sayan" userId="2b51cadb-156e-4c9a-99fc-6d2138739850" providerId="ADAL" clId="{0A61844E-60A1-4998-B30A-A418A6FDD646}" dt="2024-09-22T00:33:49.573" v="5486" actId="478"/>
          <ac:picMkLst>
            <pc:docMk/>
            <pc:sldMk cId="58650123" sldId="304"/>
            <ac:picMk id="6" creationId="{D88B92B6-1AB9-B985-ED22-3A1F58696B27}"/>
          </ac:picMkLst>
        </pc:picChg>
        <pc:picChg chg="add del mod modCrop">
          <ac:chgData name="Bhowmik, Sayan" userId="2b51cadb-156e-4c9a-99fc-6d2138739850" providerId="ADAL" clId="{0A61844E-60A1-4998-B30A-A418A6FDD646}" dt="2024-09-22T00:33:49.573" v="5486" actId="478"/>
          <ac:picMkLst>
            <pc:docMk/>
            <pc:sldMk cId="58650123" sldId="304"/>
            <ac:picMk id="7" creationId="{19765A07-39AB-816B-7363-8DA4B842F4A2}"/>
          </ac:picMkLst>
        </pc:picChg>
        <pc:picChg chg="add mod modCrop">
          <ac:chgData name="Bhowmik, Sayan" userId="2b51cadb-156e-4c9a-99fc-6d2138739850" providerId="ADAL" clId="{0A61844E-60A1-4998-B30A-A418A6FDD646}" dt="2024-09-22T00:34:25.030" v="5502" actId="14100"/>
          <ac:picMkLst>
            <pc:docMk/>
            <pc:sldMk cId="58650123" sldId="304"/>
            <ac:picMk id="11" creationId="{9C4D22FC-76F5-647B-C680-2DCD4C747B94}"/>
          </ac:picMkLst>
        </pc:picChg>
      </pc:sldChg>
      <pc:sldChg chg="addSp modSp new mod modTransition modAnim">
        <pc:chgData name="Bhowmik, Sayan" userId="2b51cadb-156e-4c9a-99fc-6d2138739850" providerId="ADAL" clId="{0A61844E-60A1-4998-B30A-A418A6FDD646}" dt="2024-09-22T04:00:21.892" v="8847"/>
        <pc:sldMkLst>
          <pc:docMk/>
          <pc:sldMk cId="564023433" sldId="305"/>
        </pc:sldMkLst>
        <pc:spChg chg="mod">
          <ac:chgData name="Bhowmik, Sayan" userId="2b51cadb-156e-4c9a-99fc-6d2138739850" providerId="ADAL" clId="{0A61844E-60A1-4998-B30A-A418A6FDD646}" dt="2024-09-22T01:11:17.556" v="6117" actId="14100"/>
          <ac:spMkLst>
            <pc:docMk/>
            <pc:sldMk cId="564023433" sldId="305"/>
            <ac:spMk id="2" creationId="{94AAD8A5-F78B-875F-90D4-C728F3685A12}"/>
          </ac:spMkLst>
        </pc:spChg>
        <pc:spChg chg="add mod">
          <ac:chgData name="Bhowmik, Sayan" userId="2b51cadb-156e-4c9a-99fc-6d2138739850" providerId="ADAL" clId="{0A61844E-60A1-4998-B30A-A418A6FDD646}" dt="2024-09-22T01:11:26.118" v="6118"/>
          <ac:spMkLst>
            <pc:docMk/>
            <pc:sldMk cId="564023433" sldId="305"/>
            <ac:spMk id="3" creationId="{54CBAF4B-5210-5643-D3DA-FE97BBEFA7FE}"/>
          </ac:spMkLst>
        </pc:spChg>
        <pc:spChg chg="add mod">
          <ac:chgData name="Bhowmik, Sayan" userId="2b51cadb-156e-4c9a-99fc-6d2138739850" providerId="ADAL" clId="{0A61844E-60A1-4998-B30A-A418A6FDD646}" dt="2024-09-22T01:54:28.437" v="6738" actId="20577"/>
          <ac:spMkLst>
            <pc:docMk/>
            <pc:sldMk cId="564023433" sldId="305"/>
            <ac:spMk id="4" creationId="{0D47F412-3115-D03A-F54E-A998F10D395F}"/>
          </ac:spMkLst>
        </pc:spChg>
        <pc:spChg chg="add mod">
          <ac:chgData name="Bhowmik, Sayan" userId="2b51cadb-156e-4c9a-99fc-6d2138739850" providerId="ADAL" clId="{0A61844E-60A1-4998-B30A-A418A6FDD646}" dt="2024-09-22T02:01:13.794" v="6835"/>
          <ac:spMkLst>
            <pc:docMk/>
            <pc:sldMk cId="564023433" sldId="305"/>
            <ac:spMk id="5" creationId="{F56B6478-5A26-EAED-7948-B81F659B2BB1}"/>
          </ac:spMkLst>
        </pc:spChg>
        <pc:spChg chg="add mod">
          <ac:chgData name="Bhowmik, Sayan" userId="2b51cadb-156e-4c9a-99fc-6d2138739850" providerId="ADAL" clId="{0A61844E-60A1-4998-B30A-A418A6FDD646}" dt="2024-09-22T01:51:15.567" v="6702" actId="1035"/>
          <ac:spMkLst>
            <pc:docMk/>
            <pc:sldMk cId="564023433" sldId="305"/>
            <ac:spMk id="6" creationId="{E96401FC-35C6-1F35-41AA-D1D04E57C6E4}"/>
          </ac:spMkLst>
        </pc:spChg>
        <pc:spChg chg="add mod">
          <ac:chgData name="Bhowmik, Sayan" userId="2b51cadb-156e-4c9a-99fc-6d2138739850" providerId="ADAL" clId="{0A61844E-60A1-4998-B30A-A418A6FDD646}" dt="2024-09-22T02:36:11.188" v="7337" actId="1035"/>
          <ac:spMkLst>
            <pc:docMk/>
            <pc:sldMk cId="564023433" sldId="305"/>
            <ac:spMk id="7" creationId="{A00EC411-BC55-2CF0-674B-081D221DD6CC}"/>
          </ac:spMkLst>
        </pc:spChg>
        <pc:spChg chg="add mod">
          <ac:chgData name="Bhowmik, Sayan" userId="2b51cadb-156e-4c9a-99fc-6d2138739850" providerId="ADAL" clId="{0A61844E-60A1-4998-B30A-A418A6FDD646}" dt="2024-09-22T02:36:15.853" v="7344" actId="1035"/>
          <ac:spMkLst>
            <pc:docMk/>
            <pc:sldMk cId="564023433" sldId="305"/>
            <ac:spMk id="8" creationId="{CCAF71FD-0B8E-6AE3-482A-4CD827A36083}"/>
          </ac:spMkLst>
        </pc:spChg>
        <pc:spChg chg="add mod">
          <ac:chgData name="Bhowmik, Sayan" userId="2b51cadb-156e-4c9a-99fc-6d2138739850" providerId="ADAL" clId="{0A61844E-60A1-4998-B30A-A418A6FDD646}" dt="2024-09-22T02:02:18.147" v="6875" actId="1036"/>
          <ac:spMkLst>
            <pc:docMk/>
            <pc:sldMk cId="564023433" sldId="305"/>
            <ac:spMk id="9" creationId="{8B059F16-48BD-0F25-F5A5-597DDC9B24FE}"/>
          </ac:spMkLst>
        </pc:spChg>
        <pc:spChg chg="add mod">
          <ac:chgData name="Bhowmik, Sayan" userId="2b51cadb-156e-4c9a-99fc-6d2138739850" providerId="ADAL" clId="{0A61844E-60A1-4998-B30A-A418A6FDD646}" dt="2024-09-22T02:27:57.769" v="7238" actId="207"/>
          <ac:spMkLst>
            <pc:docMk/>
            <pc:sldMk cId="564023433" sldId="305"/>
            <ac:spMk id="10" creationId="{9BDBDCDF-1DC3-3FA9-865E-1FE5DDACE627}"/>
          </ac:spMkLst>
        </pc:spChg>
        <pc:spChg chg="add mod">
          <ac:chgData name="Bhowmik, Sayan" userId="2b51cadb-156e-4c9a-99fc-6d2138739850" providerId="ADAL" clId="{0A61844E-60A1-4998-B30A-A418A6FDD646}" dt="2024-09-22T02:29:22.590" v="7265" actId="1037"/>
          <ac:spMkLst>
            <pc:docMk/>
            <pc:sldMk cId="564023433" sldId="305"/>
            <ac:spMk id="11" creationId="{9162CCA2-31A9-89D5-E5F7-63E65650D6AE}"/>
          </ac:spMkLst>
        </pc:spChg>
        <pc:spChg chg="add mod">
          <ac:chgData name="Bhowmik, Sayan" userId="2b51cadb-156e-4c9a-99fc-6d2138739850" providerId="ADAL" clId="{0A61844E-60A1-4998-B30A-A418A6FDD646}" dt="2024-09-22T02:45:05.494" v="7428" actId="1076"/>
          <ac:spMkLst>
            <pc:docMk/>
            <pc:sldMk cId="564023433" sldId="305"/>
            <ac:spMk id="12" creationId="{539A4ED1-E399-5B10-DF06-E078717CE478}"/>
          </ac:spMkLst>
        </pc:spChg>
      </pc:sldChg>
      <pc:sldChg chg="addSp modSp new mod modTransition modAnim">
        <pc:chgData name="Bhowmik, Sayan" userId="2b51cadb-156e-4c9a-99fc-6d2138739850" providerId="ADAL" clId="{0A61844E-60A1-4998-B30A-A418A6FDD646}" dt="2024-09-22T04:04:03.358" v="8932"/>
        <pc:sldMkLst>
          <pc:docMk/>
          <pc:sldMk cId="4032460336" sldId="306"/>
        </pc:sldMkLst>
        <pc:spChg chg="mod">
          <ac:chgData name="Bhowmik, Sayan" userId="2b51cadb-156e-4c9a-99fc-6d2138739850" providerId="ADAL" clId="{0A61844E-60A1-4998-B30A-A418A6FDD646}" dt="2024-09-22T01:12:00.995" v="6136" actId="14100"/>
          <ac:spMkLst>
            <pc:docMk/>
            <pc:sldMk cId="4032460336" sldId="306"/>
            <ac:spMk id="2" creationId="{43DB3E86-AC2E-5C62-9A6A-70BC86A8CCFB}"/>
          </ac:spMkLst>
        </pc:spChg>
        <pc:spChg chg="add mod">
          <ac:chgData name="Bhowmik, Sayan" userId="2b51cadb-156e-4c9a-99fc-6d2138739850" providerId="ADAL" clId="{0A61844E-60A1-4998-B30A-A418A6FDD646}" dt="2024-09-22T01:12:14.602" v="6137"/>
          <ac:spMkLst>
            <pc:docMk/>
            <pc:sldMk cId="4032460336" sldId="306"/>
            <ac:spMk id="3" creationId="{F8B4C7C9-C1C5-4EEC-106B-370E95F310D2}"/>
          </ac:spMkLst>
        </pc:spChg>
        <pc:spChg chg="add mod">
          <ac:chgData name="Bhowmik, Sayan" userId="2b51cadb-156e-4c9a-99fc-6d2138739850" providerId="ADAL" clId="{0A61844E-60A1-4998-B30A-A418A6FDD646}" dt="2024-09-22T03:10:17.822" v="7666" actId="1037"/>
          <ac:spMkLst>
            <pc:docMk/>
            <pc:sldMk cId="4032460336" sldId="306"/>
            <ac:spMk id="4" creationId="{264850BF-176C-56EA-9794-E472FB0D2B3D}"/>
          </ac:spMkLst>
        </pc:spChg>
        <pc:spChg chg="add mod">
          <ac:chgData name="Bhowmik, Sayan" userId="2b51cadb-156e-4c9a-99fc-6d2138739850" providerId="ADAL" clId="{0A61844E-60A1-4998-B30A-A418A6FDD646}" dt="2024-09-22T03:09:40.447" v="7656" actId="20577"/>
          <ac:spMkLst>
            <pc:docMk/>
            <pc:sldMk cId="4032460336" sldId="306"/>
            <ac:spMk id="5" creationId="{C51EE527-8B4D-34E8-9624-D658BF30BD34}"/>
          </ac:spMkLst>
        </pc:spChg>
        <pc:spChg chg="add mod">
          <ac:chgData name="Bhowmik, Sayan" userId="2b51cadb-156e-4c9a-99fc-6d2138739850" providerId="ADAL" clId="{0A61844E-60A1-4998-B30A-A418A6FDD646}" dt="2024-09-22T03:28:14.364" v="7882" actId="1035"/>
          <ac:spMkLst>
            <pc:docMk/>
            <pc:sldMk cId="4032460336" sldId="306"/>
            <ac:spMk id="9" creationId="{D7803A5A-6651-E5B7-C809-8C5BBC0ED25E}"/>
          </ac:spMkLst>
        </pc:spChg>
        <pc:spChg chg="add mod">
          <ac:chgData name="Bhowmik, Sayan" userId="2b51cadb-156e-4c9a-99fc-6d2138739850" providerId="ADAL" clId="{0A61844E-60A1-4998-B30A-A418A6FDD646}" dt="2024-09-22T03:34:25.792" v="8122" actId="1035"/>
          <ac:spMkLst>
            <pc:docMk/>
            <pc:sldMk cId="4032460336" sldId="306"/>
            <ac:spMk id="10" creationId="{C74FEA18-47FC-1192-E128-7A8EE2DC12C1}"/>
          </ac:spMkLst>
        </pc:spChg>
        <pc:spChg chg="add mod">
          <ac:chgData name="Bhowmik, Sayan" userId="2b51cadb-156e-4c9a-99fc-6d2138739850" providerId="ADAL" clId="{0A61844E-60A1-4998-B30A-A418A6FDD646}" dt="2024-09-22T03:35:15.165" v="8253" actId="1036"/>
          <ac:spMkLst>
            <pc:docMk/>
            <pc:sldMk cId="4032460336" sldId="306"/>
            <ac:spMk id="11" creationId="{C4050547-23E0-9F1A-A65F-E1A06F130177}"/>
          </ac:spMkLst>
        </pc:spChg>
        <pc:spChg chg="add mod">
          <ac:chgData name="Bhowmik, Sayan" userId="2b51cadb-156e-4c9a-99fc-6d2138739850" providerId="ADAL" clId="{0A61844E-60A1-4998-B30A-A418A6FDD646}" dt="2024-09-22T03:35:31.850" v="8338" actId="1036"/>
          <ac:spMkLst>
            <pc:docMk/>
            <pc:sldMk cId="4032460336" sldId="306"/>
            <ac:spMk id="12" creationId="{2C33C8E6-BBC5-FF99-A517-FA9C54E12434}"/>
          </ac:spMkLst>
        </pc:spChg>
        <pc:picChg chg="add mod ord">
          <ac:chgData name="Bhowmik, Sayan" userId="2b51cadb-156e-4c9a-99fc-6d2138739850" providerId="ADAL" clId="{0A61844E-60A1-4998-B30A-A418A6FDD646}" dt="2024-09-22T04:03:31.567" v="8924" actId="1036"/>
          <ac:picMkLst>
            <pc:docMk/>
            <pc:sldMk cId="4032460336" sldId="306"/>
            <ac:picMk id="14" creationId="{F6CECCA9-08EA-F52A-C71B-8E7A506DE4E3}"/>
          </ac:picMkLst>
        </pc:picChg>
        <pc:picChg chg="add mod ord">
          <ac:chgData name="Bhowmik, Sayan" userId="2b51cadb-156e-4c9a-99fc-6d2138739850" providerId="ADAL" clId="{0A61844E-60A1-4998-B30A-A418A6FDD646}" dt="2024-09-22T04:03:39.998" v="8929" actId="1035"/>
          <ac:picMkLst>
            <pc:docMk/>
            <pc:sldMk cId="4032460336" sldId="306"/>
            <ac:picMk id="16" creationId="{AA9DF2A3-B4ED-A83C-F49A-F5C3C470E4F0}"/>
          </ac:picMkLst>
        </pc:picChg>
        <pc:cxnChg chg="add mod">
          <ac:chgData name="Bhowmik, Sayan" userId="2b51cadb-156e-4c9a-99fc-6d2138739850" providerId="ADAL" clId="{0A61844E-60A1-4998-B30A-A418A6FDD646}" dt="2024-09-22T03:10:23.862" v="7667" actId="208"/>
          <ac:cxnSpMkLst>
            <pc:docMk/>
            <pc:sldMk cId="4032460336" sldId="306"/>
            <ac:cxnSpMk id="7" creationId="{DE7260AF-A1F1-3689-718E-D67F05DFE325}"/>
          </ac:cxnSpMkLst>
        </pc:cxnChg>
      </pc:sldChg>
      <pc:sldChg chg="modSp add mod">
        <pc:chgData name="Bhowmik, Sayan" userId="2b51cadb-156e-4c9a-99fc-6d2138739850" providerId="ADAL" clId="{0A61844E-60A1-4998-B30A-A418A6FDD646}" dt="2024-09-22T02:39:28.426" v="7397" actId="20577"/>
        <pc:sldMkLst>
          <pc:docMk/>
          <pc:sldMk cId="289382614" sldId="307"/>
        </pc:sldMkLst>
        <pc:spChg chg="mod">
          <ac:chgData name="Bhowmik, Sayan" userId="2b51cadb-156e-4c9a-99fc-6d2138739850" providerId="ADAL" clId="{0A61844E-60A1-4998-B30A-A418A6FDD646}" dt="2024-09-22T02:39:28.426" v="7397" actId="20577"/>
          <ac:spMkLst>
            <pc:docMk/>
            <pc:sldMk cId="289382614" sldId="307"/>
            <ac:spMk id="3" creationId="{54B9CEDF-66F4-D04D-3CFA-2BFEA2B014E7}"/>
          </ac:spMkLst>
        </pc:spChg>
      </pc:sldChg>
      <pc:sldChg chg="add del">
        <pc:chgData name="Bhowmik, Sayan" userId="2b51cadb-156e-4c9a-99fc-6d2138739850" providerId="ADAL" clId="{0A61844E-60A1-4998-B30A-A418A6FDD646}" dt="2024-09-22T02:38:30.159" v="7346"/>
        <pc:sldMkLst>
          <pc:docMk/>
          <pc:sldMk cId="3626980624" sldId="307"/>
        </pc:sldMkLst>
      </pc:sldChg>
      <pc:sldChg chg="modSp add mod">
        <pc:chgData name="Bhowmik, Sayan" userId="2b51cadb-156e-4c9a-99fc-6d2138739850" providerId="ADAL" clId="{0A61844E-60A1-4998-B30A-A418A6FDD646}" dt="2024-09-22T03:40:05.993" v="8550" actId="1035"/>
        <pc:sldMkLst>
          <pc:docMk/>
          <pc:sldMk cId="325660095" sldId="308"/>
        </pc:sldMkLst>
        <pc:spChg chg="mod">
          <ac:chgData name="Bhowmik, Sayan" userId="2b51cadb-156e-4c9a-99fc-6d2138739850" providerId="ADAL" clId="{0A61844E-60A1-4998-B30A-A418A6FDD646}" dt="2024-09-22T03:39:57.319" v="8526" actId="207"/>
          <ac:spMkLst>
            <pc:docMk/>
            <pc:sldMk cId="325660095" sldId="308"/>
            <ac:spMk id="3" creationId="{1E16CF53-8BCD-4DFD-9D4D-94731DDCF8A5}"/>
          </ac:spMkLst>
        </pc:spChg>
        <pc:picChg chg="mod">
          <ac:chgData name="Bhowmik, Sayan" userId="2b51cadb-156e-4c9a-99fc-6d2138739850" providerId="ADAL" clId="{0A61844E-60A1-4998-B30A-A418A6FDD646}" dt="2024-09-22T03:40:05.993" v="8550" actId="1035"/>
          <ac:picMkLst>
            <pc:docMk/>
            <pc:sldMk cId="325660095" sldId="308"/>
            <ac:picMk id="4" creationId="{E6F09E56-FB8B-07CB-A527-048135187D1A}"/>
          </ac:picMkLst>
        </pc:picChg>
      </pc:sldChg>
      <pc:sldChg chg="modSp add mod">
        <pc:chgData name="Bhowmik, Sayan" userId="2b51cadb-156e-4c9a-99fc-6d2138739850" providerId="ADAL" clId="{0A61844E-60A1-4998-B30A-A418A6FDD646}" dt="2024-09-22T03:46:49.114" v="8758" actId="20577"/>
        <pc:sldMkLst>
          <pc:docMk/>
          <pc:sldMk cId="1846625415" sldId="309"/>
        </pc:sldMkLst>
        <pc:spChg chg="mod">
          <ac:chgData name="Bhowmik, Sayan" userId="2b51cadb-156e-4c9a-99fc-6d2138739850" providerId="ADAL" clId="{0A61844E-60A1-4998-B30A-A418A6FDD646}" dt="2024-09-22T03:46:49.114" v="8758" actId="20577"/>
          <ac:spMkLst>
            <pc:docMk/>
            <pc:sldMk cId="1846625415" sldId="309"/>
            <ac:spMk id="3" creationId="{1E16CF53-8BCD-4DFD-9D4D-94731DDCF8A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1B0AA-CDD4-4A23-9855-8E9380CFE22B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9B188-98D4-4431-89FB-D05619E9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319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9B188-98D4-4431-89FB-D05619E9440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562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E974-FC26-0CF1-2592-9E7D87130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E563F-38C8-C866-0F3C-96734F665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64568-D8C0-1156-71A3-2FE08A54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2822-142C-70EA-75C1-EE8CD9C4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20904-BB65-A0E7-1278-80442A81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275718-EE2B-01EC-68BB-F348A6D98E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192" y="18893"/>
            <a:ext cx="1266489" cy="55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58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AB44-E24A-0C09-54C3-E108B37B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73742-CB69-C6DD-982A-955D39E3B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F8CA3-0626-4FB2-5954-3E3789E3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C6646-D097-FD1E-5DDA-44211D49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A652F-1A4A-C526-3265-F51D34F2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5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000B-F9FA-1B02-502B-A8879F46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A1B72-DB1A-6F3F-E2AE-A68AC622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4E7F3-6CB4-CBB3-FE48-DABCC358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BFA49-18D3-902C-279C-26C0EE15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E6AE6-934D-3798-A006-97029D2A2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2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8D54-AC69-7EA1-3B3F-5FCE4DCD1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AFCD0-F428-41F5-F2BD-7710C2A3A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456E5-4511-DB36-A392-7D2BE4127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2F481-7E12-462D-4536-B49E7192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9844E-B50A-8CE0-0C85-42A13C5A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44942-57BC-7BD4-DA00-C183C5AB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07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5853-0137-214C-3ECD-5E774B38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D7DA1-C171-ABCA-A199-8844E67E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C1342-9571-E870-0ADB-D19F8D2F2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1B427F-47CF-C101-E1A8-775288295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C6DB4-BB26-C452-8323-571164688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6AA72-191C-6605-9287-BCF8F6FD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2995E-C8DF-5F6B-7B83-278B9B5E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525359-D22B-2C4D-53C9-0A880251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708D-1718-9FC8-3233-9BC11E69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936B71-F243-001B-8105-78DE980F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24E1F-DA80-DB3F-F540-7A729AF6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35178-DDC4-7772-319D-C5D94AA6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17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E0134D-B475-B7DE-07F3-4EC771B8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F6683D-CA52-3389-F83F-945880A7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849D8-6E4F-C8E2-A6E1-95E69995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5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2B0E-8212-30A1-6734-E56160B4E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01A3-6D26-450D-6853-CA8C4E933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B4063-DC83-FA93-C9D1-1FD8B12C0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4908E-14C1-63A3-2402-1E0B5805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B0A5E-BB2E-8E81-B607-EC4363B32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2D05-69B7-FDD2-9835-8B645DDC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55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BB4F-CEB3-0761-EEB6-5E4C52FA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6E26F-F9A0-A711-B2CE-870479811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9C884-FF85-1838-BDA3-725368404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922CC-0F79-CDC6-3B25-8CC2DEC7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4166C-8A89-B302-EF23-24B89B9C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74C10-2D87-380D-14A6-83ADC0F1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7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E0C9-E48B-6267-F58A-2483DC17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9D260-8B32-66C7-4FC6-A7EDFE81E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65FEC-CE29-BD01-B55F-40BEA7CF6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BB36C-8E15-D61D-EFEF-BAAC8B96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16C4-D657-4294-9D5B-7D7FD01A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25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6A885-077F-9662-07C2-5629E7A84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46838-039B-C65C-6E21-43848B962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B83CD-852A-214D-67CA-95B06854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6394F-B8CF-BD43-001E-9CA0D859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D7AF3-563F-ADCC-5644-DB4497641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5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C82C7-EF61-6535-B890-66CF05131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CBF1A-387E-6AE1-F8DC-67ACC7198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B5A37-7A16-EDBC-EBE2-5754C67FD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C6980-2E21-294C-9AFA-1320A7598B16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5A099-C272-01E7-2959-89327FA15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13FA5-C405-A0BC-3CDB-C87D703D0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CA8FB59-6F20-3DE1-3D28-17B4FD060E1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47213" y="70353"/>
            <a:ext cx="2030950" cy="38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jp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>
            <a:normAutofit/>
          </a:bodyPr>
          <a:lstStyle/>
          <a:p>
            <a:r>
              <a:rPr lang="en-US" sz="480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Lecture 7: Hohenberg &amp; Kohn Theorems</a:t>
            </a:r>
          </a:p>
          <a:p>
            <a:r>
              <a:rPr lang="en-US" dirty="0"/>
              <a:t>Sayan Bhowmik</a:t>
            </a:r>
          </a:p>
          <a:p>
            <a:r>
              <a:rPr lang="en-US" dirty="0"/>
              <a:t>School of Chemical &amp; Biomolecular Engineering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Georgia Institute of Technology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B55F80D4-0E8D-E1D7-9321-A023FAFC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4852577" y="1579563"/>
            <a:ext cx="2486846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53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D0AA15-D1EB-55EC-D671-79C8B1503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8375"/>
          </a:xfrm>
        </p:spPr>
        <p:txBody>
          <a:bodyPr/>
          <a:lstStyle/>
          <a:p>
            <a:r>
              <a:rPr lang="en-IN" dirty="0"/>
              <a:t>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0AB8D9-25C1-E6D5-5614-EC94FAF645CB}"/>
                  </a:ext>
                </a:extLst>
              </p:cNvPr>
              <p:cNvSpPr txBox="1"/>
              <p:nvPr/>
            </p:nvSpPr>
            <p:spPr>
              <a:xfrm>
                <a:off x="623647" y="1371600"/>
                <a:ext cx="4348404" cy="812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 b="0" i="0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0AB8D9-25C1-E6D5-5614-EC94FAF64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47" y="1371600"/>
                <a:ext cx="4348404" cy="812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1015F1-BA35-E5D5-2C37-23F227916EB2}"/>
                  </a:ext>
                </a:extLst>
              </p:cNvPr>
              <p:cNvSpPr txBox="1"/>
              <p:nvPr/>
            </p:nvSpPr>
            <p:spPr>
              <a:xfrm>
                <a:off x="1676232" y="2373521"/>
                <a:ext cx="22829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1015F1-BA35-E5D5-2C37-23F227916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232" y="2373521"/>
                <a:ext cx="2282996" cy="338554"/>
              </a:xfrm>
              <a:prstGeom prst="rect">
                <a:avLst/>
              </a:prstGeom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3EF5A9-23BD-B066-5965-93DC1B4C8D7A}"/>
                  </a:ext>
                </a:extLst>
              </p:cNvPr>
              <p:cNvSpPr txBox="1"/>
              <p:nvPr/>
            </p:nvSpPr>
            <p:spPr>
              <a:xfrm>
                <a:off x="1587869" y="2981697"/>
                <a:ext cx="24783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IN" sz="1600" b="0" i="0" smtClean="0">
                          <a:latin typeface="Cambria Math" panose="02040503050406030204" pitchFamily="18" charset="0"/>
                        </a:rPr>
                        <m:t>; </m:t>
                      </m:r>
                    </m:oMath>
                  </m:oMathPara>
                </a14:m>
                <a:endParaRPr lang="en-IN" sz="16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3EF5A9-23BD-B066-5965-93DC1B4C8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869" y="2981697"/>
                <a:ext cx="247837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EF6F9-3919-61EE-3D86-790A142253B2}"/>
                  </a:ext>
                </a:extLst>
              </p:cNvPr>
              <p:cNvSpPr txBox="1"/>
              <p:nvPr/>
            </p:nvSpPr>
            <p:spPr>
              <a:xfrm>
                <a:off x="1196928" y="3975138"/>
                <a:ext cx="32602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i="1" dirty="0"/>
                  <a:t>Explicit</a:t>
                </a:r>
                <a:r>
                  <a:rPr lang="en-IN" sz="1600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600" dirty="0"/>
                  <a:t>, </a:t>
                </a:r>
                <a:r>
                  <a:rPr lang="en-IN" sz="1600" i="1" dirty="0"/>
                  <a:t>parametric</a:t>
                </a:r>
                <a:r>
                  <a:rPr lang="en-IN" sz="1600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600" dirty="0"/>
                  <a:t> </a:t>
                </a:r>
                <a:endParaRPr lang="en-IN" sz="1600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EF6F9-3919-61EE-3D86-790A14225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928" y="3975138"/>
                <a:ext cx="3260251" cy="338554"/>
              </a:xfrm>
              <a:prstGeom prst="rect">
                <a:avLst/>
              </a:prstGeom>
              <a:blipFill>
                <a:blip r:embed="rId5"/>
                <a:stretch>
                  <a:fillRect l="-935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D0EE6A-8086-7D93-BA6D-DA3005E0E227}"/>
                  </a:ext>
                </a:extLst>
              </p:cNvPr>
              <p:cNvSpPr txBox="1"/>
              <p:nvPr/>
            </p:nvSpPr>
            <p:spPr>
              <a:xfrm>
                <a:off x="1270784" y="4607426"/>
                <a:ext cx="2596929" cy="785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D0EE6A-8086-7D93-BA6D-DA3005E0E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784" y="4607426"/>
                <a:ext cx="2596929" cy="785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A3A7C9D-3D75-0331-DD36-776FDD253893}"/>
              </a:ext>
            </a:extLst>
          </p:cNvPr>
          <p:cNvSpPr txBox="1"/>
          <p:nvPr/>
        </p:nvSpPr>
        <p:spPr>
          <a:xfrm>
            <a:off x="6115050" y="1362075"/>
            <a:ext cx="575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Orbitals:</a:t>
            </a:r>
            <a:r>
              <a:rPr lang="en-IN" sz="1600" dirty="0"/>
              <a:t> A wave function for a </a:t>
            </a:r>
            <a:r>
              <a:rPr lang="en-IN" sz="1600" i="1" u="sng" dirty="0"/>
              <a:t>single particle</a:t>
            </a:r>
            <a:r>
              <a:rPr lang="en-IN" sz="1600" dirty="0"/>
              <a:t> (an </a:t>
            </a:r>
            <a:r>
              <a:rPr lang="en-IN" sz="1600" i="1" u="sng" dirty="0"/>
              <a:t>electron</a:t>
            </a:r>
            <a:r>
              <a:rPr lang="en-IN" sz="1600" dirty="0"/>
              <a:t>).</a:t>
            </a:r>
            <a:endParaRPr lang="en-IN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6D9A7F-87B3-747A-855C-A545DBF8D71E}"/>
                  </a:ext>
                </a:extLst>
              </p:cNvPr>
              <p:cNvSpPr txBox="1"/>
              <p:nvPr/>
            </p:nvSpPr>
            <p:spPr>
              <a:xfrm>
                <a:off x="6105525" y="1828800"/>
                <a:ext cx="5162887" cy="1077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6D9A7F-87B3-747A-855C-A545DBF8D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525" y="1828800"/>
                <a:ext cx="5162887" cy="10770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97A884-A94E-C133-DE2D-53AD1ABB94C4}"/>
                  </a:ext>
                </a:extLst>
              </p:cNvPr>
              <p:cNvSpPr txBox="1"/>
              <p:nvPr/>
            </p:nvSpPr>
            <p:spPr>
              <a:xfrm>
                <a:off x="7847832" y="3311623"/>
                <a:ext cx="2478371" cy="784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I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97A884-A94E-C133-DE2D-53AD1ABB9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7832" y="3311623"/>
                <a:ext cx="2478371" cy="7846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C15D70-56B2-AC6F-374D-9CF854068209}"/>
                  </a:ext>
                </a:extLst>
              </p:cNvPr>
              <p:cNvSpPr txBox="1"/>
              <p:nvPr/>
            </p:nvSpPr>
            <p:spPr>
              <a:xfrm>
                <a:off x="7571607" y="4707870"/>
                <a:ext cx="290695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600" dirty="0"/>
                  <a:t>How do we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𝑒𝑙𝑒𝑐</m:t>
                        </m:r>
                      </m:sub>
                    </m:sSub>
                  </m:oMath>
                </a14:m>
                <a:r>
                  <a:rPr lang="en-IN" sz="1600" dirty="0"/>
                  <a:t>?</a:t>
                </a:r>
              </a:p>
              <a:p>
                <a:pPr algn="ctr"/>
                <a:r>
                  <a:rPr lang="en-IN" sz="1600" dirty="0"/>
                  <a:t>Can we do it in terms of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1600" dirty="0"/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C15D70-56B2-AC6F-374D-9CF854068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607" y="4707870"/>
                <a:ext cx="2906950" cy="584775"/>
              </a:xfrm>
              <a:prstGeom prst="rect">
                <a:avLst/>
              </a:prstGeom>
              <a:blipFill>
                <a:blip r:embed="rId9"/>
                <a:stretch>
                  <a:fillRect l="-629" t="-3125" r="-1258" b="-1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80C463C-D5BB-CEEE-CE28-37E83ACC78E2}"/>
              </a:ext>
            </a:extLst>
          </p:cNvPr>
          <p:cNvSpPr txBox="1"/>
          <p:nvPr/>
        </p:nvSpPr>
        <p:spPr>
          <a:xfrm>
            <a:off x="6051189" y="3558928"/>
            <a:ext cx="1872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b="1" dirty="0"/>
              <a:t>Electron Density:</a:t>
            </a:r>
          </a:p>
        </p:txBody>
      </p:sp>
    </p:spTree>
    <p:extLst>
      <p:ext uri="{BB962C8B-B14F-4D97-AF65-F5344CB8AC3E}">
        <p14:creationId xmlns:p14="http://schemas.microsoft.com/office/powerpoint/2010/main" val="199225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7C840-3823-4453-B3D6-32444AD7B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671062"/>
          </a:xfrm>
        </p:spPr>
        <p:txBody>
          <a:bodyPr>
            <a:normAutofit fontScale="90000"/>
          </a:bodyPr>
          <a:lstStyle/>
          <a:p>
            <a:r>
              <a:rPr lang="en-IN" dirty="0"/>
              <a:t>Hohenberg &amp; Kohn Theorems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5FC06A-420F-C443-3272-733980D02BC1}"/>
                  </a:ext>
                </a:extLst>
              </p:cNvPr>
              <p:cNvSpPr txBox="1"/>
              <p:nvPr/>
            </p:nvSpPr>
            <p:spPr>
              <a:xfrm>
                <a:off x="785572" y="2305050"/>
                <a:ext cx="4348404" cy="1532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 b="0" i="0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𝑒𝑥𝑡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5FC06A-420F-C443-3272-733980D02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72" y="2305050"/>
                <a:ext cx="4348404" cy="15327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977F10-A8E3-5B6F-E20A-07F02ECC5694}"/>
                  </a:ext>
                </a:extLst>
              </p:cNvPr>
              <p:cNvSpPr txBox="1"/>
              <p:nvPr/>
            </p:nvSpPr>
            <p:spPr>
              <a:xfrm>
                <a:off x="1676232" y="935246"/>
                <a:ext cx="22829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977F10-A8E3-5B6F-E20A-07F02ECC5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232" y="935246"/>
                <a:ext cx="2282996" cy="338554"/>
              </a:xfrm>
              <a:prstGeom prst="rect">
                <a:avLst/>
              </a:prstGeom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760285-C534-CE5F-4F3B-8CB912D47C01}"/>
                  </a:ext>
                </a:extLst>
              </p:cNvPr>
              <p:cNvSpPr txBox="1"/>
              <p:nvPr/>
            </p:nvSpPr>
            <p:spPr>
              <a:xfrm>
                <a:off x="1461284" y="1311776"/>
                <a:ext cx="2596929" cy="785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760285-C534-CE5F-4F3B-8CB912D47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284" y="1311776"/>
                <a:ext cx="2596929" cy="785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eft Brace 6">
            <a:extLst>
              <a:ext uri="{FF2B5EF4-FFF2-40B4-BE49-F238E27FC236}">
                <a16:creationId xmlns:a16="http://schemas.microsoft.com/office/drawing/2014/main" id="{4CD1A89A-7375-A670-0FCB-60C3DBEACA5B}"/>
              </a:ext>
            </a:extLst>
          </p:cNvPr>
          <p:cNvSpPr/>
          <p:nvPr/>
        </p:nvSpPr>
        <p:spPr>
          <a:xfrm rot="16200000">
            <a:off x="2670113" y="3164614"/>
            <a:ext cx="295275" cy="164159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BFB06-1160-50BD-C048-9640891E6486}"/>
              </a:ext>
            </a:extLst>
          </p:cNvPr>
          <p:cNvSpPr txBox="1"/>
          <p:nvPr/>
        </p:nvSpPr>
        <p:spPr>
          <a:xfrm>
            <a:off x="2217245" y="4133051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One body term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DADF1-98A6-A5FC-3C6C-DAFBFAB76A54}"/>
              </a:ext>
            </a:extLst>
          </p:cNvPr>
          <p:cNvSpPr txBox="1"/>
          <p:nvPr/>
        </p:nvSpPr>
        <p:spPr>
          <a:xfrm>
            <a:off x="3798275" y="4133050"/>
            <a:ext cx="1192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Two body term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3E0DCB-9445-C8B1-042F-DA82BDECF32D}"/>
              </a:ext>
            </a:extLst>
          </p:cNvPr>
          <p:cNvCxnSpPr>
            <a:endCxn id="9" idx="0"/>
          </p:cNvCxnSpPr>
          <p:nvPr/>
        </p:nvCxnSpPr>
        <p:spPr>
          <a:xfrm>
            <a:off x="4394528" y="3837776"/>
            <a:ext cx="0" cy="2952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77F394-1C79-3ED5-3AC0-2A7111531562}"/>
                  </a:ext>
                </a:extLst>
              </p:cNvPr>
              <p:cNvSpPr txBox="1"/>
              <p:nvPr/>
            </p:nvSpPr>
            <p:spPr>
              <a:xfrm>
                <a:off x="6257925" y="4391025"/>
                <a:ext cx="531495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Theorem 1</a:t>
                </a:r>
                <a:r>
                  <a:rPr lang="en-IN" sz="1600" dirty="0"/>
                  <a:t>: The external potential,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IN" sz="1600" b="1" i="1" smtClean="0">
                            <a:latin typeface="Cambria Math" panose="02040503050406030204" pitchFamily="18" charset="0"/>
                          </a:rPr>
                          <m:t>𝒆𝒙𝒕</m:t>
                        </m:r>
                      </m:sub>
                    </m:sSub>
                    <m:d>
                      <m:dPr>
                        <m:ctrlPr>
                          <a:rPr lang="en-IN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1600" dirty="0"/>
                  <a:t> and the total energy of the system,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IN" sz="1600" b="1" i="1">
                            <a:latin typeface="Cambria Math" panose="02040503050406030204" pitchFamily="18" charset="0"/>
                          </a:rPr>
                          <m:t>𝒕𝒐𝒕</m:t>
                        </m:r>
                      </m:sub>
                    </m:sSub>
                  </m:oMath>
                </a14:m>
                <a:r>
                  <a:rPr lang="en-IN" sz="1600" b="1" dirty="0"/>
                  <a:t> </a:t>
                </a:r>
                <a:r>
                  <a:rPr lang="en-IN" sz="1600" dirty="0"/>
                  <a:t>are unique functionals of the electron density, </a:t>
                </a:r>
                <a14:m>
                  <m:oMath xmlns:m="http://schemas.openxmlformats.org/officeDocument/2006/math">
                    <m:r>
                      <a:rPr lang="en-I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I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</m:oMath>
                </a14:m>
                <a:endParaRPr lang="en-IN" sz="16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d>
                            <m:dPr>
                              <m:ctrlPr>
                                <a:rPr lang="en-IN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d>
                            <m:dPr>
                              <m:ctrlPr>
                                <a:rPr lang="en-IN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77F394-1C79-3ED5-3AC0-2A7111531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925" y="4391025"/>
                <a:ext cx="5314950" cy="1077218"/>
              </a:xfrm>
              <a:prstGeom prst="rect">
                <a:avLst/>
              </a:prstGeom>
              <a:blipFill>
                <a:blip r:embed="rId5"/>
                <a:stretch>
                  <a:fillRect l="-689" t="-16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E52FDC-4C1B-D0FA-9308-A068991475A1}"/>
                  </a:ext>
                </a:extLst>
              </p:cNvPr>
              <p:cNvSpPr txBox="1"/>
              <p:nvPr/>
            </p:nvSpPr>
            <p:spPr>
              <a:xfrm>
                <a:off x="6257925" y="5680849"/>
                <a:ext cx="53149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Theorem 2</a:t>
                </a:r>
                <a:r>
                  <a:rPr lang="en-IN" sz="1600" dirty="0"/>
                  <a:t>: The electron density, </a:t>
                </a:r>
                <a14:m>
                  <m:oMath xmlns:m="http://schemas.openxmlformats.org/officeDocument/2006/math">
                    <m:r>
                      <a:rPr lang="en-I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I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1600" dirty="0"/>
                  <a:t> which </a:t>
                </a:r>
                <a:r>
                  <a:rPr lang="en-IN" sz="1600" i="1" dirty="0"/>
                  <a:t>minimizes</a:t>
                </a:r>
                <a:r>
                  <a:rPr lang="en-IN" sz="1600" dirty="0"/>
                  <a:t> the total energy of the system,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IN" sz="1600" b="1" i="1">
                            <a:latin typeface="Cambria Math" panose="02040503050406030204" pitchFamily="18" charset="0"/>
                          </a:rPr>
                          <m:t>𝒕𝒐𝒕</m:t>
                        </m:r>
                      </m:sub>
                    </m:sSub>
                  </m:oMath>
                </a14:m>
                <a:r>
                  <a:rPr lang="en-IN" sz="1600" dirty="0"/>
                  <a:t> corresponds to the electron density in the </a:t>
                </a:r>
                <a:r>
                  <a:rPr lang="en-IN" sz="1600" b="1" dirty="0"/>
                  <a:t>exact ground state</a:t>
                </a:r>
                <a:r>
                  <a:rPr lang="en-IN" sz="1600" dirty="0"/>
                  <a:t>.</a:t>
                </a:r>
                <a:endParaRPr lang="en-IN" sz="16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E52FDC-4C1B-D0FA-9308-A06899147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925" y="5680849"/>
                <a:ext cx="5314950" cy="830997"/>
              </a:xfrm>
              <a:prstGeom prst="rect">
                <a:avLst/>
              </a:prstGeom>
              <a:blipFill>
                <a:blip r:embed="rId6"/>
                <a:stretch>
                  <a:fillRect l="-689" t="-2206" b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2763B4B8-EDD2-7EF8-2410-ABBB70A54B34}"/>
              </a:ext>
            </a:extLst>
          </p:cNvPr>
          <p:cNvSpPr/>
          <p:nvPr/>
        </p:nvSpPr>
        <p:spPr>
          <a:xfrm>
            <a:off x="7410032" y="2905125"/>
            <a:ext cx="590968" cy="11620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A32E0CB-385F-C483-6AE4-B39B3EDE7B63}"/>
                  </a:ext>
                </a:extLst>
              </p:cNvPr>
              <p:cNvSpPr txBox="1"/>
              <p:nvPr/>
            </p:nvSpPr>
            <p:spPr>
              <a:xfrm>
                <a:off x="7522806" y="3288268"/>
                <a:ext cx="3821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A32E0CB-385F-C483-6AE4-B39B3EDE7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806" y="3288268"/>
                <a:ext cx="382156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1280BD-2C19-6DA8-307B-0268ADF9B3D8}"/>
                  </a:ext>
                </a:extLst>
              </p:cNvPr>
              <p:cNvSpPr txBox="1"/>
              <p:nvPr/>
            </p:nvSpPr>
            <p:spPr>
              <a:xfrm>
                <a:off x="6629400" y="3302382"/>
                <a:ext cx="4203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1280BD-2C19-6DA8-307B-0268ADF9B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302382"/>
                <a:ext cx="42030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E9686B-84B1-0989-9A93-493ED51846F6}"/>
                  </a:ext>
                </a:extLst>
              </p:cNvPr>
              <p:cNvSpPr txBox="1"/>
              <p:nvPr/>
            </p:nvSpPr>
            <p:spPr>
              <a:xfrm>
                <a:off x="8266865" y="3304103"/>
                <a:ext cx="4203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E9686B-84B1-0989-9A93-493ED5184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865" y="3304103"/>
                <a:ext cx="42030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2B2DBFC-BA87-1F63-83C6-D7F544D72A40}"/>
              </a:ext>
            </a:extLst>
          </p:cNvPr>
          <p:cNvCxnSpPr>
            <a:cxnSpLocks/>
            <a:stCxn id="16" idx="3"/>
            <a:endCxn id="14" idx="2"/>
          </p:cNvCxnSpPr>
          <p:nvPr/>
        </p:nvCxnSpPr>
        <p:spPr>
          <a:xfrm flipV="1">
            <a:off x="7049707" y="3486150"/>
            <a:ext cx="360325" cy="8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DEF17D-3BC5-4028-0D61-2B14F5652B2C}"/>
              </a:ext>
            </a:extLst>
          </p:cNvPr>
          <p:cNvCxnSpPr>
            <a:cxnSpLocks/>
            <a:stCxn id="14" idx="6"/>
            <a:endCxn id="17" idx="1"/>
          </p:cNvCxnSpPr>
          <p:nvPr/>
        </p:nvCxnSpPr>
        <p:spPr>
          <a:xfrm>
            <a:off x="8001000" y="3486150"/>
            <a:ext cx="265865" cy="2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D8A0B7D-94CF-0AD9-B96F-20DBC6E8E33D}"/>
              </a:ext>
            </a:extLst>
          </p:cNvPr>
          <p:cNvSpPr/>
          <p:nvPr/>
        </p:nvSpPr>
        <p:spPr>
          <a:xfrm>
            <a:off x="10220551" y="2905123"/>
            <a:ext cx="590968" cy="11620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66688CA-1F36-82FB-76CE-E88C9F81ABB7}"/>
                  </a:ext>
                </a:extLst>
              </p:cNvPr>
              <p:cNvSpPr txBox="1"/>
              <p:nvPr/>
            </p:nvSpPr>
            <p:spPr>
              <a:xfrm>
                <a:off x="10316589" y="3288268"/>
                <a:ext cx="398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66688CA-1F36-82FB-76CE-E88C9F81A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6589" y="3288268"/>
                <a:ext cx="39889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98DC716-C06D-F2A9-F1C8-DAE34142A3EB}"/>
                  </a:ext>
                </a:extLst>
              </p:cNvPr>
              <p:cNvSpPr txBox="1"/>
              <p:nvPr/>
            </p:nvSpPr>
            <p:spPr>
              <a:xfrm>
                <a:off x="9058919" y="3302382"/>
                <a:ext cx="8093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  <m:r>
                            <m:rPr>
                              <m:nor/>
                            </m:rPr>
                            <a:rPr lang="en-IN" dirty="0"/>
                            <m:t>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98DC716-C06D-F2A9-F1C8-DAE34142A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8919" y="3302382"/>
                <a:ext cx="809389" cy="369332"/>
              </a:xfrm>
              <a:prstGeom prst="rect">
                <a:avLst/>
              </a:prstGeom>
              <a:blipFill>
                <a:blip r:embed="rId1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D1E1982-672A-155A-CD38-E8BFC5DD2E2A}"/>
                  </a:ext>
                </a:extLst>
              </p:cNvPr>
              <p:cNvSpPr txBox="1"/>
              <p:nvPr/>
            </p:nvSpPr>
            <p:spPr>
              <a:xfrm>
                <a:off x="11021431" y="3308216"/>
                <a:ext cx="4203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D1E1982-672A-155A-CD38-E8BFC5DD2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1431" y="3308216"/>
                <a:ext cx="42030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4ECE1CA-8551-4DDE-8C19-FF50AF3BF8A6}"/>
              </a:ext>
            </a:extLst>
          </p:cNvPr>
          <p:cNvCxnSpPr>
            <a:cxnSpLocks/>
            <a:stCxn id="24" idx="3"/>
            <a:endCxn id="22" idx="2"/>
          </p:cNvCxnSpPr>
          <p:nvPr/>
        </p:nvCxnSpPr>
        <p:spPr>
          <a:xfrm flipV="1">
            <a:off x="9868308" y="3486149"/>
            <a:ext cx="352243" cy="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CAFF55-E236-F0D6-FC3C-19EA0C4BC6FF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10811519" y="3486149"/>
            <a:ext cx="209912" cy="67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673D62A-1761-31C1-D918-DAC59F175A97}"/>
              </a:ext>
            </a:extLst>
          </p:cNvPr>
          <p:cNvSpPr txBox="1"/>
          <p:nvPr/>
        </p:nvSpPr>
        <p:spPr>
          <a:xfrm>
            <a:off x="7255897" y="4105537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b="1" dirty="0"/>
              <a:t>Functions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F905BB-74C7-D778-419E-48D2A2C33337}"/>
              </a:ext>
            </a:extLst>
          </p:cNvPr>
          <p:cNvSpPr txBox="1"/>
          <p:nvPr/>
        </p:nvSpPr>
        <p:spPr>
          <a:xfrm>
            <a:off x="10009013" y="4105537"/>
            <a:ext cx="1050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b="1" dirty="0"/>
              <a:t>Functionals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1DA682-D67B-B512-712C-311CE7F26D5E}"/>
                  </a:ext>
                </a:extLst>
              </p:cNvPr>
              <p:cNvSpPr txBox="1"/>
              <p:nvPr/>
            </p:nvSpPr>
            <p:spPr>
              <a:xfrm>
                <a:off x="608330" y="4914900"/>
                <a:ext cx="4049891" cy="812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1DA682-D67B-B512-712C-311CE7F26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30" y="4914900"/>
                <a:ext cx="4049891" cy="8125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Left Brace 30">
            <a:extLst>
              <a:ext uri="{FF2B5EF4-FFF2-40B4-BE49-F238E27FC236}">
                <a16:creationId xmlns:a16="http://schemas.microsoft.com/office/drawing/2014/main" id="{0B2D143E-1C11-9EDA-8B54-D5823FB37938}"/>
              </a:ext>
            </a:extLst>
          </p:cNvPr>
          <p:cNvSpPr/>
          <p:nvPr/>
        </p:nvSpPr>
        <p:spPr>
          <a:xfrm rot="16200000">
            <a:off x="2565338" y="5012464"/>
            <a:ext cx="295275" cy="164159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09F3D1-D173-4063-9F89-AC02245BA3E6}"/>
              </a:ext>
            </a:extLst>
          </p:cNvPr>
          <p:cNvSpPr txBox="1"/>
          <p:nvPr/>
        </p:nvSpPr>
        <p:spPr>
          <a:xfrm>
            <a:off x="2112470" y="5980901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One body term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FBE7C2-D8C7-5EB9-5B78-CF1DD1844C36}"/>
              </a:ext>
            </a:extLst>
          </p:cNvPr>
          <p:cNvSpPr txBox="1"/>
          <p:nvPr/>
        </p:nvSpPr>
        <p:spPr>
          <a:xfrm>
            <a:off x="3693500" y="5980900"/>
            <a:ext cx="1192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Two body term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D68D55F-E163-F4BE-90A1-26A1A50D8993}"/>
              </a:ext>
            </a:extLst>
          </p:cNvPr>
          <p:cNvCxnSpPr>
            <a:endCxn id="33" idx="0"/>
          </p:cNvCxnSpPr>
          <p:nvPr/>
        </p:nvCxnSpPr>
        <p:spPr>
          <a:xfrm>
            <a:off x="4289753" y="5685626"/>
            <a:ext cx="0" cy="2952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096924-23D3-4D89-CECF-75D3EA65BA00}"/>
              </a:ext>
            </a:extLst>
          </p:cNvPr>
          <p:cNvCxnSpPr/>
          <p:nvPr/>
        </p:nvCxnSpPr>
        <p:spPr>
          <a:xfrm flipH="1">
            <a:off x="4886006" y="5343525"/>
            <a:ext cx="19827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 person in a suit and tie&#10;&#10;Description automatically generated">
            <a:extLst>
              <a:ext uri="{FF2B5EF4-FFF2-40B4-BE49-F238E27FC236}">
                <a16:creationId xmlns:a16="http://schemas.microsoft.com/office/drawing/2014/main" id="{BFD97F0B-6A37-6708-7943-74C348F126F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3405" y="855333"/>
            <a:ext cx="1244221" cy="1852808"/>
          </a:xfrm>
          <a:prstGeom prst="rect">
            <a:avLst/>
          </a:prstGeom>
        </p:spPr>
      </p:pic>
      <p:pic>
        <p:nvPicPr>
          <p:cNvPr id="45" name="Picture 44" descr="A person wearing glasses and a suit&#10;&#10;Description automatically generated">
            <a:extLst>
              <a:ext uri="{FF2B5EF4-FFF2-40B4-BE49-F238E27FC236}">
                <a16:creationId xmlns:a16="http://schemas.microsoft.com/office/drawing/2014/main" id="{C0733E8E-52D4-A4D2-587E-478A2E149A6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15864" y="852037"/>
            <a:ext cx="1236587" cy="185488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473E2DDC-641A-A4A9-D83F-F6BE880DBF03}"/>
              </a:ext>
            </a:extLst>
          </p:cNvPr>
          <p:cNvSpPr txBox="1"/>
          <p:nvPr/>
        </p:nvSpPr>
        <p:spPr>
          <a:xfrm>
            <a:off x="5524593" y="1623762"/>
            <a:ext cx="15969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1400" dirty="0"/>
              <a:t>Pierre Hohenberg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A14463-E3B9-52AB-2D36-A878FD0DBC93}"/>
              </a:ext>
            </a:extLst>
          </p:cNvPr>
          <p:cNvSpPr txBox="1"/>
          <p:nvPr/>
        </p:nvSpPr>
        <p:spPr>
          <a:xfrm>
            <a:off x="8756356" y="1633614"/>
            <a:ext cx="1163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1400" dirty="0"/>
              <a:t>Walter Kohn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248B45-509D-9330-3E7C-0DBA75BC8D02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Martin, R. M., Electronic structure: Basic theory and applications, 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Cambridge University Press, 2004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04919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/>
      <p:bldP spid="16" grpId="0"/>
      <p:bldP spid="17" grpId="0"/>
      <p:bldP spid="22" grpId="0" animBg="1"/>
      <p:bldP spid="23" grpId="0"/>
      <p:bldP spid="24" grpId="0"/>
      <p:bldP spid="25" grpId="0"/>
      <p:bldP spid="28" grpId="0"/>
      <p:bldP spid="29" grpId="0"/>
      <p:bldP spid="30" grpId="0"/>
      <p:bldP spid="31" grpId="0" animBg="1"/>
      <p:bldP spid="32" grpId="0"/>
      <p:bldP spid="33" grpId="0"/>
      <p:bldP spid="46" grpId="0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>
            <a:normAutofit/>
          </a:bodyPr>
          <a:lstStyle/>
          <a:p>
            <a:r>
              <a:rPr lang="en-US" sz="480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Lecture 8: Hamiltonian approximations</a:t>
            </a:r>
          </a:p>
          <a:p>
            <a:r>
              <a:rPr lang="en-US" dirty="0"/>
              <a:t>Sayan Bhowmik</a:t>
            </a:r>
          </a:p>
          <a:p>
            <a:r>
              <a:rPr lang="en-US" dirty="0"/>
              <a:t>School of Chemical &amp; Biomolecular Engineering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Georgia Institute of Technology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B55F80D4-0E8D-E1D7-9321-A023FAFC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4852577" y="1579563"/>
            <a:ext cx="2486846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233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53FE4-B5D3-C595-DD8D-1821D7CB8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6950"/>
          </a:xfrm>
        </p:spPr>
        <p:txBody>
          <a:bodyPr>
            <a:normAutofit fontScale="90000"/>
          </a:bodyPr>
          <a:lstStyle/>
          <a:p>
            <a:r>
              <a:rPr lang="en-IN" dirty="0"/>
              <a:t>Interacting and non-interacting electrons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922B42-F04D-7CBC-D671-7538A35381C3}"/>
                  </a:ext>
                </a:extLst>
              </p:cNvPr>
              <p:cNvSpPr txBox="1"/>
              <p:nvPr/>
            </p:nvSpPr>
            <p:spPr>
              <a:xfrm>
                <a:off x="1114425" y="1362077"/>
                <a:ext cx="4295775" cy="812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𝑒𝑥𝑡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922B42-F04D-7CBC-D671-7538A3538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5" y="1362077"/>
                <a:ext cx="4295775" cy="812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eft Brace 6">
            <a:extLst>
              <a:ext uri="{FF2B5EF4-FFF2-40B4-BE49-F238E27FC236}">
                <a16:creationId xmlns:a16="http://schemas.microsoft.com/office/drawing/2014/main" id="{5E888C0F-C5F1-74C3-9957-94EA3FDAAB29}"/>
              </a:ext>
            </a:extLst>
          </p:cNvPr>
          <p:cNvSpPr/>
          <p:nvPr/>
        </p:nvSpPr>
        <p:spPr>
          <a:xfrm rot="16200000">
            <a:off x="3013013" y="1488214"/>
            <a:ext cx="295275" cy="164159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B69570-F6F5-B035-1F85-42CCE9E879D5}"/>
              </a:ext>
            </a:extLst>
          </p:cNvPr>
          <p:cNvSpPr txBox="1"/>
          <p:nvPr/>
        </p:nvSpPr>
        <p:spPr>
          <a:xfrm>
            <a:off x="2560145" y="2456651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One body term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8C1F93-6BDE-5646-C152-3DCC4DCD9047}"/>
              </a:ext>
            </a:extLst>
          </p:cNvPr>
          <p:cNvSpPr txBox="1"/>
          <p:nvPr/>
        </p:nvSpPr>
        <p:spPr>
          <a:xfrm>
            <a:off x="4141175" y="2456650"/>
            <a:ext cx="1192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Two body term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460A0E-FCB9-5A3F-14A7-2CEA930B3BF7}"/>
              </a:ext>
            </a:extLst>
          </p:cNvPr>
          <p:cNvCxnSpPr>
            <a:endCxn id="9" idx="0"/>
          </p:cNvCxnSpPr>
          <p:nvPr/>
        </p:nvCxnSpPr>
        <p:spPr>
          <a:xfrm>
            <a:off x="4737428" y="2161376"/>
            <a:ext cx="0" cy="2952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33A6CA-93AB-FCD9-B374-1A0BC529A1D8}"/>
                  </a:ext>
                </a:extLst>
              </p:cNvPr>
              <p:cNvSpPr txBox="1"/>
              <p:nvPr/>
            </p:nvSpPr>
            <p:spPr>
              <a:xfrm>
                <a:off x="6257925" y="1638300"/>
                <a:ext cx="5314950" cy="85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Interacting system</a:t>
                </a:r>
                <a:r>
                  <a:rPr lang="en-IN" sz="1600" dirty="0"/>
                  <a:t>: Two body term cannot be separated into terms containing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600" b="1" dirty="0"/>
                  <a:t> </a:t>
                </a:r>
                <a:r>
                  <a:rPr lang="en-IN" sz="1600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1600" dirty="0"/>
                  <a:t>. No way to </a:t>
                </a:r>
                <a:r>
                  <a:rPr lang="en-IN" sz="1600" i="1" dirty="0"/>
                  <a:t>tractably</a:t>
                </a:r>
                <a:r>
                  <a:rPr lang="en-IN" sz="1600" dirty="0"/>
                  <a:t> incorporate “many-body” effects.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33A6CA-93AB-FCD9-B374-1A0BC529A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925" y="1638300"/>
                <a:ext cx="5314950" cy="850810"/>
              </a:xfrm>
              <a:prstGeom prst="rect">
                <a:avLst/>
              </a:prstGeom>
              <a:blipFill>
                <a:blip r:embed="rId3"/>
                <a:stretch>
                  <a:fillRect l="-689" t="-2158" b="-93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EDAC55-BB26-FCCB-23AF-EDFD1F50CBCA}"/>
                  </a:ext>
                </a:extLst>
              </p:cNvPr>
              <p:cNvSpPr txBox="1"/>
              <p:nvPr/>
            </p:nvSpPr>
            <p:spPr>
              <a:xfrm>
                <a:off x="1114424" y="3995085"/>
                <a:ext cx="4295775" cy="812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𝑒𝑥𝑡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𝑎𝑣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EDAC55-BB26-FCCB-23AF-EDFD1F50C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4" y="3995085"/>
                <a:ext cx="4295775" cy="8125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eft Brace 12">
            <a:extLst>
              <a:ext uri="{FF2B5EF4-FFF2-40B4-BE49-F238E27FC236}">
                <a16:creationId xmlns:a16="http://schemas.microsoft.com/office/drawing/2014/main" id="{B5B0E6CD-CD6E-8881-647B-43A7B2C91DF8}"/>
              </a:ext>
            </a:extLst>
          </p:cNvPr>
          <p:cNvSpPr/>
          <p:nvPr/>
        </p:nvSpPr>
        <p:spPr>
          <a:xfrm rot="16200000">
            <a:off x="3003488" y="4079014"/>
            <a:ext cx="295275" cy="164159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E50A62-2C5C-F03C-C90D-4DA008C35793}"/>
              </a:ext>
            </a:extLst>
          </p:cNvPr>
          <p:cNvSpPr txBox="1"/>
          <p:nvPr/>
        </p:nvSpPr>
        <p:spPr>
          <a:xfrm>
            <a:off x="2550620" y="5047451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One body term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9001F4-30A5-A8F1-EA43-BCE58B9BEF7A}"/>
              </a:ext>
            </a:extLst>
          </p:cNvPr>
          <p:cNvSpPr txBox="1"/>
          <p:nvPr/>
        </p:nvSpPr>
        <p:spPr>
          <a:xfrm>
            <a:off x="4192219" y="5047450"/>
            <a:ext cx="1065581" cy="10156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Two body term – changed to one body term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84AE93-4144-5C20-E6F2-223888FDEFB8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4725010" y="4752176"/>
            <a:ext cx="2893" cy="2952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DE31471-0C9E-0006-F2AC-1D08F35F7040}"/>
              </a:ext>
            </a:extLst>
          </p:cNvPr>
          <p:cNvSpPr txBox="1"/>
          <p:nvPr/>
        </p:nvSpPr>
        <p:spPr>
          <a:xfrm>
            <a:off x="6257925" y="3561320"/>
            <a:ext cx="53149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Non – interacting system</a:t>
            </a:r>
            <a:r>
              <a:rPr lang="en-IN" sz="1600" dirty="0"/>
              <a:t>: Replace the two-body term with some “average” one-body term describing the “many-body” interactions.</a:t>
            </a:r>
          </a:p>
          <a:p>
            <a:endParaRPr lang="en-IN" sz="1600" dirty="0"/>
          </a:p>
          <a:p>
            <a:r>
              <a:rPr lang="en-IN" sz="1600" dirty="0"/>
              <a:t>We now have an </a:t>
            </a:r>
            <a:r>
              <a:rPr lang="en-IN" sz="1600" i="1" dirty="0"/>
              <a:t>effective</a:t>
            </a:r>
            <a:r>
              <a:rPr lang="en-IN" sz="1600" dirty="0"/>
              <a:t> Hamiltonian mimicking the </a:t>
            </a:r>
            <a:r>
              <a:rPr lang="en-IN" sz="1600" i="1" dirty="0"/>
              <a:t>electronic</a:t>
            </a:r>
            <a:r>
              <a:rPr lang="en-IN" sz="1600" dirty="0"/>
              <a:t> Hamiltonian.</a:t>
            </a:r>
          </a:p>
          <a:p>
            <a:endParaRPr lang="en-IN" sz="1600" dirty="0"/>
          </a:p>
          <a:p>
            <a:r>
              <a:rPr lang="en-IN" sz="1600" dirty="0"/>
              <a:t>Easier to handle (and tractably solve)!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74D438-D335-7635-18BB-2D0D3838C7D1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Martin, R. M., Electronic structure: Basic theory and applications, 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Cambridge University Press, 2004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8038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/>
      <p:bldP spid="15" grpId="0" animBg="1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F032-F5B8-C29D-1A9F-49F45F4AC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300"/>
          </a:xfrm>
        </p:spPr>
        <p:txBody>
          <a:bodyPr/>
          <a:lstStyle/>
          <a:p>
            <a:r>
              <a:rPr lang="en-IN" dirty="0"/>
              <a:t>Effective Hamiltonian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89C6A8-EA46-0188-17C7-FBFC50E46002}"/>
                  </a:ext>
                </a:extLst>
              </p:cNvPr>
              <p:cNvSpPr txBox="1"/>
              <p:nvPr/>
            </p:nvSpPr>
            <p:spPr>
              <a:xfrm>
                <a:off x="1114424" y="1023285"/>
                <a:ext cx="4295775" cy="812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𝑒𝑥𝑡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𝑎𝑣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89C6A8-EA46-0188-17C7-FBFC50E46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4" y="1023285"/>
                <a:ext cx="4295775" cy="812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12A5082C-CAB4-A1D5-DA41-200BF6B91CEE}"/>
              </a:ext>
            </a:extLst>
          </p:cNvPr>
          <p:cNvSpPr/>
          <p:nvPr/>
        </p:nvSpPr>
        <p:spPr>
          <a:xfrm rot="16200000">
            <a:off x="3522600" y="692876"/>
            <a:ext cx="295275" cy="267982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90D659-39BE-5F60-4077-CB0EBCBC780D}"/>
              </a:ext>
            </a:extLst>
          </p:cNvPr>
          <p:cNvSpPr txBox="1"/>
          <p:nvPr/>
        </p:nvSpPr>
        <p:spPr>
          <a:xfrm>
            <a:off x="3074495" y="2180426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One body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87E26D-8D08-6FA4-4CD7-D4D3D3CE0FAF}"/>
                  </a:ext>
                </a:extLst>
              </p:cNvPr>
              <p:cNvSpPr txBox="1"/>
              <p:nvPr/>
            </p:nvSpPr>
            <p:spPr>
              <a:xfrm>
                <a:off x="553058" y="2509346"/>
                <a:ext cx="5418506" cy="8106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IN" sz="16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𝑎𝑣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a:rPr lang="en-I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I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87E26D-8D08-6FA4-4CD7-D4D3D3CE0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58" y="2509346"/>
                <a:ext cx="5418506" cy="8106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527C2E4-98DD-DD88-D9FB-0F4A934F8DA2}"/>
              </a:ext>
            </a:extLst>
          </p:cNvPr>
          <p:cNvSpPr txBox="1"/>
          <p:nvPr/>
        </p:nvSpPr>
        <p:spPr>
          <a:xfrm>
            <a:off x="845645" y="3428526"/>
            <a:ext cx="4991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Effective Hamiltonian becomes a sum of one-electron Hamiltonians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CFD0C0-F331-F2BB-60A7-33756416DF0E}"/>
                  </a:ext>
                </a:extLst>
              </p:cNvPr>
              <p:cNvSpPr txBox="1"/>
              <p:nvPr/>
            </p:nvSpPr>
            <p:spPr>
              <a:xfrm>
                <a:off x="845645" y="4233641"/>
                <a:ext cx="4991100" cy="1096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Now, we can use single particle orbitals and solve individual eigenproblems for each electron!</a:t>
                </a:r>
              </a:p>
              <a:p>
                <a:endParaRPr lang="en-I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CFD0C0-F331-F2BB-60A7-33756416D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45" y="4233641"/>
                <a:ext cx="4991100" cy="1096839"/>
              </a:xfrm>
              <a:prstGeom prst="rect">
                <a:avLst/>
              </a:prstGeom>
              <a:blipFill>
                <a:blip r:embed="rId4"/>
                <a:stretch>
                  <a:fillRect l="-733" t="-1667" b="-2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68F70F-F214-3FBB-386F-2F626CDF52C3}"/>
                  </a:ext>
                </a:extLst>
              </p:cNvPr>
              <p:cNvSpPr txBox="1"/>
              <p:nvPr/>
            </p:nvSpPr>
            <p:spPr>
              <a:xfrm>
                <a:off x="8419332" y="901798"/>
                <a:ext cx="2478371" cy="784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I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68F70F-F214-3FBB-386F-2F626CDF5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332" y="901798"/>
                <a:ext cx="2478371" cy="7846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D12EC61-1C0F-2065-49B1-CB6CD062A223}"/>
              </a:ext>
            </a:extLst>
          </p:cNvPr>
          <p:cNvSpPr txBox="1"/>
          <p:nvPr/>
        </p:nvSpPr>
        <p:spPr>
          <a:xfrm>
            <a:off x="6622689" y="1149103"/>
            <a:ext cx="1872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b="1" dirty="0"/>
              <a:t>Electron Density: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D96DF2-81B2-CFD3-B4BD-52D69144447D}"/>
              </a:ext>
            </a:extLst>
          </p:cNvPr>
          <p:cNvSpPr txBox="1"/>
          <p:nvPr/>
        </p:nvSpPr>
        <p:spPr>
          <a:xfrm>
            <a:off x="842961" y="5330480"/>
            <a:ext cx="49911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dirty="0"/>
              <a:t>This still entails solving an eigenproblem for N eigenvalues and eigenvectors. </a:t>
            </a:r>
            <a:endParaRPr lang="en-IN" sz="1600" dirty="0"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15919F-6115-8B49-293B-2D91047AA000}"/>
                  </a:ext>
                </a:extLst>
              </p:cNvPr>
              <p:cNvSpPr txBox="1"/>
              <p:nvPr/>
            </p:nvSpPr>
            <p:spPr>
              <a:xfrm>
                <a:off x="6696074" y="2067210"/>
                <a:ext cx="4295775" cy="358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15919F-6115-8B49-293B-2D91047AA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074" y="2067210"/>
                <a:ext cx="4295775" cy="358303"/>
              </a:xfrm>
              <a:prstGeom prst="rect">
                <a:avLst/>
              </a:prstGeom>
              <a:blipFill>
                <a:blip r:embed="rId6"/>
                <a:stretch>
                  <a:fillRect t="-11864" b="-67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EC5A743-122E-9DA4-D84B-CA8DBE74C101}"/>
              </a:ext>
            </a:extLst>
          </p:cNvPr>
          <p:cNvSpPr txBox="1"/>
          <p:nvPr/>
        </p:nvSpPr>
        <p:spPr>
          <a:xfrm>
            <a:off x="6693550" y="2504092"/>
            <a:ext cx="4660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b="1" dirty="0"/>
              <a:t>Orbital free density functional theory (OFDFT)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FDDC41-6E88-E3F3-A127-539C4B98174D}"/>
                  </a:ext>
                </a:extLst>
              </p:cNvPr>
              <p:cNvSpPr txBox="1"/>
              <p:nvPr/>
            </p:nvSpPr>
            <p:spPr>
              <a:xfrm>
                <a:off x="6457951" y="3028950"/>
                <a:ext cx="5180992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Minimize the energy as a functional of electron density to obtain the ground state.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Advantages: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Computationally inexpensive - </a:t>
                </a:r>
                <a14:m>
                  <m:oMath xmlns:m="http://schemas.openxmlformats.org/officeDocument/2006/math">
                    <m:r>
                      <a:rPr lang="en-I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1600" dirty="0"/>
              </a:p>
              <a:p>
                <a:r>
                  <a:rPr lang="en-IN" sz="1600" dirty="0"/>
                  <a:t>Disadvantages: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No good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solidFill>
                          <a:srgbClr val="1309D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IN" sz="1600" b="0" i="1" smtClean="0">
                            <a:solidFill>
                              <a:srgbClr val="1309D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solidFill>
                              <a:srgbClr val="1309D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IN" sz="1600" b="0" i="1" smtClean="0">
                                <a:solidFill>
                                  <a:srgbClr val="1309D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1600" b="0" i="1" smtClean="0">
                                    <a:solidFill>
                                      <a:srgbClr val="1309D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600" b="0" i="1" smtClean="0">
                                    <a:solidFill>
                                      <a:srgbClr val="1309D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IN" sz="1600" b="0" i="1" smtClean="0">
                        <a:solidFill>
                          <a:srgbClr val="1309D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dirty="0"/>
                  <a:t>available.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Works only for metals, systems with atoms having low atomic numbers, etc.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Inaccurate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FDDC41-6E88-E3F3-A127-539C4B981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1" y="3028950"/>
                <a:ext cx="5180992" cy="2800767"/>
              </a:xfrm>
              <a:prstGeom prst="rect">
                <a:avLst/>
              </a:prstGeom>
              <a:blipFill>
                <a:blip r:embed="rId7"/>
                <a:stretch>
                  <a:fillRect l="-588" t="-654" b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8DFBA13-27CD-A804-420B-83845368CC4A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Martin, R. M., Electronic structure: Basic theory and applications, 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Cambridge University Press, 2004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8735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>
            <a:normAutofit/>
          </a:bodyPr>
          <a:lstStyle/>
          <a:p>
            <a:r>
              <a:rPr lang="en-US" sz="480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Lecture 9: Kohn-Sham Density Functional Theory</a:t>
            </a:r>
          </a:p>
          <a:p>
            <a:r>
              <a:rPr lang="en-US" dirty="0"/>
              <a:t>Sayan Bhowmik</a:t>
            </a:r>
          </a:p>
          <a:p>
            <a:r>
              <a:rPr lang="en-US" dirty="0"/>
              <a:t>School of Chemical &amp; Biomolecular Engineering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Georgia Institute of Technology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B55F80D4-0E8D-E1D7-9321-A023FAFC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4852577" y="1579563"/>
            <a:ext cx="2486846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28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1C95DD-F1DD-C5BF-A4CE-10E3BF44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300"/>
          </a:xfrm>
        </p:spPr>
        <p:txBody>
          <a:bodyPr/>
          <a:lstStyle/>
          <a:p>
            <a:r>
              <a:rPr lang="en-IN" dirty="0"/>
              <a:t>Density Functional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2CA272-3BEA-8A5E-511D-42049C4877B4}"/>
                  </a:ext>
                </a:extLst>
              </p:cNvPr>
              <p:cNvSpPr txBox="1"/>
              <p:nvPr/>
            </p:nvSpPr>
            <p:spPr>
              <a:xfrm>
                <a:off x="676274" y="1038510"/>
                <a:ext cx="4295775" cy="358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2CA272-3BEA-8A5E-511D-42049C487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74" y="1038510"/>
                <a:ext cx="4295775" cy="358303"/>
              </a:xfrm>
              <a:prstGeom prst="rect">
                <a:avLst/>
              </a:prstGeom>
              <a:blipFill>
                <a:blip r:embed="rId2"/>
                <a:stretch>
                  <a:fillRect t="-11864" b="-67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3B782A-CE6B-3D20-1224-617881E36408}"/>
                  </a:ext>
                </a:extLst>
              </p:cNvPr>
              <p:cNvSpPr txBox="1"/>
              <p:nvPr/>
            </p:nvSpPr>
            <p:spPr>
              <a:xfrm>
                <a:off x="676273" y="2162460"/>
                <a:ext cx="4295775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3B782A-CE6B-3D20-1224-617881E36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73" y="2162460"/>
                <a:ext cx="4295775" cy="5533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6138BED-3EEE-9E37-D6A0-95EAD78C2329}"/>
              </a:ext>
            </a:extLst>
          </p:cNvPr>
          <p:cNvSpPr txBox="1"/>
          <p:nvPr/>
        </p:nvSpPr>
        <p:spPr>
          <a:xfrm>
            <a:off x="2433668" y="1396813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OFDFT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9ED9FA-3589-E9C6-DD59-06E1BF9183A8}"/>
              </a:ext>
            </a:extLst>
          </p:cNvPr>
          <p:cNvCxnSpPr>
            <a:stCxn id="7" idx="2"/>
            <a:endCxn id="6" idx="0"/>
          </p:cNvCxnSpPr>
          <p:nvPr/>
        </p:nvCxnSpPr>
        <p:spPr>
          <a:xfrm>
            <a:off x="2824160" y="1704590"/>
            <a:ext cx="1" cy="457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FDE5E6-45EB-027F-EB8C-24F89B2A6DBC}"/>
              </a:ext>
            </a:extLst>
          </p:cNvPr>
          <p:cNvSpPr txBox="1"/>
          <p:nvPr/>
        </p:nvSpPr>
        <p:spPr>
          <a:xfrm>
            <a:off x="2064977" y="2663922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Kohn Sham DFT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801AE9-30CF-7A33-37AE-DA13EDC51770}"/>
                  </a:ext>
                </a:extLst>
              </p:cNvPr>
              <p:cNvSpPr txBox="1"/>
              <p:nvPr/>
            </p:nvSpPr>
            <p:spPr>
              <a:xfrm>
                <a:off x="6362700" y="1038510"/>
                <a:ext cx="5219700" cy="850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The orbitals are re-introduced to obtain N eigenproblems: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801AE9-30CF-7A33-37AE-DA13EDC51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700" y="1038510"/>
                <a:ext cx="5219700" cy="850617"/>
              </a:xfrm>
              <a:prstGeom prst="rect">
                <a:avLst/>
              </a:prstGeom>
              <a:blipFill>
                <a:blip r:embed="rId4"/>
                <a:stretch>
                  <a:fillRect l="-701" t="-2143" b="-3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C0B45F-1053-8746-1F22-1CCA3FCFF6DF}"/>
                  </a:ext>
                </a:extLst>
              </p:cNvPr>
              <p:cNvSpPr txBox="1"/>
              <p:nvPr/>
            </p:nvSpPr>
            <p:spPr>
              <a:xfrm>
                <a:off x="9286107" y="2322004"/>
                <a:ext cx="2478371" cy="784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I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C0B45F-1053-8746-1F22-1CCA3FCF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6107" y="2322004"/>
                <a:ext cx="2478371" cy="7846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AE15EED-D381-97FF-7939-A0CE1B2153F2}"/>
                  </a:ext>
                </a:extLst>
              </p:cNvPr>
              <p:cNvSpPr txBox="1"/>
              <p:nvPr/>
            </p:nvSpPr>
            <p:spPr>
              <a:xfrm>
                <a:off x="5205417" y="2437644"/>
                <a:ext cx="2771774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AE15EED-D381-97FF-7939-A0CE1B215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417" y="2437644"/>
                <a:ext cx="2771774" cy="5533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EACC609-2526-383A-C126-7E2F754AF31A}"/>
              </a:ext>
            </a:extLst>
          </p:cNvPr>
          <p:cNvCxnSpPr>
            <a:stCxn id="22" idx="0"/>
          </p:cNvCxnSpPr>
          <p:nvPr/>
        </p:nvCxnSpPr>
        <p:spPr>
          <a:xfrm rot="5400000" flipH="1" flipV="1">
            <a:off x="7086787" y="1209107"/>
            <a:ext cx="733054" cy="17240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65C588E-1305-F5F0-E74C-A0D46E7C342C}"/>
              </a:ext>
            </a:extLst>
          </p:cNvPr>
          <p:cNvCxnSpPr>
            <a:endCxn id="12" idx="3"/>
          </p:cNvCxnSpPr>
          <p:nvPr/>
        </p:nvCxnSpPr>
        <p:spPr>
          <a:xfrm>
            <a:off x="9676597" y="1704590"/>
            <a:ext cx="2087881" cy="1009733"/>
          </a:xfrm>
          <a:prstGeom prst="bentConnector3">
            <a:avLst>
              <a:gd name="adj1" fmla="val 11094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77E1906-961C-2AA5-3435-09A643928EB5}"/>
              </a:ext>
            </a:extLst>
          </p:cNvPr>
          <p:cNvCxnSpPr>
            <a:stCxn id="12" idx="1"/>
            <a:endCxn id="22" idx="3"/>
          </p:cNvCxnSpPr>
          <p:nvPr/>
        </p:nvCxnSpPr>
        <p:spPr>
          <a:xfrm flipH="1">
            <a:off x="7977191" y="2714323"/>
            <a:ext cx="13089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6D3323B-F0CC-F438-D225-9D033D4FA2EF}"/>
                  </a:ext>
                </a:extLst>
              </p:cNvPr>
              <p:cNvSpPr txBox="1"/>
              <p:nvPr/>
            </p:nvSpPr>
            <p:spPr>
              <a:xfrm>
                <a:off x="7584180" y="1995475"/>
                <a:ext cx="356732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600" dirty="0"/>
                  <a:t>Self-consistency loop,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endParaRPr lang="en-IN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6D3323B-F0CC-F438-D225-9D033D4FA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4180" y="1995475"/>
                <a:ext cx="3567323" cy="338554"/>
              </a:xfrm>
              <a:prstGeom prst="rect">
                <a:avLst/>
              </a:prstGeom>
              <a:blipFill>
                <a:blip r:embed="rId7"/>
                <a:stretch>
                  <a:fillRect l="-342" t="-12500" r="-2393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1EDF06-300A-10C9-AFE8-450260EB4D9C}"/>
                  </a:ext>
                </a:extLst>
              </p:cNvPr>
              <p:cNvSpPr txBox="1"/>
              <p:nvPr/>
            </p:nvSpPr>
            <p:spPr>
              <a:xfrm>
                <a:off x="4340244" y="1748896"/>
                <a:ext cx="17303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600" dirty="0"/>
                  <a:t>Guess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1600" dirty="0"/>
                  <a:t> input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1EDF06-300A-10C9-AFE8-450260EB4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244" y="1748896"/>
                <a:ext cx="1730345" cy="338554"/>
              </a:xfrm>
              <a:prstGeom prst="rect">
                <a:avLst/>
              </a:prstGeom>
              <a:blipFill>
                <a:blip r:embed="rId8"/>
                <a:stretch>
                  <a:fillRect l="-1056" t="-12727" r="-1056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D389051-2DA5-7F65-AE8C-1A3D537B282A}"/>
              </a:ext>
            </a:extLst>
          </p:cNvPr>
          <p:cNvCxnSpPr/>
          <p:nvPr/>
        </p:nvCxnSpPr>
        <p:spPr>
          <a:xfrm>
            <a:off x="5600700" y="2087450"/>
            <a:ext cx="0" cy="446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7CB6706-142B-5ED3-5B4F-F8BB8692528B}"/>
              </a:ext>
            </a:extLst>
          </p:cNvPr>
          <p:cNvSpPr txBox="1"/>
          <p:nvPr/>
        </p:nvSpPr>
        <p:spPr>
          <a:xfrm>
            <a:off x="923925" y="3133725"/>
            <a:ext cx="20233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Effective potential: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7DB995-2D77-5016-D4AD-6183BCE5A686}"/>
                  </a:ext>
                </a:extLst>
              </p:cNvPr>
              <p:cNvSpPr txBox="1"/>
              <p:nvPr/>
            </p:nvSpPr>
            <p:spPr>
              <a:xfrm>
                <a:off x="1114425" y="3448052"/>
                <a:ext cx="4295775" cy="812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7DB995-2D77-5016-D4AD-6183BCE5A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5" y="3448052"/>
                <a:ext cx="4295775" cy="8125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A22CDF-65F9-DEAF-65D1-28D5FBCA50A3}"/>
                  </a:ext>
                </a:extLst>
              </p:cNvPr>
              <p:cNvSpPr txBox="1"/>
              <p:nvPr/>
            </p:nvSpPr>
            <p:spPr>
              <a:xfrm>
                <a:off x="1114424" y="4528485"/>
                <a:ext cx="4686301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A22CDF-65F9-DEAF-65D1-28D5FBCA5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4" y="4528485"/>
                <a:ext cx="4686301" cy="5533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B5A0893-0D90-3E9F-A6F7-6CED7AB6CBD0}"/>
                  </a:ext>
                </a:extLst>
              </p:cNvPr>
              <p:cNvSpPr txBox="1"/>
              <p:nvPr/>
            </p:nvSpPr>
            <p:spPr>
              <a:xfrm>
                <a:off x="6238875" y="3448050"/>
                <a:ext cx="538801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dirty="0"/>
                  <a:t>Approximations made: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Non-interacting electrons: Error induced in KE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Averaging electronic interactions: Error induced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𝑎𝑣</m:t>
                        </m:r>
                      </m:sub>
                    </m:sSub>
                  </m:oMath>
                </a14:m>
                <a:endParaRPr lang="en-IN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B5A0893-0D90-3E9F-A6F7-6CED7AB6C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875" y="3448050"/>
                <a:ext cx="5388013" cy="830997"/>
              </a:xfrm>
              <a:prstGeom prst="rect">
                <a:avLst/>
              </a:prstGeom>
              <a:blipFill>
                <a:blip r:embed="rId11"/>
                <a:stretch>
                  <a:fillRect l="-566" t="-2206" b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B6351A6-3AA1-1B91-0331-83628752B40D}"/>
                  </a:ext>
                </a:extLst>
              </p:cNvPr>
              <p:cNvSpPr txBox="1"/>
              <p:nvPr/>
            </p:nvSpPr>
            <p:spPr>
              <a:xfrm>
                <a:off x="6238875" y="4324243"/>
                <a:ext cx="5343525" cy="1014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d>
                        <m:dPr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𝑋𝐶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B6351A6-3AA1-1B91-0331-83628752B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875" y="4324243"/>
                <a:ext cx="5343525" cy="101438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A0117AAD-6085-014C-21CD-6A40C22DAE4E}"/>
              </a:ext>
            </a:extLst>
          </p:cNvPr>
          <p:cNvSpPr txBox="1"/>
          <p:nvPr/>
        </p:nvSpPr>
        <p:spPr>
          <a:xfrm>
            <a:off x="6238875" y="5345719"/>
            <a:ext cx="36199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50"/>
                </a:solidFill>
              </a:rPr>
              <a:t>Corrects for the approximations made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D6080BBC-04EC-9FDD-216B-B2F3C702881A}"/>
              </a:ext>
            </a:extLst>
          </p:cNvPr>
          <p:cNvCxnSpPr>
            <a:endCxn id="42" idx="3"/>
          </p:cNvCxnSpPr>
          <p:nvPr/>
        </p:nvCxnSpPr>
        <p:spPr>
          <a:xfrm rot="10800000" flipV="1">
            <a:off x="9858777" y="5219414"/>
            <a:ext cx="552048" cy="295581"/>
          </a:xfrm>
          <a:prstGeom prst="bentConnector3">
            <a:avLst>
              <a:gd name="adj1" fmla="val -3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9EA83C4-D9C6-E319-F5FD-E1E08A69EA6F}"/>
                  </a:ext>
                </a:extLst>
              </p:cNvPr>
              <p:cNvSpPr txBox="1"/>
              <p:nvPr/>
            </p:nvSpPr>
            <p:spPr>
              <a:xfrm>
                <a:off x="2867023" y="5786305"/>
                <a:ext cx="6459204" cy="7382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𝑋𝐶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𝑋𝐶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nary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9EA83C4-D9C6-E319-F5FD-E1E08A69E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023" y="5786305"/>
                <a:ext cx="6459204" cy="73821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750082A-1BDF-4E34-C7CC-1ECC55AC74A7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Martin, R. M., Electronic structure: Basic theory and applications, 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Cambridge University Press, 2004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8793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2" grpId="0"/>
      <p:bldP spid="22" grpId="0"/>
      <p:bldP spid="29" grpId="0"/>
      <p:bldP spid="30" grpId="0"/>
      <p:bldP spid="37" grpId="0"/>
      <p:bldP spid="38" grpId="0"/>
      <p:bldP spid="39" grpId="0"/>
      <p:bldP spid="40" grpId="0"/>
      <p:bldP spid="41" grpId="0"/>
      <p:bldP spid="42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2E7A-772D-9723-1461-A36EB022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1200"/>
          </a:xfrm>
        </p:spPr>
        <p:txBody>
          <a:bodyPr/>
          <a:lstStyle/>
          <a:p>
            <a:r>
              <a:rPr lang="en-IN" dirty="0"/>
              <a:t>Exchange Correlation Functionals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9B299-3807-97A3-82A5-32F7634FF53B}"/>
              </a:ext>
            </a:extLst>
          </p:cNvPr>
          <p:cNvSpPr txBox="1"/>
          <p:nvPr/>
        </p:nvSpPr>
        <p:spPr>
          <a:xfrm>
            <a:off x="1123950" y="1171575"/>
            <a:ext cx="949490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Only source of approximation in the theory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exact form is still unknown and is an active area of research even after ~6 decades of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Even a small improvement made can massively impact the accuracy of DFT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various levels of approximations are quantified as the different rungs of Jacob’s Ladder</a:t>
            </a:r>
          </a:p>
        </p:txBody>
      </p:sp>
      <p:pic>
        <p:nvPicPr>
          <p:cNvPr id="4" name="Picture 3" descr="A diagram of different types of plants&#10;&#10;Description automatically generated">
            <a:extLst>
              <a:ext uri="{FF2B5EF4-FFF2-40B4-BE49-F238E27FC236}">
                <a16:creationId xmlns:a16="http://schemas.microsoft.com/office/drawing/2014/main" id="{B5556541-89F1-79EE-9F8F-AD9B160144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523" y="3167906"/>
            <a:ext cx="1845722" cy="34558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909414-918B-3684-01E5-5ACABC58C0B1}"/>
                  </a:ext>
                </a:extLst>
              </p:cNvPr>
              <p:cNvSpPr txBox="1"/>
              <p:nvPr/>
            </p:nvSpPr>
            <p:spPr>
              <a:xfrm>
                <a:off x="5886450" y="5863709"/>
                <a:ext cx="5238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909414-918B-3684-01E5-5ACABC58C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50" y="5863709"/>
                <a:ext cx="523875" cy="338554"/>
              </a:xfrm>
              <a:prstGeom prst="rect">
                <a:avLst/>
              </a:prstGeom>
              <a:blipFill>
                <a:blip r:embed="rId4"/>
                <a:stretch>
                  <a:fillRect t="-12727" r="-406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D95A79-EB52-DDB4-4880-162E719B8F69}"/>
                  </a:ext>
                </a:extLst>
              </p:cNvPr>
              <p:cNvSpPr txBox="1"/>
              <p:nvPr/>
            </p:nvSpPr>
            <p:spPr>
              <a:xfrm>
                <a:off x="5886450" y="5347871"/>
                <a:ext cx="123395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sz="16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D95A79-EB52-DDB4-4880-162E719B8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50" y="5347871"/>
                <a:ext cx="1233957" cy="338554"/>
              </a:xfrm>
              <a:prstGeom prst="rect">
                <a:avLst/>
              </a:prstGeom>
              <a:blipFill>
                <a:blip r:embed="rId5"/>
                <a:stretch>
                  <a:fillRect t="-12500" r="-74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F8E1E2-14D2-AA71-9273-65E1B93841A6}"/>
                  </a:ext>
                </a:extLst>
              </p:cNvPr>
              <p:cNvSpPr txBox="1"/>
              <p:nvPr/>
            </p:nvSpPr>
            <p:spPr>
              <a:xfrm>
                <a:off x="5886450" y="4778396"/>
                <a:ext cx="196215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sz="16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16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16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F8E1E2-14D2-AA71-9273-65E1B9384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50" y="4778396"/>
                <a:ext cx="1962151" cy="338554"/>
              </a:xfrm>
              <a:prstGeom prst="rect">
                <a:avLst/>
              </a:prstGeom>
              <a:blipFill>
                <a:blip r:embed="rId6"/>
                <a:stretch>
                  <a:fillRect t="-12727" r="-18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9FBF73-6B56-F3A1-80E2-59DF5A553010}"/>
                  </a:ext>
                </a:extLst>
              </p:cNvPr>
              <p:cNvSpPr txBox="1"/>
              <p:nvPr/>
            </p:nvSpPr>
            <p:spPr>
              <a:xfrm>
                <a:off x="5886449" y="4208921"/>
                <a:ext cx="217170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sz="16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16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16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9FBF73-6B56-F3A1-80E2-59DF5A553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49" y="4208921"/>
                <a:ext cx="2171701" cy="338554"/>
              </a:xfrm>
              <a:prstGeom prst="rect">
                <a:avLst/>
              </a:prstGeom>
              <a:blipFill>
                <a:blip r:embed="rId7"/>
                <a:stretch>
                  <a:fillRect t="-12500" b="-10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8A2CAE5-4791-E713-4896-0D9D821F45FE}"/>
              </a:ext>
            </a:extLst>
          </p:cNvPr>
          <p:cNvSpPr txBox="1"/>
          <p:nvPr/>
        </p:nvSpPr>
        <p:spPr>
          <a:xfrm>
            <a:off x="5886448" y="3754907"/>
            <a:ext cx="21717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Many body theory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DF02FCC3-EB6E-242E-9166-CE6BF4A75CDD}"/>
              </a:ext>
            </a:extLst>
          </p:cNvPr>
          <p:cNvSpPr/>
          <p:nvPr/>
        </p:nvSpPr>
        <p:spPr>
          <a:xfrm>
            <a:off x="8187207" y="5517148"/>
            <a:ext cx="171450" cy="68511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71F248-DA61-E7AE-A985-63ECE1BFC210}"/>
              </a:ext>
            </a:extLst>
          </p:cNvPr>
          <p:cNvSpPr txBox="1"/>
          <p:nvPr/>
        </p:nvSpPr>
        <p:spPr>
          <a:xfrm>
            <a:off x="8339606" y="5686425"/>
            <a:ext cx="21717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Local approximation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FFFEC-4ECE-965A-990E-E0C4D3AB53E7}"/>
              </a:ext>
            </a:extLst>
          </p:cNvPr>
          <p:cNvSpPr txBox="1"/>
          <p:nvPr/>
        </p:nvSpPr>
        <p:spPr>
          <a:xfrm>
            <a:off x="8339606" y="4778396"/>
            <a:ext cx="21717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Semi-local approximation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F8184B-F8E5-498F-F737-D58BA72006CB}"/>
              </a:ext>
            </a:extLst>
          </p:cNvPr>
          <p:cNvSpPr txBox="1"/>
          <p:nvPr/>
        </p:nvSpPr>
        <p:spPr>
          <a:xfrm>
            <a:off x="8414596" y="3873938"/>
            <a:ext cx="21717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Non-local approximation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A9756E2B-66FD-FF70-F1CF-5D205887EC07}"/>
              </a:ext>
            </a:extLst>
          </p:cNvPr>
          <p:cNvSpPr/>
          <p:nvPr/>
        </p:nvSpPr>
        <p:spPr>
          <a:xfrm>
            <a:off x="8182914" y="3978000"/>
            <a:ext cx="231682" cy="52330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FD4810-5070-9F08-0CF7-D3532E97DE4D}"/>
              </a:ext>
            </a:extLst>
          </p:cNvPr>
          <p:cNvSpPr txBox="1"/>
          <p:nvPr/>
        </p:nvSpPr>
        <p:spPr>
          <a:xfrm>
            <a:off x="2352675" y="4385029"/>
            <a:ext cx="11361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dirty="0">
                <a:solidFill>
                  <a:schemeClr val="accent5"/>
                </a:solidFill>
              </a:rPr>
              <a:t>Accuracy increases (usually),</a:t>
            </a:r>
          </a:p>
          <a:p>
            <a:pPr algn="r"/>
            <a:endParaRPr lang="en-IN" sz="1200" dirty="0">
              <a:solidFill>
                <a:schemeClr val="accent5"/>
              </a:solidFill>
            </a:endParaRPr>
          </a:p>
          <a:p>
            <a:pPr algn="r"/>
            <a:r>
              <a:rPr lang="en-IN" sz="1200" dirty="0">
                <a:solidFill>
                  <a:schemeClr val="accent5"/>
                </a:solidFill>
              </a:rPr>
              <a:t>Cost increases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31AAD6-2DC3-B42F-55B0-498F7FF54C99}"/>
              </a:ext>
            </a:extLst>
          </p:cNvPr>
          <p:cNvCxnSpPr>
            <a:cxnSpLocks/>
          </p:cNvCxnSpPr>
          <p:nvPr/>
        </p:nvCxnSpPr>
        <p:spPr>
          <a:xfrm flipV="1">
            <a:off x="3488830" y="3754907"/>
            <a:ext cx="0" cy="252355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E434F9D-0D4B-E7E0-01C8-10E3C9DAEA04}"/>
              </a:ext>
            </a:extLst>
          </p:cNvPr>
          <p:cNvSpPr txBox="1"/>
          <p:nvPr/>
        </p:nvSpPr>
        <p:spPr>
          <a:xfrm>
            <a:off x="3229061" y="662515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Martin, R. M., Electronic structure: Basic theory and applications, 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Cambridge University Press, 2004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2876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90A3-C594-D667-FCE5-9BCB500B6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3385"/>
          </a:xfrm>
        </p:spPr>
        <p:txBody>
          <a:bodyPr>
            <a:normAutofit fontScale="90000"/>
          </a:bodyPr>
          <a:lstStyle/>
          <a:p>
            <a:r>
              <a:rPr lang="en-IN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C8BB35-6F44-50EF-9401-7AB27A8E8C3F}"/>
                  </a:ext>
                </a:extLst>
              </p:cNvPr>
              <p:cNvSpPr txBox="1"/>
              <p:nvPr/>
            </p:nvSpPr>
            <p:spPr>
              <a:xfrm>
                <a:off x="4181475" y="1038510"/>
                <a:ext cx="5219700" cy="850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The orbitals are re-introduced to obtain N eigenproblems: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C8BB35-6F44-50EF-9401-7AB27A8E8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5" y="1038510"/>
                <a:ext cx="5219700" cy="850617"/>
              </a:xfrm>
              <a:prstGeom prst="rect">
                <a:avLst/>
              </a:prstGeom>
              <a:blipFill>
                <a:blip r:embed="rId2"/>
                <a:stretch>
                  <a:fillRect l="-701" t="-2143" b="-3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BFB188-64A2-38D0-BB73-2F4D821FAD52}"/>
                  </a:ext>
                </a:extLst>
              </p:cNvPr>
              <p:cNvSpPr txBox="1"/>
              <p:nvPr/>
            </p:nvSpPr>
            <p:spPr>
              <a:xfrm>
                <a:off x="7104882" y="2322004"/>
                <a:ext cx="2478371" cy="784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I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BFB188-64A2-38D0-BB73-2F4D821FA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882" y="2322004"/>
                <a:ext cx="2478371" cy="7846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156BA6-D597-2F84-FCB5-EFB83A89E241}"/>
                  </a:ext>
                </a:extLst>
              </p:cNvPr>
              <p:cNvSpPr txBox="1"/>
              <p:nvPr/>
            </p:nvSpPr>
            <p:spPr>
              <a:xfrm>
                <a:off x="3024192" y="2437644"/>
                <a:ext cx="2771774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156BA6-D597-2F84-FCB5-EFB83A89E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192" y="2437644"/>
                <a:ext cx="2771774" cy="5533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67AB6E3B-6717-F72D-2F6B-3CBAA0A1751F}"/>
              </a:ext>
            </a:extLst>
          </p:cNvPr>
          <p:cNvCxnSpPr>
            <a:stCxn id="5" idx="0"/>
          </p:cNvCxnSpPr>
          <p:nvPr/>
        </p:nvCxnSpPr>
        <p:spPr>
          <a:xfrm rot="5400000" flipH="1" flipV="1">
            <a:off x="4905562" y="1209107"/>
            <a:ext cx="733054" cy="17240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18D3C71-5A41-F1CE-32E0-7466891F1E03}"/>
              </a:ext>
            </a:extLst>
          </p:cNvPr>
          <p:cNvCxnSpPr>
            <a:endCxn id="4" idx="3"/>
          </p:cNvCxnSpPr>
          <p:nvPr/>
        </p:nvCxnSpPr>
        <p:spPr>
          <a:xfrm>
            <a:off x="7495372" y="1704590"/>
            <a:ext cx="2087881" cy="1009733"/>
          </a:xfrm>
          <a:prstGeom prst="bentConnector3">
            <a:avLst>
              <a:gd name="adj1" fmla="val 11094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FCA877-4A02-439D-7002-114D5BA10A90}"/>
              </a:ext>
            </a:extLst>
          </p:cNvPr>
          <p:cNvCxnSpPr>
            <a:stCxn id="4" idx="1"/>
            <a:endCxn id="5" idx="3"/>
          </p:cNvCxnSpPr>
          <p:nvPr/>
        </p:nvCxnSpPr>
        <p:spPr>
          <a:xfrm flipH="1">
            <a:off x="5795966" y="2714323"/>
            <a:ext cx="13089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645EEC-9A0B-6B73-1E9E-BE988B78D538}"/>
                  </a:ext>
                </a:extLst>
              </p:cNvPr>
              <p:cNvSpPr txBox="1"/>
              <p:nvPr/>
            </p:nvSpPr>
            <p:spPr>
              <a:xfrm>
                <a:off x="5402955" y="1995475"/>
                <a:ext cx="356732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600" dirty="0"/>
                  <a:t>Self-consistency loop,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endParaRPr lang="en-IN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645EEC-9A0B-6B73-1E9E-BE988B78D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955" y="1995475"/>
                <a:ext cx="3567323" cy="338554"/>
              </a:xfrm>
              <a:prstGeom prst="rect">
                <a:avLst/>
              </a:prstGeom>
              <a:blipFill>
                <a:blip r:embed="rId5"/>
                <a:stretch>
                  <a:fillRect l="-341" t="-12500" r="-2218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A244FD-7AB0-60EC-95D9-9DAA4367561A}"/>
                  </a:ext>
                </a:extLst>
              </p:cNvPr>
              <p:cNvSpPr txBox="1"/>
              <p:nvPr/>
            </p:nvSpPr>
            <p:spPr>
              <a:xfrm>
                <a:off x="2159019" y="1748896"/>
                <a:ext cx="17303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600" dirty="0"/>
                  <a:t>Guess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1600" dirty="0"/>
                  <a:t> input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A244FD-7AB0-60EC-95D9-9DAA43675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19" y="1748896"/>
                <a:ext cx="1730345" cy="338554"/>
              </a:xfrm>
              <a:prstGeom prst="rect">
                <a:avLst/>
              </a:prstGeom>
              <a:blipFill>
                <a:blip r:embed="rId6"/>
                <a:stretch>
                  <a:fillRect l="-1056" t="-12727" r="-1056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32D933-3083-FF05-A5BB-E428D3E8F2C5}"/>
              </a:ext>
            </a:extLst>
          </p:cNvPr>
          <p:cNvCxnSpPr/>
          <p:nvPr/>
        </p:nvCxnSpPr>
        <p:spPr>
          <a:xfrm>
            <a:off x="3419475" y="2087450"/>
            <a:ext cx="0" cy="446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0D256D-A381-62AD-F90F-CADB4E93BFFF}"/>
                  </a:ext>
                </a:extLst>
              </p:cNvPr>
              <p:cNvSpPr txBox="1"/>
              <p:nvPr/>
            </p:nvSpPr>
            <p:spPr>
              <a:xfrm>
                <a:off x="600075" y="3932784"/>
                <a:ext cx="5343525" cy="1014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d>
                        <m:dPr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𝑋𝐶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0D256D-A381-62AD-F90F-CADB4E93B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5" y="3932784"/>
                <a:ext cx="5343525" cy="10143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diagram of different types of plants&#10;&#10;Description automatically generated">
            <a:extLst>
              <a:ext uri="{FF2B5EF4-FFF2-40B4-BE49-F238E27FC236}">
                <a16:creationId xmlns:a16="http://schemas.microsoft.com/office/drawing/2014/main" id="{D879E387-C98A-A92B-9B22-7979DD08025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770" y="3324988"/>
            <a:ext cx="1677929" cy="31416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461A75-2644-7566-2E06-6DA4DA1C3307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Martin, R. M., Electronic structure: Basic theory and applications, 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Cambridge University Press, 2004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6108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Arial Rounded MT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936</Words>
  <Application>Microsoft Office PowerPoint</Application>
  <PresentationFormat>Widescreen</PresentationFormat>
  <Paragraphs>143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Arial Rounded MT Bold</vt:lpstr>
      <vt:lpstr>Cambria Math</vt:lpstr>
      <vt:lpstr>Office Theme</vt:lpstr>
      <vt:lpstr>Electronic Structure Theory</vt:lpstr>
      <vt:lpstr>Recap</vt:lpstr>
      <vt:lpstr>Hohenberg &amp; Kohn Theorems</vt:lpstr>
      <vt:lpstr>Electronic Structure Theory</vt:lpstr>
      <vt:lpstr>Interacting and non-interacting electrons</vt:lpstr>
      <vt:lpstr>Effective Hamiltonian</vt:lpstr>
      <vt:lpstr>Electronic Structure Theory</vt:lpstr>
      <vt:lpstr>Density Functional Theory</vt:lpstr>
      <vt:lpstr>Exchange Correlation Functionals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Bhowmik, Sayan</dc:creator>
  <cp:lastModifiedBy>Bhowmik, Sayan</cp:lastModifiedBy>
  <cp:revision>6</cp:revision>
  <dcterms:created xsi:type="dcterms:W3CDTF">2024-09-04T12:39:13Z</dcterms:created>
  <dcterms:modified xsi:type="dcterms:W3CDTF">2024-10-01T23:33:12Z</dcterms:modified>
</cp:coreProperties>
</file>