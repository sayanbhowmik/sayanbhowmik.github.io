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6" r:id="rId2"/>
    <p:sldId id="295" r:id="rId3"/>
    <p:sldId id="268" r:id="rId4"/>
    <p:sldId id="264" r:id="rId5"/>
    <p:sldId id="257" r:id="rId6"/>
    <p:sldId id="258" r:id="rId7"/>
    <p:sldId id="259" r:id="rId8"/>
    <p:sldId id="265" r:id="rId9"/>
    <p:sldId id="266" r:id="rId10"/>
    <p:sldId id="267" r:id="rId11"/>
    <p:sldId id="260" r:id="rId12"/>
    <p:sldId id="261" r:id="rId13"/>
    <p:sldId id="262" r:id="rId14"/>
    <p:sldId id="263" r:id="rId15"/>
    <p:sldId id="2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0C6D2-8568-43B0-A1CD-E9860F9F381B}" v="6418" dt="2024-09-14T16:13:3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wmik, Sayan" userId="2b51cadb-156e-4c9a-99fc-6d2138739850" providerId="ADAL" clId="{2B50C6D2-8568-43B0-A1CD-E9860F9F381B}"/>
    <pc:docChg chg="undo custSel addSld delSld modSld sldOrd modMainMaster">
      <pc:chgData name="Bhowmik, Sayan" userId="2b51cadb-156e-4c9a-99fc-6d2138739850" providerId="ADAL" clId="{2B50C6D2-8568-43B0-A1CD-E9860F9F381B}" dt="2024-09-14T16:13:31.835" v="10704" actId="20577"/>
      <pc:docMkLst>
        <pc:docMk/>
      </pc:docMkLst>
      <pc:sldChg chg="addSp delSp modSp del mod">
        <pc:chgData name="Bhowmik, Sayan" userId="2b51cadb-156e-4c9a-99fc-6d2138739850" providerId="ADAL" clId="{2B50C6D2-8568-43B0-A1CD-E9860F9F381B}" dt="2024-09-12T03:41:41.936" v="9663" actId="47"/>
        <pc:sldMkLst>
          <pc:docMk/>
          <pc:sldMk cId="137394434" sldId="256"/>
        </pc:sldMkLst>
        <pc:spChg chg="mod">
          <ac:chgData name="Bhowmik, Sayan" userId="2b51cadb-156e-4c9a-99fc-6d2138739850" providerId="ADAL" clId="{2B50C6D2-8568-43B0-A1CD-E9860F9F381B}" dt="2024-09-07T04:31:19.084" v="3757" actId="1035"/>
          <ac:spMkLst>
            <pc:docMk/>
            <pc:sldMk cId="137394434" sldId="25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07T04:31:15.009" v="3749" actId="1036"/>
          <ac:spMkLst>
            <pc:docMk/>
            <pc:sldMk cId="137394434" sldId="256"/>
            <ac:spMk id="3" creationId="{54B9CEDF-66F4-D04D-3CFA-2BFEA2B014E7}"/>
          </ac:spMkLst>
        </pc:spChg>
        <pc:picChg chg="add del mod">
          <ac:chgData name="Bhowmik, Sayan" userId="2b51cadb-156e-4c9a-99fc-6d2138739850" providerId="ADAL" clId="{2B50C6D2-8568-43B0-A1CD-E9860F9F381B}" dt="2024-09-07T04:21:11.430" v="3574" actId="21"/>
          <ac:picMkLst>
            <pc:docMk/>
            <pc:sldMk cId="137394434" sldId="256"/>
            <ac:picMk id="5" creationId="{BCA8FB59-6F20-3DE1-3D28-17B4FD060E19}"/>
          </ac:picMkLst>
        </pc:picChg>
        <pc:picChg chg="add mod modCrop">
          <ac:chgData name="Bhowmik, Sayan" userId="2b51cadb-156e-4c9a-99fc-6d2138739850" providerId="ADAL" clId="{2B50C6D2-8568-43B0-A1CD-E9860F9F381B}" dt="2024-09-07T04:33:46.308" v="3780" actId="1037"/>
          <ac:picMkLst>
            <pc:docMk/>
            <pc:sldMk cId="137394434" sldId="256"/>
            <ac:picMk id="7" creationId="{D6BD3A41-93A1-669D-EB9C-55BB1695B2C0}"/>
          </ac:picMkLst>
        </pc:picChg>
        <pc:picChg chg="add mod modCrop">
          <ac:chgData name="Bhowmik, Sayan" userId="2b51cadb-156e-4c9a-99fc-6d2138739850" providerId="ADAL" clId="{2B50C6D2-8568-43B0-A1CD-E9860F9F381B}" dt="2024-09-07T04:26:33.036" v="3626" actId="1035"/>
          <ac:picMkLst>
            <pc:docMk/>
            <pc:sldMk cId="137394434" sldId="256"/>
            <ac:picMk id="9" creationId="{45F1F362-35F4-BC20-F9B6-347A031BAB31}"/>
          </ac:picMkLst>
        </pc:picChg>
        <pc:picChg chg="add mod modCrop">
          <ac:chgData name="Bhowmik, Sayan" userId="2b51cadb-156e-4c9a-99fc-6d2138739850" providerId="ADAL" clId="{2B50C6D2-8568-43B0-A1CD-E9860F9F381B}" dt="2024-09-07T04:28:04.845" v="3647" actId="1037"/>
          <ac:picMkLst>
            <pc:docMk/>
            <pc:sldMk cId="137394434" sldId="256"/>
            <ac:picMk id="10" creationId="{EC4A888D-FC12-2CCB-B87F-B8B74D61DBCE}"/>
          </ac:picMkLst>
        </pc:picChg>
      </pc:sldChg>
      <pc:sldChg chg="addSp delSp modSp new mod ord modTransition modClrScheme modAnim chgLayout">
        <pc:chgData name="Bhowmik, Sayan" userId="2b51cadb-156e-4c9a-99fc-6d2138739850" providerId="ADAL" clId="{2B50C6D2-8568-43B0-A1CD-E9860F9F381B}" dt="2024-09-12T02:52:40.946" v="8585"/>
        <pc:sldMkLst>
          <pc:docMk/>
          <pc:sldMk cId="2868050767" sldId="257"/>
        </pc:sldMkLst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2" creationId="{B627212B-35AC-E2D5-066E-76DE3F0D241B}"/>
          </ac:spMkLst>
        </pc:spChg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3" creationId="{001C31D7-E3F1-0B53-5BB8-0550FD7AD09B}"/>
          </ac:spMkLst>
        </pc:spChg>
        <pc:spChg chg="add mod">
          <ac:chgData name="Bhowmik, Sayan" userId="2b51cadb-156e-4c9a-99fc-6d2138739850" providerId="ADAL" clId="{2B50C6D2-8568-43B0-A1CD-E9860F9F381B}" dt="2024-09-07T03:20:06.503" v="2436" actId="255"/>
          <ac:spMkLst>
            <pc:docMk/>
            <pc:sldMk cId="2868050767" sldId="257"/>
            <ac:spMk id="4" creationId="{9ACCED98-9529-DCC6-459B-DD663EC0A9BB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4" creationId="{87055232-B584-5B72-7F27-516A07AC6772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5" creationId="{360FC57A-BF6D-6D0E-0EE0-22513564C01E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6" creationId="{18265FF0-BDBC-1C2B-73CE-E5AE19B443D3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7" creationId="{1AB8EA44-8657-2395-D8A4-F52522B1EE5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0" creationId="{8DC90E20-9582-4DBB-2453-A7F20EFB8E27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1" creationId="{D05B419D-C734-E3C3-5F7A-FAF0EF3B93D0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6" creationId="{93D36E14-1F10-7877-D701-143E12D6028B}"/>
          </ac:spMkLst>
        </pc:spChg>
        <pc:spChg chg="add mod">
          <ac:chgData name="Bhowmik, Sayan" userId="2b51cadb-156e-4c9a-99fc-6d2138739850" providerId="ADAL" clId="{2B50C6D2-8568-43B0-A1CD-E9860F9F381B}" dt="2024-09-07T00:50:52.421" v="1718" actId="1035"/>
          <ac:spMkLst>
            <pc:docMk/>
            <pc:sldMk cId="2868050767" sldId="257"/>
            <ac:spMk id="27" creationId="{9C8AA2C4-CC8B-5962-D9FA-EE43D48BACD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8" creationId="{CE990AFC-3757-E81A-3D86-57F7EA26BAB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9" creationId="{75C355F5-8112-EE20-A5BC-E56E9C71ACD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0" creationId="{B1A811A5-7900-C879-5FEC-8DB5A0297BAC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1" creationId="{08D6ED64-AB91-0504-0A96-B61BD1833735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4" creationId="{8952C023-F12B-E719-323D-063482BE2A7A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5" creationId="{ADB50322-B22E-B76B-B85B-349BBF455A93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6" creationId="{159CF06C-BDC5-D220-6DAA-4C78F8DF05F1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7" creationId="{925880E1-F6FA-DC55-8F1D-FFCEAC69F3BE}"/>
          </ac:spMkLst>
        </pc:spChg>
        <pc:spChg chg="add mod">
          <ac:chgData name="Bhowmik, Sayan" userId="2b51cadb-156e-4c9a-99fc-6d2138739850" providerId="ADAL" clId="{2B50C6D2-8568-43B0-A1CD-E9860F9F381B}" dt="2024-09-07T00:50:03.471" v="1691" actId="1076"/>
          <ac:spMkLst>
            <pc:docMk/>
            <pc:sldMk cId="2868050767" sldId="257"/>
            <ac:spMk id="40" creationId="{C37A2BE0-9F96-12FD-2291-209901F3C008}"/>
          </ac:spMkLst>
        </pc:spChg>
        <pc:spChg chg="add mod">
          <ac:chgData name="Bhowmik, Sayan" userId="2b51cadb-156e-4c9a-99fc-6d2138739850" providerId="ADAL" clId="{2B50C6D2-8568-43B0-A1CD-E9860F9F381B}" dt="2024-09-07T00:48:35.539" v="1663" actId="1076"/>
          <ac:spMkLst>
            <pc:docMk/>
            <pc:sldMk cId="2868050767" sldId="257"/>
            <ac:spMk id="42" creationId="{C41AE6EE-596D-C86A-FF1A-CEB95B4AD4D0}"/>
          </ac:spMkLst>
        </pc:spChg>
        <pc:spChg chg="add mod">
          <ac:chgData name="Bhowmik, Sayan" userId="2b51cadb-156e-4c9a-99fc-6d2138739850" providerId="ADAL" clId="{2B50C6D2-8568-43B0-A1CD-E9860F9F381B}" dt="2024-09-07T00:48:50.133" v="1669" actId="20577"/>
          <ac:spMkLst>
            <pc:docMk/>
            <pc:sldMk cId="2868050767" sldId="257"/>
            <ac:spMk id="43" creationId="{557DE6D1-DE4C-8E87-06B7-934307E39E0E}"/>
          </ac:spMkLst>
        </pc:spChg>
        <pc:spChg chg="add mod">
          <ac:chgData name="Bhowmik, Sayan" userId="2b51cadb-156e-4c9a-99fc-6d2138739850" providerId="ADAL" clId="{2B50C6D2-8568-43B0-A1CD-E9860F9F381B}" dt="2024-09-07T00:49:59.017" v="1690" actId="1076"/>
          <ac:spMkLst>
            <pc:docMk/>
            <pc:sldMk cId="2868050767" sldId="257"/>
            <ac:spMk id="44" creationId="{429DE423-24B2-4326-45E6-1F077CC578AD}"/>
          </ac:spMkLst>
        </pc:spChg>
        <pc:spChg chg="add mod">
          <ac:chgData name="Bhowmik, Sayan" userId="2b51cadb-156e-4c9a-99fc-6d2138739850" providerId="ADAL" clId="{2B50C6D2-8568-43B0-A1CD-E9860F9F381B}" dt="2024-09-07T00:51:51.035" v="1830" actId="20577"/>
          <ac:spMkLst>
            <pc:docMk/>
            <pc:sldMk cId="2868050767" sldId="257"/>
            <ac:spMk id="45" creationId="{32AD25D6-5B58-0BB0-5022-700D9D49693F}"/>
          </ac:spMkLst>
        </pc:spChg>
        <pc:spChg chg="add mod">
          <ac:chgData name="Bhowmik, Sayan" userId="2b51cadb-156e-4c9a-99fc-6d2138739850" providerId="ADAL" clId="{2B50C6D2-8568-43B0-A1CD-E9860F9F381B}" dt="2024-09-07T00:52:14.142" v="1832" actId="1076"/>
          <ac:spMkLst>
            <pc:docMk/>
            <pc:sldMk cId="2868050767" sldId="257"/>
            <ac:spMk id="46" creationId="{C76C63D3-BD61-E1D4-981D-6C3E6FC74304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47" creationId="{00009FDB-1156-D62C-98A1-B31CB252A589}"/>
          </ac:spMkLst>
        </pc:spChg>
        <pc:spChg chg="add mod">
          <ac:chgData name="Bhowmik, Sayan" userId="2b51cadb-156e-4c9a-99fc-6d2138739850" providerId="ADAL" clId="{2B50C6D2-8568-43B0-A1CD-E9860F9F381B}" dt="2024-09-07T00:55:12.001" v="1898" actId="1076"/>
          <ac:spMkLst>
            <pc:docMk/>
            <pc:sldMk cId="2868050767" sldId="257"/>
            <ac:spMk id="48" creationId="{BB678A2A-1B57-01B4-116D-4C481962D35E}"/>
          </ac:spMkLst>
        </pc:sp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6" creationId="{1538445A-5CC8-741B-87E3-111A616A87C1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8" creationId="{FA4911BF-D70C-91D1-0E9F-2922377DDFE2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9" creationId="{E5D72DF5-FC35-CCF5-1710-73DD3EC41B11}"/>
          </ac:picMkLst>
        </pc:picChg>
        <pc:picChg chg="add del mod">
          <ac:chgData name="Bhowmik, Sayan" userId="2b51cadb-156e-4c9a-99fc-6d2138739850" providerId="ADAL" clId="{2B50C6D2-8568-43B0-A1CD-E9860F9F381B}" dt="2024-09-07T00:43:30.949" v="1555" actId="478"/>
          <ac:picMkLst>
            <pc:docMk/>
            <pc:sldMk cId="2868050767" sldId="257"/>
            <ac:picMk id="11" creationId="{96C8163D-7D68-6C6A-A764-92739E1AB828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3" creationId="{717838B6-E15C-94BE-3EEC-B620D6DB15B7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9" creationId="{E1536FA6-D50E-EC0D-407D-22890F0EC54A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22" creationId="{D4C3AFDF-2A27-76D9-9699-3BD61BFFC85D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33" creationId="{55C9AF0B-9DE9-49FD-C44E-7F13A4B85135}"/>
          </ac:picMkLst>
        </pc:picChg>
        <pc:picChg chg="add mod">
          <ac:chgData name="Bhowmik, Sayan" userId="2b51cadb-156e-4c9a-99fc-6d2138739850" providerId="ADAL" clId="{2B50C6D2-8568-43B0-A1CD-E9860F9F381B}" dt="2024-09-07T00:47:13.133" v="1647" actId="1037"/>
          <ac:picMkLst>
            <pc:docMk/>
            <pc:sldMk cId="2868050767" sldId="257"/>
            <ac:picMk id="39" creationId="{82704663-C4D8-31C2-7DE5-D29424630322}"/>
          </ac:picMkLst>
        </pc:picChg>
        <pc:picChg chg="add mod">
          <ac:chgData name="Bhowmik, Sayan" userId="2b51cadb-156e-4c9a-99fc-6d2138739850" providerId="ADAL" clId="{2B50C6D2-8568-43B0-A1CD-E9860F9F381B}" dt="2024-09-07T00:50:13.413" v="1694" actId="1076"/>
          <ac:picMkLst>
            <pc:docMk/>
            <pc:sldMk cId="2868050767" sldId="257"/>
            <ac:picMk id="41" creationId="{3AF745BC-78BD-B867-434D-53E9C314412D}"/>
          </ac:picMkLst>
        </pc:pic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3" creationId="{09913761-3008-56B7-9E2E-EA288A4AD269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4" creationId="{F3419335-7E03-9CA2-9E98-C8F604051E25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5" creationId="{F1CC9B79-4678-AF4C-DDE9-D0DBC429E4E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2:13.583" v="8584"/>
        <pc:sldMkLst>
          <pc:docMk/>
          <pc:sldMk cId="1196883161" sldId="258"/>
        </pc:sldMkLst>
        <pc:spChg chg="del">
          <ac:chgData name="Bhowmik, Sayan" userId="2b51cadb-156e-4c9a-99fc-6d2138739850" providerId="ADAL" clId="{2B50C6D2-8568-43B0-A1CD-E9860F9F381B}" dt="2024-09-07T01:00:25.314" v="1900" actId="478"/>
          <ac:spMkLst>
            <pc:docMk/>
            <pc:sldMk cId="1196883161" sldId="258"/>
            <ac:spMk id="2" creationId="{4FFD2D61-6B3F-9448-8E4C-A9A139CB8412}"/>
          </ac:spMkLst>
        </pc:spChg>
        <pc:spChg chg="add mod">
          <ac:chgData name="Bhowmik, Sayan" userId="2b51cadb-156e-4c9a-99fc-6d2138739850" providerId="ADAL" clId="{2B50C6D2-8568-43B0-A1CD-E9860F9F381B}" dt="2024-09-12T02:50:35.350" v="8524" actId="207"/>
          <ac:spMkLst>
            <pc:docMk/>
            <pc:sldMk cId="1196883161" sldId="258"/>
            <ac:spMk id="2" creationId="{51380C68-1AD4-36E9-82B9-22A81F654808}"/>
          </ac:spMkLst>
        </pc:spChg>
        <pc:spChg chg="add mod">
          <ac:chgData name="Bhowmik, Sayan" userId="2b51cadb-156e-4c9a-99fc-6d2138739850" providerId="ADAL" clId="{2B50C6D2-8568-43B0-A1CD-E9860F9F381B}" dt="2024-09-07T03:20:12.233" v="2437" actId="255"/>
          <ac:spMkLst>
            <pc:docMk/>
            <pc:sldMk cId="1196883161" sldId="258"/>
            <ac:spMk id="3" creationId="{ED7EB690-AE30-E8F9-9F7E-7D9C8EACA387}"/>
          </ac:spMkLst>
        </pc:spChg>
        <pc:spChg chg="add mod">
          <ac:chgData name="Bhowmik, Sayan" userId="2b51cadb-156e-4c9a-99fc-6d2138739850" providerId="ADAL" clId="{2B50C6D2-8568-43B0-A1CD-E9860F9F381B}" dt="2024-09-12T02:51:28.705" v="8578" actId="1076"/>
          <ac:spMkLst>
            <pc:docMk/>
            <pc:sldMk cId="1196883161" sldId="258"/>
            <ac:spMk id="4" creationId="{F8C63C3E-8897-9A08-B2D4-5E1383E3711A}"/>
          </ac:spMkLst>
        </pc:spChg>
        <pc:spChg chg="add mod">
          <ac:chgData name="Bhowmik, Sayan" userId="2b51cadb-156e-4c9a-99fc-6d2138739850" providerId="ADAL" clId="{2B50C6D2-8568-43B0-A1CD-E9860F9F381B}" dt="2024-09-07T02:27:20.212" v="2018" actId="1076"/>
          <ac:spMkLst>
            <pc:docMk/>
            <pc:sldMk cId="1196883161" sldId="258"/>
            <ac:spMk id="11" creationId="{B77874F7-4046-E86A-B939-A095943EABC0}"/>
          </ac:spMkLst>
        </pc:spChg>
        <pc:spChg chg="add mod">
          <ac:chgData name="Bhowmik, Sayan" userId="2b51cadb-156e-4c9a-99fc-6d2138739850" providerId="ADAL" clId="{2B50C6D2-8568-43B0-A1CD-E9860F9F381B}" dt="2024-09-07T02:27:32.331" v="2024" actId="20577"/>
          <ac:spMkLst>
            <pc:docMk/>
            <pc:sldMk cId="1196883161" sldId="258"/>
            <ac:spMk id="12" creationId="{70078EF3-8AC5-1294-C23F-FAF97CED7B87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3" creationId="{47D09CCF-9BDA-605E-CB2A-AAB963C6DAEF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4" creationId="{E93ACAFE-CF53-4E3F-4511-D10AAA66F036}"/>
          </ac:spMkLst>
        </pc:spChg>
        <pc:spChg chg="add mod">
          <ac:chgData name="Bhowmik, Sayan" userId="2b51cadb-156e-4c9a-99fc-6d2138739850" providerId="ADAL" clId="{2B50C6D2-8568-43B0-A1CD-E9860F9F381B}" dt="2024-09-07T03:22:34.791" v="2547" actId="1035"/>
          <ac:spMkLst>
            <pc:docMk/>
            <pc:sldMk cId="1196883161" sldId="258"/>
            <ac:spMk id="15" creationId="{7CE87F8F-F074-A8F3-9377-D72AB2B8B6C5}"/>
          </ac:spMkLst>
        </pc:spChg>
        <pc:spChg chg="add mod">
          <ac:chgData name="Bhowmik, Sayan" userId="2b51cadb-156e-4c9a-99fc-6d2138739850" providerId="ADAL" clId="{2B50C6D2-8568-43B0-A1CD-E9860F9F381B}" dt="2024-09-07T04:04:43.985" v="3116" actId="207"/>
          <ac:spMkLst>
            <pc:docMk/>
            <pc:sldMk cId="1196883161" sldId="258"/>
            <ac:spMk id="16" creationId="{DA733486-93C1-6BB9-10ED-89B74A9656AD}"/>
          </ac:spMkLst>
        </pc:spChg>
        <pc:spChg chg="add mod">
          <ac:chgData name="Bhowmik, Sayan" userId="2b51cadb-156e-4c9a-99fc-6d2138739850" providerId="ADAL" clId="{2B50C6D2-8568-43B0-A1CD-E9860F9F381B}" dt="2024-09-07T03:26:39.470" v="2582" actId="1035"/>
          <ac:spMkLst>
            <pc:docMk/>
            <pc:sldMk cId="1196883161" sldId="258"/>
            <ac:spMk id="17" creationId="{987B72A8-80F4-9C62-C194-C34145980060}"/>
          </ac:spMkLst>
        </pc:spChg>
        <pc:spChg chg="add mod">
          <ac:chgData name="Bhowmik, Sayan" userId="2b51cadb-156e-4c9a-99fc-6d2138739850" providerId="ADAL" clId="{2B50C6D2-8568-43B0-A1CD-E9860F9F381B}" dt="2024-09-07T03:26:49.765" v="2584" actId="1076"/>
          <ac:spMkLst>
            <pc:docMk/>
            <pc:sldMk cId="1196883161" sldId="258"/>
            <ac:spMk id="18" creationId="{1EC2A328-206A-FEC9-A1AF-09970E3F9977}"/>
          </ac:spMkLst>
        </pc:spChg>
        <pc:spChg chg="add mod">
          <ac:chgData name="Bhowmik, Sayan" userId="2b51cadb-156e-4c9a-99fc-6d2138739850" providerId="ADAL" clId="{2B50C6D2-8568-43B0-A1CD-E9860F9F381B}" dt="2024-09-07T03:26:55.284" v="2586" actId="1076"/>
          <ac:spMkLst>
            <pc:docMk/>
            <pc:sldMk cId="1196883161" sldId="258"/>
            <ac:spMk id="19" creationId="{E0DBD307-AE82-675D-D035-64429435B24D}"/>
          </ac:spMkLst>
        </pc:spChg>
        <pc:spChg chg="add mod">
          <ac:chgData name="Bhowmik, Sayan" userId="2b51cadb-156e-4c9a-99fc-6d2138739850" providerId="ADAL" clId="{2B50C6D2-8568-43B0-A1CD-E9860F9F381B}" dt="2024-09-07T03:27:55.475" v="2609" actId="1038"/>
          <ac:spMkLst>
            <pc:docMk/>
            <pc:sldMk cId="1196883161" sldId="258"/>
            <ac:spMk id="20" creationId="{4C3A170F-4413-C754-9B4D-7450677C350F}"/>
          </ac:spMkLst>
        </pc:spChg>
        <pc:spChg chg="add mod">
          <ac:chgData name="Bhowmik, Sayan" userId="2b51cadb-156e-4c9a-99fc-6d2138739850" providerId="ADAL" clId="{2B50C6D2-8568-43B0-A1CD-E9860F9F381B}" dt="2024-09-07T03:27:06.925" v="2590" actId="1076"/>
          <ac:spMkLst>
            <pc:docMk/>
            <pc:sldMk cId="1196883161" sldId="258"/>
            <ac:spMk id="21" creationId="{FFA9F211-60A0-2924-275B-EF8C8D4BA551}"/>
          </ac:spMkLst>
        </pc:spChg>
        <pc:spChg chg="add mod">
          <ac:chgData name="Bhowmik, Sayan" userId="2b51cadb-156e-4c9a-99fc-6d2138739850" providerId="ADAL" clId="{2B50C6D2-8568-43B0-A1CD-E9860F9F381B}" dt="2024-09-07T03:27:15.123" v="2599" actId="1037"/>
          <ac:spMkLst>
            <pc:docMk/>
            <pc:sldMk cId="1196883161" sldId="258"/>
            <ac:spMk id="22" creationId="{8ED3802E-D8EA-BC92-9045-82C30F45C93E}"/>
          </ac:spMkLst>
        </pc:spChg>
        <pc:spChg chg="add mod">
          <ac:chgData name="Bhowmik, Sayan" userId="2b51cadb-156e-4c9a-99fc-6d2138739850" providerId="ADAL" clId="{2B50C6D2-8568-43B0-A1CD-E9860F9F381B}" dt="2024-09-07T03:27:22.496" v="2601" actId="1076"/>
          <ac:spMkLst>
            <pc:docMk/>
            <pc:sldMk cId="1196883161" sldId="258"/>
            <ac:spMk id="23" creationId="{90CB65D9-881E-97C1-ADAB-A66949416EFE}"/>
          </ac:spMkLst>
        </pc:spChg>
        <pc:spChg chg="add mod">
          <ac:chgData name="Bhowmik, Sayan" userId="2b51cadb-156e-4c9a-99fc-6d2138739850" providerId="ADAL" clId="{2B50C6D2-8568-43B0-A1CD-E9860F9F381B}" dt="2024-09-07T03:27:35.536" v="2608" actId="1037"/>
          <ac:spMkLst>
            <pc:docMk/>
            <pc:sldMk cId="1196883161" sldId="258"/>
            <ac:spMk id="24" creationId="{AE897CBA-2328-28D1-3618-F35BF2FFF165}"/>
          </ac:spMkLst>
        </pc:spChg>
        <pc:picChg chg="add mod">
          <ac:chgData name="Bhowmik, Sayan" userId="2b51cadb-156e-4c9a-99fc-6d2138739850" providerId="ADAL" clId="{2B50C6D2-8568-43B0-A1CD-E9860F9F381B}" dt="2024-09-07T03:22:34.791" v="2547" actId="1035"/>
          <ac:picMkLst>
            <pc:docMk/>
            <pc:sldMk cId="1196883161" sldId="258"/>
            <ac:picMk id="5" creationId="{AE0909B9-6D1D-9066-0CC1-8B7F84690461}"/>
          </ac:picMkLst>
        </pc:picChg>
        <pc:picChg chg="add del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7" creationId="{D8CA862E-2B78-DBC7-BF78-771109FDE30E}"/>
          </ac:picMkLst>
        </pc:picChg>
        <pc:picChg chg="add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8" creationId="{51274B44-A152-877F-5E97-F27E495A8EB6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9" creationId="{6EFA8E7D-A9A3-FB8C-9833-ED5DB5157522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10" creationId="{568E57A0-BFA8-6E3A-270A-3EF8F2E0503D}"/>
          </ac:picMkLst>
        </pc:picChg>
      </pc:sldChg>
      <pc:sldChg chg="addSp delSp modSp new del mod modClrScheme chgLayout">
        <pc:chgData name="Bhowmik, Sayan" userId="2b51cadb-156e-4c9a-99fc-6d2138739850" providerId="ADAL" clId="{2B50C6D2-8568-43B0-A1CD-E9860F9F381B}" dt="2024-09-07T00:52:25.173" v="1833" actId="47"/>
        <pc:sldMkLst>
          <pc:docMk/>
          <pc:sldMk cId="2506589126" sldId="258"/>
        </pc:sldMkLst>
        <pc:spChg chg="del mod ord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2" creationId="{AE673D01-74E1-79BC-BA8F-168A8C5A1EA1}"/>
          </ac:spMkLst>
        </pc:spChg>
        <pc:spChg chg="del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3" creationId="{AD7E1260-1A9D-56A6-2D46-2FBC69CB135D}"/>
          </ac:spMkLst>
        </pc:spChg>
        <pc:spChg chg="add mod ord">
          <ac:chgData name="Bhowmik, Sayan" userId="2b51cadb-156e-4c9a-99fc-6d2138739850" providerId="ADAL" clId="{2B50C6D2-8568-43B0-A1CD-E9860F9F381B}" dt="2024-09-06T23:47:14.478" v="176" actId="20577"/>
          <ac:spMkLst>
            <pc:docMk/>
            <pc:sldMk cId="2506589126" sldId="258"/>
            <ac:spMk id="4" creationId="{183825D8-DD45-FA7F-94BE-2B6459A88832}"/>
          </ac:spMkLst>
        </pc:spChg>
        <pc:spChg chg="add mod">
          <ac:chgData name="Bhowmik, Sayan" userId="2b51cadb-156e-4c9a-99fc-6d2138739850" providerId="ADAL" clId="{2B50C6D2-8568-43B0-A1CD-E9860F9F381B}" dt="2024-09-07T00:26:14.030" v="1109" actId="1076"/>
          <ac:spMkLst>
            <pc:docMk/>
            <pc:sldMk cId="2506589126" sldId="258"/>
            <ac:spMk id="13" creationId="{F9B95254-85F9-BA35-A5D9-90A58091CCFD}"/>
          </ac:spMkLst>
        </pc:spChg>
        <pc:spChg chg="add mod">
          <ac:chgData name="Bhowmik, Sayan" userId="2b51cadb-156e-4c9a-99fc-6d2138739850" providerId="ADAL" clId="{2B50C6D2-8568-43B0-A1CD-E9860F9F381B}" dt="2024-09-07T00:26:25.078" v="1111" actId="1035"/>
          <ac:spMkLst>
            <pc:docMk/>
            <pc:sldMk cId="2506589126" sldId="258"/>
            <ac:spMk id="14" creationId="{E7E43501-5866-2D24-BD61-ED47D6F507D6}"/>
          </ac:spMkLst>
        </pc:spChg>
        <pc:spChg chg="add mod">
          <ac:chgData name="Bhowmik, Sayan" userId="2b51cadb-156e-4c9a-99fc-6d2138739850" providerId="ADAL" clId="{2B50C6D2-8568-43B0-A1CD-E9860F9F381B}" dt="2024-09-07T00:26:28.814" v="1112" actId="1076"/>
          <ac:spMkLst>
            <pc:docMk/>
            <pc:sldMk cId="2506589126" sldId="258"/>
            <ac:spMk id="15" creationId="{3564B326-14DE-2D09-9B2E-A8C46ED78C2E}"/>
          </ac:spMkLst>
        </pc:spChg>
        <pc:spChg chg="add mod">
          <ac:chgData name="Bhowmik, Sayan" userId="2b51cadb-156e-4c9a-99fc-6d2138739850" providerId="ADAL" clId="{2B50C6D2-8568-43B0-A1CD-E9860F9F381B}" dt="2024-09-07T00:26:31.553" v="1113" actId="1076"/>
          <ac:spMkLst>
            <pc:docMk/>
            <pc:sldMk cId="2506589126" sldId="258"/>
            <ac:spMk id="16" creationId="{DC9181B3-F100-7064-E677-69D6650BC7FA}"/>
          </ac:spMkLst>
        </pc:spChg>
        <pc:spChg chg="add mod">
          <ac:chgData name="Bhowmik, Sayan" userId="2b51cadb-156e-4c9a-99fc-6d2138739850" providerId="ADAL" clId="{2B50C6D2-8568-43B0-A1CD-E9860F9F381B}" dt="2024-09-07T00:26:34.693" v="1114" actId="1076"/>
          <ac:spMkLst>
            <pc:docMk/>
            <pc:sldMk cId="2506589126" sldId="258"/>
            <ac:spMk id="17" creationId="{F1302994-7C37-8D24-5784-D3D8B8C48F58}"/>
          </ac:spMkLst>
        </pc:spChg>
        <pc:spChg chg="add mod">
          <ac:chgData name="Bhowmik, Sayan" userId="2b51cadb-156e-4c9a-99fc-6d2138739850" providerId="ADAL" clId="{2B50C6D2-8568-43B0-A1CD-E9860F9F381B}" dt="2024-09-07T00:25:58.079" v="1101" actId="1076"/>
          <ac:spMkLst>
            <pc:docMk/>
            <pc:sldMk cId="2506589126" sldId="258"/>
            <ac:spMk id="18" creationId="{F60F8078-6967-5294-9E78-516FECAD1802}"/>
          </ac:spMkLst>
        </pc:spChg>
        <pc:spChg chg="add del mod">
          <ac:chgData name="Bhowmik, Sayan" userId="2b51cadb-156e-4c9a-99fc-6d2138739850" providerId="ADAL" clId="{2B50C6D2-8568-43B0-A1CD-E9860F9F381B}" dt="2024-09-07T00:20:05.813" v="996" actId="478"/>
          <ac:spMkLst>
            <pc:docMk/>
            <pc:sldMk cId="2506589126" sldId="258"/>
            <ac:spMk id="19" creationId="{54C795A0-F15A-AC7A-13EA-9826D0089D1C}"/>
          </ac:spMkLst>
        </pc:spChg>
        <pc:spChg chg="add mod">
          <ac:chgData name="Bhowmik, Sayan" userId="2b51cadb-156e-4c9a-99fc-6d2138739850" providerId="ADAL" clId="{2B50C6D2-8568-43B0-A1CD-E9860F9F381B}" dt="2024-09-07T00:26:39.524" v="1115" actId="1076"/>
          <ac:spMkLst>
            <pc:docMk/>
            <pc:sldMk cId="2506589126" sldId="258"/>
            <ac:spMk id="20" creationId="{1B240516-8092-D91E-D41A-6643257A2977}"/>
          </ac:spMkLst>
        </pc:spChg>
        <pc:spChg chg="add mod">
          <ac:chgData name="Bhowmik, Sayan" userId="2b51cadb-156e-4c9a-99fc-6d2138739850" providerId="ADAL" clId="{2B50C6D2-8568-43B0-A1CD-E9860F9F381B}" dt="2024-09-07T00:20:58.738" v="1052" actId="1035"/>
          <ac:spMkLst>
            <pc:docMk/>
            <pc:sldMk cId="2506589126" sldId="258"/>
            <ac:spMk id="24" creationId="{FAF84FEE-A783-733D-791A-5747283A19BC}"/>
          </ac:spMkLst>
        </pc:spChg>
        <pc:spChg chg="add mod">
          <ac:chgData name="Bhowmik, Sayan" userId="2b51cadb-156e-4c9a-99fc-6d2138739850" providerId="ADAL" clId="{2B50C6D2-8568-43B0-A1CD-E9860F9F381B}" dt="2024-09-07T00:09:33.443" v="934" actId="20577"/>
          <ac:spMkLst>
            <pc:docMk/>
            <pc:sldMk cId="2506589126" sldId="258"/>
            <ac:spMk id="25" creationId="{F567EEAA-2135-DA34-8785-521E9B8E9FA2}"/>
          </ac:spMkLst>
        </pc:spChg>
        <pc:spChg chg="add mod">
          <ac:chgData name="Bhowmik, Sayan" userId="2b51cadb-156e-4c9a-99fc-6d2138739850" providerId="ADAL" clId="{2B50C6D2-8568-43B0-A1CD-E9860F9F381B}" dt="2024-09-07T00:19:58.171" v="994" actId="1037"/>
          <ac:spMkLst>
            <pc:docMk/>
            <pc:sldMk cId="2506589126" sldId="258"/>
            <ac:spMk id="26" creationId="{13624068-A161-EE95-FB1F-87DB9AD3E83C}"/>
          </ac:spMkLst>
        </pc:spChg>
        <pc:spChg chg="add del mod">
          <ac:chgData name="Bhowmik, Sayan" userId="2b51cadb-156e-4c9a-99fc-6d2138739850" providerId="ADAL" clId="{2B50C6D2-8568-43B0-A1CD-E9860F9F381B}" dt="2024-09-07T00:27:56.374" v="1119" actId="21"/>
          <ac:spMkLst>
            <pc:docMk/>
            <pc:sldMk cId="2506589126" sldId="258"/>
            <ac:spMk id="27" creationId="{9C8AA2C4-CC8B-5962-D9FA-EE43D48BACD8}"/>
          </ac:spMkLst>
        </pc:spChg>
        <pc:picChg chg="add mod">
          <ac:chgData name="Bhowmik, Sayan" userId="2b51cadb-156e-4c9a-99fc-6d2138739850" providerId="ADAL" clId="{2B50C6D2-8568-43B0-A1CD-E9860F9F381B}" dt="2024-09-07T00:25:55.161" v="1100" actId="1076"/>
          <ac:picMkLst>
            <pc:docMk/>
            <pc:sldMk cId="2506589126" sldId="258"/>
            <ac:picMk id="6" creationId="{6050144D-520B-1E64-19FB-2F9DC32C6830}"/>
          </ac:picMkLst>
        </pc:picChg>
        <pc:picChg chg="add del mod">
          <ac:chgData name="Bhowmik, Sayan" userId="2b51cadb-156e-4c9a-99fc-6d2138739850" providerId="ADAL" clId="{2B50C6D2-8568-43B0-A1CD-E9860F9F381B}" dt="2024-09-07T00:17:46.816" v="937" actId="478"/>
          <ac:picMkLst>
            <pc:docMk/>
            <pc:sldMk cId="2506589126" sldId="258"/>
            <ac:picMk id="8" creationId="{4D3B7113-D652-9006-8097-4BB277466A7B}"/>
          </ac:picMkLst>
        </pc:picChg>
        <pc:picChg chg="add mod modCrop">
          <ac:chgData name="Bhowmik, Sayan" userId="2b51cadb-156e-4c9a-99fc-6d2138739850" providerId="ADAL" clId="{2B50C6D2-8568-43B0-A1CD-E9860F9F381B}" dt="2024-09-07T00:46:19.030" v="1589" actId="732"/>
          <ac:picMkLst>
            <pc:docMk/>
            <pc:sldMk cId="2506589126" sldId="258"/>
            <ac:picMk id="22" creationId="{29097EFF-47BC-611E-C7B1-07EA9AD4878F}"/>
          </ac:picMkLst>
        </pc:picChg>
        <pc:picChg chg="add mod modCrop">
          <ac:chgData name="Bhowmik, Sayan" userId="2b51cadb-156e-4c9a-99fc-6d2138739850" providerId="ADAL" clId="{2B50C6D2-8568-43B0-A1CD-E9860F9F381B}" dt="2024-09-06T23:59:00.963" v="545" actId="1076"/>
          <ac:picMkLst>
            <pc:docMk/>
            <pc:sldMk cId="2506589126" sldId="258"/>
            <ac:picMk id="23" creationId="{90314574-450F-F8E7-F917-501D5755F3B4}"/>
          </ac:picMkLst>
        </pc:picChg>
        <pc:picChg chg="add del mod">
          <ac:chgData name="Bhowmik, Sayan" userId="2b51cadb-156e-4c9a-99fc-6d2138739850" providerId="ADAL" clId="{2B50C6D2-8568-43B0-A1CD-E9860F9F381B}" dt="2024-09-07T00:09:03.045" v="921" actId="478"/>
          <ac:picMkLst>
            <pc:docMk/>
            <pc:sldMk cId="2506589126" sldId="258"/>
            <ac:picMk id="28" creationId="{3E847B11-57B9-1CAE-EA5D-0A53DA7AA42F}"/>
          </ac:picMkLst>
        </pc:picChg>
        <pc:picChg chg="add del mod modCrop">
          <ac:chgData name="Bhowmik, Sayan" userId="2b51cadb-156e-4c9a-99fc-6d2138739850" providerId="ADAL" clId="{2B50C6D2-8568-43B0-A1CD-E9860F9F381B}" dt="2024-09-07T00:25:21.833" v="1092" actId="478"/>
          <ac:picMkLst>
            <pc:docMk/>
            <pc:sldMk cId="2506589126" sldId="258"/>
            <ac:picMk id="30" creationId="{D43884EE-E620-C007-B755-031B15FC59AA}"/>
          </ac:picMkLst>
        </pc:picChg>
        <pc:cxnChg chg="add mod">
          <ac:chgData name="Bhowmik, Sayan" userId="2b51cadb-156e-4c9a-99fc-6d2138739850" providerId="ADAL" clId="{2B50C6D2-8568-43B0-A1CD-E9860F9F381B}" dt="2024-09-07T00:26:01.026" v="1102" actId="1076"/>
          <ac:cxnSpMkLst>
            <pc:docMk/>
            <pc:sldMk cId="2506589126" sldId="258"/>
            <ac:cxnSpMk id="10" creationId="{4F970016-C44B-8116-E27D-6BAA7E48A210}"/>
          </ac:cxnSpMkLst>
        </pc:cxnChg>
        <pc:cxnChg chg="add mod">
          <ac:chgData name="Bhowmik, Sayan" userId="2b51cadb-156e-4c9a-99fc-6d2138739850" providerId="ADAL" clId="{2B50C6D2-8568-43B0-A1CD-E9860F9F381B}" dt="2024-09-07T00:26:05.831" v="1107" actId="1036"/>
          <ac:cxnSpMkLst>
            <pc:docMk/>
            <pc:sldMk cId="2506589126" sldId="258"/>
            <ac:cxnSpMk id="11" creationId="{D4227D11-DD11-248F-FCEA-C288B0D05A5C}"/>
          </ac:cxnSpMkLst>
        </pc:cxnChg>
        <pc:cxnChg chg="add mod">
          <ac:chgData name="Bhowmik, Sayan" userId="2b51cadb-156e-4c9a-99fc-6d2138739850" providerId="ADAL" clId="{2B50C6D2-8568-43B0-A1CD-E9860F9F381B}" dt="2024-09-07T00:26:09.132" v="1108" actId="1076"/>
          <ac:cxnSpMkLst>
            <pc:docMk/>
            <pc:sldMk cId="2506589126" sldId="258"/>
            <ac:cxnSpMk id="12" creationId="{5032AA6D-33F3-5F9B-CADF-E6BE44012A9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9:23.320" v="8593"/>
        <pc:sldMkLst>
          <pc:docMk/>
          <pc:sldMk cId="3857450893" sldId="259"/>
        </pc:sldMkLst>
        <pc:spChg chg="del">
          <ac:chgData name="Bhowmik, Sayan" userId="2b51cadb-156e-4c9a-99fc-6d2138739850" providerId="ADAL" clId="{2B50C6D2-8568-43B0-A1CD-E9860F9F381B}" dt="2024-09-07T03:02:52.069" v="2168" actId="478"/>
          <ac:spMkLst>
            <pc:docMk/>
            <pc:sldMk cId="3857450893" sldId="259"/>
            <ac:spMk id="2" creationId="{C23637E4-4C14-83A4-DB2A-F08BDBB6571F}"/>
          </ac:spMkLst>
        </pc:spChg>
        <pc:spChg chg="add mod">
          <ac:chgData name="Bhowmik, Sayan" userId="2b51cadb-156e-4c9a-99fc-6d2138739850" providerId="ADAL" clId="{2B50C6D2-8568-43B0-A1CD-E9860F9F381B}" dt="2024-09-07T05:12:53.559" v="4545" actId="1036"/>
          <ac:spMkLst>
            <pc:docMk/>
            <pc:sldMk cId="3857450893" sldId="259"/>
            <ac:spMk id="3" creationId="{793D3A49-17F8-0827-4B9E-99E86E2A5D7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4" creationId="{BF79EF7D-54FB-FC7A-2841-775DE30C8DAF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7" creationId="{AF498270-6473-76BC-01F4-441121864FE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8" creationId="{FBD7D494-2FC9-006A-D00F-593AE89ED4B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9" creationId="{1C9E27DE-516E-12B7-BE90-F231036AFC9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0" creationId="{3C2E5C19-C292-3976-A01F-6E51FB79FA3E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2" creationId="{87664281-CCB5-41AC-0FEE-FB307307680C}"/>
          </ac:spMkLst>
        </pc:spChg>
        <pc:spChg chg="add del mod">
          <ac:chgData name="Bhowmik, Sayan" userId="2b51cadb-156e-4c9a-99fc-6d2138739850" providerId="ADAL" clId="{2B50C6D2-8568-43B0-A1CD-E9860F9F381B}" dt="2024-09-07T03:47:59.783" v="2927" actId="478"/>
          <ac:spMkLst>
            <pc:docMk/>
            <pc:sldMk cId="3857450893" sldId="259"/>
            <ac:spMk id="13" creationId="{590E3211-575F-5C59-0D85-6643EFDA0B50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4" creationId="{AF00C2EC-C157-409D-0620-9CB230F87CE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18" creationId="{CA312B70-D79A-034D-7453-D27DC31200B9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2" creationId="{A19FD826-D2AD-501D-BF89-60BDE68FB77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3" creationId="{B985E712-155D-5B06-A317-A275061667AC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4" creationId="{9606535C-19FA-D2D5-C7B6-546557845FC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4" creationId="{EA406583-2A7C-0663-9618-3B42CB8CCB22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9" creationId="{FC2BB6B5-6A29-331E-5037-DCFEF249BE6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0" creationId="{E37D5559-7898-CE44-9C8C-DC87B366807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6" creationId="{55C04D33-3E96-31F6-3C43-49482F150240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7" creationId="{9FA2BBE1-AAC2-4DCC-A201-0175E8D157E8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8" creationId="{BB725EB0-64EC-BB31-8D5B-1934AD3DB786}"/>
          </ac:spMkLst>
        </pc:spChg>
        <pc:spChg chg="add mod">
          <ac:chgData name="Bhowmik, Sayan" userId="2b51cadb-156e-4c9a-99fc-6d2138739850" providerId="ADAL" clId="{2B50C6D2-8568-43B0-A1CD-E9860F9F381B}" dt="2024-09-07T05:11:59.217" v="4533" actId="1035"/>
          <ac:spMkLst>
            <pc:docMk/>
            <pc:sldMk cId="3857450893" sldId="259"/>
            <ac:spMk id="49" creationId="{D998A952-2EC2-7171-FBE6-02CA41E2356D}"/>
          </ac:spMkLst>
        </pc:spChg>
        <pc:picChg chg="add mod modCrop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6" creationId="{0F5F0090-01D0-8C0D-6153-390291B3AEFC}"/>
          </ac:picMkLst>
        </pc:picChg>
        <pc:picChg chg="add mod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11" creationId="{F6981061-2030-E3F1-050A-8480BF6B0962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5" creationId="{43CBFD2F-BCDA-F900-0243-90F960C001D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6" creationId="{13EEA58E-A62F-47E8-B53D-5277DE4A392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7" creationId="{B0826FC1-3CDB-5DE8-4A0C-5F98627CF34E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6" creationId="{7F942DB6-FCF8-6390-6454-8F593DE48B0F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8" creationId="{D4F75E2F-416D-444A-310D-D0FFD81688A9}"/>
          </ac:picMkLst>
        </pc:pic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0" creationId="{E9231E89-85FC-FF71-208F-202B7CCFBA81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1" creationId="{32AEA984-85BC-E37D-006B-B261C53D53A2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6" creationId="{A9AAAFB8-659F-5D3D-3987-CD18A45A6F0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9" creationId="{71FC56C3-A1D7-CF03-4D09-3916C7F623DB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31" creationId="{38FF55A1-FA12-0C06-C330-36125880B2A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1" creationId="{1E7FCEDF-6F85-E538-1248-95245C17082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3" creationId="{24C381E7-F521-5440-CD0C-1EECDC9F20E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5" creationId="{99914FF2-F71A-DA46-7077-736313879E1B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04:35.179" v="8670" actId="1036"/>
        <pc:sldMkLst>
          <pc:docMk/>
          <pc:sldMk cId="157255989" sldId="260"/>
        </pc:sldMkLst>
        <pc:spChg chg="del">
          <ac:chgData name="Bhowmik, Sayan" userId="2b51cadb-156e-4c9a-99fc-6d2138739850" providerId="ADAL" clId="{2B50C6D2-8568-43B0-A1CD-E9860F9F381B}" dt="2024-09-07T05:12:27.235" v="4535" actId="478"/>
          <ac:spMkLst>
            <pc:docMk/>
            <pc:sldMk cId="157255989" sldId="260"/>
            <ac:spMk id="2" creationId="{3A11B0D1-057B-50A3-4956-234E7B660A86}"/>
          </ac:spMkLst>
        </pc:spChg>
        <pc:spChg chg="add mod">
          <ac:chgData name="Bhowmik, Sayan" userId="2b51cadb-156e-4c9a-99fc-6d2138739850" providerId="ADAL" clId="{2B50C6D2-8568-43B0-A1CD-E9860F9F381B}" dt="2024-09-12T03:04:35.179" v="8670" actId="1036"/>
          <ac:spMkLst>
            <pc:docMk/>
            <pc:sldMk cId="157255989" sldId="260"/>
            <ac:spMk id="2" creationId="{EA84CEC4-DE71-5A16-E204-A204FA46A6B0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3" creationId="{DF5A7842-CA60-4FFD-B373-D78A4063A0AF}"/>
          </ac:spMkLst>
        </pc:spChg>
        <pc:spChg chg="add mod">
          <ac:chgData name="Bhowmik, Sayan" userId="2b51cadb-156e-4c9a-99fc-6d2138739850" providerId="ADAL" clId="{2B50C6D2-8568-43B0-A1CD-E9860F9F381B}" dt="2024-09-07T15:37:48.115" v="5443" actId="1076"/>
          <ac:spMkLst>
            <pc:docMk/>
            <pc:sldMk cId="157255989" sldId="260"/>
            <ac:spMk id="5" creationId="{7586C59C-03FF-365F-C44E-D0DDE281C2BA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9" creationId="{C73674B5-8D55-C727-7E88-7FF40DF9FB0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1" creationId="{A7177C20-82DD-4163-B0F9-8A4E9FDD957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2" creationId="{DB324698-73BB-F29A-F797-79343C57515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3" creationId="{1EECA294-F2B2-C173-378A-1E0D7265C9C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4" creationId="{1E589BBC-CE00-DE5E-08B9-76841E841B9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5" creationId="{F53C8EE4-1873-B0DD-B5E9-104B79AAAA5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6" creationId="{D64B8B83-BFE1-F9B5-F2FA-83E51F49F970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7" creationId="{CE2D8D69-00EB-D42E-06E7-559FC3C77EBB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8" creationId="{1B72140B-7DD8-83C8-E97D-99F987D95404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9" creationId="{9E823644-AB76-5805-E367-71248CC9AEA9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20" creationId="{15C6159D-2F31-F72B-F677-CB0C3350D9AF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4" creationId="{F9DEAFE1-A8B6-5C00-D9DF-279872D86FB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5" creationId="{9513FBC0-4FE7-CB79-00AB-1B35D18240E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6" creationId="{B82046BD-C98E-9C43-2D66-40A6FA2CE9F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7" creationId="{D4ECA92B-ABC2-8CDA-82EC-733D6E118ADA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8" creationId="{F00242E1-38C0-FFD1-ECAB-AD0503B6EB7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9" creationId="{4701E287-6A3F-A8C0-CEE5-1E1EDD8768C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0" creationId="{2C24E775-BC4B-9B7E-CA00-31C040B576D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1" creationId="{2E70DCDE-D56C-8B12-BCF0-74AF1E2AACF9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2" creationId="{57004BB8-1740-20A5-4CE4-8368E9DBBBC0}"/>
          </ac:spMkLst>
        </pc:spChg>
        <pc:spChg chg="add mod">
          <ac:chgData name="Bhowmik, Sayan" userId="2b51cadb-156e-4c9a-99fc-6d2138739850" providerId="ADAL" clId="{2B50C6D2-8568-43B0-A1CD-E9860F9F381B}" dt="2024-09-07T16:07:07.704" v="5522" actId="1036"/>
          <ac:spMkLst>
            <pc:docMk/>
            <pc:sldMk cId="157255989" sldId="260"/>
            <ac:spMk id="84" creationId="{9E0AB2B8-DBD0-9FE4-F35B-691DEF78988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7" creationId="{5AA60BDB-7D9E-F6AB-1DA1-EFEBC8F34D28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8" creationId="{D20B6FFC-C7E4-B716-481F-AB3C9598FBD2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9" creationId="{EED37FCE-7974-BC1E-F2E2-5A470E98FD87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0" creationId="{16C72269-0501-8A6E-0296-7ADCA4DABBD1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1" creationId="{798715FA-4999-C202-B41C-BF6519CED540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2" creationId="{CF8D4118-F414-6E9E-E1CD-F53BDBF6407C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3" creationId="{9963175B-E339-3224-2824-D94B5C7EB82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4" creationId="{0D74A87F-714E-3E0F-D1D1-179077F370C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5" creationId="{2B716C74-0C52-1999-613E-CFDFEFCDD580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8" creationId="{B4FC7879-9997-C9B9-B148-6D43BE86FFF3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9" creationId="{E7FD1F26-AA54-9300-D625-66D6C0D5AE6D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0" creationId="{8BEB80AE-AC2B-974F-DA50-064CDAFBFB0C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1" creationId="{FD568AE6-956B-C1B1-961E-A022FA4AAF75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2" creationId="{77AFF1A6-8274-BEFE-21E0-BA9DC593F9A8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3" creationId="{DB057134-5C5B-82CC-8A78-88FE1AEF64B9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4" creationId="{0FD9189A-30C6-FC62-17DD-32BD55FA79D1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5" creationId="{927E5CFA-23F4-D499-967E-4B738621D6BF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6" creationId="{A0552EBF-EF72-A040-F192-307FE71BEB3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09" creationId="{D704F282-0779-1700-78E2-FFFFAE3472A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0" creationId="{3E281EA1-4B95-8111-123C-D03682457CFC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1" creationId="{C1BBBDA2-E923-5C49-8817-15B4D78CEFF4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2" creationId="{5C7138B5-1A69-CF76-5BBC-5AEEE8D82AB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3" creationId="{81935A2D-AAE8-6A61-4C67-C47C557262A1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4" creationId="{F51BE09F-009D-4845-1BE8-6A6D53EF3046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5" creationId="{4BECBC99-66D7-7A95-418A-D327B68AE07A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6" creationId="{C935FA00-7473-B729-1887-9AA48EAE6C1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7" creationId="{EB06EF99-4A19-F90A-BE87-C947EADEC1E0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19" creationId="{566331A6-3532-C77B-778F-A7E35453F3FF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24" creationId="{E461D206-BAF2-914B-A28D-F422572C620C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5" creationId="{EB5414A9-CD26-27B1-4908-6977FD59CBA6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7" creationId="{B12A2FCD-8477-30D9-1506-11ADDA183348}"/>
          </ac:spMkLst>
        </pc:spChg>
        <pc:spChg chg="add mod">
          <ac:chgData name="Bhowmik, Sayan" userId="2b51cadb-156e-4c9a-99fc-6d2138739850" providerId="ADAL" clId="{2B50C6D2-8568-43B0-A1CD-E9860F9F381B}" dt="2024-09-07T15:41:58.530" v="5517" actId="1076"/>
          <ac:spMkLst>
            <pc:docMk/>
            <pc:sldMk cId="157255989" sldId="260"/>
            <ac:spMk id="128" creationId="{520180A0-7A0A-8238-9627-5DA206BB727C}"/>
          </ac:spMkLst>
        </pc:spChg>
        <pc:spChg chg="add mod">
          <ac:chgData name="Bhowmik, Sayan" userId="2b51cadb-156e-4c9a-99fc-6d2138739850" providerId="ADAL" clId="{2B50C6D2-8568-43B0-A1CD-E9860F9F381B}" dt="2024-09-07T15:40:39.014" v="5514" actId="1076"/>
          <ac:spMkLst>
            <pc:docMk/>
            <pc:sldMk cId="157255989" sldId="260"/>
            <ac:spMk id="131" creationId="{92FBE197-FCA2-B997-0867-BF5E58142EF4}"/>
          </ac:spMkLst>
        </pc:spChg>
        <pc:grpChg chg="add mod">
          <ac:chgData name="Bhowmik, Sayan" userId="2b51cadb-156e-4c9a-99fc-6d2138739850" providerId="ADAL" clId="{2B50C6D2-8568-43B0-A1CD-E9860F9F381B}" dt="2024-09-07T15:35:56.362" v="5353" actId="1035"/>
          <ac:grpSpMkLst>
            <pc:docMk/>
            <pc:sldMk cId="157255989" sldId="260"/>
            <ac:grpSpMk id="21" creationId="{94CDCAF0-BFD4-EFD3-5F79-4DB90D8F89F1}"/>
          </ac:grpSpMkLst>
        </pc:grpChg>
        <pc:grpChg chg="add mod">
          <ac:chgData name="Bhowmik, Sayan" userId="2b51cadb-156e-4c9a-99fc-6d2138739850" providerId="ADAL" clId="{2B50C6D2-8568-43B0-A1CD-E9860F9F381B}" dt="2024-09-07T15:15:24.404" v="4850" actId="164"/>
          <ac:grpSpMkLst>
            <pc:docMk/>
            <pc:sldMk cId="157255989" sldId="260"/>
            <ac:grpSpMk id="22" creationId="{EB223704-591F-542A-422B-83262D3C08C8}"/>
          </ac:grpSpMkLst>
        </pc:grpChg>
        <pc:grpChg chg="add mod">
          <ac:chgData name="Bhowmik, Sayan" userId="2b51cadb-156e-4c9a-99fc-6d2138739850" providerId="ADAL" clId="{2B50C6D2-8568-43B0-A1CD-E9860F9F381B}" dt="2024-09-07T16:07:07.704" v="5522" actId="1036"/>
          <ac:grpSpMkLst>
            <pc:docMk/>
            <pc:sldMk cId="157255989" sldId="260"/>
            <ac:grpSpMk id="83" creationId="{BC7599F5-6740-5BE2-F2D7-EB0244B2DF78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85" creationId="{50AFD8D4-D6D8-7637-6B98-90709DCABA42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96" creationId="{B96A2AD5-E190-20C6-B0C5-2AB27D8DA376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07" creationId="{5F2E10A4-460F-0291-3E63-A39AC648A2B1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26" creationId="{3937DD9A-E8F9-C95A-BB4D-C3CEE390488C}"/>
          </ac:grpSpMkLst>
        </pc:grpChg>
        <pc:picChg chg="add mod modCrop">
          <ac:chgData name="Bhowmik, Sayan" userId="2b51cadb-156e-4c9a-99fc-6d2138739850" providerId="ADAL" clId="{2B50C6D2-8568-43B0-A1CD-E9860F9F381B}" dt="2024-09-07T15:39:43.842" v="5465" actId="962"/>
          <ac:picMkLst>
            <pc:docMk/>
            <pc:sldMk cId="157255989" sldId="260"/>
            <ac:picMk id="4" creationId="{DB675B00-2E5A-D407-7180-C96B390AD4DF}"/>
          </ac:picMkLst>
        </pc:picChg>
        <pc:picChg chg="add del mod">
          <ac:chgData name="Bhowmik, Sayan" userId="2b51cadb-156e-4c9a-99fc-6d2138739850" providerId="ADAL" clId="{2B50C6D2-8568-43B0-A1CD-E9860F9F381B}" dt="2024-09-07T05:14:38.181" v="4606" actId="478"/>
          <ac:picMkLst>
            <pc:docMk/>
            <pc:sldMk cId="157255989" sldId="260"/>
            <ac:picMk id="5" creationId="{C462020C-FF61-9875-FB6D-5DD6FAA59869}"/>
          </ac:picMkLst>
        </pc:picChg>
        <pc:picChg chg="add del mod">
          <ac:chgData name="Bhowmik, Sayan" userId="2b51cadb-156e-4c9a-99fc-6d2138739850" providerId="ADAL" clId="{2B50C6D2-8568-43B0-A1CD-E9860F9F381B}" dt="2024-09-07T15:17:54.745" v="4892" actId="478"/>
          <ac:picMkLst>
            <pc:docMk/>
            <pc:sldMk cId="157255989" sldId="260"/>
            <ac:picMk id="7" creationId="{161FE316-12E7-5643-A481-95F6708415FE}"/>
          </ac:picMkLst>
        </pc:picChg>
        <pc:picChg chg="add mod">
          <ac:chgData name="Bhowmik, Sayan" userId="2b51cadb-156e-4c9a-99fc-6d2138739850" providerId="ADAL" clId="{2B50C6D2-8568-43B0-A1CD-E9860F9F381B}" dt="2024-09-07T15:35:56.362" v="5353" actId="1035"/>
          <ac:picMkLst>
            <pc:docMk/>
            <pc:sldMk cId="157255989" sldId="260"/>
            <ac:picMk id="8" creationId="{ED7F1C63-EDEF-372C-CAE3-1735573EE73E}"/>
          </ac:picMkLst>
        </pc:picChg>
        <pc:picChg chg="add mod">
          <ac:chgData name="Bhowmik, Sayan" userId="2b51cadb-156e-4c9a-99fc-6d2138739850" providerId="ADAL" clId="{2B50C6D2-8568-43B0-A1CD-E9860F9F381B}" dt="2024-09-07T15:05:03.969" v="4735" actId="164"/>
          <ac:picMkLst>
            <pc:docMk/>
            <pc:sldMk cId="157255989" sldId="260"/>
            <ac:picMk id="10" creationId="{D6B5706D-5A53-828A-A54C-93C4FBFB7A33}"/>
          </ac:picMkLst>
        </pc:picChg>
        <pc:picChg chg="mod">
          <ac:chgData name="Bhowmik, Sayan" userId="2b51cadb-156e-4c9a-99fc-6d2138739850" providerId="ADAL" clId="{2B50C6D2-8568-43B0-A1CD-E9860F9F381B}" dt="2024-09-07T15:05:06.378" v="4736"/>
          <ac:picMkLst>
            <pc:docMk/>
            <pc:sldMk cId="157255989" sldId="260"/>
            <ac:picMk id="23" creationId="{7DEBC629-5F69-2BF4-C008-063A5551BE4E}"/>
          </ac:picMkLst>
        </pc:picChg>
        <pc:picChg chg="mod modCrop">
          <ac:chgData name="Bhowmik, Sayan" userId="2b51cadb-156e-4c9a-99fc-6d2138739850" providerId="ADAL" clId="{2B50C6D2-8568-43B0-A1CD-E9860F9F381B}" dt="2024-09-07T15:16:42.890" v="4884" actId="732"/>
          <ac:picMkLst>
            <pc:docMk/>
            <pc:sldMk cId="157255989" sldId="260"/>
            <ac:picMk id="86" creationId="{49AA12EE-AAAF-2022-EFFA-72326676A8AA}"/>
          </ac:picMkLst>
        </pc:picChg>
        <pc:picChg chg="mod modCrop">
          <ac:chgData name="Bhowmik, Sayan" userId="2b51cadb-156e-4c9a-99fc-6d2138739850" providerId="ADAL" clId="{2B50C6D2-8568-43B0-A1CD-E9860F9F381B}" dt="2024-09-07T15:17:01.062" v="4887" actId="732"/>
          <ac:picMkLst>
            <pc:docMk/>
            <pc:sldMk cId="157255989" sldId="260"/>
            <ac:picMk id="97" creationId="{5A0D23E2-CF0F-3EE4-04E0-CE217F00D55A}"/>
          </ac:picMkLst>
        </pc:picChg>
        <pc:picChg chg="mod">
          <ac:chgData name="Bhowmik, Sayan" userId="2b51cadb-156e-4c9a-99fc-6d2138739850" providerId="ADAL" clId="{2B50C6D2-8568-43B0-A1CD-E9860F9F381B}" dt="2024-09-07T15:17:36.780" v="4890"/>
          <ac:picMkLst>
            <pc:docMk/>
            <pc:sldMk cId="157255989" sldId="260"/>
            <ac:picMk id="108" creationId="{BB7AB766-D3AF-B5B4-C7B5-8185AF7261F2}"/>
          </ac:picMkLst>
        </pc:picChg>
        <pc:picChg chg="add mod modCrop">
          <ac:chgData name="Bhowmik, Sayan" userId="2b51cadb-156e-4c9a-99fc-6d2138739850" providerId="ADAL" clId="{2B50C6D2-8568-43B0-A1CD-E9860F9F381B}" dt="2024-09-07T15:38:29.206" v="5462" actId="1036"/>
          <ac:picMkLst>
            <pc:docMk/>
            <pc:sldMk cId="157255989" sldId="260"/>
            <ac:picMk id="118" creationId="{87528041-E97B-3CD7-7E63-A610FE3A5C3E}"/>
          </ac:picMkLst>
        </pc:picChg>
        <pc:picChg chg="add mod modCrop">
          <ac:chgData name="Bhowmik, Sayan" userId="2b51cadb-156e-4c9a-99fc-6d2138739850" providerId="ADAL" clId="{2B50C6D2-8568-43B0-A1CD-E9860F9F381B}" dt="2024-09-07T15:30:41.278" v="5212" actId="164"/>
          <ac:picMkLst>
            <pc:docMk/>
            <pc:sldMk cId="157255989" sldId="260"/>
            <ac:picMk id="120" creationId="{8A178D3A-93D7-9CBF-8F43-C320F4DAA1F3}"/>
          </ac:picMkLst>
        </pc:picChg>
        <pc:picChg chg="add mod modCrop">
          <ac:chgData name="Bhowmik, Sayan" userId="2b51cadb-156e-4c9a-99fc-6d2138739850" providerId="ADAL" clId="{2B50C6D2-8568-43B0-A1CD-E9860F9F381B}" dt="2024-09-07T15:33:38.861" v="5273" actId="1037"/>
          <ac:picMkLst>
            <pc:docMk/>
            <pc:sldMk cId="157255989" sldId="260"/>
            <ac:picMk id="121" creationId="{1F5E8D99-892B-B1DA-9AE0-82FE92A4F900}"/>
          </ac:picMkLst>
        </pc:picChg>
        <pc:picChg chg="add mod">
          <ac:chgData name="Bhowmik, Sayan" userId="2b51cadb-156e-4c9a-99fc-6d2138739850" providerId="ADAL" clId="{2B50C6D2-8568-43B0-A1CD-E9860F9F381B}" dt="2024-09-07T15:40:43.460" v="5515" actId="1076"/>
          <ac:picMkLst>
            <pc:docMk/>
            <pc:sldMk cId="157255989" sldId="260"/>
            <ac:picMk id="130" creationId="{558DAD59-755C-6355-9BD3-07FA24D80188}"/>
          </ac:picMkLst>
        </pc:picChg>
        <pc:cxnChg chg="add del">
          <ac:chgData name="Bhowmik, Sayan" userId="2b51cadb-156e-4c9a-99fc-6d2138739850" providerId="ADAL" clId="{2B50C6D2-8568-43B0-A1CD-E9860F9F381B}" dt="2024-09-07T15:05:43.068" v="4739" actId="478"/>
          <ac:cxnSpMkLst>
            <pc:docMk/>
            <pc:sldMk cId="157255989" sldId="260"/>
            <ac:cxnSpMk id="34" creationId="{781FFC54-9176-4A71-D56B-2446C938ED88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6" creationId="{F48832F2-8F86-0B3C-5A88-E95C8160DC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8" creationId="{4157DA3F-A9F6-387A-43F2-BCCA299BB3A7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0" creationId="{518682F6-58B4-C24C-777B-EB8B3C896E24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3" creationId="{7E1437B3-2B8B-4B49-1D08-7CE52AAC4EEA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5" creationId="{15F7BB74-A4D6-66D1-F28C-10ADB730DB4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8" creationId="{C6B59D6A-5CB1-4428-2CFE-113E6BA39B1E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0" creationId="{B5994502-6368-A3A2-6ACF-ACA66298C5B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2" creationId="{0F7C6625-4A15-CCFA-DFD3-3322FE98EA15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5" creationId="{84AAC7E1-B2BD-719D-4612-74F60A6D631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7" creationId="{DB428E05-6B47-22CF-CA7A-DFD4D807DC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0" creationId="{CB35B95A-9EEB-4E2B-D3CA-1BCD4519A8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5" creationId="{7EB11E62-1970-1A5C-D7FB-04E48BF583C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9" creationId="{87ED6D9D-7827-94BD-7D06-0696D3F974E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1" creationId="{842E4BBD-857A-64ED-E998-CD1FA330A5A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3" creationId="{6E83F494-2E0E-DB18-3A66-3336223AF1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5" creationId="{FAA614A7-89AF-3723-49C2-D96515D189E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7" creationId="{AC7D08BA-CA7D-8CC8-E195-17868037AF1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9" creationId="{A53DB0DA-CE16-D663-1731-D7CB5A6DBEF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81" creationId="{550D91E0-CE0C-60BB-AC5D-249829E497A5}"/>
          </ac:cxnSpMkLst>
        </pc:cxnChg>
        <pc:cxnChg chg="add mod">
          <ac:chgData name="Bhowmik, Sayan" userId="2b51cadb-156e-4c9a-99fc-6d2138739850" providerId="ADAL" clId="{2B50C6D2-8568-43B0-A1CD-E9860F9F381B}" dt="2024-09-07T15:33:33.624" v="5252" actId="1037"/>
          <ac:cxnSpMkLst>
            <pc:docMk/>
            <pc:sldMk cId="157255989" sldId="260"/>
            <ac:cxnSpMk id="123" creationId="{B7785CF6-90A2-55ED-A8C2-5A043E08A7CB}"/>
          </ac:cxnSpMkLst>
        </pc:cxnChg>
      </pc:sldChg>
      <pc:sldChg chg="addSp delSp modSp new add del mod modTransition modAnim">
        <pc:chgData name="Bhowmik, Sayan" userId="2b51cadb-156e-4c9a-99fc-6d2138739850" providerId="ADAL" clId="{2B50C6D2-8568-43B0-A1CD-E9860F9F381B}" dt="2024-09-12T03:06:43.304" v="8673"/>
        <pc:sldMkLst>
          <pc:docMk/>
          <pc:sldMk cId="367872424" sldId="261"/>
        </pc:sldMkLst>
        <pc:spChg chg="del">
          <ac:chgData name="Bhowmik, Sayan" userId="2b51cadb-156e-4c9a-99fc-6d2138739850" providerId="ADAL" clId="{2B50C6D2-8568-43B0-A1CD-E9860F9F381B}" dt="2024-09-07T16:08:01.604" v="5526" actId="478"/>
          <ac:spMkLst>
            <pc:docMk/>
            <pc:sldMk cId="367872424" sldId="261"/>
            <ac:spMk id="2" creationId="{A68B4FBD-700D-E82A-B7AD-F866D63BFA97}"/>
          </ac:spMkLst>
        </pc:spChg>
        <pc:spChg chg="add mod">
          <ac:chgData name="Bhowmik, Sayan" userId="2b51cadb-156e-4c9a-99fc-6d2138739850" providerId="ADAL" clId="{2B50C6D2-8568-43B0-A1CD-E9860F9F381B}" dt="2024-09-07T16:08:12.366" v="5529" actId="20577"/>
          <ac:spMkLst>
            <pc:docMk/>
            <pc:sldMk cId="367872424" sldId="261"/>
            <ac:spMk id="3" creationId="{4358B116-4040-6812-0B61-99B8FDC3F00D}"/>
          </ac:spMkLst>
        </pc:spChg>
        <pc:spChg chg="add mod">
          <ac:chgData name="Bhowmik, Sayan" userId="2b51cadb-156e-4c9a-99fc-6d2138739850" providerId="ADAL" clId="{2B50C6D2-8568-43B0-A1CD-E9860F9F381B}" dt="2024-09-07T16:08:34.716" v="5577" actId="20577"/>
          <ac:spMkLst>
            <pc:docMk/>
            <pc:sldMk cId="367872424" sldId="261"/>
            <ac:spMk id="4" creationId="{9B8E0370-628E-6C96-7C73-99A3D84BEFF2}"/>
          </ac:spMkLst>
        </pc:spChg>
        <pc:spChg chg="add mod">
          <ac:chgData name="Bhowmik, Sayan" userId="2b51cadb-156e-4c9a-99fc-6d2138739850" providerId="ADAL" clId="{2B50C6D2-8568-43B0-A1CD-E9860F9F381B}" dt="2024-09-07T16:51:53.503" v="5901" actId="1037"/>
          <ac:spMkLst>
            <pc:docMk/>
            <pc:sldMk cId="367872424" sldId="261"/>
            <ac:spMk id="5" creationId="{40659C78-B42B-6E14-3835-FBF3D48D3A33}"/>
          </ac:spMkLst>
        </pc:spChg>
        <pc:spChg chg="add mod">
          <ac:chgData name="Bhowmik, Sayan" userId="2b51cadb-156e-4c9a-99fc-6d2138739850" providerId="ADAL" clId="{2B50C6D2-8568-43B0-A1CD-E9860F9F381B}" dt="2024-09-07T16:38:48.712" v="5640" actId="1076"/>
          <ac:spMkLst>
            <pc:docMk/>
            <pc:sldMk cId="367872424" sldId="261"/>
            <ac:spMk id="12" creationId="{FD7A354A-2E6E-DF41-C59C-B8B8460B3D30}"/>
          </ac:spMkLst>
        </pc:spChg>
        <pc:spChg chg="add mod">
          <ac:chgData name="Bhowmik, Sayan" userId="2b51cadb-156e-4c9a-99fc-6d2138739850" providerId="ADAL" clId="{2B50C6D2-8568-43B0-A1CD-E9860F9F381B}" dt="2024-09-07T16:53:39.088" v="5902" actId="1076"/>
          <ac:spMkLst>
            <pc:docMk/>
            <pc:sldMk cId="367872424" sldId="261"/>
            <ac:spMk id="13" creationId="{8CFE98C1-0A57-530C-E981-5E1FB261CC46}"/>
          </ac:spMkLst>
        </pc:spChg>
        <pc:spChg chg="add mod">
          <ac:chgData name="Bhowmik, Sayan" userId="2b51cadb-156e-4c9a-99fc-6d2138739850" providerId="ADAL" clId="{2B50C6D2-8568-43B0-A1CD-E9860F9F381B}" dt="2024-09-07T16:39:26.455" v="5652" actId="1076"/>
          <ac:spMkLst>
            <pc:docMk/>
            <pc:sldMk cId="367872424" sldId="261"/>
            <ac:spMk id="14" creationId="{CB3147CB-A19F-44CF-0C0B-68551C6FF455}"/>
          </ac:spMkLst>
        </pc:spChg>
        <pc:spChg chg="add mod">
          <ac:chgData name="Bhowmik, Sayan" userId="2b51cadb-156e-4c9a-99fc-6d2138739850" providerId="ADAL" clId="{2B50C6D2-8568-43B0-A1CD-E9860F9F381B}" dt="2024-09-07T16:39:36.467" v="5654" actId="1076"/>
          <ac:spMkLst>
            <pc:docMk/>
            <pc:sldMk cId="367872424" sldId="261"/>
            <ac:spMk id="15" creationId="{C8758138-6BC1-A627-7225-C421C254C75B}"/>
          </ac:spMkLst>
        </pc:spChg>
        <pc:spChg chg="add mod">
          <ac:chgData name="Bhowmik, Sayan" userId="2b51cadb-156e-4c9a-99fc-6d2138739850" providerId="ADAL" clId="{2B50C6D2-8568-43B0-A1CD-E9860F9F381B}" dt="2024-09-07T17:03:34.471" v="5985" actId="207"/>
          <ac:spMkLst>
            <pc:docMk/>
            <pc:sldMk cId="367872424" sldId="261"/>
            <ac:spMk id="18" creationId="{275C3287-F4B4-8092-97C2-CBF9F11238A1}"/>
          </ac:spMkLst>
        </pc:spChg>
        <pc:spChg chg="add mod">
          <ac:chgData name="Bhowmik, Sayan" userId="2b51cadb-156e-4c9a-99fc-6d2138739850" providerId="ADAL" clId="{2B50C6D2-8568-43B0-A1CD-E9860F9F381B}" dt="2024-09-07T17:03:54.080" v="6011" actId="1035"/>
          <ac:spMkLst>
            <pc:docMk/>
            <pc:sldMk cId="367872424" sldId="261"/>
            <ac:spMk id="23" creationId="{2BD58F86-2B7E-CFEB-746B-ADE9265F775B}"/>
          </ac:spMkLst>
        </pc:spChg>
        <pc:spChg chg="add mod">
          <ac:chgData name="Bhowmik, Sayan" userId="2b51cadb-156e-4c9a-99fc-6d2138739850" providerId="ADAL" clId="{2B50C6D2-8568-43B0-A1CD-E9860F9F381B}" dt="2024-09-07T17:04:02.810" v="6025" actId="1036"/>
          <ac:spMkLst>
            <pc:docMk/>
            <pc:sldMk cId="367872424" sldId="261"/>
            <ac:spMk id="24" creationId="{7484F757-A201-4C7C-A503-8744F1F675FC}"/>
          </ac:spMkLst>
        </pc:spChg>
        <pc:spChg chg="add del mod">
          <ac:chgData name="Bhowmik, Sayan" userId="2b51cadb-156e-4c9a-99fc-6d2138739850" providerId="ADAL" clId="{2B50C6D2-8568-43B0-A1CD-E9860F9F381B}" dt="2024-09-07T17:21:33.818" v="6049" actId="478"/>
          <ac:spMkLst>
            <pc:docMk/>
            <pc:sldMk cId="367872424" sldId="261"/>
            <ac:spMk id="25" creationId="{C5B37D93-3E73-2183-0D00-2C79E05609BC}"/>
          </ac:spMkLst>
        </pc:spChg>
        <pc:picChg chg="add mod modCrop">
          <ac:chgData name="Bhowmik, Sayan" userId="2b51cadb-156e-4c9a-99fc-6d2138739850" providerId="ADAL" clId="{2B50C6D2-8568-43B0-A1CD-E9860F9F381B}" dt="2024-09-07T16:28:20.499" v="5592" actId="14100"/>
          <ac:picMkLst>
            <pc:docMk/>
            <pc:sldMk cId="367872424" sldId="261"/>
            <ac:picMk id="7" creationId="{C3778CEB-7BF6-D7FC-514B-9F9064CB35EF}"/>
          </ac:picMkLst>
        </pc:picChg>
        <pc:picChg chg="add del mod">
          <ac:chgData name="Bhowmik, Sayan" userId="2b51cadb-156e-4c9a-99fc-6d2138739850" providerId="ADAL" clId="{2B50C6D2-8568-43B0-A1CD-E9860F9F381B}" dt="2024-09-07T16:31:52.466" v="5597" actId="478"/>
          <ac:picMkLst>
            <pc:docMk/>
            <pc:sldMk cId="367872424" sldId="261"/>
            <ac:picMk id="9" creationId="{16B3FB44-01FD-8F11-EADA-987DEA131B20}"/>
          </ac:picMkLst>
        </pc:picChg>
        <pc:picChg chg="add mod">
          <ac:chgData name="Bhowmik, Sayan" userId="2b51cadb-156e-4c9a-99fc-6d2138739850" providerId="ADAL" clId="{2B50C6D2-8568-43B0-A1CD-E9860F9F381B}" dt="2024-09-07T16:37:44.878" v="5605" actId="1076"/>
          <ac:picMkLst>
            <pc:docMk/>
            <pc:sldMk cId="367872424" sldId="261"/>
            <ac:picMk id="11" creationId="{A93727B3-01A5-F27A-D07A-503304F022C8}"/>
          </ac:picMkLst>
        </pc:picChg>
        <pc:picChg chg="add mod">
          <ac:chgData name="Bhowmik, Sayan" userId="2b51cadb-156e-4c9a-99fc-6d2138739850" providerId="ADAL" clId="{2B50C6D2-8568-43B0-A1CD-E9860F9F381B}" dt="2024-09-07T16:41:37.590" v="5664" actId="1076"/>
          <ac:picMkLst>
            <pc:docMk/>
            <pc:sldMk cId="367872424" sldId="261"/>
            <ac:picMk id="17" creationId="{1C0687FE-5696-BBF5-3ACD-83F931847149}"/>
          </ac:picMkLst>
        </pc:picChg>
        <pc:picChg chg="add mod">
          <ac:chgData name="Bhowmik, Sayan" userId="2b51cadb-156e-4c9a-99fc-6d2138739850" providerId="ADAL" clId="{2B50C6D2-8568-43B0-A1CD-E9860F9F381B}" dt="2024-09-07T17:21:15.020" v="6045" actId="1076"/>
          <ac:picMkLst>
            <pc:docMk/>
            <pc:sldMk cId="367872424" sldId="261"/>
            <ac:picMk id="20" creationId="{7AFBEA60-41AE-0896-69E8-F1DE08B29921}"/>
          </ac:picMkLst>
        </pc:picChg>
        <pc:picChg chg="add mod">
          <ac:chgData name="Bhowmik, Sayan" userId="2b51cadb-156e-4c9a-99fc-6d2138739850" providerId="ADAL" clId="{2B50C6D2-8568-43B0-A1CD-E9860F9F381B}" dt="2024-09-07T17:03:54.080" v="6011" actId="1035"/>
          <ac:picMkLst>
            <pc:docMk/>
            <pc:sldMk cId="367872424" sldId="261"/>
            <ac:picMk id="22" creationId="{86B233FB-619B-C943-409E-9ADE19440F6B}"/>
          </ac:picMkLst>
        </pc:picChg>
      </pc:sldChg>
      <pc:sldChg chg="addSp delSp modSp new mod modTransition modAnim">
        <pc:chgData name="Bhowmik, Sayan" userId="2b51cadb-156e-4c9a-99fc-6d2138739850" providerId="ADAL" clId="{2B50C6D2-8568-43B0-A1CD-E9860F9F381B}" dt="2024-09-12T03:20:47.196" v="8737"/>
        <pc:sldMkLst>
          <pc:docMk/>
          <pc:sldMk cId="4147006912" sldId="262"/>
        </pc:sldMkLst>
        <pc:spChg chg="add mod">
          <ac:chgData name="Bhowmik, Sayan" userId="2b51cadb-156e-4c9a-99fc-6d2138739850" providerId="ADAL" clId="{2B50C6D2-8568-43B0-A1CD-E9860F9F381B}" dt="2024-09-12T03:20:32.016" v="8735" actId="1035"/>
          <ac:spMkLst>
            <pc:docMk/>
            <pc:sldMk cId="4147006912" sldId="262"/>
            <ac:spMk id="2" creationId="{2E133398-0841-24B6-E516-4BF6BB648B35}"/>
          </ac:spMkLst>
        </pc:spChg>
        <pc:spChg chg="del">
          <ac:chgData name="Bhowmik, Sayan" userId="2b51cadb-156e-4c9a-99fc-6d2138739850" providerId="ADAL" clId="{2B50C6D2-8568-43B0-A1CD-E9860F9F381B}" dt="2024-09-07T17:02:36.652" v="5969" actId="478"/>
          <ac:spMkLst>
            <pc:docMk/>
            <pc:sldMk cId="4147006912" sldId="262"/>
            <ac:spMk id="2" creationId="{3FEF4610-552A-ED71-7B48-DDEF5236332F}"/>
          </ac:spMkLst>
        </pc:spChg>
        <pc:spChg chg="add mod">
          <ac:chgData name="Bhowmik, Sayan" userId="2b51cadb-156e-4c9a-99fc-6d2138739850" providerId="ADAL" clId="{2B50C6D2-8568-43B0-A1CD-E9860F9F381B}" dt="2024-09-07T18:07:57.822" v="6751" actId="20577"/>
          <ac:spMkLst>
            <pc:docMk/>
            <pc:sldMk cId="4147006912" sldId="262"/>
            <ac:spMk id="3" creationId="{50718A16-6A8B-C8FC-FBFF-F96458995092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4" creationId="{F45D9336-7F04-E6E3-75D5-6D95327C3F7C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5" creationId="{80DD9871-FD23-2386-8467-6385A522AA39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6" creationId="{8F78262C-F3B4-D1FF-91A4-402695016EF3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9" creationId="{5340A003-B2D0-33E0-9507-660846C98981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4" creationId="{1A62BAC6-FD7F-653F-E9AE-906F96C4492A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6" creationId="{A4C59C65-AC8E-4CC3-1AB6-ADAB0C3A659B}"/>
          </ac:spMkLst>
        </pc:spChg>
        <pc:spChg chg="add mod">
          <ac:chgData name="Bhowmik, Sayan" userId="2b51cadb-156e-4c9a-99fc-6d2138739850" providerId="ADAL" clId="{2B50C6D2-8568-43B0-A1CD-E9860F9F381B}" dt="2024-09-07T18:20:21.640" v="7029" actId="14100"/>
          <ac:spMkLst>
            <pc:docMk/>
            <pc:sldMk cId="4147006912" sldId="262"/>
            <ac:spMk id="27" creationId="{FBA7C170-7844-D19D-9BA0-DB9EAD41C4C4}"/>
          </ac:spMkLst>
        </pc:spChg>
        <pc:spChg chg="add del mod">
          <ac:chgData name="Bhowmik, Sayan" userId="2b51cadb-156e-4c9a-99fc-6d2138739850" providerId="ADAL" clId="{2B50C6D2-8568-43B0-A1CD-E9860F9F381B}" dt="2024-09-07T18:17:18.223" v="7003" actId="1076"/>
          <ac:spMkLst>
            <pc:docMk/>
            <pc:sldMk cId="4147006912" sldId="262"/>
            <ac:spMk id="28" creationId="{7EC3F503-F9F3-A04D-3E76-F5BBDB58930A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29" creationId="{E42C7B80-E29F-5B0B-2D4A-7ED64C7F5D7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0" creationId="{2131C98D-C64F-A016-3567-5C1BFC546E98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1" creationId="{BF7A7545-0F6C-67D2-3C26-496020BC56BD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9" creationId="{27FFF98F-E0A9-E29B-14B7-AE186637057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0" creationId="{4D48826B-702C-2E21-2350-4ADD6B421B02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1" creationId="{6F23160F-FB20-D851-5D3B-966A16BA6E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7" creationId="{28E91AAE-7188-3835-9B55-CC4CA76372C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8" creationId="{1F99DF7F-40FD-47C9-9D52-3ED208CE2D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9" creationId="{79E54170-3D0C-5221-3161-5316E630C9C1}"/>
          </ac:spMkLst>
        </pc:spChg>
        <pc:spChg chg="add del mod">
          <ac:chgData name="Bhowmik, Sayan" userId="2b51cadb-156e-4c9a-99fc-6d2138739850" providerId="ADAL" clId="{2B50C6D2-8568-43B0-A1CD-E9860F9F381B}" dt="2024-09-07T18:14:47.959" v="6918" actId="478"/>
          <ac:spMkLst>
            <pc:docMk/>
            <pc:sldMk cId="4147006912" sldId="262"/>
            <ac:spMk id="54" creationId="{1AFB44FD-4184-BC7F-B639-5AD0FEE5038E}"/>
          </ac:spMkLst>
        </pc:spChg>
        <pc:spChg chg="add mod">
          <ac:chgData name="Bhowmik, Sayan" userId="2b51cadb-156e-4c9a-99fc-6d2138739850" providerId="ADAL" clId="{2B50C6D2-8568-43B0-A1CD-E9860F9F381B}" dt="2024-09-07T19:20:46.717" v="7074" actId="1037"/>
          <ac:spMkLst>
            <pc:docMk/>
            <pc:sldMk cId="4147006912" sldId="262"/>
            <ac:spMk id="69" creationId="{68F5C792-3EC9-4726-0E85-969D0CAD96A4}"/>
          </ac:spMkLst>
        </pc:sp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6" creationId="{14A8F94E-7337-C02D-4B15-2C3842A54BF1}"/>
          </ac:picMkLst>
        </pc:pic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7" creationId="{BBD4AB0F-49F5-E83A-B43F-CB8CD656CD01}"/>
          </ac:picMkLst>
        </pc:picChg>
        <pc:picChg chg="add mod">
          <ac:chgData name="Bhowmik, Sayan" userId="2b51cadb-156e-4c9a-99fc-6d2138739850" providerId="ADAL" clId="{2B50C6D2-8568-43B0-A1CD-E9860F9F381B}" dt="2024-09-07T18:20:39.189" v="7056" actId="1035"/>
          <ac:picMkLst>
            <pc:docMk/>
            <pc:sldMk cId="4147006912" sldId="262"/>
            <ac:picMk id="12" creationId="{CE6E6349-0519-23BF-E24C-9B8CFA909AD8}"/>
          </ac:picMkLst>
        </pc:picChg>
        <pc:picChg chg="add del mod modCrop">
          <ac:chgData name="Bhowmik, Sayan" userId="2b51cadb-156e-4c9a-99fc-6d2138739850" providerId="ADAL" clId="{2B50C6D2-8568-43B0-A1CD-E9860F9F381B}" dt="2024-09-07T18:17:15.549" v="7002" actId="1076"/>
          <ac:picMkLst>
            <pc:docMk/>
            <pc:sldMk cId="4147006912" sldId="262"/>
            <ac:picMk id="25" creationId="{5FA7F914-CB5D-1592-88B1-58D5268CDF51}"/>
          </ac:picMkLst>
        </pc:picChg>
        <pc:picChg chg="add mod modCrop">
          <ac:chgData name="Bhowmik, Sayan" userId="2b51cadb-156e-4c9a-99fc-6d2138739850" providerId="ADAL" clId="{2B50C6D2-8568-43B0-A1CD-E9860F9F381B}" dt="2024-09-07T18:17:27.002" v="7005" actId="1076"/>
          <ac:picMkLst>
            <pc:docMk/>
            <pc:sldMk cId="4147006912" sldId="262"/>
            <ac:picMk id="53" creationId="{E49764D2-C019-C620-EE3D-37B3F1C16126}"/>
          </ac:picMkLst>
        </pc:picChg>
        <pc:cxnChg chg="add mod">
          <ac:chgData name="Bhowmik, Sayan" userId="2b51cadb-156e-4c9a-99fc-6d2138739850" providerId="ADAL" clId="{2B50C6D2-8568-43B0-A1CD-E9860F9F381B}" dt="2024-09-07T18:20:18.462" v="7028" actId="1037"/>
          <ac:cxnSpMkLst>
            <pc:docMk/>
            <pc:sldMk cId="4147006912" sldId="262"/>
            <ac:cxnSpMk id="9" creationId="{85A9FE46-FB67-4D76-C702-A6650EBDFD9F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4" creationId="{9D7A5B1F-006C-B580-B57E-E948E9009441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8" creationId="{B00BD44C-22F1-423B-55FD-7CAB5E10790D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23" creationId="{AA697D2C-CA0B-B9B9-DBF1-94EB20222D30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33" creationId="{1BB4723D-1AE6-3C4A-BAEB-CEEEAAC79501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43" creationId="{AB106F20-7BD7-D5A2-72A4-7C29780A4E89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51" creationId="{A5028E12-532D-C67C-5FD1-851B89B1CDE4}"/>
          </ac:cxnSpMkLst>
        </pc:cxnChg>
        <pc:cxnChg chg="add mod">
          <ac:chgData name="Bhowmik, Sayan" userId="2b51cadb-156e-4c9a-99fc-6d2138739850" providerId="ADAL" clId="{2B50C6D2-8568-43B0-A1CD-E9860F9F381B}" dt="2024-09-07T18:16:03.177" v="6969" actId="1582"/>
          <ac:cxnSpMkLst>
            <pc:docMk/>
            <pc:sldMk cId="4147006912" sldId="262"/>
            <ac:cxnSpMk id="56" creationId="{0CF529BE-4F6E-5E65-7C79-41AACC126F6A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23:07.237" v="8815"/>
        <pc:sldMkLst>
          <pc:docMk/>
          <pc:sldMk cId="2672808557" sldId="263"/>
        </pc:sldMkLst>
        <pc:spChg chg="del">
          <ac:chgData name="Bhowmik, Sayan" userId="2b51cadb-156e-4c9a-99fc-6d2138739850" providerId="ADAL" clId="{2B50C6D2-8568-43B0-A1CD-E9860F9F381B}" dt="2024-09-07T19:24:28.821" v="7076" actId="478"/>
          <ac:spMkLst>
            <pc:docMk/>
            <pc:sldMk cId="2672808557" sldId="263"/>
            <ac:spMk id="2" creationId="{4EA8239A-CBC6-D3A9-6CA8-E2E23D6AB078}"/>
          </ac:spMkLst>
        </pc:spChg>
        <pc:spChg chg="add mod">
          <ac:chgData name="Bhowmik, Sayan" userId="2b51cadb-156e-4c9a-99fc-6d2138739850" providerId="ADAL" clId="{2B50C6D2-8568-43B0-A1CD-E9860F9F381B}" dt="2024-09-12T03:22:51.259" v="8812" actId="1076"/>
          <ac:spMkLst>
            <pc:docMk/>
            <pc:sldMk cId="2672808557" sldId="263"/>
            <ac:spMk id="2" creationId="{C1B81317-F042-C2B1-8225-98A03FC3FDD1}"/>
          </ac:spMkLst>
        </pc:spChg>
        <pc:spChg chg="add mod">
          <ac:chgData name="Bhowmik, Sayan" userId="2b51cadb-156e-4c9a-99fc-6d2138739850" providerId="ADAL" clId="{2B50C6D2-8568-43B0-A1CD-E9860F9F381B}" dt="2024-09-07T19:24:52.200" v="7121" actId="20577"/>
          <ac:spMkLst>
            <pc:docMk/>
            <pc:sldMk cId="2672808557" sldId="263"/>
            <ac:spMk id="3" creationId="{29A379F0-7A25-4F90-96B2-13196F28883D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4" creationId="{FB659FEC-5664-3928-DDAD-BE1274D7D205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5" creationId="{F5A6EFE4-7C9F-11E4-F40A-0D211430FCC4}"/>
          </ac:spMkLst>
        </pc:spChg>
        <pc:spChg chg="add mod">
          <ac:chgData name="Bhowmik, Sayan" userId="2b51cadb-156e-4c9a-99fc-6d2138739850" providerId="ADAL" clId="{2B50C6D2-8568-43B0-A1CD-E9860F9F381B}" dt="2024-09-07T20:28:32.258" v="8477" actId="207"/>
          <ac:spMkLst>
            <pc:docMk/>
            <pc:sldMk cId="2672808557" sldId="263"/>
            <ac:spMk id="6" creationId="{D15775EA-EE4C-0AB5-237F-D0CE10D90187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7" creationId="{7E460C71-D888-E7A9-F395-161DB2050AF5}"/>
          </ac:spMkLst>
        </pc:spChg>
        <pc:spChg chg="add mod">
          <ac:chgData name="Bhowmik, Sayan" userId="2b51cadb-156e-4c9a-99fc-6d2138739850" providerId="ADAL" clId="{2B50C6D2-8568-43B0-A1CD-E9860F9F381B}" dt="2024-09-12T03:22:41.302" v="8810" actId="1036"/>
          <ac:spMkLst>
            <pc:docMk/>
            <pc:sldMk cId="2672808557" sldId="263"/>
            <ac:spMk id="10" creationId="{95CFAB66-EFEC-BFC9-5FA8-E3BC50DD09A9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7" creationId="{2A1BB56C-C8C2-0EE5-7AD7-E58D275D44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8" creationId="{9E122096-F8A6-09B2-B598-D23562FDA6A3}"/>
          </ac:spMkLst>
        </pc:spChg>
        <pc:spChg chg="add mod">
          <ac:chgData name="Bhowmik, Sayan" userId="2b51cadb-156e-4c9a-99fc-6d2138739850" providerId="ADAL" clId="{2B50C6D2-8568-43B0-A1CD-E9860F9F381B}" dt="2024-09-07T20:23:11.079" v="8379" actId="14100"/>
          <ac:spMkLst>
            <pc:docMk/>
            <pc:sldMk cId="2672808557" sldId="263"/>
            <ac:spMk id="19" creationId="{8A24BFE8-0310-9ADF-7301-B96B203A2E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2" creationId="{754FB285-5B5B-E8F9-A98B-C2C015EAA038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3" creationId="{C7AD9ACA-1422-46E1-C97D-2E968B2DF7B3}"/>
          </ac:spMkLst>
        </pc:spChg>
        <pc:picChg chg="add mo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9" creationId="{D0A23EDB-E33C-E22E-7BE4-13544FA9BEA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2" creationId="{A4BCFD91-D48A-6E02-7B55-D29951BD36EA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3" creationId="{7B0AF034-D998-3B49-9530-B67313E330B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4" creationId="{3021EA56-568D-A577-FE67-4CF40FE0B66F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5" creationId="{5F3E3083-660C-4385-5621-1AD947304F89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6" creationId="{D2A6A6FB-D1C9-1998-D552-B4193125B793}"/>
          </ac:picMkLst>
        </pc:picChg>
        <pc:picChg chg="add mod">
          <ac:chgData name="Bhowmik, Sayan" userId="2b51cadb-156e-4c9a-99fc-6d2138739850" providerId="ADAL" clId="{2B50C6D2-8568-43B0-A1CD-E9860F9F381B}" dt="2024-09-07T20:13:39.515" v="8232"/>
          <ac:picMkLst>
            <pc:docMk/>
            <pc:sldMk cId="2672808557" sldId="263"/>
            <ac:picMk id="21" creationId="{2591807E-A2F0-1DA2-38C7-294E340F081F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3" creationId="{74F49B17-BA07-3844-A4B2-2FD66E25EE6D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5" creationId="{8911AA3C-3A73-117A-9CE3-1DD0DBC199F1}"/>
          </ac:picMkLst>
        </pc:picChg>
        <pc:picChg chg="add mod or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27" creationId="{622D08D2-852A-9366-04A9-56F2D8415731}"/>
          </ac:picMkLst>
        </pc:picChg>
        <pc:picChg chg="add mo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29" creationId="{7FA93B50-C622-3BA2-EEF9-2F9A7CAB4EED}"/>
          </ac:picMkLst>
        </pc:picChg>
        <pc:picChg chg="add mod or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31" creationId="{EBDBEE17-D4ED-A72D-12EF-9C847149D0AE}"/>
          </ac:picMkLst>
        </pc:picChg>
      </pc:sldChg>
      <pc:sldChg chg="addSp modSp new mod modTransition">
        <pc:chgData name="Bhowmik, Sayan" userId="2b51cadb-156e-4c9a-99fc-6d2138739850" providerId="ADAL" clId="{2B50C6D2-8568-43B0-A1CD-E9860F9F381B}" dt="2024-09-12T03:30:23.873" v="9095" actId="207"/>
        <pc:sldMkLst>
          <pc:docMk/>
          <pc:sldMk cId="1763616833" sldId="264"/>
        </pc:sldMkLst>
        <pc:spChg chg="mod">
          <ac:chgData name="Bhowmik, Sayan" userId="2b51cadb-156e-4c9a-99fc-6d2138739850" providerId="ADAL" clId="{2B50C6D2-8568-43B0-A1CD-E9860F9F381B}" dt="2024-09-12T03:24:39.983" v="8825" actId="20577"/>
          <ac:spMkLst>
            <pc:docMk/>
            <pc:sldMk cId="1763616833" sldId="264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0:23.873" v="9095" actId="207"/>
          <ac:spMkLst>
            <pc:docMk/>
            <pc:sldMk cId="1763616833" sldId="264"/>
            <ac:spMk id="3" creationId="{1E16CF53-8BCD-4DFD-9D4D-94731DDCF8A5}"/>
          </ac:spMkLst>
        </pc:spChg>
        <pc:picChg chg="add mod">
          <ac:chgData name="Bhowmik, Sayan" userId="2b51cadb-156e-4c9a-99fc-6d2138739850" providerId="ADAL" clId="{2B50C6D2-8568-43B0-A1CD-E9860F9F381B}" dt="2024-09-12T03:28:48.905" v="9093" actId="1076"/>
          <ac:picMkLst>
            <pc:docMk/>
            <pc:sldMk cId="1763616833" sldId="264"/>
            <ac:picMk id="4" creationId="{E960E600-A01C-0513-776E-DA23001F16BD}"/>
          </ac:picMkLst>
        </pc:picChg>
      </pc:sldChg>
      <pc:sldChg chg="delSp modSp add mod">
        <pc:chgData name="Bhowmik, Sayan" userId="2b51cadb-156e-4c9a-99fc-6d2138739850" providerId="ADAL" clId="{2B50C6D2-8568-43B0-A1CD-E9860F9F381B}" dt="2024-09-12T03:38:04.434" v="9644" actId="478"/>
        <pc:sldMkLst>
          <pc:docMk/>
          <pc:sldMk cId="3699678174" sldId="265"/>
        </pc:sldMkLst>
        <pc:spChg chg="mod">
          <ac:chgData name="Bhowmik, Sayan" userId="2b51cadb-156e-4c9a-99fc-6d2138739850" providerId="ADAL" clId="{2B50C6D2-8568-43B0-A1CD-E9860F9F381B}" dt="2024-09-12T03:31:13.843" v="9111" actId="20577"/>
          <ac:spMkLst>
            <pc:docMk/>
            <pc:sldMk cId="3699678174" sldId="265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7:51.892" v="9639" actId="20577"/>
          <ac:spMkLst>
            <pc:docMk/>
            <pc:sldMk cId="3699678174" sldId="265"/>
            <ac:spMk id="3" creationId="{1E16CF53-8BCD-4DFD-9D4D-94731DDCF8A5}"/>
          </ac:spMkLst>
        </pc:spChg>
        <pc:picChg chg="del mod">
          <ac:chgData name="Bhowmik, Sayan" userId="2b51cadb-156e-4c9a-99fc-6d2138739850" providerId="ADAL" clId="{2B50C6D2-8568-43B0-A1CD-E9860F9F381B}" dt="2024-09-12T03:38:04.434" v="9644" actId="478"/>
          <ac:picMkLst>
            <pc:docMk/>
            <pc:sldMk cId="3699678174" sldId="265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16:13:31.835" v="10704" actId="20577"/>
        <pc:sldMkLst>
          <pc:docMk/>
          <pc:sldMk cId="2301168615" sldId="266"/>
        </pc:sldMkLst>
        <pc:spChg chg="mod">
          <ac:chgData name="Bhowmik, Sayan" userId="2b51cadb-156e-4c9a-99fc-6d2138739850" providerId="ADAL" clId="{2B50C6D2-8568-43B0-A1CD-E9860F9F381B}" dt="2024-09-14T16:13:31.835" v="10704" actId="20577"/>
          <ac:spMkLst>
            <pc:docMk/>
            <pc:sldMk cId="2301168615" sldId="266"/>
            <ac:spMk id="3" creationId="{54B9CEDF-66F4-D04D-3CFA-2BFEA2B014E7}"/>
          </ac:spMkLst>
        </pc:spChg>
      </pc:sldChg>
      <pc:sldChg chg="modSp add mod">
        <pc:chgData name="Bhowmik, Sayan" userId="2b51cadb-156e-4c9a-99fc-6d2138739850" providerId="ADAL" clId="{2B50C6D2-8568-43B0-A1CD-E9860F9F381B}" dt="2024-09-12T03:53:19.657" v="10038" actId="207"/>
        <pc:sldMkLst>
          <pc:docMk/>
          <pc:sldMk cId="1917269061" sldId="267"/>
        </pc:sldMkLst>
        <pc:spChg chg="mod">
          <ac:chgData name="Bhowmik, Sayan" userId="2b51cadb-156e-4c9a-99fc-6d2138739850" providerId="ADAL" clId="{2B50C6D2-8568-43B0-A1CD-E9860F9F381B}" dt="2024-09-12T03:53:19.657" v="10038" actId="207"/>
          <ac:spMkLst>
            <pc:docMk/>
            <pc:sldMk cId="1917269061" sldId="267"/>
            <ac:spMk id="3" creationId="{1E16CF53-8BCD-4DFD-9D4D-94731DDCF8A5}"/>
          </ac:spMkLst>
        </pc:spChg>
        <pc:picChg chg="mod">
          <ac:chgData name="Bhowmik, Sayan" userId="2b51cadb-156e-4c9a-99fc-6d2138739850" providerId="ADAL" clId="{2B50C6D2-8568-43B0-A1CD-E9860F9F381B}" dt="2024-09-12T03:52:48.322" v="10022" actId="1076"/>
          <ac:picMkLst>
            <pc:docMk/>
            <pc:sldMk cId="1917269061" sldId="267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03:37:09.349" v="10702" actId="20577"/>
        <pc:sldMkLst>
          <pc:docMk/>
          <pc:sldMk cId="1199095437" sldId="268"/>
        </pc:sldMkLst>
        <pc:spChg chg="mod">
          <ac:chgData name="Bhowmik, Sayan" userId="2b51cadb-156e-4c9a-99fc-6d2138739850" providerId="ADAL" clId="{2B50C6D2-8568-43B0-A1CD-E9860F9F381B}" dt="2024-09-14T03:37:09.349" v="10702" actId="20577"/>
          <ac:spMkLst>
            <pc:docMk/>
            <pc:sldMk cId="1199095437" sldId="268"/>
            <ac:spMk id="3" creationId="{54B9CEDF-66F4-D04D-3CFA-2BFEA2B014E7}"/>
          </ac:spMkLst>
        </pc:spChg>
      </pc:sldChg>
      <pc:sldChg chg="addSp modSp add mod modTransition modAnim">
        <pc:chgData name="Bhowmik, Sayan" userId="2b51cadb-156e-4c9a-99fc-6d2138739850" providerId="ADAL" clId="{2B50C6D2-8568-43B0-A1CD-E9860F9F381B}" dt="2024-09-12T04:02:34.415" v="10100"/>
        <pc:sldMkLst>
          <pc:docMk/>
          <pc:sldMk cId="3570555386" sldId="295"/>
        </pc:sldMkLst>
        <pc:spChg chg="add mod">
          <ac:chgData name="Bhowmik, Sayan" userId="2b51cadb-156e-4c9a-99fc-6d2138739850" providerId="ADAL" clId="{2B50C6D2-8568-43B0-A1CD-E9860F9F381B}" dt="2024-09-12T04:02:07.090" v="10097" actId="207"/>
          <ac:spMkLst>
            <pc:docMk/>
            <pc:sldMk cId="3570555386" sldId="295"/>
            <ac:spMk id="3" creationId="{5C9F73A3-91D6-80B0-A663-D9FDD129D936}"/>
          </ac:spMkLst>
        </pc:spChg>
        <pc:spChg chg="mod">
          <ac:chgData name="Bhowmik, Sayan" userId="2b51cadb-156e-4c9a-99fc-6d2138739850" providerId="ADAL" clId="{2B50C6D2-8568-43B0-A1CD-E9860F9F381B}" dt="2024-09-12T04:02:18.001" v="10098" actId="208"/>
          <ac:spMkLst>
            <pc:docMk/>
            <pc:sldMk cId="3570555386" sldId="295"/>
            <ac:spMk id="15" creationId="{8F5E2B7E-6662-27A3-E091-0FC100DA6913}"/>
          </ac:spMkLst>
        </pc:spChg>
      </pc:sldChg>
      <pc:sldChg chg="addSp delSp modSp add mod delAnim modAnim">
        <pc:chgData name="Bhowmik, Sayan" userId="2b51cadb-156e-4c9a-99fc-6d2138739850" providerId="ADAL" clId="{2B50C6D2-8568-43B0-A1CD-E9860F9F381B}" dt="2024-09-12T04:06:49.936" v="10286" actId="1076"/>
        <pc:sldMkLst>
          <pc:docMk/>
          <pc:sldMk cId="3953153317" sldId="296"/>
        </pc:sldMkLst>
        <pc:spChg chg="mod">
          <ac:chgData name="Bhowmik, Sayan" userId="2b51cadb-156e-4c9a-99fc-6d2138739850" providerId="ADAL" clId="{2B50C6D2-8568-43B0-A1CD-E9860F9F381B}" dt="2024-09-12T04:04:55.187" v="10259" actId="20577"/>
          <ac:spMkLst>
            <pc:docMk/>
            <pc:sldMk cId="3953153317" sldId="29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12T04:04:09.654" v="10139" actId="20577"/>
          <ac:spMkLst>
            <pc:docMk/>
            <pc:sldMk cId="3953153317" sldId="296"/>
            <ac:spMk id="3" creationId="{54B9CEDF-66F4-D04D-3CFA-2BFEA2B014E7}"/>
          </ac:spMkLst>
        </pc:spChg>
        <pc:spChg chg="add mod">
          <ac:chgData name="Bhowmik, Sayan" userId="2b51cadb-156e-4c9a-99fc-6d2138739850" providerId="ADAL" clId="{2B50C6D2-8568-43B0-A1CD-E9860F9F381B}" dt="2024-09-12T04:06:42.943" v="10283" actId="164"/>
          <ac:spMkLst>
            <pc:docMk/>
            <pc:sldMk cId="3953153317" sldId="296"/>
            <ac:spMk id="8" creationId="{4BBA617E-981F-EABA-A89F-2ADBE195F2E1}"/>
          </ac:spMkLst>
        </pc:spChg>
        <pc:grpChg chg="add mod">
          <ac:chgData name="Bhowmik, Sayan" userId="2b51cadb-156e-4c9a-99fc-6d2138739850" providerId="ADAL" clId="{2B50C6D2-8568-43B0-A1CD-E9860F9F381B}" dt="2024-09-12T04:06:45.758" v="10285" actId="1076"/>
          <ac:grpSpMkLst>
            <pc:docMk/>
            <pc:sldMk cId="3953153317" sldId="296"/>
            <ac:grpSpMk id="11" creationId="{14FCF22B-25A3-3204-7535-0DFB78A9D102}"/>
          </ac:grpSpMkLst>
        </pc:grpChg>
        <pc:picChg chg="add del mod">
          <ac:chgData name="Bhowmik, Sayan" userId="2b51cadb-156e-4c9a-99fc-6d2138739850" providerId="ADAL" clId="{2B50C6D2-8568-43B0-A1CD-E9860F9F381B}" dt="2024-09-12T04:06:28.487" v="10269" actId="478"/>
          <ac:picMkLst>
            <pc:docMk/>
            <pc:sldMk cId="3953153317" sldId="296"/>
            <ac:picMk id="4" creationId="{E95DBA3A-6C5A-EA16-888F-C5D41789A230}"/>
          </ac:picMkLst>
        </pc:picChg>
        <pc:picChg chg="add mod">
          <ac:chgData name="Bhowmik, Sayan" userId="2b51cadb-156e-4c9a-99fc-6d2138739850" providerId="ADAL" clId="{2B50C6D2-8568-43B0-A1CD-E9860F9F381B}" dt="2024-09-12T04:06:49.936" v="10286" actId="1076"/>
          <ac:picMkLst>
            <pc:docMk/>
            <pc:sldMk cId="3953153317" sldId="296"/>
            <ac:picMk id="5" creationId="{B82B8D5F-8077-A846-34A7-567BD768969F}"/>
          </ac:picMkLst>
        </pc:picChg>
        <pc:picChg chg="add mod">
          <ac:chgData name="Bhowmik, Sayan" userId="2b51cadb-156e-4c9a-99fc-6d2138739850" providerId="ADAL" clId="{2B50C6D2-8568-43B0-A1CD-E9860F9F381B}" dt="2024-09-12T04:06:42.943" v="10283" actId="164"/>
          <ac:picMkLst>
            <pc:docMk/>
            <pc:sldMk cId="3953153317" sldId="296"/>
            <ac:picMk id="6" creationId="{2F586A69-C5F4-6367-1630-D3F9AF56C326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7" creationId="{D6BD3A41-93A1-669D-EB9C-55BB1695B2C0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9" creationId="{45F1F362-35F4-BC20-F9B6-347A031BAB31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10" creationId="{EC4A888D-FC12-2CCB-B87F-B8B74D61DBCE}"/>
          </ac:picMkLst>
        </pc:picChg>
      </pc:sldChg>
      <pc:sldChg chg="modSp add mod">
        <pc:chgData name="Bhowmik, Sayan" userId="2b51cadb-156e-4c9a-99fc-6d2138739850" providerId="ADAL" clId="{2B50C6D2-8568-43B0-A1CD-E9860F9F381B}" dt="2024-09-13T02:42:16.322" v="10700" actId="20577"/>
        <pc:sldMkLst>
          <pc:docMk/>
          <pc:sldMk cId="3653671856" sldId="297"/>
        </pc:sldMkLst>
        <pc:spChg chg="mod">
          <ac:chgData name="Bhowmik, Sayan" userId="2b51cadb-156e-4c9a-99fc-6d2138739850" providerId="ADAL" clId="{2B50C6D2-8568-43B0-A1CD-E9860F9F381B}" dt="2024-09-13T02:42:16.322" v="10700" actId="20577"/>
          <ac:spMkLst>
            <pc:docMk/>
            <pc:sldMk cId="3653671856" sldId="297"/>
            <ac:spMk id="3" creationId="{1E16CF53-8BCD-4DFD-9D4D-94731DDCF8A5}"/>
          </ac:spMkLst>
        </pc:spChg>
      </pc:sldChg>
      <pc:sldMasterChg chg="addSp delSp modSp mod modSldLayout">
        <pc:chgData name="Bhowmik, Sayan" userId="2b51cadb-156e-4c9a-99fc-6d2138739850" providerId="ADAL" clId="{2B50C6D2-8568-43B0-A1CD-E9860F9F381B}" dt="2024-09-07T04:51:18.724" v="4104" actId="1038"/>
        <pc:sldMasterMkLst>
          <pc:docMk/>
          <pc:sldMasterMk cId="243162514" sldId="2147483648"/>
        </pc:sldMasterMkLst>
        <pc:picChg chg="add mod">
          <ac:chgData name="Bhowmik, Sayan" userId="2b51cadb-156e-4c9a-99fc-6d2138739850" providerId="ADAL" clId="{2B50C6D2-8568-43B0-A1CD-E9860F9F381B}" dt="2024-09-07T04:51:18.724" v="4104" actId="1038"/>
          <ac:picMkLst>
            <pc:docMk/>
            <pc:sldMasterMk cId="243162514" sldId="2147483648"/>
            <ac:picMk id="7" creationId="{BCA8FB59-6F20-3DE1-3D28-17B4FD060E19}"/>
          </ac:picMkLst>
        </pc:picChg>
        <pc:picChg chg="add del mod">
          <ac:chgData name="Bhowmik, Sayan" userId="2b51cadb-156e-4c9a-99fc-6d2138739850" providerId="ADAL" clId="{2B50C6D2-8568-43B0-A1CD-E9860F9F381B}" dt="2024-09-07T04:30:42.919" v="3703" actId="21"/>
          <ac:picMkLst>
            <pc:docMk/>
            <pc:sldMasterMk cId="243162514" sldId="2147483648"/>
            <ac:picMk id="8" creationId="{4C275718-EE2B-01EC-68BB-F348A6D98E3B}"/>
          </ac:picMkLst>
        </pc:picChg>
        <pc:sldLayoutChg chg="addSp delSp modSp mod">
          <pc:chgData name="Bhowmik, Sayan" userId="2b51cadb-156e-4c9a-99fc-6d2138739850" providerId="ADAL" clId="{2B50C6D2-8568-43B0-A1CD-E9860F9F381B}" dt="2024-09-07T04:31:03.671" v="3740" actId="1035"/>
          <pc:sldLayoutMkLst>
            <pc:docMk/>
            <pc:sldMasterMk cId="243162514" sldId="2147483648"/>
            <pc:sldLayoutMk cId="3560958533" sldId="2147483649"/>
          </pc:sldLayoutMkLst>
          <pc:picChg chg="add del mod">
            <ac:chgData name="Bhowmik, Sayan" userId="2b51cadb-156e-4c9a-99fc-6d2138739850" providerId="ADAL" clId="{2B50C6D2-8568-43B0-A1CD-E9860F9F381B}" dt="2024-09-07T04:30:03.904" v="3682" actId="478"/>
            <ac:picMkLst>
              <pc:docMk/>
              <pc:sldMasterMk cId="243162514" sldId="2147483648"/>
              <pc:sldLayoutMk cId="3560958533" sldId="2147483649"/>
              <ac:picMk id="8" creationId="{CEE988BE-11EA-D625-C039-74192646CD48}"/>
            </ac:picMkLst>
          </pc:picChg>
          <pc:picChg chg="add mod">
            <ac:chgData name="Bhowmik, Sayan" userId="2b51cadb-156e-4c9a-99fc-6d2138739850" providerId="ADAL" clId="{2B50C6D2-8568-43B0-A1CD-E9860F9F381B}" dt="2024-09-07T04:31:03.671" v="3740" actId="1035"/>
            <ac:picMkLst>
              <pc:docMk/>
              <pc:sldMasterMk cId="243162514" sldId="2147483648"/>
              <pc:sldLayoutMk cId="3560958533" sldId="2147483649"/>
              <ac:picMk id="9" creationId="{4C275718-EE2B-01EC-68BB-F348A6D98E3B}"/>
            </ac:picMkLst>
          </pc:picChg>
        </pc:sldLayoutChg>
        <pc:sldLayoutChg chg="modSp">
          <pc:chgData name="Bhowmik, Sayan" userId="2b51cadb-156e-4c9a-99fc-6d2138739850" providerId="ADAL" clId="{2B50C6D2-8568-43B0-A1CD-E9860F9F381B}" dt="2024-09-06T23:38:10.705" v="3" actId="735"/>
          <pc:sldLayoutMkLst>
            <pc:docMk/>
            <pc:sldMasterMk cId="243162514" sldId="2147483648"/>
            <pc:sldLayoutMk cId="3388117231" sldId="214748365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E974-FC26-0CF1-2592-9E7D87130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E563F-38C8-C866-0F3C-96734F665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64568-D8C0-1156-71A3-2FE08A54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2822-142C-70EA-75C1-EE8CD9C4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20904-BB65-A0E7-1278-80442A81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75718-EE2B-01EC-68BB-F348A6D98E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92" y="18893"/>
            <a:ext cx="1266489" cy="55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5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AB44-E24A-0C09-54C3-E108B37B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3742-CB69-C6DD-982A-955D39E3B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F8CA3-0626-4FB2-5954-3E3789E3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6646-D097-FD1E-5DDA-44211D49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A652F-1A4A-C526-3265-F51D34F2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5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000B-F9FA-1B02-502B-A8879F46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A1B72-DB1A-6F3F-E2AE-A68AC622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4E7F3-6CB4-CBB3-FE48-DABCC358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FA49-18D3-902C-279C-26C0EE15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E6AE6-934D-3798-A006-97029D2A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2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8D54-AC69-7EA1-3B3F-5FCE4DCD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FCD0-F428-41F5-F2BD-7710C2A3A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456E5-4511-DB36-A392-7D2BE4127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2F481-7E12-462D-4536-B49E7192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9844E-B50A-8CE0-0C85-42A13C5A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44942-57BC-7BD4-DA00-C183C5AB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0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853-0137-214C-3ECD-5E774B38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7DA1-C171-ABCA-A199-8844E67E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C1342-9571-E870-0ADB-D19F8D2F2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B427F-47CF-C101-E1A8-77528829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C6DB4-BB26-C452-8323-571164688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6AA72-191C-6605-9287-BCF8F6FD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2995E-C8DF-5F6B-7B83-278B9B5E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25359-D22B-2C4D-53C9-0A880251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708D-1718-9FC8-3233-9BC11E69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36B71-F243-001B-8105-78DE980F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24E1F-DA80-DB3F-F540-7A729AF6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35178-DDC4-7772-319D-C5D94AA6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7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0134D-B475-B7DE-07F3-4EC771B8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6683D-CA52-3389-F83F-945880A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49D8-6E4F-C8E2-A6E1-95E69995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5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2B0E-8212-30A1-6734-E56160B4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01A3-6D26-450D-6853-CA8C4E93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B4063-DC83-FA93-C9D1-1FD8B12C0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4908E-14C1-63A3-2402-1E0B5805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0A5E-BB2E-8E81-B607-EC4363B3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2D05-69B7-FDD2-9835-8B645DDC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5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BB4F-CEB3-0761-EEB6-5E4C52FA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6E26F-F9A0-A711-B2CE-870479811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9C884-FF85-1838-BDA3-725368404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922CC-0F79-CDC6-3B25-8CC2DEC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4166C-8A89-B302-EF23-24B89B9C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74C10-2D87-380D-14A6-83ADC0F1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E0C9-E48B-6267-F58A-2483DC17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9D260-8B32-66C7-4FC6-A7EDFE81E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65FEC-CE29-BD01-B55F-40BEA7CF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B36C-8E15-D61D-EFEF-BAAC8B96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16C4-D657-4294-9D5B-7D7FD01A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5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6A885-077F-9662-07C2-5629E7A84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46838-039B-C65C-6E21-43848B96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83CD-852A-214D-67CA-95B06854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394F-B8CF-BD43-001E-9CA0D859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D7AF3-563F-ADCC-5644-DB449764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5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C82C7-EF61-6535-B890-66CF0513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CBF1A-387E-6AE1-F8DC-67ACC7198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5A37-7A16-EDBC-EBE2-5754C67FD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C6980-2E21-294C-9AFA-1320A7598B1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5A099-C272-01E7-2959-89327FA15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13FA5-C405-A0BC-3CDB-C87D703D0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CA8FB59-6F20-3DE1-3D28-17B4FD060E1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47213" y="70353"/>
            <a:ext cx="2030950" cy="38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gif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jpe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20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gif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gif"/><Relationship Id="rId5" Type="http://schemas.openxmlformats.org/officeDocument/2006/relationships/image" Target="../media/image43.gif"/><Relationship Id="rId4" Type="http://schemas.openxmlformats.org/officeDocument/2006/relationships/image" Target="../media/image42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gif"/><Relationship Id="rId11" Type="http://schemas.openxmlformats.org/officeDocument/2006/relationships/image" Target="../media/image52.jpeg"/><Relationship Id="rId5" Type="http://schemas.openxmlformats.org/officeDocument/2006/relationships/image" Target="../media/image47.jpeg"/><Relationship Id="rId10" Type="http://schemas.openxmlformats.org/officeDocument/2006/relationships/image" Target="../media/image51.png"/><Relationship Id="rId4" Type="http://schemas.microsoft.com/office/2007/relationships/hdphoto" Target="../media/hdphoto1.wdp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svg"/><Relationship Id="rId3" Type="http://schemas.openxmlformats.org/officeDocument/2006/relationships/image" Target="../media/image55.sv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54.png"/><Relationship Id="rId16" Type="http://schemas.openxmlformats.org/officeDocument/2006/relationships/image" Target="../media/image6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sv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Relationship Id="rId14" Type="http://schemas.openxmlformats.org/officeDocument/2006/relationships/image" Target="../media/image6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/>
              <a:t>Lecture: Motivation</a:t>
            </a:r>
          </a:p>
          <a:p>
            <a:r>
              <a:rPr lang="en-US"/>
              <a:t>Sayan Bhowmik</a:t>
            </a:r>
          </a:p>
          <a:p>
            <a:r>
              <a:rPr lang="en-US"/>
              <a:t>School of Chemical &amp; Biomolecular Engineering</a:t>
            </a:r>
          </a:p>
          <a:p>
            <a:r>
              <a:rPr lang="en-US"/>
              <a:t>College of Engineering</a:t>
            </a:r>
          </a:p>
          <a:p>
            <a:r>
              <a:rPr lang="en-US"/>
              <a:t>Georgia Institute of Technology</a:t>
            </a:r>
          </a:p>
        </p:txBody>
      </p:sp>
      <p:pic>
        <p:nvPicPr>
          <p:cNvPr id="5" name="Picture 4" descr="A diagram of a cell structure&#10;&#10;Description automatically generated">
            <a:extLst>
              <a:ext uri="{FF2B5EF4-FFF2-40B4-BE49-F238E27FC236}">
                <a16:creationId xmlns:a16="http://schemas.microsoft.com/office/drawing/2014/main" id="{B82B8D5F-8077-A846-34A7-567BD76896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8" r="77893" b="15843"/>
          <a:stretch/>
        </p:blipFill>
        <p:spPr>
          <a:xfrm>
            <a:off x="4379487" y="1542156"/>
            <a:ext cx="1604230" cy="220850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4FCF22B-25A3-3204-7535-0DFB78A9D102}"/>
              </a:ext>
            </a:extLst>
          </p:cNvPr>
          <p:cNvGrpSpPr/>
          <p:nvPr/>
        </p:nvGrpSpPr>
        <p:grpSpPr>
          <a:xfrm>
            <a:off x="6003353" y="1819394"/>
            <a:ext cx="2562156" cy="1765558"/>
            <a:chOff x="6095168" y="1791374"/>
            <a:chExt cx="2562156" cy="17655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F586A69-C5F4-6367-1630-D3F9AF56C3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26" t="60021" r="30132"/>
            <a:stretch/>
          </p:blipFill>
          <p:spPr>
            <a:xfrm>
              <a:off x="6095168" y="1791374"/>
              <a:ext cx="2562156" cy="176555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BA617E-981F-EABA-A89F-2ADBE195F2E1}"/>
                </a:ext>
              </a:extLst>
            </p:cNvPr>
            <p:cNvSpPr/>
            <p:nvPr/>
          </p:nvSpPr>
          <p:spPr>
            <a:xfrm>
              <a:off x="6134441" y="1823503"/>
              <a:ext cx="298141" cy="361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5315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ell structure&#10;&#10;Description automatically generated">
            <a:extLst>
              <a:ext uri="{FF2B5EF4-FFF2-40B4-BE49-F238E27FC236}">
                <a16:creationId xmlns:a16="http://schemas.microsoft.com/office/drawing/2014/main" id="{EA77EAC3-A2DC-9983-7DB9-858C50B3E3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14"/>
          <a:stretch/>
        </p:blipFill>
        <p:spPr>
          <a:xfrm>
            <a:off x="1291685" y="5086350"/>
            <a:ext cx="9608631" cy="309334"/>
          </a:xfrm>
          <a:prstGeom prst="rect">
            <a:avLst/>
          </a:prstGeom>
          <a:ln w="38100"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92B1FE8-464E-4545-7FFD-0874C7DA006E}"/>
              </a:ext>
            </a:extLst>
          </p:cNvPr>
          <p:cNvSpPr txBox="1"/>
          <p:nvPr/>
        </p:nvSpPr>
        <p:spPr>
          <a:xfrm>
            <a:off x="3238500" y="6469082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err="1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Bruix</a:t>
            </a:r>
            <a:r>
              <a:rPr lang="en-IN" sz="800" b="0" i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A</a:t>
            </a:r>
            <a:r>
              <a:rPr lang="en-IN" sz="800">
                <a:solidFill>
                  <a:srgbClr val="000000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. </a:t>
            </a:r>
            <a:r>
              <a:rPr lang="en-IN" sz="800" i="1">
                <a:solidFill>
                  <a:srgbClr val="000000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et</a:t>
            </a:r>
            <a:r>
              <a:rPr lang="en-IN" sz="800">
                <a:solidFill>
                  <a:srgbClr val="000000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 al. </a:t>
            </a:r>
            <a:r>
              <a:rPr lang="fr-FR" sz="800" i="1">
                <a:highlight>
                  <a:srgbClr val="FFFFFF"/>
                </a:highlight>
              </a:rPr>
              <a:t>Nat </a:t>
            </a:r>
            <a:r>
              <a:rPr lang="fr-FR" sz="800" i="1" err="1">
                <a:highlight>
                  <a:srgbClr val="FFFFFF"/>
                </a:highlight>
              </a:rPr>
              <a:t>Catal</a:t>
            </a:r>
            <a:r>
              <a:rPr lang="fr-FR" sz="800">
                <a:highlight>
                  <a:srgbClr val="FFFFFF"/>
                </a:highlight>
              </a:rPr>
              <a:t> </a:t>
            </a:r>
            <a:r>
              <a:rPr lang="fr-FR" sz="800" b="1">
                <a:highlight>
                  <a:srgbClr val="FFFFFF"/>
                </a:highlight>
              </a:rPr>
              <a:t>2</a:t>
            </a:r>
            <a:r>
              <a:rPr lang="fr-FR" sz="800">
                <a:highlight>
                  <a:srgbClr val="FFFFFF"/>
                </a:highlight>
              </a:rPr>
              <a:t>, 659–670 (2019)</a:t>
            </a:r>
            <a:r>
              <a:rPr lang="en-US" sz="8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8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548B8A-F75E-8888-BA6B-0512C1EF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861A-F527-42C0-A469-D1D92B460544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1A134-895E-39F9-FB61-1C60822A6E26}"/>
              </a:ext>
            </a:extLst>
          </p:cNvPr>
          <p:cNvSpPr txBox="1"/>
          <p:nvPr/>
        </p:nvSpPr>
        <p:spPr>
          <a:xfrm>
            <a:off x="1143001" y="5543614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(a) DFT: energetics of elementary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24EC5-A3D8-913C-400C-D584751A3F41}"/>
              </a:ext>
            </a:extLst>
          </p:cNvPr>
          <p:cNvSpPr txBox="1"/>
          <p:nvPr/>
        </p:nvSpPr>
        <p:spPr>
          <a:xfrm>
            <a:off x="3838576" y="5543614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(b) MKM: intrinsic activity of catalyst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798AE-6168-BBE1-FF2F-E939819DB6FD}"/>
              </a:ext>
            </a:extLst>
          </p:cNvPr>
          <p:cNvSpPr txBox="1"/>
          <p:nvPr/>
        </p:nvSpPr>
        <p:spPr>
          <a:xfrm>
            <a:off x="6762751" y="5543614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(c) Coarse graining: microstructure effects of catalyst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93F38-65E8-6F2C-AEBE-ED3697E2A45B}"/>
              </a:ext>
            </a:extLst>
          </p:cNvPr>
          <p:cNvSpPr txBox="1"/>
          <p:nvPr/>
        </p:nvSpPr>
        <p:spPr>
          <a:xfrm>
            <a:off x="9353551" y="5534907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(d) Transport model: macroscopic heat and mass flow</a:t>
            </a:r>
          </a:p>
        </p:txBody>
      </p:sp>
      <p:pic>
        <p:nvPicPr>
          <p:cNvPr id="11" name="Picture 10" descr="A diagram of a cell structure&#10;&#10;Description automatically generated">
            <a:extLst>
              <a:ext uri="{FF2B5EF4-FFF2-40B4-BE49-F238E27FC236}">
                <a16:creationId xmlns:a16="http://schemas.microsoft.com/office/drawing/2014/main" id="{61659775-DB75-128C-D4C5-8676961B27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3" r="76963" b="7592"/>
          <a:stretch/>
        </p:blipFill>
        <p:spPr>
          <a:xfrm>
            <a:off x="1291685" y="1308700"/>
            <a:ext cx="2213515" cy="3777650"/>
          </a:xfrm>
          <a:prstGeom prst="rect">
            <a:avLst/>
          </a:prstGeom>
          <a:ln w="38100">
            <a:noFill/>
          </a:ln>
        </p:spPr>
      </p:pic>
      <p:pic>
        <p:nvPicPr>
          <p:cNvPr id="12" name="Picture 11" descr="A diagram of a cell structure&#10;&#10;Description automatically generated">
            <a:extLst>
              <a:ext uri="{FF2B5EF4-FFF2-40B4-BE49-F238E27FC236}">
                <a16:creationId xmlns:a16="http://schemas.microsoft.com/office/drawing/2014/main" id="{6F1E4E9F-3127-0B1B-D5E6-4ED02E2F6E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6" t="-233" r="43102" b="7592"/>
          <a:stretch/>
        </p:blipFill>
        <p:spPr>
          <a:xfrm>
            <a:off x="3505200" y="1308700"/>
            <a:ext cx="3247853" cy="377765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diagram of a cell structure&#10;&#10;Description automatically generated">
            <a:extLst>
              <a:ext uri="{FF2B5EF4-FFF2-40B4-BE49-F238E27FC236}">
                <a16:creationId xmlns:a16="http://schemas.microsoft.com/office/drawing/2014/main" id="{42AD311A-7982-9242-16F9-CC4B4BF968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9" t="-233" r="17820" b="7592"/>
          <a:stretch/>
        </p:blipFill>
        <p:spPr>
          <a:xfrm>
            <a:off x="6753053" y="1308700"/>
            <a:ext cx="2429047" cy="377765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diagram of a cell structure&#10;&#10;Description automatically generated">
            <a:extLst>
              <a:ext uri="{FF2B5EF4-FFF2-40B4-BE49-F238E27FC236}">
                <a16:creationId xmlns:a16="http://schemas.microsoft.com/office/drawing/2014/main" id="{6FC5078E-66FC-0A80-8C47-085C01B273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1" t="-233" r="-164" b="7592"/>
          <a:stretch/>
        </p:blipFill>
        <p:spPr>
          <a:xfrm>
            <a:off x="9182101" y="1308700"/>
            <a:ext cx="1727740" cy="3777650"/>
          </a:xfrm>
          <a:prstGeom prst="rect">
            <a:avLst/>
          </a:prstGeom>
          <a:ln w="38100"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F5E2B7E-6662-27A3-E091-0FC100DA6913}"/>
              </a:ext>
            </a:extLst>
          </p:cNvPr>
          <p:cNvSpPr/>
          <p:nvPr/>
        </p:nvSpPr>
        <p:spPr>
          <a:xfrm>
            <a:off x="1219200" y="1205861"/>
            <a:ext cx="2285999" cy="3880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4A9BD30-3E8C-AD26-B45A-577DF5B0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200"/>
              <a:t>Bottom-up catalyst discovery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73A3-91D6-80B0-A663-D9FDD129D936}"/>
              </a:ext>
            </a:extLst>
          </p:cNvPr>
          <p:cNvSpPr txBox="1"/>
          <p:nvPr/>
        </p:nvSpPr>
        <p:spPr>
          <a:xfrm rot="16200000">
            <a:off x="171450" y="2743200"/>
            <a:ext cx="1747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>
                <a:solidFill>
                  <a:srgbClr val="FF0000"/>
                </a:solidFill>
              </a:rPr>
              <a:t>Electronic Structure</a:t>
            </a:r>
          </a:p>
        </p:txBody>
      </p:sp>
    </p:spTree>
    <p:extLst>
      <p:ext uri="{BB962C8B-B14F-4D97-AF65-F5344CB8AC3E}">
        <p14:creationId xmlns:p14="http://schemas.microsoft.com/office/powerpoint/2010/main" val="357055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5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/>
          <a:lstStyle/>
          <a:p>
            <a:r>
              <a:rPr lang="en-US"/>
              <a:t>Electron &amp; its Quirks!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/>
              <a:t>Lecture 2</a:t>
            </a:r>
          </a:p>
          <a:p>
            <a:r>
              <a:rPr lang="en-US"/>
              <a:t>Sayan Bhowmik</a:t>
            </a:r>
          </a:p>
          <a:p>
            <a:r>
              <a:rPr lang="en-US"/>
              <a:t>School of Chemical &amp; Biomolecular Engineering</a:t>
            </a:r>
          </a:p>
          <a:p>
            <a:r>
              <a:rPr lang="en-US"/>
              <a:t>College of Engineering</a:t>
            </a:r>
          </a:p>
          <a:p>
            <a:r>
              <a:rPr lang="en-US"/>
              <a:t>Georgia Institute of Technology</a:t>
            </a:r>
          </a:p>
        </p:txBody>
      </p:sp>
      <p:pic>
        <p:nvPicPr>
          <p:cNvPr id="7" name="Picture 6" descr="A couple of red and black objects&#10;&#10;Description automatically generated">
            <a:extLst>
              <a:ext uri="{FF2B5EF4-FFF2-40B4-BE49-F238E27FC236}">
                <a16:creationId xmlns:a16="http://schemas.microsoft.com/office/drawing/2014/main" id="{D6BD3A41-93A1-669D-EB9C-55BB1695B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567" b="7153"/>
          <a:stretch/>
        </p:blipFill>
        <p:spPr>
          <a:xfrm>
            <a:off x="2952750" y="1944405"/>
            <a:ext cx="1162050" cy="1517940"/>
          </a:xfrm>
          <a:prstGeom prst="rect">
            <a:avLst/>
          </a:prstGeom>
        </p:spPr>
      </p:pic>
      <p:pic>
        <p:nvPicPr>
          <p:cNvPr id="9" name="Picture 8" descr="A diagram of a atom&#10;&#10;Description automatically generated">
            <a:extLst>
              <a:ext uri="{FF2B5EF4-FFF2-40B4-BE49-F238E27FC236}">
                <a16:creationId xmlns:a16="http://schemas.microsoft.com/office/drawing/2014/main" id="{45F1F362-35F4-BC20-F9B6-347A031BAB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9" b="1667"/>
          <a:stretch/>
        </p:blipFill>
        <p:spPr>
          <a:xfrm>
            <a:off x="4908997" y="1645934"/>
            <a:ext cx="2374007" cy="2064068"/>
          </a:xfrm>
          <a:prstGeom prst="rect">
            <a:avLst/>
          </a:prstGeom>
        </p:spPr>
      </p:pic>
      <p:pic>
        <p:nvPicPr>
          <p:cNvPr id="10" name="Picture 9" descr="A couple of red and black objects&#10;&#10;Description automatically generated">
            <a:extLst>
              <a:ext uri="{FF2B5EF4-FFF2-40B4-BE49-F238E27FC236}">
                <a16:creationId xmlns:a16="http://schemas.microsoft.com/office/drawing/2014/main" id="{EC4A888D-FC12-2CCB-B87F-B8B74D61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72" r="371" b="7153"/>
          <a:stretch/>
        </p:blipFill>
        <p:spPr>
          <a:xfrm>
            <a:off x="8162924" y="1944405"/>
            <a:ext cx="1095375" cy="151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9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/>
              <a:t>We will understand what </a:t>
            </a:r>
            <a:r>
              <a:rPr lang="en-IN" i="1">
                <a:solidFill>
                  <a:srgbClr val="0070C0"/>
                </a:solidFill>
              </a:rPr>
              <a:t>wave-particle duality</a:t>
            </a:r>
            <a:r>
              <a:rPr lang="en-IN" i="1"/>
              <a:t> </a:t>
            </a:r>
            <a:r>
              <a:rPr lang="en-IN"/>
              <a:t>is.</a:t>
            </a:r>
          </a:p>
          <a:p>
            <a:r>
              <a:rPr lang="en-IN"/>
              <a:t>We will look at </a:t>
            </a:r>
            <a:r>
              <a:rPr lang="en-IN" i="1">
                <a:solidFill>
                  <a:srgbClr val="0070C0"/>
                </a:solidFill>
              </a:rPr>
              <a:t>wave-particle duality</a:t>
            </a:r>
            <a:r>
              <a:rPr lang="en-IN"/>
              <a:t> of </a:t>
            </a:r>
            <a:r>
              <a:rPr lang="en-IN">
                <a:solidFill>
                  <a:srgbClr val="0070C0"/>
                </a:solidFill>
              </a:rPr>
              <a:t>electrons</a:t>
            </a:r>
            <a:r>
              <a:rPr lang="en-IN"/>
              <a:t>.</a:t>
            </a:r>
          </a:p>
          <a:p>
            <a:r>
              <a:rPr lang="en-IN"/>
              <a:t>Consequences of </a:t>
            </a:r>
            <a:r>
              <a:rPr lang="en-IN" i="1">
                <a:solidFill>
                  <a:srgbClr val="0070C0"/>
                </a:solidFill>
              </a:rPr>
              <a:t>wave-particle duality</a:t>
            </a:r>
            <a:r>
              <a:rPr lang="en-IN"/>
              <a:t>:</a:t>
            </a:r>
          </a:p>
          <a:p>
            <a:pPr lvl="1"/>
            <a:r>
              <a:rPr lang="en-IN" i="1"/>
              <a:t>De-Broglie</a:t>
            </a:r>
            <a:r>
              <a:rPr lang="en-IN"/>
              <a:t> relationship</a:t>
            </a:r>
          </a:p>
          <a:p>
            <a:pPr lvl="1"/>
            <a:r>
              <a:rPr lang="en-IN" i="1"/>
              <a:t>Heisenberg uncertainty principle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E960E600-A01C-0513-776E-DA23001F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7490272" y="2950215"/>
            <a:ext cx="3420959" cy="29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16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CCED98-9529-DCC6-459B-DD663EC0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/>
              <a:t>Wave-particle duality</a:t>
            </a:r>
          </a:p>
        </p:txBody>
      </p:sp>
      <p:pic>
        <p:nvPicPr>
          <p:cNvPr id="6" name="Picture 5" descr="A cartoon of a child&#10;&#10;Description automatically generated">
            <a:extLst>
              <a:ext uri="{FF2B5EF4-FFF2-40B4-BE49-F238E27FC236}">
                <a16:creationId xmlns:a16="http://schemas.microsoft.com/office/drawing/2014/main" id="{1538445A-5CC8-741B-87E3-111A616A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90" t="30953" r="33766"/>
          <a:stretch/>
        </p:blipFill>
        <p:spPr>
          <a:xfrm>
            <a:off x="618439" y="1710455"/>
            <a:ext cx="1116645" cy="1428650"/>
          </a:xfrm>
          <a:prstGeom prst="rect">
            <a:avLst/>
          </a:prstGeom>
        </p:spPr>
      </p:pic>
      <p:pic>
        <p:nvPicPr>
          <p:cNvPr id="8" name="Picture 7" descr="Cartoon of a person aiming an object at a computer screen&#10;&#10;Description automatically generated">
            <a:extLst>
              <a:ext uri="{FF2B5EF4-FFF2-40B4-BE49-F238E27FC236}">
                <a16:creationId xmlns:a16="http://schemas.microsoft.com/office/drawing/2014/main" id="{FA4911BF-D70C-91D1-0E9F-2922377DDF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03"/>
          <a:stretch/>
        </p:blipFill>
        <p:spPr>
          <a:xfrm>
            <a:off x="2253680" y="1710455"/>
            <a:ext cx="2071421" cy="1795666"/>
          </a:xfrm>
          <a:prstGeom prst="rect">
            <a:avLst/>
          </a:prstGeom>
        </p:spPr>
      </p:pic>
      <p:pic>
        <p:nvPicPr>
          <p:cNvPr id="9" name="Picture 8" descr="Cartoon of a person aiming an object at a computer screen&#10;&#10;Description automatically generated">
            <a:extLst>
              <a:ext uri="{FF2B5EF4-FFF2-40B4-BE49-F238E27FC236}">
                <a16:creationId xmlns:a16="http://schemas.microsoft.com/office/drawing/2014/main" id="{E5D72DF5-FC35-CCF5-1710-73DD3EC41B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88" t="79561" r="60578" b="8769"/>
          <a:stretch/>
        </p:blipFill>
        <p:spPr>
          <a:xfrm>
            <a:off x="948755" y="3101005"/>
            <a:ext cx="1304925" cy="2095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C8AA2C4-CC8B-5962-D9FA-EE43D48BACD8}"/>
              </a:ext>
            </a:extLst>
          </p:cNvPr>
          <p:cNvSpPr txBox="1"/>
          <p:nvPr/>
        </p:nvSpPr>
        <p:spPr>
          <a:xfrm>
            <a:off x="2996637" y="6483350"/>
            <a:ext cx="6214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Feynman’s lectures on physics, T. L. Dimitrova and A. Weis, </a:t>
            </a:r>
            <a:r>
              <a:rPr lang="en-IN" sz="1000" i="1"/>
              <a:t>Am. J. Phys.</a:t>
            </a:r>
            <a:r>
              <a:rPr lang="en-IN" sz="1000"/>
              <a:t> 76 2, February 2008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7838B6-E15C-94BE-3EEC-B620D6DB1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39" y="3443766"/>
            <a:ext cx="1199561" cy="27708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055232-B584-5B72-7F27-516A07AC6772}"/>
              </a:ext>
            </a:extLst>
          </p:cNvPr>
          <p:cNvSpPr txBox="1"/>
          <p:nvPr/>
        </p:nvSpPr>
        <p:spPr>
          <a:xfrm>
            <a:off x="1563761" y="4207717"/>
            <a:ext cx="1416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Distribution if 2 is closed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FC57A-BF6D-6D0E-0EE0-22513564C01E}"/>
              </a:ext>
            </a:extLst>
          </p:cNvPr>
          <p:cNvSpPr txBox="1"/>
          <p:nvPr/>
        </p:nvSpPr>
        <p:spPr>
          <a:xfrm>
            <a:off x="1523371" y="5082066"/>
            <a:ext cx="1416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Distribution if 1 is closed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265FF0-BDBC-1C2B-73CE-E5AE19B443D3}"/>
              </a:ext>
            </a:extLst>
          </p:cNvPr>
          <p:cNvSpPr txBox="1"/>
          <p:nvPr/>
        </p:nvSpPr>
        <p:spPr>
          <a:xfrm>
            <a:off x="2365061" y="201106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B8EA44-8657-2395-D8A4-F52522B1EE58}"/>
              </a:ext>
            </a:extLst>
          </p:cNvPr>
          <p:cNvSpPr txBox="1"/>
          <p:nvPr/>
        </p:nvSpPr>
        <p:spPr>
          <a:xfrm>
            <a:off x="2582680" y="197830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/>
              <a:t>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536FA6-D50E-EC0D-407D-22890F0EC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073" y="3506121"/>
            <a:ext cx="1296205" cy="28959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C90E20-9582-4DBB-2453-A7F20EFB8E27}"/>
              </a:ext>
            </a:extLst>
          </p:cNvPr>
          <p:cNvSpPr txBox="1"/>
          <p:nvPr/>
        </p:nvSpPr>
        <p:spPr>
          <a:xfrm>
            <a:off x="4379379" y="4487100"/>
            <a:ext cx="1416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Distribution if both are open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5B419D-C734-E3C3-5F7A-FAF0EF3B93D0}"/>
              </a:ext>
            </a:extLst>
          </p:cNvPr>
          <p:cNvSpPr txBox="1"/>
          <p:nvPr/>
        </p:nvSpPr>
        <p:spPr>
          <a:xfrm>
            <a:off x="1448861" y="1175762"/>
            <a:ext cx="2267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/>
              <a:t>Particle Nature</a:t>
            </a:r>
          </a:p>
        </p:txBody>
      </p:sp>
      <p:pic>
        <p:nvPicPr>
          <p:cNvPr id="22" name="Picture 21" descr="A close up of a screen&#10;&#10;Description automatically generated with medium confidence">
            <a:extLst>
              <a:ext uri="{FF2B5EF4-FFF2-40B4-BE49-F238E27FC236}">
                <a16:creationId xmlns:a16="http://schemas.microsoft.com/office/drawing/2014/main" id="{D4C3AFDF-2A27-76D9-9699-3BD61BFFC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171" y="1699836"/>
            <a:ext cx="2396548" cy="164469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913761-3008-56B7-9E2E-EA288A4AD269}"/>
              </a:ext>
            </a:extLst>
          </p:cNvPr>
          <p:cNvCxnSpPr/>
          <p:nvPr/>
        </p:nvCxnSpPr>
        <p:spPr>
          <a:xfrm flipH="1">
            <a:off x="8542350" y="2141882"/>
            <a:ext cx="5802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419335-7E03-9CA2-9E98-C8F604051E25}"/>
              </a:ext>
            </a:extLst>
          </p:cNvPr>
          <p:cNvCxnSpPr/>
          <p:nvPr/>
        </p:nvCxnSpPr>
        <p:spPr>
          <a:xfrm flipH="1">
            <a:off x="8543085" y="2588233"/>
            <a:ext cx="5802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CC9B79-4678-AF4C-DDE9-D0DBC429E4ED}"/>
              </a:ext>
            </a:extLst>
          </p:cNvPr>
          <p:cNvCxnSpPr/>
          <p:nvPr/>
        </p:nvCxnSpPr>
        <p:spPr>
          <a:xfrm flipH="1">
            <a:off x="8542350" y="3001368"/>
            <a:ext cx="5802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3D36E14-1F10-7877-D701-143E12D6028B}"/>
              </a:ext>
            </a:extLst>
          </p:cNvPr>
          <p:cNvSpPr txBox="1"/>
          <p:nvPr/>
        </p:nvSpPr>
        <p:spPr>
          <a:xfrm>
            <a:off x="9066246" y="1987993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Light band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990AFC-3757-E81A-3D86-57F7EA26BABD}"/>
              </a:ext>
            </a:extLst>
          </p:cNvPr>
          <p:cNvSpPr txBox="1"/>
          <p:nvPr/>
        </p:nvSpPr>
        <p:spPr>
          <a:xfrm>
            <a:off x="9068468" y="2432716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Light band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C355F5-8112-EE20-A5BC-E56E9C71ACDD}"/>
              </a:ext>
            </a:extLst>
          </p:cNvPr>
          <p:cNvSpPr txBox="1"/>
          <p:nvPr/>
        </p:nvSpPr>
        <p:spPr>
          <a:xfrm>
            <a:off x="9062020" y="2851866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Light band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A811A5-7900-C879-5FEC-8DB5A0297BAC}"/>
              </a:ext>
            </a:extLst>
          </p:cNvPr>
          <p:cNvSpPr txBox="1"/>
          <p:nvPr/>
        </p:nvSpPr>
        <p:spPr>
          <a:xfrm>
            <a:off x="10061613" y="1958097"/>
            <a:ext cx="155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2 slits, 3 bands</a:t>
            </a:r>
          </a:p>
          <a:p>
            <a:r>
              <a:rPr lang="en-IN" sz="1400">
                <a:solidFill>
                  <a:srgbClr val="FF0000"/>
                </a:solidFill>
              </a:rPr>
              <a:t>counterintuitive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D6ED64-AB91-0504-0A96-B61BD1833735}"/>
              </a:ext>
            </a:extLst>
          </p:cNvPr>
          <p:cNvSpPr txBox="1"/>
          <p:nvPr/>
        </p:nvSpPr>
        <p:spPr>
          <a:xfrm>
            <a:off x="10062017" y="2453128"/>
            <a:ext cx="15834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>
                <a:solidFill>
                  <a:srgbClr val="FF0000"/>
                </a:solidFill>
              </a:rPr>
              <a:t>Possible only if light bends – waves!!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5C9AF0B-9DE9-49FD-C44E-7F13A4B851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2171" y="3494717"/>
            <a:ext cx="973004" cy="27286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952C023-F12B-E719-323D-063482BE2A7A}"/>
              </a:ext>
            </a:extLst>
          </p:cNvPr>
          <p:cNvSpPr txBox="1"/>
          <p:nvPr/>
        </p:nvSpPr>
        <p:spPr>
          <a:xfrm>
            <a:off x="6869186" y="4134762"/>
            <a:ext cx="1416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Distribution if 2 is closed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B50322-B22E-B76B-B85B-349BBF455A93}"/>
              </a:ext>
            </a:extLst>
          </p:cNvPr>
          <p:cNvSpPr txBox="1"/>
          <p:nvPr/>
        </p:nvSpPr>
        <p:spPr>
          <a:xfrm>
            <a:off x="6828796" y="5151986"/>
            <a:ext cx="1416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Distribution if 1 is closed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9CF06C-BDC5-D220-6DAA-4C78F8DF05F1}"/>
              </a:ext>
            </a:extLst>
          </p:cNvPr>
          <p:cNvSpPr txBox="1"/>
          <p:nvPr/>
        </p:nvSpPr>
        <p:spPr>
          <a:xfrm>
            <a:off x="7603298" y="210164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5880E1-F6FA-DC55-8F1D-FFCEAC69F3BE}"/>
              </a:ext>
            </a:extLst>
          </p:cNvPr>
          <p:cNvSpPr txBox="1"/>
          <p:nvPr/>
        </p:nvSpPr>
        <p:spPr>
          <a:xfrm>
            <a:off x="7634414" y="274169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/>
              <a:t>2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2704663-C4D8-31C2-7DE5-D294246303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3838" y="3429000"/>
            <a:ext cx="1531864" cy="272671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37A2BE0-9F96-12FD-2291-209901F3C008}"/>
              </a:ext>
            </a:extLst>
          </p:cNvPr>
          <p:cNvSpPr txBox="1"/>
          <p:nvPr/>
        </p:nvSpPr>
        <p:spPr>
          <a:xfrm>
            <a:off x="10118600" y="4829174"/>
            <a:ext cx="1416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Distribution if both are open</a:t>
            </a:r>
          </a:p>
        </p:txBody>
      </p:sp>
      <p:pic>
        <p:nvPicPr>
          <p:cNvPr id="41" name="Picture 40" descr="A collage of images of a laser beam&#10;&#10;Description automatically generated">
            <a:extLst>
              <a:ext uri="{FF2B5EF4-FFF2-40B4-BE49-F238E27FC236}">
                <a16:creationId xmlns:a16="http://schemas.microsoft.com/office/drawing/2014/main" id="{3AF745BC-78BD-B867-434D-53E9C31441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106" t="34632" r="25438" b="29197"/>
          <a:stretch/>
        </p:blipFill>
        <p:spPr>
          <a:xfrm>
            <a:off x="10046681" y="3372814"/>
            <a:ext cx="1583493" cy="13216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41AE6EE-596D-C86A-FF1A-CEB95B4AD4D0}"/>
                  </a:ext>
                </a:extLst>
              </p:cNvPr>
              <p:cNvSpPr txBox="1"/>
              <p:nvPr/>
            </p:nvSpPr>
            <p:spPr>
              <a:xfrm>
                <a:off x="6951338" y="4552389"/>
                <a:ext cx="606320" cy="217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41AE6EE-596D-C86A-FF1A-CEB95B4AD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338" y="4552389"/>
                <a:ext cx="606320" cy="217880"/>
              </a:xfrm>
              <a:prstGeom prst="rect">
                <a:avLst/>
              </a:prstGeom>
              <a:blipFill>
                <a:blip r:embed="rId10"/>
                <a:stretch>
                  <a:fillRect l="-6000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7DE6D1-DE4C-8E87-06B7-934307E39E0E}"/>
                  </a:ext>
                </a:extLst>
              </p:cNvPr>
              <p:cNvSpPr txBox="1"/>
              <p:nvPr/>
            </p:nvSpPr>
            <p:spPr>
              <a:xfrm>
                <a:off x="6886937" y="5591684"/>
                <a:ext cx="612282" cy="218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7DE6D1-DE4C-8E87-06B7-934307E39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937" y="5591684"/>
                <a:ext cx="612282" cy="218265"/>
              </a:xfrm>
              <a:prstGeom prst="rect">
                <a:avLst/>
              </a:prstGeom>
              <a:blipFill>
                <a:blip r:embed="rId11"/>
                <a:stretch>
                  <a:fillRect l="-6000" r="-1000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29DE423-24B2-4326-45E6-1F077CC578AD}"/>
                  </a:ext>
                </a:extLst>
              </p:cNvPr>
              <p:cNvSpPr txBox="1"/>
              <p:nvPr/>
            </p:nvSpPr>
            <p:spPr>
              <a:xfrm>
                <a:off x="9210631" y="5921733"/>
                <a:ext cx="12866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40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29DE423-24B2-4326-45E6-1F077CC57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631" y="5921733"/>
                <a:ext cx="1286698" cy="215444"/>
              </a:xfrm>
              <a:prstGeom prst="rect">
                <a:avLst/>
              </a:prstGeom>
              <a:blipFill>
                <a:blip r:embed="rId12"/>
                <a:stretch>
                  <a:fillRect l="-2370" r="-474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32AD25D6-5B58-0BB0-5022-700D9D49693F}"/>
              </a:ext>
            </a:extLst>
          </p:cNvPr>
          <p:cNvSpPr txBox="1"/>
          <p:nvPr/>
        </p:nvSpPr>
        <p:spPr>
          <a:xfrm>
            <a:off x="8092900" y="1175762"/>
            <a:ext cx="2267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/>
              <a:t>Wave Nature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6C63D3-BD61-E1D4-981D-6C3E6FC74304}"/>
              </a:ext>
            </a:extLst>
          </p:cNvPr>
          <p:cNvSpPr txBox="1"/>
          <p:nvPr/>
        </p:nvSpPr>
        <p:spPr>
          <a:xfrm>
            <a:off x="6408075" y="3362706"/>
            <a:ext cx="179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Wikimedia Commons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009FDB-1156-D62C-98A1-B31CB252A589}"/>
              </a:ext>
            </a:extLst>
          </p:cNvPr>
          <p:cNvSpPr txBox="1"/>
          <p:nvPr/>
        </p:nvSpPr>
        <p:spPr>
          <a:xfrm>
            <a:off x="1633056" y="3280017"/>
            <a:ext cx="179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Physics 2000 – CU Boulder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678A2A-1B57-01B4-116D-4C481962D35E}"/>
              </a:ext>
            </a:extLst>
          </p:cNvPr>
          <p:cNvSpPr txBox="1"/>
          <p:nvPr/>
        </p:nvSpPr>
        <p:spPr>
          <a:xfrm>
            <a:off x="9180490" y="1575572"/>
            <a:ext cx="1944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Thomas Young (1801)</a:t>
            </a:r>
          </a:p>
        </p:txBody>
      </p:sp>
    </p:spTree>
    <p:extLst>
      <p:ext uri="{BB962C8B-B14F-4D97-AF65-F5344CB8AC3E}">
        <p14:creationId xmlns:p14="http://schemas.microsoft.com/office/powerpoint/2010/main" val="2868050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0" grpId="0"/>
      <p:bldP spid="26" grpId="0"/>
      <p:bldP spid="28" grpId="0"/>
      <p:bldP spid="29" grpId="0"/>
      <p:bldP spid="30" grpId="0"/>
      <p:bldP spid="31" grpId="0"/>
      <p:bldP spid="34" grpId="0"/>
      <p:bldP spid="35" grpId="0"/>
      <p:bldP spid="36" grpId="0"/>
      <p:bldP spid="37" grpId="0"/>
      <p:bldP spid="40" grpId="0"/>
      <p:bldP spid="42" grpId="0"/>
      <p:bldP spid="43" grpId="0"/>
      <p:bldP spid="44" grpId="0"/>
      <p:bldP spid="45" grpId="0"/>
      <p:bldP spid="46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ED7EB690-AE30-E8F9-9F7E-7D9C8EAC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/>
              <a:t>Wave-particle duality - electrons</a:t>
            </a:r>
          </a:p>
        </p:txBody>
      </p:sp>
      <p:pic>
        <p:nvPicPr>
          <p:cNvPr id="5" name="Picture 4" descr="Diagram of a machine with a pipe and a tube&#10;&#10;Description automatically generated with medium confidence">
            <a:extLst>
              <a:ext uri="{FF2B5EF4-FFF2-40B4-BE49-F238E27FC236}">
                <a16:creationId xmlns:a16="http://schemas.microsoft.com/office/drawing/2014/main" id="{AE0909B9-6D1D-9066-0CC1-8B7F846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33475"/>
            <a:ext cx="4953000" cy="3714750"/>
          </a:xfrm>
          <a:prstGeom prst="rect">
            <a:avLst/>
          </a:prstGeom>
        </p:spPr>
      </p:pic>
      <p:pic>
        <p:nvPicPr>
          <p:cNvPr id="7" name="Picture 6" descr="A collage of images of a television screen&#10;&#10;Description automatically generated">
            <a:extLst>
              <a:ext uri="{FF2B5EF4-FFF2-40B4-BE49-F238E27FC236}">
                <a16:creationId xmlns:a16="http://schemas.microsoft.com/office/drawing/2014/main" id="{D8CA862E-2B78-DBC7-BF78-771109FDE3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51638"/>
          <a:stretch/>
        </p:blipFill>
        <p:spPr>
          <a:xfrm>
            <a:off x="5956616" y="1202532"/>
            <a:ext cx="3066451" cy="2178844"/>
          </a:xfrm>
          <a:prstGeom prst="rect">
            <a:avLst/>
          </a:prstGeom>
        </p:spPr>
      </p:pic>
      <p:pic>
        <p:nvPicPr>
          <p:cNvPr id="8" name="Picture 7" descr="A collage of images of a television screen&#10;&#10;Description automatically generated">
            <a:extLst>
              <a:ext uri="{FF2B5EF4-FFF2-40B4-BE49-F238E27FC236}">
                <a16:creationId xmlns:a16="http://schemas.microsoft.com/office/drawing/2014/main" id="{51274B44-A152-877F-5E97-F27E495A8E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42" r="230" b="51638"/>
          <a:stretch/>
        </p:blipFill>
        <p:spPr>
          <a:xfrm>
            <a:off x="9042083" y="1202531"/>
            <a:ext cx="3080385" cy="2178844"/>
          </a:xfrm>
          <a:prstGeom prst="rect">
            <a:avLst/>
          </a:prstGeom>
        </p:spPr>
      </p:pic>
      <p:pic>
        <p:nvPicPr>
          <p:cNvPr id="9" name="Picture 8" descr="A collage of images of a television screen&#10;&#10;Description automatically generated">
            <a:extLst>
              <a:ext uri="{FF2B5EF4-FFF2-40B4-BE49-F238E27FC236}">
                <a16:creationId xmlns:a16="http://schemas.microsoft.com/office/drawing/2014/main" id="{6EFA8E7D-A9A3-FB8C-9833-ED5DB5157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697" r="50000" b="-697"/>
          <a:stretch/>
        </p:blipFill>
        <p:spPr>
          <a:xfrm>
            <a:off x="5956616" y="4136231"/>
            <a:ext cx="3066451" cy="2252663"/>
          </a:xfrm>
          <a:prstGeom prst="rect">
            <a:avLst/>
          </a:prstGeom>
        </p:spPr>
      </p:pic>
      <p:pic>
        <p:nvPicPr>
          <p:cNvPr id="10" name="Picture 9" descr="A collage of images of a television screen&#10;&#10;Description automatically generated">
            <a:extLst>
              <a:ext uri="{FF2B5EF4-FFF2-40B4-BE49-F238E27FC236}">
                <a16:creationId xmlns:a16="http://schemas.microsoft.com/office/drawing/2014/main" id="{568E57A0-BFA8-6E3A-270A-3EF8F2E050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73" t="50697" r="227" b="-697"/>
          <a:stretch/>
        </p:blipFill>
        <p:spPr>
          <a:xfrm>
            <a:off x="9055383" y="4136230"/>
            <a:ext cx="3066451" cy="22526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7874F7-4046-E86A-B939-A095943EABC0}"/>
              </a:ext>
            </a:extLst>
          </p:cNvPr>
          <p:cNvSpPr txBox="1"/>
          <p:nvPr/>
        </p:nvSpPr>
        <p:spPr>
          <a:xfrm>
            <a:off x="6833251" y="337899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/>
              <a:t>8 electrons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78EF3-8AC5-1294-C23F-FAF97CED7B87}"/>
              </a:ext>
            </a:extLst>
          </p:cNvPr>
          <p:cNvSpPr txBox="1"/>
          <p:nvPr/>
        </p:nvSpPr>
        <p:spPr>
          <a:xfrm>
            <a:off x="9912380" y="337899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/>
              <a:t>270 electrons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09CCF-9BDA-605E-CB2A-AAB963C6DAEF}"/>
              </a:ext>
            </a:extLst>
          </p:cNvPr>
          <p:cNvSpPr txBox="1"/>
          <p:nvPr/>
        </p:nvSpPr>
        <p:spPr>
          <a:xfrm>
            <a:off x="6640890" y="6388893"/>
            <a:ext cx="1697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/>
              <a:t>2000 electrons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3ACAFE-CF53-4E3F-4511-D10AAA66F036}"/>
              </a:ext>
            </a:extLst>
          </p:cNvPr>
          <p:cNvSpPr txBox="1"/>
          <p:nvPr/>
        </p:nvSpPr>
        <p:spPr>
          <a:xfrm>
            <a:off x="9720020" y="638889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/>
              <a:t>160000 electrons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E87F8F-F074-A8F3-9377-D72AB2B8B6C5}"/>
              </a:ext>
            </a:extLst>
          </p:cNvPr>
          <p:cNvSpPr txBox="1"/>
          <p:nvPr/>
        </p:nvSpPr>
        <p:spPr>
          <a:xfrm>
            <a:off x="1409700" y="4864100"/>
            <a:ext cx="3343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A. </a:t>
            </a:r>
            <a:r>
              <a:rPr lang="en-IN" sz="1000" err="1"/>
              <a:t>Tonomura</a:t>
            </a:r>
            <a:r>
              <a:rPr lang="en-IN" sz="1000"/>
              <a:t> et al. , </a:t>
            </a:r>
            <a:r>
              <a:rPr lang="en-IN" sz="1000" i="1"/>
              <a:t>Am. J. Phys.</a:t>
            </a:r>
            <a:r>
              <a:rPr lang="en-IN" sz="1000"/>
              <a:t> 57 2, February 1989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33486-93C1-6BB9-10ED-89B74A9656AD}"/>
              </a:ext>
            </a:extLst>
          </p:cNvPr>
          <p:cNvSpPr txBox="1"/>
          <p:nvPr/>
        </p:nvSpPr>
        <p:spPr>
          <a:xfrm>
            <a:off x="648621" y="5248275"/>
            <a:ext cx="5028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Electrons have both </a:t>
            </a:r>
            <a:r>
              <a:rPr lang="en-IN">
                <a:solidFill>
                  <a:srgbClr val="0070C0"/>
                </a:solidFill>
              </a:rPr>
              <a:t>particle</a:t>
            </a:r>
            <a:r>
              <a:rPr lang="en-IN"/>
              <a:t> and </a:t>
            </a:r>
            <a:r>
              <a:rPr lang="en-IN">
                <a:solidFill>
                  <a:srgbClr val="0070C0"/>
                </a:solidFill>
              </a:rPr>
              <a:t>wave</a:t>
            </a:r>
            <a:r>
              <a:rPr lang="en-IN"/>
              <a:t> nature!</a:t>
            </a:r>
          </a:p>
          <a:p>
            <a:r>
              <a:rPr lang="en-IN"/>
              <a:t>Waves associated with particles are called “</a:t>
            </a:r>
            <a:r>
              <a:rPr lang="en-IN">
                <a:solidFill>
                  <a:srgbClr val="0070C0"/>
                </a:solidFill>
              </a:rPr>
              <a:t>matter waves</a:t>
            </a:r>
            <a:r>
              <a:rPr lang="en-IN"/>
              <a:t>”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7B72A8-80F4-9C62-C194-C34145980060}"/>
              </a:ext>
            </a:extLst>
          </p:cNvPr>
          <p:cNvSpPr/>
          <p:nvPr/>
        </p:nvSpPr>
        <p:spPr>
          <a:xfrm>
            <a:off x="7764278" y="1507114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EC2A328-206A-FEC9-A1AF-09970E3F9977}"/>
              </a:ext>
            </a:extLst>
          </p:cNvPr>
          <p:cNvSpPr/>
          <p:nvPr/>
        </p:nvSpPr>
        <p:spPr>
          <a:xfrm>
            <a:off x="7139019" y="1378524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0DBD307-AE82-675D-D035-64429435B24D}"/>
              </a:ext>
            </a:extLst>
          </p:cNvPr>
          <p:cNvSpPr/>
          <p:nvPr/>
        </p:nvSpPr>
        <p:spPr>
          <a:xfrm>
            <a:off x="6241335" y="1073291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3A170F-4413-C754-9B4D-7450677C350F}"/>
              </a:ext>
            </a:extLst>
          </p:cNvPr>
          <p:cNvSpPr/>
          <p:nvPr/>
        </p:nvSpPr>
        <p:spPr>
          <a:xfrm>
            <a:off x="6495357" y="1585455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FA9F211-60A0-2924-275B-EF8C8D4BA551}"/>
              </a:ext>
            </a:extLst>
          </p:cNvPr>
          <p:cNvSpPr/>
          <p:nvPr/>
        </p:nvSpPr>
        <p:spPr>
          <a:xfrm>
            <a:off x="6048073" y="1605499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D3802E-D8EA-BC92-9045-82C30F45C93E}"/>
              </a:ext>
            </a:extLst>
          </p:cNvPr>
          <p:cNvSpPr/>
          <p:nvPr/>
        </p:nvSpPr>
        <p:spPr>
          <a:xfrm>
            <a:off x="7528064" y="3026992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CB65D9-881E-97C1-ADAB-A66949416EFE}"/>
              </a:ext>
            </a:extLst>
          </p:cNvPr>
          <p:cNvSpPr/>
          <p:nvPr/>
        </p:nvSpPr>
        <p:spPr>
          <a:xfrm>
            <a:off x="8441998" y="3107001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897CBA-2328-28D1-3618-F35BF2FFF165}"/>
              </a:ext>
            </a:extLst>
          </p:cNvPr>
          <p:cNvSpPr/>
          <p:nvPr/>
        </p:nvSpPr>
        <p:spPr>
          <a:xfrm>
            <a:off x="6680975" y="2595129"/>
            <a:ext cx="285501" cy="30523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80C68-1AD4-36E9-82B9-22A81F654808}"/>
              </a:ext>
            </a:extLst>
          </p:cNvPr>
          <p:cNvSpPr txBox="1"/>
          <p:nvPr/>
        </p:nvSpPr>
        <p:spPr>
          <a:xfrm>
            <a:off x="9569216" y="833199"/>
            <a:ext cx="18934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>
                <a:solidFill>
                  <a:srgbClr val="FF0000"/>
                </a:solidFill>
              </a:rPr>
              <a:t>Seemingly random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63C3E-8897-9A08-B2D4-5E1383E3711A}"/>
              </a:ext>
            </a:extLst>
          </p:cNvPr>
          <p:cNvSpPr txBox="1"/>
          <p:nvPr/>
        </p:nvSpPr>
        <p:spPr>
          <a:xfrm>
            <a:off x="9720020" y="3787525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>
                <a:solidFill>
                  <a:srgbClr val="FF0000"/>
                </a:solidFill>
              </a:rPr>
              <a:t>Interference fringes</a:t>
            </a:r>
          </a:p>
        </p:txBody>
      </p:sp>
    </p:spTree>
    <p:extLst>
      <p:ext uri="{BB962C8B-B14F-4D97-AF65-F5344CB8AC3E}">
        <p14:creationId xmlns:p14="http://schemas.microsoft.com/office/powerpoint/2010/main" val="1196883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793D3A49-17F8-0827-4B9E-99E86E2A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0"/>
            <a:ext cx="10515600" cy="777875"/>
          </a:xfrm>
        </p:spPr>
        <p:txBody>
          <a:bodyPr>
            <a:normAutofit fontScale="90000"/>
          </a:bodyPr>
          <a:lstStyle/>
          <a:p>
            <a:r>
              <a:rPr lang="en-IN" sz="3600"/>
              <a:t>De Broglie Relationship &amp; Heisenberg Uncertainty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9EF7D-54FB-FC7A-2841-775DE30C8DAF}"/>
              </a:ext>
            </a:extLst>
          </p:cNvPr>
          <p:cNvSpPr txBox="1"/>
          <p:nvPr/>
        </p:nvSpPr>
        <p:spPr>
          <a:xfrm>
            <a:off x="990600" y="952500"/>
            <a:ext cx="510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Consequence of wave particle duality: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Every </a:t>
            </a:r>
            <a:r>
              <a:rPr lang="en-IN" sz="1600">
                <a:solidFill>
                  <a:srgbClr val="0070C0"/>
                </a:solidFill>
              </a:rPr>
              <a:t>particle having momentum</a:t>
            </a:r>
            <a:r>
              <a:rPr lang="en-IN" sz="1600"/>
              <a:t> has a </a:t>
            </a:r>
            <a:r>
              <a:rPr lang="en-IN" sz="1600">
                <a:solidFill>
                  <a:srgbClr val="0070C0"/>
                </a:solidFill>
              </a:rPr>
              <a:t>wavelength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Every </a:t>
            </a:r>
            <a:r>
              <a:rPr lang="en-IN" sz="1600">
                <a:solidFill>
                  <a:srgbClr val="0070C0"/>
                </a:solidFill>
              </a:rPr>
              <a:t>wave</a:t>
            </a:r>
            <a:r>
              <a:rPr lang="en-IN" sz="1600"/>
              <a:t> has a </a:t>
            </a:r>
            <a:r>
              <a:rPr lang="en-IN" sz="1600">
                <a:solidFill>
                  <a:srgbClr val="0070C0"/>
                </a:solidFill>
              </a:rPr>
              <a:t>momentum</a:t>
            </a:r>
            <a:r>
              <a:rPr lang="en-IN" sz="1600"/>
              <a:t> associated</a:t>
            </a:r>
          </a:p>
        </p:txBody>
      </p:sp>
      <p:pic>
        <p:nvPicPr>
          <p:cNvPr id="6" name="Picture 5" descr="A red line on a black background&#10;&#10;Description automatically generated">
            <a:extLst>
              <a:ext uri="{FF2B5EF4-FFF2-40B4-BE49-F238E27FC236}">
                <a16:creationId xmlns:a16="http://schemas.microsoft.com/office/drawing/2014/main" id="{0F5F0090-01D0-8C0D-6153-390291B3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01" r="12378"/>
          <a:stretch/>
        </p:blipFill>
        <p:spPr>
          <a:xfrm>
            <a:off x="1193052" y="1932214"/>
            <a:ext cx="2031325" cy="2068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498270-6473-76BC-01F4-441121864FE4}"/>
              </a:ext>
            </a:extLst>
          </p:cNvPr>
          <p:cNvSpPr txBox="1"/>
          <p:nvPr/>
        </p:nvSpPr>
        <p:spPr>
          <a:xfrm>
            <a:off x="3385166" y="1938832"/>
            <a:ext cx="18293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/>
              <a:t>For </a:t>
            </a:r>
            <a:r>
              <a:rPr lang="en-IN" sz="1600">
                <a:solidFill>
                  <a:srgbClr val="0070C0"/>
                </a:solidFill>
              </a:rPr>
              <a:t>matter waves</a:t>
            </a:r>
            <a:r>
              <a:rPr lang="en-IN" sz="1600"/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D7D494-2FC9-006A-D00F-593AE89ED4B6}"/>
                  </a:ext>
                </a:extLst>
              </p:cNvPr>
              <p:cNvSpPr txBox="1"/>
              <p:nvPr/>
            </p:nvSpPr>
            <p:spPr>
              <a:xfrm>
                <a:off x="3655455" y="2290503"/>
                <a:ext cx="124098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D7D494-2FC9-006A-D00F-593AE89ED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455" y="2290503"/>
                <a:ext cx="1240985" cy="369332"/>
              </a:xfrm>
              <a:prstGeom prst="rect">
                <a:avLst/>
              </a:prstGeom>
              <a:blipFill>
                <a:blip r:embed="rId3"/>
                <a:stretch>
                  <a:fillRect l="-2463" t="-168333" r="-57635" b="-25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9E27DE-516E-12B7-BE90-F231036AFC94}"/>
                  </a:ext>
                </a:extLst>
              </p:cNvPr>
              <p:cNvSpPr txBox="1"/>
              <p:nvPr/>
            </p:nvSpPr>
            <p:spPr>
              <a:xfrm>
                <a:off x="3430740" y="2750044"/>
                <a:ext cx="20086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600"/>
                  <a:t>: Wavelength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IN" sz="1600"/>
                  <a:t>: Planck’s constant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600"/>
                  <a:t>: Momentum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9E27DE-516E-12B7-BE90-F231036AF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740" y="2750044"/>
                <a:ext cx="2008691" cy="830997"/>
              </a:xfrm>
              <a:prstGeom prst="rect">
                <a:avLst/>
              </a:prstGeom>
              <a:blipFill>
                <a:blip r:embed="rId4"/>
                <a:stretch>
                  <a:fillRect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C2E5C19-C292-3976-A01F-6E51FB79FA3E}"/>
                  </a:ext>
                </a:extLst>
              </p:cNvPr>
              <p:cNvSpPr/>
              <p:nvPr/>
            </p:nvSpPr>
            <p:spPr>
              <a:xfrm>
                <a:off x="2466347" y="4503533"/>
                <a:ext cx="437960" cy="41490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IN" b="1"/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C2E5C19-C292-3976-A01F-6E51FB79F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347" y="4503533"/>
                <a:ext cx="437960" cy="41490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artoon of a child&#10;&#10;Description automatically generated">
            <a:extLst>
              <a:ext uri="{FF2B5EF4-FFF2-40B4-BE49-F238E27FC236}">
                <a16:creationId xmlns:a16="http://schemas.microsoft.com/office/drawing/2014/main" id="{F6981061-2030-E3F1-050A-8480BF6B09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890" t="30953" r="33766"/>
          <a:stretch/>
        </p:blipFill>
        <p:spPr>
          <a:xfrm>
            <a:off x="3093313" y="4110155"/>
            <a:ext cx="1369143" cy="1751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664281-CCB5-41AC-0FEE-FB307307680C}"/>
                  </a:ext>
                </a:extLst>
              </p:cNvPr>
              <p:cNvSpPr txBox="1"/>
              <p:nvPr/>
            </p:nvSpPr>
            <p:spPr>
              <a:xfrm>
                <a:off x="4423951" y="4033039"/>
                <a:ext cx="1965025" cy="1959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b="0" u="sng">
                    <a:latin typeface="Arial  "/>
                  </a:rPr>
                  <a:t>Average human</a:t>
                </a:r>
                <a:r>
                  <a:rPr lang="en-IN" sz="1600" b="0">
                    <a:latin typeface="Arial  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=75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IN" sz="1600" b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=1.4 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sz="1600" b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=6.63×</m:t>
                    </m:r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−34</m:t>
                        </m:r>
                      </m:sup>
                    </m:sSup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𝐽𝑠</m:t>
                    </m:r>
                  </m:oMath>
                </a14:m>
                <a:r>
                  <a:rPr lang="en-IN" sz="160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6.63×</m:t>
                        </m:r>
                        <m:sSup>
                          <m:sSup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−34</m:t>
                            </m:r>
                          </m:sup>
                        </m:sSup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75×1.4</m:t>
                        </m:r>
                      </m:den>
                    </m:f>
                  </m:oMath>
                </a14:m>
                <a:r>
                  <a:rPr lang="en-IN" sz="1600" b="0" i="1">
                    <a:latin typeface="Cambria Math" panose="02040503050406030204" pitchFamily="18" charset="0"/>
                  </a:rPr>
                  <a:t> </a:t>
                </a:r>
              </a:p>
              <a:p>
                <a:endParaRPr lang="en-IN" sz="1600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16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IN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𝟑𝟔</m:t>
                        </m:r>
                      </m:sup>
                    </m:sSup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b="1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664281-CCB5-41AC-0FEE-FB3073076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951" y="4033039"/>
                <a:ext cx="1965025" cy="1959383"/>
              </a:xfrm>
              <a:prstGeom prst="rect">
                <a:avLst/>
              </a:prstGeom>
              <a:blipFill>
                <a:blip r:embed="rId7"/>
                <a:stretch>
                  <a:fillRect l="-1863" t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00C2EC-C157-409D-0620-9CB230F87CE7}"/>
                  </a:ext>
                </a:extLst>
              </p:cNvPr>
              <p:cNvSpPr txBox="1"/>
              <p:nvPr/>
            </p:nvSpPr>
            <p:spPr>
              <a:xfrm>
                <a:off x="409437" y="4042592"/>
                <a:ext cx="2683876" cy="19661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b="0" u="sng">
                    <a:latin typeface="Arial  "/>
                  </a:rPr>
                  <a:t>Electron</a:t>
                </a:r>
                <a:r>
                  <a:rPr lang="en-IN" sz="1600" b="0">
                    <a:latin typeface="Arial  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=9.1×</m:t>
                    </m:r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−31</m:t>
                        </m:r>
                      </m:sup>
                    </m:sSup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IN" sz="1600" b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=2.6×</m:t>
                    </m:r>
                    <m:sSup>
                      <m:sSupPr>
                        <m:ctrlPr>
                          <a:rPr lang="en-IN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sz="1600" b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=6.63×</m:t>
                    </m:r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−34</m:t>
                        </m:r>
                      </m:sup>
                    </m:sSup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𝐽𝑠</m:t>
                    </m:r>
                  </m:oMath>
                </a14:m>
                <a:r>
                  <a:rPr lang="en-IN" sz="160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6.63×</m:t>
                        </m:r>
                        <m:sSup>
                          <m:sSup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−34</m:t>
                            </m:r>
                          </m:sup>
                        </m:sSup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9.1×</m:t>
                        </m:r>
                        <m:sSup>
                          <m:sSup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−31</m:t>
                            </m:r>
                          </m:sup>
                        </m:s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2.6×</m:t>
                        </m:r>
                        <m:sSup>
                          <m:sSupPr>
                            <m:ctrlPr>
                              <a:rPr lang="en-IN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1600" i="1" dirty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b="0" i="1">
                    <a:latin typeface="Cambria Math" panose="02040503050406030204" pitchFamily="18" charset="0"/>
                  </a:rPr>
                  <a:t> </a:t>
                </a:r>
              </a:p>
              <a:p>
                <a:endParaRPr lang="en-IN" sz="1600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16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IN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 Å</m:t>
                    </m:r>
                  </m:oMath>
                </a14:m>
                <a:r>
                  <a:rPr lang="en-IN" sz="1600" b="1"/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00C2EC-C157-409D-0620-9CB230F87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7" y="4042592"/>
                <a:ext cx="2683876" cy="1966116"/>
              </a:xfrm>
              <a:prstGeom prst="rect">
                <a:avLst/>
              </a:prstGeom>
              <a:blipFill>
                <a:blip r:embed="rId8"/>
                <a:stretch>
                  <a:fillRect l="-1136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A red line on a black background&#10;&#10;Description automatically generated">
            <a:extLst>
              <a:ext uri="{FF2B5EF4-FFF2-40B4-BE49-F238E27FC236}">
                <a16:creationId xmlns:a16="http://schemas.microsoft.com/office/drawing/2014/main" id="{43CBFD2F-BCDA-F900-0243-90F960C0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52" t="16135" r="24131" b="16166"/>
          <a:stretch/>
        </p:blipFill>
        <p:spPr>
          <a:xfrm>
            <a:off x="8220076" y="1457325"/>
            <a:ext cx="1333500" cy="1400176"/>
          </a:xfrm>
          <a:prstGeom prst="rect">
            <a:avLst/>
          </a:prstGeom>
        </p:spPr>
      </p:pic>
      <p:pic>
        <p:nvPicPr>
          <p:cNvPr id="16" name="Picture 15" descr="A red line on a black background&#10;&#10;Description automatically generated">
            <a:extLst>
              <a:ext uri="{FF2B5EF4-FFF2-40B4-BE49-F238E27FC236}">
                <a16:creationId xmlns:a16="http://schemas.microsoft.com/office/drawing/2014/main" id="{13EEA58E-A62F-47E8-B53D-5277DE4A392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70000"/>
          </a:blip>
          <a:srcRect l="30952" t="16135" r="24131" b="16166"/>
          <a:stretch/>
        </p:blipFill>
        <p:spPr>
          <a:xfrm>
            <a:off x="9553576" y="1453057"/>
            <a:ext cx="1333500" cy="1400176"/>
          </a:xfrm>
          <a:prstGeom prst="rect">
            <a:avLst/>
          </a:prstGeom>
        </p:spPr>
      </p:pic>
      <p:pic>
        <p:nvPicPr>
          <p:cNvPr id="17" name="Picture 16" descr="A red line on a black background&#10;&#10;Description automatically generated">
            <a:extLst>
              <a:ext uri="{FF2B5EF4-FFF2-40B4-BE49-F238E27FC236}">
                <a16:creationId xmlns:a16="http://schemas.microsoft.com/office/drawing/2014/main" id="{B0826FC1-3CDB-5DE8-4A0C-5F98627CF34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70000"/>
          </a:blip>
          <a:srcRect l="30952" t="16135" r="24131" b="16166"/>
          <a:stretch/>
        </p:blipFill>
        <p:spPr>
          <a:xfrm>
            <a:off x="6886576" y="1461593"/>
            <a:ext cx="1333500" cy="14001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312B70-D79A-034D-7453-D27DC31200B9}"/>
                  </a:ext>
                </a:extLst>
              </p:cNvPr>
              <p:cNvSpPr txBox="1"/>
              <p:nvPr/>
            </p:nvSpPr>
            <p:spPr>
              <a:xfrm>
                <a:off x="6408027" y="990600"/>
                <a:ext cx="539994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/>
                  <a:t>If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600">
                    <a:solidFill>
                      <a:srgbClr val="0070C0"/>
                    </a:solidFill>
                  </a:rPr>
                  <a:t> is known</a:t>
                </a:r>
                <a:r>
                  <a:rPr lang="en-IN" sz="1600"/>
                  <a:t>, then by De Broglie’s relationship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600"/>
                  <a:t> is known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312B70-D79A-034D-7453-D27DC3120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027" y="990600"/>
                <a:ext cx="5399940" cy="338554"/>
              </a:xfrm>
              <a:prstGeom prst="rect">
                <a:avLst/>
              </a:prstGeom>
              <a:blipFill>
                <a:blip r:embed="rId9"/>
                <a:stretch>
                  <a:fillRect l="-564" t="-5455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9231E89-85FC-FF71-208F-202B7CCFBA81}"/>
              </a:ext>
            </a:extLst>
          </p:cNvPr>
          <p:cNvCxnSpPr>
            <a:cxnSpLocks/>
          </p:cNvCxnSpPr>
          <p:nvPr/>
        </p:nvCxnSpPr>
        <p:spPr>
          <a:xfrm>
            <a:off x="10943476" y="2153145"/>
            <a:ext cx="49679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AEA984-85BC-E37D-006B-B261C53D53A2}"/>
              </a:ext>
            </a:extLst>
          </p:cNvPr>
          <p:cNvCxnSpPr>
            <a:cxnSpLocks/>
          </p:cNvCxnSpPr>
          <p:nvPr/>
        </p:nvCxnSpPr>
        <p:spPr>
          <a:xfrm>
            <a:off x="6360401" y="2161681"/>
            <a:ext cx="49679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9FD826-D2AD-501D-BF89-60BDE68FB77B}"/>
                  </a:ext>
                </a:extLst>
              </p:cNvPr>
              <p:cNvSpPr txBox="1"/>
              <p:nvPr/>
            </p:nvSpPr>
            <p:spPr>
              <a:xfrm>
                <a:off x="9107997" y="1343132"/>
                <a:ext cx="2292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9FD826-D2AD-501D-BF89-60BDE68FB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997" y="1343132"/>
                <a:ext cx="229230" cy="276999"/>
              </a:xfrm>
              <a:prstGeom prst="rect">
                <a:avLst/>
              </a:prstGeom>
              <a:blipFill>
                <a:blip r:embed="rId10"/>
                <a:stretch>
                  <a:fillRect l="-15789" r="-13158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85E712-155D-5B06-A317-A275061667AC}"/>
                  </a:ext>
                </a:extLst>
              </p:cNvPr>
              <p:cNvSpPr txBox="1"/>
              <p:nvPr/>
            </p:nvSpPr>
            <p:spPr>
              <a:xfrm>
                <a:off x="10441558" y="1326297"/>
                <a:ext cx="2292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85E712-155D-5B06-A317-A27506166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58" y="1326297"/>
                <a:ext cx="229230" cy="276999"/>
              </a:xfrm>
              <a:prstGeom prst="rect">
                <a:avLst/>
              </a:prstGeom>
              <a:blipFill>
                <a:blip r:embed="rId10"/>
                <a:stretch>
                  <a:fillRect l="-16216" r="-16216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06535C-19FA-D2D5-C7B6-546557845FCB}"/>
                  </a:ext>
                </a:extLst>
              </p:cNvPr>
              <p:cNvSpPr txBox="1"/>
              <p:nvPr/>
            </p:nvSpPr>
            <p:spPr>
              <a:xfrm>
                <a:off x="7774497" y="1326296"/>
                <a:ext cx="2292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06535C-19FA-D2D5-C7B6-546557845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497" y="1326296"/>
                <a:ext cx="229230" cy="276999"/>
              </a:xfrm>
              <a:prstGeom prst="rect">
                <a:avLst/>
              </a:prstGeom>
              <a:blipFill>
                <a:blip r:embed="rId10"/>
                <a:stretch>
                  <a:fillRect l="-15789" r="-13158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AAAFB8-659F-5D3D-3987-CD18A45A6F06}"/>
              </a:ext>
            </a:extLst>
          </p:cNvPr>
          <p:cNvCxnSpPr>
            <a:cxnSpLocks/>
          </p:cNvCxnSpPr>
          <p:nvPr/>
        </p:nvCxnSpPr>
        <p:spPr>
          <a:xfrm>
            <a:off x="7889112" y="1646301"/>
            <a:ext cx="0" cy="135868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FC56C3-A1D7-CF03-4D09-3916C7F623DB}"/>
              </a:ext>
            </a:extLst>
          </p:cNvPr>
          <p:cNvCxnSpPr>
            <a:cxnSpLocks/>
          </p:cNvCxnSpPr>
          <p:nvPr/>
        </p:nvCxnSpPr>
        <p:spPr>
          <a:xfrm>
            <a:off x="9222612" y="1613983"/>
            <a:ext cx="0" cy="13925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FF55A1-FA12-0C06-C330-36125880B2A6}"/>
              </a:ext>
            </a:extLst>
          </p:cNvPr>
          <p:cNvCxnSpPr>
            <a:cxnSpLocks/>
          </p:cNvCxnSpPr>
          <p:nvPr/>
        </p:nvCxnSpPr>
        <p:spPr>
          <a:xfrm>
            <a:off x="10556173" y="1596307"/>
            <a:ext cx="0" cy="1411057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406583-2A7C-0663-9618-3B42CB8CCB22}"/>
                  </a:ext>
                </a:extLst>
              </p:cNvPr>
              <p:cNvSpPr txBox="1"/>
              <p:nvPr/>
            </p:nvSpPr>
            <p:spPr>
              <a:xfrm>
                <a:off x="6229484" y="3004723"/>
                <a:ext cx="56958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IN" sz="1600"/>
                  <a:t> is assumed to have max probability of residence at peak – which peak shall we consider?? </a:t>
                </a:r>
                <a:r>
                  <a:rPr lang="en-IN" sz="1600">
                    <a:solidFill>
                      <a:srgbClr val="0070C0"/>
                    </a:solidFill>
                  </a:rPr>
                  <a:t>Uncertainty in “position” measurement is infinity!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sty m:val="p"/>
                      </m:rPr>
                      <a:rPr lang="en-IN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IN" sz="160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406583-2A7C-0663-9618-3B42CB8C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484" y="3004723"/>
                <a:ext cx="5695816" cy="830997"/>
              </a:xfrm>
              <a:prstGeom prst="rect">
                <a:avLst/>
              </a:prstGeom>
              <a:blipFill>
                <a:blip r:embed="rId11"/>
                <a:stretch>
                  <a:fillRect l="-642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 descr="A blue line graph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7F942DB6-FCF8-6390-6454-8F593DE48B0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0264" b="76148"/>
          <a:stretch/>
        </p:blipFill>
        <p:spPr>
          <a:xfrm>
            <a:off x="8350557" y="4258808"/>
            <a:ext cx="1545919" cy="1116047"/>
          </a:xfrm>
          <a:prstGeom prst="rect">
            <a:avLst/>
          </a:prstGeom>
        </p:spPr>
      </p:pic>
      <p:pic>
        <p:nvPicPr>
          <p:cNvPr id="38" name="Picture 37" descr="A diagram of a wave&#10;&#10;Description automatically generated">
            <a:extLst>
              <a:ext uri="{FF2B5EF4-FFF2-40B4-BE49-F238E27FC236}">
                <a16:creationId xmlns:a16="http://schemas.microsoft.com/office/drawing/2014/main" id="{D4F75E2F-416D-444A-310D-D0FFD81688A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1935" t="26473" r="24091" b="20279"/>
          <a:stretch/>
        </p:blipFill>
        <p:spPr>
          <a:xfrm>
            <a:off x="6731876" y="4090217"/>
            <a:ext cx="1648330" cy="1453230"/>
          </a:xfrm>
          <a:prstGeom prst="round1Rect">
            <a:avLst>
              <a:gd name="adj" fmla="val 19944"/>
            </a:avLst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C2BB6B5-6A29-331E-5037-DCFEF249BE6B}"/>
              </a:ext>
            </a:extLst>
          </p:cNvPr>
          <p:cNvSpPr txBox="1"/>
          <p:nvPr/>
        </p:nvSpPr>
        <p:spPr>
          <a:xfrm>
            <a:off x="6715542" y="5494711"/>
            <a:ext cx="1664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/>
              <a:t>Superposition of waves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7D5559-7898-CE44-9C8C-DC87B3668077}"/>
              </a:ext>
            </a:extLst>
          </p:cNvPr>
          <p:cNvSpPr txBox="1"/>
          <p:nvPr/>
        </p:nvSpPr>
        <p:spPr>
          <a:xfrm>
            <a:off x="8291184" y="3898012"/>
            <a:ext cx="1664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/>
              <a:t>Wave-packet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E7FCEDF-6F85-E538-1248-95245C170820}"/>
              </a:ext>
            </a:extLst>
          </p:cNvPr>
          <p:cNvCxnSpPr>
            <a:cxnSpLocks/>
          </p:cNvCxnSpPr>
          <p:nvPr/>
        </p:nvCxnSpPr>
        <p:spPr>
          <a:xfrm>
            <a:off x="8479662" y="4815369"/>
            <a:ext cx="0" cy="971729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C381E7-F521-5440-CD0C-1EECDC9F20E0}"/>
              </a:ext>
            </a:extLst>
          </p:cNvPr>
          <p:cNvCxnSpPr>
            <a:cxnSpLocks/>
          </p:cNvCxnSpPr>
          <p:nvPr/>
        </p:nvCxnSpPr>
        <p:spPr>
          <a:xfrm>
            <a:off x="9822687" y="4815368"/>
            <a:ext cx="0" cy="971729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9914FF2-F71A-DA46-7077-736313879E1B}"/>
              </a:ext>
            </a:extLst>
          </p:cNvPr>
          <p:cNvCxnSpPr/>
          <p:nvPr/>
        </p:nvCxnSpPr>
        <p:spPr>
          <a:xfrm>
            <a:off x="8479662" y="5787098"/>
            <a:ext cx="1302513" cy="808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C04D33-3E96-31F6-3C43-49482F150240}"/>
                  </a:ext>
                </a:extLst>
              </p:cNvPr>
              <p:cNvSpPr txBox="1"/>
              <p:nvPr/>
            </p:nvSpPr>
            <p:spPr>
              <a:xfrm>
                <a:off x="9038044" y="5511289"/>
                <a:ext cx="1709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IN" sz="160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C04D33-3E96-31F6-3C43-49482F150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044" y="5511289"/>
                <a:ext cx="170944" cy="246221"/>
              </a:xfrm>
              <a:prstGeom prst="rect">
                <a:avLst/>
              </a:prstGeom>
              <a:blipFill>
                <a:blip r:embed="rId14"/>
                <a:stretch>
                  <a:fillRect l="-25000" r="-2142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FA2BBE1-AAC2-4DCC-A201-0175E8D157E8}"/>
                  </a:ext>
                </a:extLst>
              </p:cNvPr>
              <p:cNvSpPr txBox="1"/>
              <p:nvPr/>
            </p:nvSpPr>
            <p:spPr>
              <a:xfrm>
                <a:off x="8785282" y="5802636"/>
                <a:ext cx="6764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60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FA2BBE1-AAC2-4DCC-A201-0175E8D15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282" y="5802636"/>
                <a:ext cx="676467" cy="246221"/>
              </a:xfrm>
              <a:prstGeom prst="rect">
                <a:avLst/>
              </a:prstGeom>
              <a:blipFill>
                <a:blip r:embed="rId15"/>
                <a:stretch>
                  <a:fillRect l="-5405" r="-5405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725EB0-64EC-BB31-8D5B-1934AD3DB786}"/>
                  </a:ext>
                </a:extLst>
              </p:cNvPr>
              <p:cNvSpPr txBox="1"/>
              <p:nvPr/>
            </p:nvSpPr>
            <p:spPr>
              <a:xfrm>
                <a:off x="10033347" y="3982632"/>
                <a:ext cx="1969083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/>
                  <a:t>The wave-packet is made of many waves – no definite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600"/>
                  <a:t> implying no definite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600"/>
                  <a:t>. </a:t>
                </a:r>
                <a:r>
                  <a:rPr lang="en-IN" sz="1600">
                    <a:solidFill>
                      <a:srgbClr val="0070C0"/>
                    </a:solidFill>
                  </a:rPr>
                  <a:t>Uncertainty in “momentum” is infinity!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IN" sz="160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725EB0-64EC-BB31-8D5B-1934AD3DB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347" y="3982632"/>
                <a:ext cx="1969083" cy="2062103"/>
              </a:xfrm>
              <a:prstGeom prst="rect">
                <a:avLst/>
              </a:prstGeom>
              <a:blipFill>
                <a:blip r:embed="rId16"/>
                <a:stretch>
                  <a:fillRect l="-1858" t="-885" r="-2477"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998A952-2EC2-7171-FBE6-02CA41E2356D}"/>
                  </a:ext>
                </a:extLst>
              </p:cNvPr>
              <p:cNvSpPr txBox="1"/>
              <p:nvPr/>
            </p:nvSpPr>
            <p:spPr>
              <a:xfrm>
                <a:off x="8560071" y="6100631"/>
                <a:ext cx="1235916" cy="526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</m:oMath>
                  </m:oMathPara>
                </a14:m>
                <a:endParaRPr lang="en-IN" b="1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998A952-2EC2-7171-FBE6-02CA41E23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071" y="6100631"/>
                <a:ext cx="1235916" cy="526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45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2" grpId="0"/>
      <p:bldP spid="14" grpId="0"/>
      <p:bldP spid="18" grpId="0"/>
      <p:bldP spid="22" grpId="0"/>
      <p:bldP spid="23" grpId="0"/>
      <p:bldP spid="24" grpId="0"/>
      <p:bldP spid="34" grpId="0"/>
      <p:bldP spid="39" grpId="0"/>
      <p:bldP spid="40" grpId="0"/>
      <p:bldP spid="46" grpId="0"/>
      <p:bldP spid="47" grpId="0"/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/>
              <a:t>We understood how </a:t>
            </a:r>
            <a:r>
              <a:rPr lang="en-IN" i="1">
                <a:solidFill>
                  <a:srgbClr val="0070C0"/>
                </a:solidFill>
              </a:rPr>
              <a:t>wave-nature </a:t>
            </a:r>
            <a:r>
              <a:rPr lang="en-IN"/>
              <a:t>and</a:t>
            </a:r>
            <a:r>
              <a:rPr lang="en-IN" i="1">
                <a:solidFill>
                  <a:srgbClr val="0070C0"/>
                </a:solidFill>
              </a:rPr>
              <a:t> particle-nature</a:t>
            </a:r>
            <a:r>
              <a:rPr lang="en-IN" i="1"/>
              <a:t> </a:t>
            </a:r>
            <a:r>
              <a:rPr lang="en-IN"/>
              <a:t>can be distinguished experimentally.</a:t>
            </a:r>
          </a:p>
          <a:p>
            <a:r>
              <a:rPr lang="en-IN"/>
              <a:t>We learnt that electrons could have both </a:t>
            </a:r>
            <a:r>
              <a:rPr lang="en-IN" i="1">
                <a:solidFill>
                  <a:srgbClr val="0070C0"/>
                </a:solidFill>
              </a:rPr>
              <a:t>wave or particle nature</a:t>
            </a:r>
            <a:r>
              <a:rPr lang="en-IN"/>
              <a:t>.</a:t>
            </a:r>
          </a:p>
          <a:p>
            <a:r>
              <a:rPr lang="en-IN"/>
              <a:t>We learnt that every matter has waves associated with it – </a:t>
            </a:r>
            <a:r>
              <a:rPr lang="en-IN" i="1">
                <a:solidFill>
                  <a:srgbClr val="0070C0"/>
                </a:solidFill>
              </a:rPr>
              <a:t>De Broglie’s hypothesis</a:t>
            </a:r>
          </a:p>
          <a:p>
            <a:r>
              <a:rPr lang="en-IN"/>
              <a:t>We learnt that position and momentum cannot be measured simultaneously for quantum systems – </a:t>
            </a:r>
            <a:r>
              <a:rPr lang="en-IN" i="1">
                <a:solidFill>
                  <a:srgbClr val="0070C0"/>
                </a:solidFill>
              </a:rPr>
              <a:t>Heisenberg Uncertainty</a:t>
            </a:r>
            <a:endParaRPr lang="en-IN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678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/>
          <a:lstStyle/>
          <a:p>
            <a:r>
              <a:rPr lang="en-US"/>
              <a:t>Electron &amp; its Quirks!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/>
              <a:t>Lecture 3</a:t>
            </a:r>
          </a:p>
          <a:p>
            <a:r>
              <a:rPr lang="en-US"/>
              <a:t>Sayan Bhowmik</a:t>
            </a:r>
          </a:p>
          <a:p>
            <a:r>
              <a:rPr lang="en-US"/>
              <a:t>School of Chemical &amp; Biomolecular Engineering</a:t>
            </a:r>
          </a:p>
          <a:p>
            <a:r>
              <a:rPr lang="en-US"/>
              <a:t>College of Engineering</a:t>
            </a:r>
          </a:p>
          <a:p>
            <a:r>
              <a:rPr lang="en-US"/>
              <a:t>Georgia Institute of Technology</a:t>
            </a:r>
          </a:p>
        </p:txBody>
      </p:sp>
      <p:pic>
        <p:nvPicPr>
          <p:cNvPr id="7" name="Picture 6" descr="A couple of red and black objects&#10;&#10;Description automatically generated">
            <a:extLst>
              <a:ext uri="{FF2B5EF4-FFF2-40B4-BE49-F238E27FC236}">
                <a16:creationId xmlns:a16="http://schemas.microsoft.com/office/drawing/2014/main" id="{D6BD3A41-93A1-669D-EB9C-55BB1695B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567" b="7153"/>
          <a:stretch/>
        </p:blipFill>
        <p:spPr>
          <a:xfrm>
            <a:off x="2952750" y="1944405"/>
            <a:ext cx="1162050" cy="1517940"/>
          </a:xfrm>
          <a:prstGeom prst="rect">
            <a:avLst/>
          </a:prstGeom>
        </p:spPr>
      </p:pic>
      <p:pic>
        <p:nvPicPr>
          <p:cNvPr id="9" name="Picture 8" descr="A diagram of a atom&#10;&#10;Description automatically generated">
            <a:extLst>
              <a:ext uri="{FF2B5EF4-FFF2-40B4-BE49-F238E27FC236}">
                <a16:creationId xmlns:a16="http://schemas.microsoft.com/office/drawing/2014/main" id="{45F1F362-35F4-BC20-F9B6-347A031BAB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9" b="1667"/>
          <a:stretch/>
        </p:blipFill>
        <p:spPr>
          <a:xfrm>
            <a:off x="4908997" y="1645934"/>
            <a:ext cx="2374007" cy="2064068"/>
          </a:xfrm>
          <a:prstGeom prst="rect">
            <a:avLst/>
          </a:prstGeom>
        </p:spPr>
      </p:pic>
      <p:pic>
        <p:nvPicPr>
          <p:cNvPr id="10" name="Picture 9" descr="A couple of red and black objects&#10;&#10;Description automatically generated">
            <a:extLst>
              <a:ext uri="{FF2B5EF4-FFF2-40B4-BE49-F238E27FC236}">
                <a16:creationId xmlns:a16="http://schemas.microsoft.com/office/drawing/2014/main" id="{EC4A888D-FC12-2CCB-B87F-B8B74D61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72" r="371" b="7153"/>
          <a:stretch/>
        </p:blipFill>
        <p:spPr>
          <a:xfrm>
            <a:off x="8162924" y="1944405"/>
            <a:ext cx="1095375" cy="151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6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/>
              <a:t>We will understand what </a:t>
            </a:r>
            <a:r>
              <a:rPr lang="en-IN" i="1">
                <a:solidFill>
                  <a:srgbClr val="0070C0"/>
                </a:solidFill>
              </a:rPr>
              <a:t>free electron motion </a:t>
            </a:r>
            <a:r>
              <a:rPr lang="en-IN"/>
              <a:t>is.</a:t>
            </a:r>
          </a:p>
          <a:p>
            <a:r>
              <a:rPr lang="en-IN"/>
              <a:t>We will look at </a:t>
            </a:r>
            <a:r>
              <a:rPr lang="en-IN" i="1">
                <a:solidFill>
                  <a:srgbClr val="0070C0"/>
                </a:solidFill>
              </a:rPr>
              <a:t>waves in confinement – standing waves</a:t>
            </a:r>
            <a:r>
              <a:rPr lang="en-IN"/>
              <a:t>.</a:t>
            </a:r>
          </a:p>
          <a:p>
            <a:r>
              <a:rPr lang="en-IN"/>
              <a:t>Consequences of </a:t>
            </a:r>
            <a:r>
              <a:rPr lang="en-IN" i="1">
                <a:solidFill>
                  <a:srgbClr val="0070C0"/>
                </a:solidFill>
              </a:rPr>
              <a:t>electrons in confinement</a:t>
            </a:r>
            <a:r>
              <a:rPr lang="en-IN"/>
              <a:t>:</a:t>
            </a:r>
          </a:p>
          <a:p>
            <a:pPr lvl="1"/>
            <a:r>
              <a:rPr lang="en-IN" i="1"/>
              <a:t>Time-dependent Schrodinger Equation</a:t>
            </a:r>
            <a:endParaRPr lang="en-IN"/>
          </a:p>
          <a:p>
            <a:pPr lvl="1"/>
            <a:r>
              <a:rPr lang="en-IN" i="1">
                <a:solidFill>
                  <a:srgbClr val="0070C0"/>
                </a:solidFill>
              </a:rPr>
              <a:t>Time-independent Schrodinger Equation (Stationary States)</a:t>
            </a:r>
          </a:p>
          <a:p>
            <a:r>
              <a:rPr lang="en-IN">
                <a:solidFill>
                  <a:srgbClr val="0070C0"/>
                </a:solidFill>
              </a:rPr>
              <a:t>Ground state</a:t>
            </a:r>
            <a:r>
              <a:rPr lang="en-IN"/>
              <a:t> – A special Stationary State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E960E600-A01C-0513-776E-DA23001F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8171415" y="3766594"/>
            <a:ext cx="3039509" cy="264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69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F5A7842-CA60-4FFD-B373-D78A4063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/>
              <a:t>Free electron without confinement</a:t>
            </a:r>
          </a:p>
        </p:txBody>
      </p:sp>
      <p:pic>
        <p:nvPicPr>
          <p:cNvPr id="4" name="Picture 3" descr="Cartoon stick figure drawing of a person holding a bottle&#10;&#10;Description automatically generated">
            <a:extLst>
              <a:ext uri="{FF2B5EF4-FFF2-40B4-BE49-F238E27FC236}">
                <a16:creationId xmlns:a16="http://schemas.microsoft.com/office/drawing/2014/main" id="{DB675B00-2E5A-D407-7180-C96B390A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59" t="2500" r="5511" b="2500"/>
          <a:stretch/>
        </p:blipFill>
        <p:spPr>
          <a:xfrm>
            <a:off x="7758257" y="3979800"/>
            <a:ext cx="1740718" cy="21866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7586C59C-03FF-365F-C44E-D0DDE281C2BA}"/>
                  </a:ext>
                </a:extLst>
              </p:cNvPr>
              <p:cNvSpPr/>
              <p:nvPr/>
            </p:nvSpPr>
            <p:spPr>
              <a:xfrm>
                <a:off x="8819387" y="3566129"/>
                <a:ext cx="1047750" cy="704850"/>
              </a:xfrm>
              <a:prstGeom prst="cloudCallout">
                <a:avLst>
                  <a:gd name="adj1" fmla="val -41742"/>
                  <a:gd name="adj2" fmla="val 6250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>
                    <a:solidFill>
                      <a:schemeClr val="tx1"/>
                    </a:solidFill>
                  </a:rPr>
                  <a:t>Am I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IN" sz="120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7586C59C-03FF-365F-C44E-D0DDE281C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387" y="3566129"/>
                <a:ext cx="1047750" cy="704850"/>
              </a:xfrm>
              <a:prstGeom prst="cloudCallout">
                <a:avLst>
                  <a:gd name="adj1" fmla="val -41742"/>
                  <a:gd name="adj2" fmla="val 62500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D7F1C63-EDEF-372C-CAE3-1735573EE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46" y="914400"/>
            <a:ext cx="2728614" cy="20255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3674B5-8D55-C727-7E88-7FF40DF9FB05}"/>
              </a:ext>
            </a:extLst>
          </p:cNvPr>
          <p:cNvSpPr txBox="1"/>
          <p:nvPr/>
        </p:nvSpPr>
        <p:spPr>
          <a:xfrm>
            <a:off x="838200" y="2939907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/>
              <a:t>Electron double slit expt.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CDCAF0-BFD4-EFD3-5F79-4DB90D8F89F1}"/>
              </a:ext>
            </a:extLst>
          </p:cNvPr>
          <p:cNvGrpSpPr/>
          <p:nvPr/>
        </p:nvGrpSpPr>
        <p:grpSpPr>
          <a:xfrm>
            <a:off x="3913746" y="914400"/>
            <a:ext cx="2728614" cy="2025507"/>
            <a:chOff x="3913746" y="1143000"/>
            <a:chExt cx="2728614" cy="202550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6B5706D-5A53-828A-A54C-93C4FBFB7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3746" y="1143000"/>
              <a:ext cx="2728614" cy="202550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177C20-82DD-4163-B0F9-8A4E9FDD957A}"/>
                </a:ext>
              </a:extLst>
            </p:cNvPr>
            <p:cNvSpPr/>
            <p:nvPr/>
          </p:nvSpPr>
          <p:spPr>
            <a:xfrm>
              <a:off x="5143500" y="1800225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B324698-73BB-F29A-F797-79343C575155}"/>
                </a:ext>
              </a:extLst>
            </p:cNvPr>
            <p:cNvSpPr/>
            <p:nvPr/>
          </p:nvSpPr>
          <p:spPr>
            <a:xfrm>
              <a:off x="5230428" y="1584729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ECA294-F2B2-C173-378A-1E0D7265C9C8}"/>
                </a:ext>
              </a:extLst>
            </p:cNvPr>
            <p:cNvSpPr/>
            <p:nvPr/>
          </p:nvSpPr>
          <p:spPr>
            <a:xfrm>
              <a:off x="5173278" y="139795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589BBC-CE00-DE5E-08B9-76841E841B9A}"/>
                </a:ext>
              </a:extLst>
            </p:cNvPr>
            <p:cNvSpPr/>
            <p:nvPr/>
          </p:nvSpPr>
          <p:spPr>
            <a:xfrm>
              <a:off x="5173278" y="204931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3C8EE4-1873-B0DD-B5E9-104B79AAAA58}"/>
                </a:ext>
              </a:extLst>
            </p:cNvPr>
            <p:cNvSpPr/>
            <p:nvPr/>
          </p:nvSpPr>
          <p:spPr>
            <a:xfrm>
              <a:off x="5201853" y="219868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4B8B83-BFE1-F9B5-F2FA-83E51F49F970}"/>
                </a:ext>
              </a:extLst>
            </p:cNvPr>
            <p:cNvSpPr/>
            <p:nvPr/>
          </p:nvSpPr>
          <p:spPr>
            <a:xfrm>
              <a:off x="5212581" y="243864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E2D8D69-00EB-D42E-06E7-559FC3C77EBB}"/>
                </a:ext>
              </a:extLst>
            </p:cNvPr>
            <p:cNvSpPr/>
            <p:nvPr/>
          </p:nvSpPr>
          <p:spPr>
            <a:xfrm>
              <a:off x="5212581" y="2578100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B72140B-7DD8-83C8-E97D-99F987D95404}"/>
                </a:ext>
              </a:extLst>
            </p:cNvPr>
            <p:cNvSpPr/>
            <p:nvPr/>
          </p:nvSpPr>
          <p:spPr>
            <a:xfrm>
              <a:off x="5213784" y="2729248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823644-AB76-5805-E367-71248CC9AEA9}"/>
                </a:ext>
              </a:extLst>
            </p:cNvPr>
            <p:cNvSpPr/>
            <p:nvPr/>
          </p:nvSpPr>
          <p:spPr>
            <a:xfrm>
              <a:off x="5174481" y="287893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5C6159D-2F31-F72B-F677-CB0C3350D9AF}"/>
              </a:ext>
            </a:extLst>
          </p:cNvPr>
          <p:cNvSpPr txBox="1"/>
          <p:nvPr/>
        </p:nvSpPr>
        <p:spPr>
          <a:xfrm>
            <a:off x="5171854" y="2911687"/>
            <a:ext cx="12458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/>
              <a:t>N slits expt.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C7599F5-6740-5BE2-F2D7-EB0244B2DF78}"/>
              </a:ext>
            </a:extLst>
          </p:cNvPr>
          <p:cNvGrpSpPr/>
          <p:nvPr/>
        </p:nvGrpSpPr>
        <p:grpSpPr>
          <a:xfrm>
            <a:off x="8239443" y="870428"/>
            <a:ext cx="2728614" cy="2025507"/>
            <a:chOff x="446646" y="3904964"/>
            <a:chExt cx="2728614" cy="20255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B223704-591F-542A-422B-83262D3C08C8}"/>
                </a:ext>
              </a:extLst>
            </p:cNvPr>
            <p:cNvGrpSpPr/>
            <p:nvPr/>
          </p:nvGrpSpPr>
          <p:grpSpPr>
            <a:xfrm>
              <a:off x="446646" y="3904964"/>
              <a:ext cx="2728614" cy="2025507"/>
              <a:chOff x="3913746" y="1143000"/>
              <a:chExt cx="2728614" cy="2025507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DEBC629-5F69-2BF4-C008-063A5551BE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3746" y="1143000"/>
                <a:ext cx="2728614" cy="2025507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9DEAFE1-A8B6-5C00-D9DF-279872D86FB3}"/>
                  </a:ext>
                </a:extLst>
              </p:cNvPr>
              <p:cNvSpPr/>
              <p:nvPr/>
            </p:nvSpPr>
            <p:spPr>
              <a:xfrm>
                <a:off x="5143500" y="1800225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513FBC0-4FE7-CB79-00AB-1B35D18240E3}"/>
                  </a:ext>
                </a:extLst>
              </p:cNvPr>
              <p:cNvSpPr/>
              <p:nvPr/>
            </p:nvSpPr>
            <p:spPr>
              <a:xfrm>
                <a:off x="5230428" y="1584729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82046BD-C98E-9C43-2D66-40A6FA2CE9FD}"/>
                  </a:ext>
                </a:extLst>
              </p:cNvPr>
              <p:cNvSpPr/>
              <p:nvPr/>
            </p:nvSpPr>
            <p:spPr>
              <a:xfrm>
                <a:off x="5173278" y="1397953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4ECA92B-ABC2-8CDA-82EC-733D6E118ADA}"/>
                  </a:ext>
                </a:extLst>
              </p:cNvPr>
              <p:cNvSpPr/>
              <p:nvPr/>
            </p:nvSpPr>
            <p:spPr>
              <a:xfrm>
                <a:off x="5173278" y="2049317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00242E1-38C0-FFD1-ECAB-AD0503B6EB7D}"/>
                  </a:ext>
                </a:extLst>
              </p:cNvPr>
              <p:cNvSpPr/>
              <p:nvPr/>
            </p:nvSpPr>
            <p:spPr>
              <a:xfrm>
                <a:off x="5201853" y="2198687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701E287-6A3F-A8C0-CEE5-1E1EDD8768CD}"/>
                  </a:ext>
                </a:extLst>
              </p:cNvPr>
              <p:cNvSpPr/>
              <p:nvPr/>
            </p:nvSpPr>
            <p:spPr>
              <a:xfrm>
                <a:off x="5212581" y="2438647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24E775-BC4B-9B7E-CA00-31C040B576D3}"/>
                  </a:ext>
                </a:extLst>
              </p:cNvPr>
              <p:cNvSpPr/>
              <p:nvPr/>
            </p:nvSpPr>
            <p:spPr>
              <a:xfrm>
                <a:off x="5212581" y="2578100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E70DCDE-D56C-8B12-BCF0-74AF1E2AACF9}"/>
                  </a:ext>
                </a:extLst>
              </p:cNvPr>
              <p:cNvSpPr/>
              <p:nvPr/>
            </p:nvSpPr>
            <p:spPr>
              <a:xfrm>
                <a:off x="5213784" y="2729248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7004BB8-1740-20A5-4CE4-8368E9DBBBC0}"/>
                  </a:ext>
                </a:extLst>
              </p:cNvPr>
              <p:cNvSpPr/>
              <p:nvPr/>
            </p:nvSpPr>
            <p:spPr>
              <a:xfrm>
                <a:off x="5174481" y="2878933"/>
                <a:ext cx="43815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48832F2-8F86-0B3C-5A88-E95C8160DC0C}"/>
                </a:ext>
              </a:extLst>
            </p:cNvPr>
            <p:cNvCxnSpPr>
              <a:endCxn id="26" idx="0"/>
            </p:cNvCxnSpPr>
            <p:nvPr/>
          </p:nvCxnSpPr>
          <p:spPr>
            <a:xfrm flipV="1">
              <a:off x="981075" y="4159917"/>
              <a:ext cx="944178" cy="697083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157DA3F-A9F6-387A-43F2-BCCA299BB3A7}"/>
                </a:ext>
              </a:extLst>
            </p:cNvPr>
            <p:cNvCxnSpPr>
              <a:stCxn id="26" idx="0"/>
            </p:cNvCxnSpPr>
            <p:nvPr/>
          </p:nvCxnSpPr>
          <p:spPr>
            <a:xfrm>
              <a:off x="1925253" y="4159917"/>
              <a:ext cx="770322" cy="402272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18682F6-58B4-C24C-777B-EB8B3C896E24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flipV="1">
              <a:off x="1026590" y="4346693"/>
              <a:ext cx="910298" cy="510307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E1437B3-2B8B-4B49-1D08-7CE52AAC4EEA}"/>
                </a:ext>
              </a:extLst>
            </p:cNvPr>
            <p:cNvCxnSpPr>
              <a:stCxn id="25" idx="0"/>
            </p:cNvCxnSpPr>
            <p:nvPr/>
          </p:nvCxnSpPr>
          <p:spPr>
            <a:xfrm>
              <a:off x="1982403" y="4346693"/>
              <a:ext cx="713172" cy="215496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5F7BB74-A4D6-66D1-F28C-10ADB730DB40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 flipV="1">
              <a:off x="981075" y="4562189"/>
              <a:ext cx="914400" cy="294811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6B59D6A-5CB1-4428-2CFE-113E6BA39B1E}"/>
                </a:ext>
              </a:extLst>
            </p:cNvPr>
            <p:cNvCxnSpPr>
              <a:stCxn id="24" idx="0"/>
            </p:cNvCxnSpPr>
            <p:nvPr/>
          </p:nvCxnSpPr>
          <p:spPr>
            <a:xfrm>
              <a:off x="1895475" y="4562189"/>
              <a:ext cx="800100" cy="0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5994502-6368-A3A2-6ACF-ACA66298C5B3}"/>
                </a:ext>
              </a:extLst>
            </p:cNvPr>
            <p:cNvCxnSpPr/>
            <p:nvPr/>
          </p:nvCxnSpPr>
          <p:spPr>
            <a:xfrm flipV="1">
              <a:off x="1026590" y="4601846"/>
              <a:ext cx="1668985" cy="255154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F7C6625-4A15-CCFA-DFD3-3322FE98EA15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flipV="1">
              <a:off x="1026590" y="4811281"/>
              <a:ext cx="898663" cy="45719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4AAC7E1-B2BD-719D-4612-74F60A6D6312}"/>
                </a:ext>
              </a:extLst>
            </p:cNvPr>
            <p:cNvCxnSpPr/>
            <p:nvPr/>
          </p:nvCxnSpPr>
          <p:spPr>
            <a:xfrm flipV="1">
              <a:off x="1936888" y="4562189"/>
              <a:ext cx="758687" cy="249092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B428E05-6B47-22CF-CA7A-DFD4D807DCF6}"/>
                </a:ext>
              </a:extLst>
            </p:cNvPr>
            <p:cNvCxnSpPr>
              <a:cxnSpLocks/>
            </p:cNvCxnSpPr>
            <p:nvPr/>
          </p:nvCxnSpPr>
          <p:spPr>
            <a:xfrm>
              <a:off x="1048447" y="4876050"/>
              <a:ext cx="844125" cy="103651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B35B95A-9EEB-4E2B-D3CA-1BCD4519A8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5728" y="4571602"/>
              <a:ext cx="779847" cy="408099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EB11E62-1970-1A5C-D7FB-04E48BF583C2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1048447" y="4917717"/>
              <a:ext cx="916109" cy="328613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7ED6D9D-7827-94BD-7D06-0696D3F97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26590" y="4934619"/>
              <a:ext cx="889138" cy="435535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842E4BBD-857A-64ED-E998-CD1FA330A5A3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4912515"/>
              <a:ext cx="944178" cy="611298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E83F494-2E0E-DB18-3A66-3336223AF10C}"/>
                </a:ext>
              </a:extLst>
            </p:cNvPr>
            <p:cNvCxnSpPr>
              <a:cxnSpLocks/>
            </p:cNvCxnSpPr>
            <p:nvPr/>
          </p:nvCxnSpPr>
          <p:spPr>
            <a:xfrm>
              <a:off x="1011507" y="4899397"/>
              <a:ext cx="905266" cy="203337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AA614A7-89AF-3723-49C2-D96515D18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5623" y="4582796"/>
              <a:ext cx="755239" cy="519086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AC7D08BA-CA7D-8CC8-E195-17868037A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5253" y="4569678"/>
              <a:ext cx="745714" cy="656939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53DB0DA-CE16-D663-1731-D7CB5A6DB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5727" y="4543009"/>
              <a:ext cx="755240" cy="827145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50D91E0-CE0C-60BB-AC5D-249829E49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5727" y="4559449"/>
              <a:ext cx="745863" cy="954622"/>
            </a:xfrm>
            <a:prstGeom prst="straightConnector1">
              <a:avLst/>
            </a:prstGeom>
            <a:ln w="63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9E0AB2B8-DBD0-9FE4-F35B-691DEF789884}"/>
              </a:ext>
            </a:extLst>
          </p:cNvPr>
          <p:cNvSpPr txBox="1"/>
          <p:nvPr/>
        </p:nvSpPr>
        <p:spPr>
          <a:xfrm>
            <a:off x="7251029" y="2839497"/>
            <a:ext cx="4817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/>
              <a:t>N slits expt. – e</a:t>
            </a:r>
            <a:r>
              <a:rPr lang="en-IN" sz="1600" baseline="30000"/>
              <a:t>-</a:t>
            </a:r>
            <a:r>
              <a:rPr lang="en-IN" sz="1600"/>
              <a:t> can take any path</a:t>
            </a:r>
          </a:p>
          <a:p>
            <a:pPr algn="ctr"/>
            <a:r>
              <a:rPr lang="en-IN" sz="1600"/>
              <a:t>Each path has associated probabilities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0AFD8D4-D6D8-7637-6B98-90709DCABA42}"/>
              </a:ext>
            </a:extLst>
          </p:cNvPr>
          <p:cNvGrpSpPr/>
          <p:nvPr/>
        </p:nvGrpSpPr>
        <p:grpSpPr>
          <a:xfrm>
            <a:off x="409417" y="3799982"/>
            <a:ext cx="1754832" cy="2025507"/>
            <a:chOff x="3913746" y="1143000"/>
            <a:chExt cx="1754832" cy="2025507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9AA12EE-AAAF-2022-EFFA-72326676A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9824"/>
            <a:stretch/>
          </p:blipFill>
          <p:spPr>
            <a:xfrm>
              <a:off x="3913746" y="1143000"/>
              <a:ext cx="1641984" cy="2025507"/>
            </a:xfrm>
            <a:prstGeom prst="rect">
              <a:avLst/>
            </a:prstGeom>
          </p:spPr>
        </p:pic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AA60BDB-7D9E-F6AB-1DA1-EFEBC8F34D28}"/>
                </a:ext>
              </a:extLst>
            </p:cNvPr>
            <p:cNvSpPr/>
            <p:nvPr/>
          </p:nvSpPr>
          <p:spPr>
            <a:xfrm>
              <a:off x="5143500" y="1800225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20B6FFC-C7E4-B716-481F-AB3C9598FBD2}"/>
                </a:ext>
              </a:extLst>
            </p:cNvPr>
            <p:cNvSpPr/>
            <p:nvPr/>
          </p:nvSpPr>
          <p:spPr>
            <a:xfrm>
              <a:off x="5230428" y="1584729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ED37FCE-7974-BC1E-F2E2-5A470E98FD87}"/>
                </a:ext>
              </a:extLst>
            </p:cNvPr>
            <p:cNvSpPr/>
            <p:nvPr/>
          </p:nvSpPr>
          <p:spPr>
            <a:xfrm>
              <a:off x="5173278" y="139795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6C72269-0501-8A6E-0296-7ADCA4DABBD1}"/>
                </a:ext>
              </a:extLst>
            </p:cNvPr>
            <p:cNvSpPr/>
            <p:nvPr/>
          </p:nvSpPr>
          <p:spPr>
            <a:xfrm>
              <a:off x="5173278" y="204931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98715FA-4999-C202-B41C-BF6519CED540}"/>
                </a:ext>
              </a:extLst>
            </p:cNvPr>
            <p:cNvSpPr/>
            <p:nvPr/>
          </p:nvSpPr>
          <p:spPr>
            <a:xfrm>
              <a:off x="5201853" y="219868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F8D4118-F414-6E9E-E1CD-F53BDBF6407C}"/>
                </a:ext>
              </a:extLst>
            </p:cNvPr>
            <p:cNvSpPr/>
            <p:nvPr/>
          </p:nvSpPr>
          <p:spPr>
            <a:xfrm>
              <a:off x="5212581" y="243864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963175B-E339-3224-2824-D94B5C7EB824}"/>
                </a:ext>
              </a:extLst>
            </p:cNvPr>
            <p:cNvSpPr/>
            <p:nvPr/>
          </p:nvSpPr>
          <p:spPr>
            <a:xfrm>
              <a:off x="5212581" y="2578100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D74A87F-714E-3E0F-D1D1-179077F370C4}"/>
                </a:ext>
              </a:extLst>
            </p:cNvPr>
            <p:cNvSpPr/>
            <p:nvPr/>
          </p:nvSpPr>
          <p:spPr>
            <a:xfrm>
              <a:off x="5213784" y="2729248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B716C74-0C52-1999-613E-CFDFEFCDD580}"/>
                </a:ext>
              </a:extLst>
            </p:cNvPr>
            <p:cNvSpPr/>
            <p:nvPr/>
          </p:nvSpPr>
          <p:spPr>
            <a:xfrm>
              <a:off x="5174481" y="287893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96A2AD5-E190-20C6-B0C5-2AB27D8DA376}"/>
              </a:ext>
            </a:extLst>
          </p:cNvPr>
          <p:cNvGrpSpPr/>
          <p:nvPr/>
        </p:nvGrpSpPr>
        <p:grpSpPr>
          <a:xfrm>
            <a:off x="2048810" y="3801308"/>
            <a:ext cx="553654" cy="2025507"/>
            <a:chOff x="5114924" y="1143000"/>
            <a:chExt cx="553654" cy="2025507"/>
          </a:xfrm>
        </p:grpSpPr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5A0D23E2-CF0F-3EE4-04E0-CE217F00D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4021" r="39824"/>
            <a:stretch/>
          </p:blipFill>
          <p:spPr>
            <a:xfrm>
              <a:off x="5114924" y="1143000"/>
              <a:ext cx="440805" cy="2025507"/>
            </a:xfrm>
            <a:prstGeom prst="rect">
              <a:avLst/>
            </a:prstGeom>
          </p:spPr>
        </p:pic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4FC7879-9997-C9B9-B148-6D43BE86FFF3}"/>
                </a:ext>
              </a:extLst>
            </p:cNvPr>
            <p:cNvSpPr/>
            <p:nvPr/>
          </p:nvSpPr>
          <p:spPr>
            <a:xfrm>
              <a:off x="5143500" y="1800225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7FD1F26-AA54-9300-D625-66D6C0D5AE6D}"/>
                </a:ext>
              </a:extLst>
            </p:cNvPr>
            <p:cNvSpPr/>
            <p:nvPr/>
          </p:nvSpPr>
          <p:spPr>
            <a:xfrm>
              <a:off x="5230428" y="1584729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BEB80AE-AC2B-974F-DA50-064CDAFBFB0C}"/>
                </a:ext>
              </a:extLst>
            </p:cNvPr>
            <p:cNvSpPr/>
            <p:nvPr/>
          </p:nvSpPr>
          <p:spPr>
            <a:xfrm>
              <a:off x="5173278" y="139795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D568AE6-956B-C1B1-961E-A022FA4AAF75}"/>
                </a:ext>
              </a:extLst>
            </p:cNvPr>
            <p:cNvSpPr/>
            <p:nvPr/>
          </p:nvSpPr>
          <p:spPr>
            <a:xfrm>
              <a:off x="5173278" y="204931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7AFF1A6-8274-BEFE-21E0-BA9DC593F9A8}"/>
                </a:ext>
              </a:extLst>
            </p:cNvPr>
            <p:cNvSpPr/>
            <p:nvPr/>
          </p:nvSpPr>
          <p:spPr>
            <a:xfrm>
              <a:off x="5201853" y="219868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B057134-5C5B-82CC-8A78-88FE1AEF64B9}"/>
                </a:ext>
              </a:extLst>
            </p:cNvPr>
            <p:cNvSpPr/>
            <p:nvPr/>
          </p:nvSpPr>
          <p:spPr>
            <a:xfrm>
              <a:off x="5212581" y="243864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FD9189A-30C6-FC62-17DD-32BD55FA79D1}"/>
                </a:ext>
              </a:extLst>
            </p:cNvPr>
            <p:cNvSpPr/>
            <p:nvPr/>
          </p:nvSpPr>
          <p:spPr>
            <a:xfrm>
              <a:off x="5212581" y="2578100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27E5CFA-23F4-D499-967E-4B738621D6BF}"/>
                </a:ext>
              </a:extLst>
            </p:cNvPr>
            <p:cNvSpPr/>
            <p:nvPr/>
          </p:nvSpPr>
          <p:spPr>
            <a:xfrm>
              <a:off x="5213784" y="2729248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0552EBF-EF72-A040-F192-307FE71BEB39}"/>
                </a:ext>
              </a:extLst>
            </p:cNvPr>
            <p:cNvSpPr/>
            <p:nvPr/>
          </p:nvSpPr>
          <p:spPr>
            <a:xfrm>
              <a:off x="5174481" y="287893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F2E10A4-460F-0291-3E63-A39AC648A2B1}"/>
              </a:ext>
            </a:extLst>
          </p:cNvPr>
          <p:cNvGrpSpPr/>
          <p:nvPr/>
        </p:nvGrpSpPr>
        <p:grpSpPr>
          <a:xfrm>
            <a:off x="2496903" y="3801308"/>
            <a:ext cx="553654" cy="2025507"/>
            <a:chOff x="5114924" y="1143000"/>
            <a:chExt cx="553654" cy="2025507"/>
          </a:xfrm>
        </p:grpSpPr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BB7AB766-D3AF-B5B4-C7B5-8185AF726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4021" r="39824"/>
            <a:stretch/>
          </p:blipFill>
          <p:spPr>
            <a:xfrm>
              <a:off x="5114924" y="1143000"/>
              <a:ext cx="440805" cy="2025507"/>
            </a:xfrm>
            <a:prstGeom prst="rect">
              <a:avLst/>
            </a:prstGeom>
          </p:spPr>
        </p:pic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704F282-0779-1700-78E2-FFFFAE3472A8}"/>
                </a:ext>
              </a:extLst>
            </p:cNvPr>
            <p:cNvSpPr/>
            <p:nvPr/>
          </p:nvSpPr>
          <p:spPr>
            <a:xfrm>
              <a:off x="5143500" y="1800225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E281EA1-4B95-8111-123C-D03682457CFC}"/>
                </a:ext>
              </a:extLst>
            </p:cNvPr>
            <p:cNvSpPr/>
            <p:nvPr/>
          </p:nvSpPr>
          <p:spPr>
            <a:xfrm>
              <a:off x="5230428" y="1584729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1BBBDA2-E923-5C49-8817-15B4D78CEFF4}"/>
                </a:ext>
              </a:extLst>
            </p:cNvPr>
            <p:cNvSpPr/>
            <p:nvPr/>
          </p:nvSpPr>
          <p:spPr>
            <a:xfrm>
              <a:off x="5173278" y="139795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C7138B5-1A69-CF76-5BBC-5AEEE8D82AB9}"/>
                </a:ext>
              </a:extLst>
            </p:cNvPr>
            <p:cNvSpPr/>
            <p:nvPr/>
          </p:nvSpPr>
          <p:spPr>
            <a:xfrm>
              <a:off x="5173278" y="204931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1935A2D-AAE8-6A61-4C67-C47C557262A1}"/>
                </a:ext>
              </a:extLst>
            </p:cNvPr>
            <p:cNvSpPr/>
            <p:nvPr/>
          </p:nvSpPr>
          <p:spPr>
            <a:xfrm>
              <a:off x="5201853" y="219868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51BE09F-009D-4845-1BE8-6A6D53EF3046}"/>
                </a:ext>
              </a:extLst>
            </p:cNvPr>
            <p:cNvSpPr/>
            <p:nvPr/>
          </p:nvSpPr>
          <p:spPr>
            <a:xfrm>
              <a:off x="5212581" y="2438647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BECBC99-66D7-7A95-418A-D327B68AE07A}"/>
                </a:ext>
              </a:extLst>
            </p:cNvPr>
            <p:cNvSpPr/>
            <p:nvPr/>
          </p:nvSpPr>
          <p:spPr>
            <a:xfrm>
              <a:off x="5212581" y="2578100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935FA00-7473-B729-1887-9AA48EAE6C18}"/>
                </a:ext>
              </a:extLst>
            </p:cNvPr>
            <p:cNvSpPr/>
            <p:nvPr/>
          </p:nvSpPr>
          <p:spPr>
            <a:xfrm>
              <a:off x="5213784" y="2729248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B06EF99-4A19-F90A-BE87-C947EADEC1E0}"/>
                </a:ext>
              </a:extLst>
            </p:cNvPr>
            <p:cNvSpPr/>
            <p:nvPr/>
          </p:nvSpPr>
          <p:spPr>
            <a:xfrm>
              <a:off x="5174481" y="2878933"/>
              <a:ext cx="43815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18" name="Picture 117">
            <a:extLst>
              <a:ext uri="{FF2B5EF4-FFF2-40B4-BE49-F238E27FC236}">
                <a16:creationId xmlns:a16="http://schemas.microsoft.com/office/drawing/2014/main" id="{87528041-E97B-3CD7-7E63-A610FE3A5C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058"/>
          <a:stretch/>
        </p:blipFill>
        <p:spPr>
          <a:xfrm>
            <a:off x="2944996" y="3799232"/>
            <a:ext cx="1117144" cy="2025507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566331A6-3532-C77B-778F-A7E35453F3FF}"/>
              </a:ext>
            </a:extLst>
          </p:cNvPr>
          <p:cNvSpPr txBox="1"/>
          <p:nvPr/>
        </p:nvSpPr>
        <p:spPr>
          <a:xfrm>
            <a:off x="746475" y="5939070"/>
            <a:ext cx="3315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/>
              <a:t>N slits, N walls expt. – more combination of paths!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937DD9A-E8F9-C95A-BB4D-C3CEE390488C}"/>
              </a:ext>
            </a:extLst>
          </p:cNvPr>
          <p:cNvGrpSpPr/>
          <p:nvPr/>
        </p:nvGrpSpPr>
        <p:grpSpPr>
          <a:xfrm>
            <a:off x="4475180" y="3786686"/>
            <a:ext cx="2918508" cy="2025507"/>
            <a:chOff x="7959042" y="1074650"/>
            <a:chExt cx="2918508" cy="2025507"/>
          </a:xfrm>
        </p:grpSpPr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8A178D3A-93D7-9CBF-8F43-C320F4DAA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4828"/>
            <a:stretch/>
          </p:blipFill>
          <p:spPr>
            <a:xfrm>
              <a:off x="7959042" y="1074650"/>
              <a:ext cx="1232583" cy="2025507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1F5E8D99-892B-B1DA-9AE0-82FE92A4F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8703" r="-244"/>
            <a:stretch/>
          </p:blipFill>
          <p:spPr>
            <a:xfrm>
              <a:off x="9744075" y="1074650"/>
              <a:ext cx="1133475" cy="2025507"/>
            </a:xfrm>
            <a:prstGeom prst="rect">
              <a:avLst/>
            </a:prstGeom>
          </p:spPr>
        </p:pic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7785CF6-90A2-55ED-A8C2-5A043E08A7CB}"/>
                </a:ext>
              </a:extLst>
            </p:cNvPr>
            <p:cNvCxnSpPr>
              <a:cxnSpLocks/>
            </p:cNvCxnSpPr>
            <p:nvPr/>
          </p:nvCxnSpPr>
          <p:spPr>
            <a:xfrm>
              <a:off x="9213536" y="2058829"/>
              <a:ext cx="50862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E461D206-BAF2-914B-A28D-F422572C620C}"/>
              </a:ext>
            </a:extLst>
          </p:cNvPr>
          <p:cNvSpPr txBox="1"/>
          <p:nvPr/>
        </p:nvSpPr>
        <p:spPr>
          <a:xfrm>
            <a:off x="4132821" y="5948590"/>
            <a:ext cx="3858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/>
              <a:t>Infinite slits and walls expt. – free space!</a:t>
            </a:r>
          </a:p>
          <a:p>
            <a:pPr algn="ctr"/>
            <a:r>
              <a:rPr lang="en-IN" sz="1600"/>
              <a:t>Infinite paths – similar to Markov chains!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B5414A9-CD26-27B1-4908-6977FD59CBA6}"/>
              </a:ext>
            </a:extLst>
          </p:cNvPr>
          <p:cNvSpPr txBox="1"/>
          <p:nvPr/>
        </p:nvSpPr>
        <p:spPr>
          <a:xfrm>
            <a:off x="9816154" y="3625156"/>
            <a:ext cx="1853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Drunkard’s walk-</a:t>
            </a:r>
          </a:p>
          <a:p>
            <a:r>
              <a:rPr lang="en-IN" sz="1600"/>
              <a:t>Diffusion process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12A2FCD-8477-30D9-1506-11ADDA183348}"/>
                  </a:ext>
                </a:extLst>
              </p:cNvPr>
              <p:cNvSpPr txBox="1"/>
              <p:nvPr/>
            </p:nvSpPr>
            <p:spPr>
              <a:xfrm>
                <a:off x="9890085" y="4346621"/>
                <a:ext cx="1625060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𝜕𝜓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12A2FCD-8477-30D9-1506-11ADDA183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085" y="4346621"/>
                <a:ext cx="1625060" cy="526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520180A0-7A0A-8238-9627-5DA206BB727C}"/>
              </a:ext>
            </a:extLst>
          </p:cNvPr>
          <p:cNvSpPr txBox="1"/>
          <p:nvPr/>
        </p:nvSpPr>
        <p:spPr>
          <a:xfrm>
            <a:off x="3259740" y="3373374"/>
            <a:ext cx="3728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FF0000"/>
                </a:solidFill>
              </a:rPr>
              <a:t>Feynman’s Path Integral Method</a:t>
            </a:r>
          </a:p>
        </p:txBody>
      </p:sp>
      <p:pic>
        <p:nvPicPr>
          <p:cNvPr id="130" name="Picture 129" descr="A red line graph on a white background&#10;&#10;Description automatically generated">
            <a:extLst>
              <a:ext uri="{FF2B5EF4-FFF2-40B4-BE49-F238E27FC236}">
                <a16:creationId xmlns:a16="http://schemas.microsoft.com/office/drawing/2014/main" id="{558DAD59-755C-6355-9BD3-07FA24D80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3501" y="5047414"/>
            <a:ext cx="1440299" cy="828172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92FBE197-FCA2-B997-0867-BF5E58142EF4}"/>
              </a:ext>
            </a:extLst>
          </p:cNvPr>
          <p:cNvSpPr txBox="1"/>
          <p:nvPr/>
        </p:nvSpPr>
        <p:spPr>
          <a:xfrm>
            <a:off x="9538278" y="5865920"/>
            <a:ext cx="2178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/>
              <a:t>1 D diffusion of free e</a:t>
            </a:r>
            <a:r>
              <a:rPr lang="en-IN" sz="1600" baseline="30000"/>
              <a:t>-</a:t>
            </a:r>
            <a:endParaRPr lang="en-IN" sz="1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4CEC4-DE71-5A16-E204-A204FA46A6B0}"/>
              </a:ext>
            </a:extLst>
          </p:cNvPr>
          <p:cNvSpPr txBox="1"/>
          <p:nvPr/>
        </p:nvSpPr>
        <p:spPr>
          <a:xfrm>
            <a:off x="2996637" y="6540500"/>
            <a:ext cx="6214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Feynman’s lectures on physics</a:t>
            </a:r>
          </a:p>
        </p:txBody>
      </p:sp>
    </p:spTree>
    <p:extLst>
      <p:ext uri="{BB962C8B-B14F-4D97-AF65-F5344CB8AC3E}">
        <p14:creationId xmlns:p14="http://schemas.microsoft.com/office/powerpoint/2010/main" val="157255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/>
      <p:bldP spid="84" grpId="0"/>
      <p:bldP spid="119" grpId="0"/>
      <p:bldP spid="124" grpId="0"/>
      <p:bldP spid="125" grpId="0"/>
      <p:bldP spid="127" grpId="0"/>
      <p:bldP spid="128" grpId="0"/>
      <p:bldP spid="1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8E0370-628E-6C96-7C73-99A3D84B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/>
              <a:t>Waves in confinement – Standing Waves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9C78-B42B-6E14-3835-FBF3D48D3A33}"/>
              </a:ext>
            </a:extLst>
          </p:cNvPr>
          <p:cNvSpPr txBox="1"/>
          <p:nvPr/>
        </p:nvSpPr>
        <p:spPr>
          <a:xfrm>
            <a:off x="3790950" y="6457950"/>
            <a:ext cx="4616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/>
              <a:t>https://www.acs.psu.edu/drussell/Demos/StandingWaves/StandingWaves.html</a:t>
            </a:r>
          </a:p>
        </p:txBody>
      </p:sp>
      <p:pic>
        <p:nvPicPr>
          <p:cNvPr id="7" name="Picture 6" descr="A graph of a line&#10;&#10;Description automatically generated">
            <a:extLst>
              <a:ext uri="{FF2B5EF4-FFF2-40B4-BE49-F238E27FC236}">
                <a16:creationId xmlns:a16="http://schemas.microsoft.com/office/drawing/2014/main" id="{C3778CEB-7BF6-D7FC-514B-9F9064CB35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435" b="7583"/>
          <a:stretch/>
        </p:blipFill>
        <p:spPr>
          <a:xfrm>
            <a:off x="838200" y="1171576"/>
            <a:ext cx="2440581" cy="1400174"/>
          </a:xfrm>
          <a:prstGeom prst="rect">
            <a:avLst/>
          </a:prstGeom>
        </p:spPr>
      </p:pic>
      <p:pic>
        <p:nvPicPr>
          <p:cNvPr id="11" name="Picture 10" descr="A red line with a curved line&#10;&#10;Description automatically generated">
            <a:extLst>
              <a:ext uri="{FF2B5EF4-FFF2-40B4-BE49-F238E27FC236}">
                <a16:creationId xmlns:a16="http://schemas.microsoft.com/office/drawing/2014/main" id="{A93727B3-01A5-F27A-D07A-503304F02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509" y="1328896"/>
            <a:ext cx="2539998" cy="12699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7A354A-2E6E-DF41-C59C-B8B8460B3D30}"/>
              </a:ext>
            </a:extLst>
          </p:cNvPr>
          <p:cNvSpPr txBox="1"/>
          <p:nvPr/>
        </p:nvSpPr>
        <p:spPr>
          <a:xfrm>
            <a:off x="1228725" y="2647952"/>
            <a:ext cx="129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One end fixed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E98C1-0A57-530C-E981-5E1FB261CC46}"/>
              </a:ext>
            </a:extLst>
          </p:cNvPr>
          <p:cNvSpPr txBox="1"/>
          <p:nvPr/>
        </p:nvSpPr>
        <p:spPr>
          <a:xfrm>
            <a:off x="4179019" y="2633358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Both ends fixed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3147CB-A19F-44CF-0C0B-68551C6FF455}"/>
              </a:ext>
            </a:extLst>
          </p:cNvPr>
          <p:cNvSpPr txBox="1"/>
          <p:nvPr/>
        </p:nvSpPr>
        <p:spPr>
          <a:xfrm>
            <a:off x="178725" y="1010365"/>
            <a:ext cx="179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Wikimedia Commons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58138-6BC1-A627-7225-C421C254C75B}"/>
              </a:ext>
            </a:extLst>
          </p:cNvPr>
          <p:cNvSpPr txBox="1"/>
          <p:nvPr/>
        </p:nvSpPr>
        <p:spPr>
          <a:xfrm>
            <a:off x="3123860" y="1010365"/>
            <a:ext cx="179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Wikimedia Commons</a:t>
            </a:r>
          </a:p>
        </p:txBody>
      </p:sp>
      <p:pic>
        <p:nvPicPr>
          <p:cNvPr id="17" name="Picture 16" descr="A set of different curves&#10;&#10;Description automatically generated with medium confidence">
            <a:extLst>
              <a:ext uri="{FF2B5EF4-FFF2-40B4-BE49-F238E27FC236}">
                <a16:creationId xmlns:a16="http://schemas.microsoft.com/office/drawing/2014/main" id="{1C0687FE-5696-BBF5-3ACD-83F931847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6" y="3420906"/>
            <a:ext cx="4788190" cy="14497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5C3287-F4B4-8092-97C2-CBF9F11238A1}"/>
              </a:ext>
            </a:extLst>
          </p:cNvPr>
          <p:cNvSpPr txBox="1"/>
          <p:nvPr/>
        </p:nvSpPr>
        <p:spPr>
          <a:xfrm>
            <a:off x="838201" y="4870663"/>
            <a:ext cx="478819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Special vibrations when both ends fixed: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The wave shape does </a:t>
            </a:r>
            <a:r>
              <a:rPr lang="en-IN" sz="1400">
                <a:solidFill>
                  <a:srgbClr val="0070C0"/>
                </a:solidFill>
              </a:rPr>
              <a:t>NOT change in shape with time</a:t>
            </a:r>
            <a:r>
              <a:rPr lang="en-IN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The oscillation becomes 0 at some points other than ends - nodes </a:t>
            </a:r>
          </a:p>
          <a:p>
            <a:pPr algn="ctr"/>
            <a:r>
              <a:rPr lang="en-IN" sz="1400" b="1"/>
              <a:t>Standing Waves</a:t>
            </a:r>
          </a:p>
        </p:txBody>
      </p:sp>
      <p:pic>
        <p:nvPicPr>
          <p:cNvPr id="20" name="Picture 19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7AFBEA60-41AE-0896-69E8-F1DE08B29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585" y="1390650"/>
            <a:ext cx="2381250" cy="3714750"/>
          </a:xfrm>
          <a:prstGeom prst="rect">
            <a:avLst/>
          </a:prstGeom>
        </p:spPr>
      </p:pic>
      <p:pic>
        <p:nvPicPr>
          <p:cNvPr id="22" name="Picture 21" descr="A yellow and orange wavy pattern&#10;&#10;Description automatically generated with medium confidence">
            <a:extLst>
              <a:ext uri="{FF2B5EF4-FFF2-40B4-BE49-F238E27FC236}">
                <a16:creationId xmlns:a16="http://schemas.microsoft.com/office/drawing/2014/main" id="{86B233FB-619B-C943-409E-9ADE19440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7865" y="2324100"/>
            <a:ext cx="2911105" cy="203777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BD58F86-2B7E-CFEB-746B-ADE9265F775B}"/>
              </a:ext>
            </a:extLst>
          </p:cNvPr>
          <p:cNvSpPr txBox="1"/>
          <p:nvPr/>
        </p:nvSpPr>
        <p:spPr>
          <a:xfrm>
            <a:off x="8600835" y="1985546"/>
            <a:ext cx="179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Wikimedia Commons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84F757-A201-4C7C-A503-8744F1F675FC}"/>
              </a:ext>
            </a:extLst>
          </p:cNvPr>
          <p:cNvSpPr txBox="1"/>
          <p:nvPr/>
        </p:nvSpPr>
        <p:spPr>
          <a:xfrm>
            <a:off x="7429981" y="5238750"/>
            <a:ext cx="31874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/>
              <a:t>Standing Waves: 2D membranes</a:t>
            </a:r>
          </a:p>
        </p:txBody>
      </p:sp>
    </p:spTree>
    <p:extLst>
      <p:ext uri="{BB962C8B-B14F-4D97-AF65-F5344CB8AC3E}">
        <p14:creationId xmlns:p14="http://schemas.microsoft.com/office/powerpoint/2010/main" val="367872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50718A16-6A8B-C8FC-FBFF-F9645899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/>
              <a:t>Electrons in confinement – Stationary States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D9336-7F04-E6E3-75D5-6D95327C3F7C}"/>
              </a:ext>
            </a:extLst>
          </p:cNvPr>
          <p:cNvSpPr/>
          <p:nvPr/>
        </p:nvSpPr>
        <p:spPr>
          <a:xfrm>
            <a:off x="588146" y="1303437"/>
            <a:ext cx="2928213" cy="16192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0DD9871-FD23-2386-8467-6385A522AA39}"/>
                  </a:ext>
                </a:extLst>
              </p:cNvPr>
              <p:cNvSpPr/>
              <p:nvPr/>
            </p:nvSpPr>
            <p:spPr>
              <a:xfrm>
                <a:off x="772531" y="1831503"/>
                <a:ext cx="437960" cy="41490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IN" b="1"/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0DD9871-FD23-2386-8467-6385A522A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31" y="1831503"/>
                <a:ext cx="437960" cy="41490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blue line graph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4A8F94E-7337-C02D-4B15-2C3842A54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85" b="21467" l="7974" r="71762">
                        <a14:backgroundMark x1="59777" y1="19676" x2="77095" y2="15972"/>
                        <a14:backgroundMark x1="77095" y1="15972" x2="58659" y2="12731"/>
                        <a14:backgroundMark x1="58659" y1="12731" x2="43017" y2="21991"/>
                        <a14:backgroundMark x1="43017" y1="21991" x2="61453" y2="24306"/>
                        <a14:backgroundMark x1="61453" y1="24306" x2="79888" y2="18981"/>
                        <a14:backgroundMark x1="79888" y1="18981" x2="77095" y2="14815"/>
                        <a14:backgroundMark x1="76536" y1="13889" x2="58101" y2="13889"/>
                        <a14:backgroundMark x1="58101" y1="13889" x2="73743" y2="23148"/>
                        <a14:backgroundMark x1="73743" y1="23148" x2="77095" y2="14352"/>
                        <a14:backgroundMark x1="68156" y1="15972" x2="61453" y2="20139"/>
                        <a14:backgroundMark x1="26816" y1="3009" x2="3352" y2="2546"/>
                        <a14:backgroundMark x1="3352" y1="2546" x2="25140" y2="5093"/>
                        <a14:backgroundMark x1="25140" y1="5093" x2="26816" y2="4398"/>
                      </a14:backgroundRemoval>
                    </a14:imgEffect>
                  </a14:imgLayer>
                </a14:imgProps>
              </a:ext>
            </a:extLst>
          </a:blip>
          <a:srcRect r="20264" b="76148"/>
          <a:stretch/>
        </p:blipFill>
        <p:spPr>
          <a:xfrm rot="19445731">
            <a:off x="910676" y="1326395"/>
            <a:ext cx="1547158" cy="656092"/>
          </a:xfrm>
          <a:prstGeom prst="rect">
            <a:avLst/>
          </a:prstGeom>
        </p:spPr>
      </p:pic>
      <p:pic>
        <p:nvPicPr>
          <p:cNvPr id="7" name="Picture 6" descr="A blue line graph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BBD4AB0F-49F5-E83A-B43F-CB8CD656C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85" b="21467" l="7974" r="71762">
                        <a14:backgroundMark x1="59777" y1="19676" x2="77095" y2="15972"/>
                        <a14:backgroundMark x1="77095" y1="15972" x2="58659" y2="12731"/>
                        <a14:backgroundMark x1="58659" y1="12731" x2="43017" y2="21991"/>
                        <a14:backgroundMark x1="43017" y1="21991" x2="61453" y2="24306"/>
                        <a14:backgroundMark x1="61453" y1="24306" x2="79888" y2="18981"/>
                        <a14:backgroundMark x1="79888" y1="18981" x2="77095" y2="14815"/>
                        <a14:backgroundMark x1="76536" y1="13889" x2="58101" y2="13889"/>
                        <a14:backgroundMark x1="58101" y1="13889" x2="73743" y2="23148"/>
                        <a14:backgroundMark x1="73743" y1="23148" x2="77095" y2="14352"/>
                        <a14:backgroundMark x1="68156" y1="15972" x2="61453" y2="20139"/>
                        <a14:backgroundMark x1="26816" y1="3009" x2="3352" y2="2546"/>
                        <a14:backgroundMark x1="3352" y1="2546" x2="25140" y2="5093"/>
                        <a14:backgroundMark x1="25140" y1="5093" x2="26816" y2="4398"/>
                      </a14:backgroundRemoval>
                    </a14:imgEffect>
                  </a14:imgLayer>
                </a14:imgProps>
              </a:ext>
            </a:extLst>
          </a:blip>
          <a:srcRect r="20264" b="76148"/>
          <a:stretch/>
        </p:blipFill>
        <p:spPr>
          <a:xfrm rot="12946432">
            <a:off x="1822399" y="1327388"/>
            <a:ext cx="1547158" cy="65609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A9FE46-FB67-4D76-C702-A6650EBDFD9F}"/>
              </a:ext>
            </a:extLst>
          </p:cNvPr>
          <p:cNvCxnSpPr>
            <a:cxnSpLocks/>
          </p:cNvCxnSpPr>
          <p:nvPr/>
        </p:nvCxnSpPr>
        <p:spPr>
          <a:xfrm>
            <a:off x="3086652" y="2009334"/>
            <a:ext cx="320132" cy="237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-up of a colorful object&#10;&#10;Description automatically generated">
            <a:extLst>
              <a:ext uri="{FF2B5EF4-FFF2-40B4-BE49-F238E27FC236}">
                <a16:creationId xmlns:a16="http://schemas.microsoft.com/office/drawing/2014/main" id="{CE6E6349-0519-23BF-E24C-9B8CFA909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138" y="1114425"/>
            <a:ext cx="3516620" cy="222953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7A5B1F-006C-B580-B57E-E948E9009441}"/>
              </a:ext>
            </a:extLst>
          </p:cNvPr>
          <p:cNvCxnSpPr>
            <a:cxnSpLocks/>
          </p:cNvCxnSpPr>
          <p:nvPr/>
        </p:nvCxnSpPr>
        <p:spPr>
          <a:xfrm flipH="1">
            <a:off x="6059033" y="1496170"/>
            <a:ext cx="1527480" cy="7330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F78262C-F3B4-D1FF-91A4-402695016EF3}"/>
              </a:ext>
            </a:extLst>
          </p:cNvPr>
          <p:cNvSpPr txBox="1"/>
          <p:nvPr/>
        </p:nvSpPr>
        <p:spPr>
          <a:xfrm>
            <a:off x="7577362" y="1322487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nodes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0BD44C-22F1-423B-55FD-7CAB5E10790D}"/>
              </a:ext>
            </a:extLst>
          </p:cNvPr>
          <p:cNvCxnSpPr>
            <a:cxnSpLocks/>
          </p:cNvCxnSpPr>
          <p:nvPr/>
        </p:nvCxnSpPr>
        <p:spPr>
          <a:xfrm flipH="1">
            <a:off x="6059033" y="2609919"/>
            <a:ext cx="14001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40A003-B2D0-33E0-9507-660846C98981}"/>
              </a:ext>
            </a:extLst>
          </p:cNvPr>
          <p:cNvSpPr txBox="1"/>
          <p:nvPr/>
        </p:nvSpPr>
        <p:spPr>
          <a:xfrm>
            <a:off x="7459208" y="2348309"/>
            <a:ext cx="781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Fe atoms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697D2C-CA0B-B9B9-DBF1-94EB20222D30}"/>
              </a:ext>
            </a:extLst>
          </p:cNvPr>
          <p:cNvCxnSpPr/>
          <p:nvPr/>
        </p:nvCxnSpPr>
        <p:spPr>
          <a:xfrm flipH="1">
            <a:off x="6705558" y="2056751"/>
            <a:ext cx="8129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62BAC6-FD7F-653F-E9AE-906F96C4492A}"/>
              </a:ext>
            </a:extLst>
          </p:cNvPr>
          <p:cNvSpPr txBox="1"/>
          <p:nvPr/>
        </p:nvSpPr>
        <p:spPr>
          <a:xfrm>
            <a:off x="7518498" y="1865910"/>
            <a:ext cx="1009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Cu (111) surface e</a:t>
            </a:r>
            <a:r>
              <a:rPr lang="en-IN" sz="1400" baseline="30000"/>
              <a:t>-</a:t>
            </a:r>
            <a:endParaRPr lang="en-IN" sz="1400"/>
          </a:p>
        </p:txBody>
      </p:sp>
      <p:pic>
        <p:nvPicPr>
          <p:cNvPr id="25" name="Picture 24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5FA7F914-CB5D-1592-88B1-58D5268CDF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7038"/>
          <a:stretch/>
        </p:blipFill>
        <p:spPr>
          <a:xfrm>
            <a:off x="8815664" y="1254971"/>
            <a:ext cx="2381250" cy="122443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C59C65-AC8E-4CC3-1AB6-ADAB0C3A659B}"/>
              </a:ext>
            </a:extLst>
          </p:cNvPr>
          <p:cNvSpPr txBox="1"/>
          <p:nvPr/>
        </p:nvSpPr>
        <p:spPr>
          <a:xfrm>
            <a:off x="3824138" y="3340874"/>
            <a:ext cx="3446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/>
              <a:t>Don </a:t>
            </a:r>
            <a:r>
              <a:rPr lang="en-IN" sz="1600" err="1"/>
              <a:t>Eigler</a:t>
            </a:r>
            <a:r>
              <a:rPr lang="en-IN" sz="1600"/>
              <a:t>, IBM – STM experiments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A7C170-7844-D19D-9BA0-DB9EAD41C4C4}"/>
              </a:ext>
            </a:extLst>
          </p:cNvPr>
          <p:cNvSpPr txBox="1"/>
          <p:nvPr/>
        </p:nvSpPr>
        <p:spPr>
          <a:xfrm>
            <a:off x="492872" y="2950593"/>
            <a:ext cx="3023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Wave associated with an e</a:t>
            </a:r>
            <a:r>
              <a:rPr lang="en-IN" sz="1600" baseline="30000"/>
              <a:t>-</a:t>
            </a:r>
            <a:r>
              <a:rPr lang="en-IN" sz="1600"/>
              <a:t> can have a </a:t>
            </a:r>
            <a:r>
              <a:rPr lang="en-IN" sz="1600">
                <a:solidFill>
                  <a:srgbClr val="FF0000"/>
                </a:solidFill>
              </a:rPr>
              <a:t>state</a:t>
            </a:r>
            <a:r>
              <a:rPr lang="en-IN" sz="1600"/>
              <a:t> where the wave forms standing waves – </a:t>
            </a:r>
            <a:r>
              <a:rPr lang="en-IN" sz="1600">
                <a:solidFill>
                  <a:srgbClr val="FF0000"/>
                </a:solidFill>
              </a:rPr>
              <a:t>stationary states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C3F503-F9F3-A04D-3E76-F5BBDB58930A}"/>
              </a:ext>
            </a:extLst>
          </p:cNvPr>
          <p:cNvSpPr txBox="1"/>
          <p:nvPr/>
        </p:nvSpPr>
        <p:spPr>
          <a:xfrm>
            <a:off x="9127926" y="2493275"/>
            <a:ext cx="179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Wikimedia Commons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42C7B80-E29F-5B0B-2D4A-7ED64C7F5D7B}"/>
                  </a:ext>
                </a:extLst>
              </p:cNvPr>
              <p:cNvSpPr/>
              <p:nvPr/>
            </p:nvSpPr>
            <p:spPr>
              <a:xfrm>
                <a:off x="301522" y="4364586"/>
                <a:ext cx="437960" cy="41490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IN" b="1"/>
              </a:p>
            </p:txBody>
          </p:sp>
        </mc:Choice>
        <mc:Fallback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42C7B80-E29F-5B0B-2D4A-7ED64C7F5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22" y="4364586"/>
                <a:ext cx="437960" cy="414909"/>
              </a:xfrm>
              <a:prstGeom prst="ellipse">
                <a:avLst/>
              </a:prstGeom>
              <a:blipFill>
                <a:blip r:embed="rId7"/>
                <a:stretch>
                  <a:fillRect l="-9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2131C98D-C64F-A016-3567-5C1BFC546E98}"/>
              </a:ext>
            </a:extLst>
          </p:cNvPr>
          <p:cNvSpPr/>
          <p:nvPr/>
        </p:nvSpPr>
        <p:spPr>
          <a:xfrm>
            <a:off x="747948" y="5120272"/>
            <a:ext cx="144998" cy="15439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BF7A7545-0F6C-67D2-3C26-496020BC56BD}"/>
              </a:ext>
            </a:extLst>
          </p:cNvPr>
          <p:cNvSpPr/>
          <p:nvPr/>
        </p:nvSpPr>
        <p:spPr>
          <a:xfrm rot="4777547">
            <a:off x="504831" y="4533921"/>
            <a:ext cx="677945" cy="665175"/>
          </a:xfrm>
          <a:prstGeom prst="arc">
            <a:avLst>
              <a:gd name="adj1" fmla="val 19716194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B4723D-1AE6-3C4A-BAEB-CEEEAAC79501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1068433" y="5039646"/>
            <a:ext cx="116850" cy="78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FFF98F-E0A9-E29B-14B7-AE186637057C}"/>
                  </a:ext>
                </a:extLst>
              </p:cNvPr>
              <p:cNvSpPr txBox="1"/>
              <p:nvPr/>
            </p:nvSpPr>
            <p:spPr>
              <a:xfrm>
                <a:off x="408043" y="5120774"/>
                <a:ext cx="4357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IN" sz="1400" b="1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FFF98F-E0A9-E29B-14B7-AE1866370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43" y="5120774"/>
                <a:ext cx="43576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4D48826B-702C-2E21-2350-4ADD6B421B02}"/>
              </a:ext>
            </a:extLst>
          </p:cNvPr>
          <p:cNvSpPr txBox="1"/>
          <p:nvPr/>
        </p:nvSpPr>
        <p:spPr>
          <a:xfrm>
            <a:off x="1279564" y="4107384"/>
            <a:ext cx="3516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e</a:t>
            </a:r>
            <a:r>
              <a:rPr lang="en-IN" sz="1600" baseline="30000"/>
              <a:t>-</a:t>
            </a:r>
            <a:r>
              <a:rPr lang="en-IN" sz="1600"/>
              <a:t> revolves around nucleus due to an </a:t>
            </a:r>
            <a:r>
              <a:rPr lang="en-IN" sz="1600" i="1"/>
              <a:t>attractive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e</a:t>
            </a:r>
            <a:r>
              <a:rPr lang="en-IN" sz="1600" baseline="30000"/>
              <a:t>-</a:t>
            </a:r>
            <a:r>
              <a:rPr lang="en-IN" sz="1600"/>
              <a:t> is therefore bound/confined around nucleus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Can form 3D standing waves or </a:t>
            </a:r>
            <a:r>
              <a:rPr lang="en-IN" sz="1600">
                <a:solidFill>
                  <a:srgbClr val="FF0000"/>
                </a:solidFill>
              </a:rPr>
              <a:t>stationary states – atomic orbitals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23160F-FB20-D851-5D3B-966A16BA6E3C}"/>
                  </a:ext>
                </a:extLst>
              </p:cNvPr>
              <p:cNvSpPr txBox="1"/>
              <p:nvPr/>
            </p:nvSpPr>
            <p:spPr>
              <a:xfrm>
                <a:off x="5060438" y="4637481"/>
                <a:ext cx="229793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𝜕𝜓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23160F-FB20-D851-5D3B-966A16BA6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438" y="4637481"/>
                <a:ext cx="2297937" cy="622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B106F20-7BD7-D5A2-72A4-7C29780A4E89}"/>
              </a:ext>
            </a:extLst>
          </p:cNvPr>
          <p:cNvCxnSpPr>
            <a:cxnSpLocks/>
          </p:cNvCxnSpPr>
          <p:nvPr/>
        </p:nvCxnSpPr>
        <p:spPr>
          <a:xfrm>
            <a:off x="3705225" y="4543800"/>
            <a:ext cx="3190875" cy="322708"/>
          </a:xfrm>
          <a:prstGeom prst="bentConnector3">
            <a:avLst>
              <a:gd name="adj1" fmla="val 1001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8E91AAE-7188-3835-9B55-CC4CA76372CB}"/>
              </a:ext>
            </a:extLst>
          </p:cNvPr>
          <p:cNvSpPr txBox="1"/>
          <p:nvPr/>
        </p:nvSpPr>
        <p:spPr>
          <a:xfrm>
            <a:off x="5082309" y="3912184"/>
            <a:ext cx="2455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/>
              <a:t>Time dependent Schrodinger Equation: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F99DF7F-40FD-47C9-9D52-3ED208CE2D3C}"/>
                  </a:ext>
                </a:extLst>
              </p:cNvPr>
              <p:cNvSpPr txBox="1"/>
              <p:nvPr/>
            </p:nvSpPr>
            <p:spPr>
              <a:xfrm>
                <a:off x="4987253" y="5894261"/>
                <a:ext cx="219444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F99DF7F-40FD-47C9-9D52-3ED208CE2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253" y="5894261"/>
                <a:ext cx="2194447" cy="6223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79E54170-3D0C-5221-3161-5316E630C9C1}"/>
              </a:ext>
            </a:extLst>
          </p:cNvPr>
          <p:cNvSpPr txBox="1"/>
          <p:nvPr/>
        </p:nvSpPr>
        <p:spPr>
          <a:xfrm>
            <a:off x="4963753" y="5309486"/>
            <a:ext cx="2455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/>
              <a:t>Time independent Schrodinger Equation: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5028E12-532D-C67C-5FD1-851B89B1CDE4}"/>
              </a:ext>
            </a:extLst>
          </p:cNvPr>
          <p:cNvCxnSpPr>
            <a:stCxn id="40" idx="2"/>
            <a:endCxn id="48" idx="1"/>
          </p:cNvCxnSpPr>
          <p:nvPr/>
        </p:nvCxnSpPr>
        <p:spPr>
          <a:xfrm rot="16200000" flipH="1">
            <a:off x="3748367" y="4966550"/>
            <a:ext cx="528392" cy="1949379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A diagram of different spheres&#10;&#10;Description automatically generated with medium confidence">
            <a:extLst>
              <a:ext uri="{FF2B5EF4-FFF2-40B4-BE49-F238E27FC236}">
                <a16:creationId xmlns:a16="http://schemas.microsoft.com/office/drawing/2014/main" id="{E49764D2-C019-C620-EE3D-37B3F1C1612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1072"/>
          <a:stretch/>
        </p:blipFill>
        <p:spPr>
          <a:xfrm>
            <a:off x="7704530" y="3429000"/>
            <a:ext cx="4351862" cy="3156282"/>
          </a:xfrm>
          <a:prstGeom prst="rect">
            <a:avLst/>
          </a:prstGeom>
        </p:spPr>
      </p:pic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CF529BE-4F6E-5E65-7C79-41AACC126F6A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418930" y="3888261"/>
            <a:ext cx="1925880" cy="1713613"/>
          </a:xfrm>
          <a:prstGeom prst="bentConnector3">
            <a:avLst>
              <a:gd name="adj1" fmla="val 944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F5C792-3EC9-4726-0E85-969D0CAD96A4}"/>
                  </a:ext>
                </a:extLst>
              </p:cNvPr>
              <p:cNvSpPr txBox="1"/>
              <p:nvPr/>
            </p:nvSpPr>
            <p:spPr>
              <a:xfrm>
                <a:off x="8729939" y="3114770"/>
                <a:ext cx="266861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/>
                  <a:t>Solutions to TISE (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IN" sz="1600"/>
                  <a:t>) for H:</a:t>
                </a: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F5C792-3EC9-4726-0E85-969D0CAD9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939" y="3114770"/>
                <a:ext cx="2668616" cy="338554"/>
              </a:xfrm>
              <a:prstGeom prst="rect">
                <a:avLst/>
              </a:prstGeom>
              <a:blipFill>
                <a:blip r:embed="rId12"/>
                <a:stretch>
                  <a:fillRect l="-1142" t="-5455" r="-228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E133398-0841-24B6-E516-4BF6BB648B35}"/>
              </a:ext>
            </a:extLst>
          </p:cNvPr>
          <p:cNvSpPr txBox="1"/>
          <p:nvPr/>
        </p:nvSpPr>
        <p:spPr>
          <a:xfrm>
            <a:off x="9865763" y="3932721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/>
              <a:t>Only occupied state</a:t>
            </a:r>
          </a:p>
        </p:txBody>
      </p:sp>
    </p:spTree>
    <p:extLst>
      <p:ext uri="{BB962C8B-B14F-4D97-AF65-F5344CB8AC3E}">
        <p14:creationId xmlns:p14="http://schemas.microsoft.com/office/powerpoint/2010/main" val="4147006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4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9" grpId="0"/>
      <p:bldP spid="40" grpId="0"/>
      <p:bldP spid="41" grpId="0"/>
      <p:bldP spid="47" grpId="0"/>
      <p:bldP spid="48" grpId="0"/>
      <p:bldP spid="49" grpId="0"/>
      <p:bldP spid="69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Female with long wavy hair">
            <a:extLst>
              <a:ext uri="{FF2B5EF4-FFF2-40B4-BE49-F238E27FC236}">
                <a16:creationId xmlns:a16="http://schemas.microsoft.com/office/drawing/2014/main" id="{EBDBEE17-D4ED-A72D-12EF-9C847149D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6706" y="5262860"/>
            <a:ext cx="714375" cy="771525"/>
          </a:xfrm>
          <a:prstGeom prst="rect">
            <a:avLst/>
          </a:prstGeom>
        </p:spPr>
      </p:pic>
      <p:pic>
        <p:nvPicPr>
          <p:cNvPr id="27" name="Graphic 26" descr="Child with short hair">
            <a:extLst>
              <a:ext uri="{FF2B5EF4-FFF2-40B4-BE49-F238E27FC236}">
                <a16:creationId xmlns:a16="http://schemas.microsoft.com/office/drawing/2014/main" id="{622D08D2-852A-9366-04A9-56F2D8415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7650" y="921794"/>
            <a:ext cx="714375" cy="831486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29A379F0-7A25-4F90-96B2-13196F28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/>
              <a:t>Ground State – Special Stationary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659FEC-5664-3928-DDAD-BE1274D7D205}"/>
                  </a:ext>
                </a:extLst>
              </p:cNvPr>
              <p:cNvSpPr txBox="1"/>
              <p:nvPr/>
            </p:nvSpPr>
            <p:spPr>
              <a:xfrm>
                <a:off x="642625" y="1569911"/>
                <a:ext cx="219444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659FEC-5664-3928-DDAD-BE1274D7D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5" y="1569911"/>
                <a:ext cx="2194447" cy="62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5A6EFE4-7C9F-11E4-F40A-0D211430FCC4}"/>
              </a:ext>
            </a:extLst>
          </p:cNvPr>
          <p:cNvSpPr txBox="1"/>
          <p:nvPr/>
        </p:nvSpPr>
        <p:spPr>
          <a:xfrm>
            <a:off x="619125" y="985136"/>
            <a:ext cx="3190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Time independent Schrodinger Equation (TISE):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5775EA-EE4C-0AB5-237F-D0CE10D90187}"/>
                  </a:ext>
                </a:extLst>
              </p:cNvPr>
              <p:cNvSpPr txBox="1"/>
              <p:nvPr/>
            </p:nvSpPr>
            <p:spPr>
              <a:xfrm>
                <a:off x="552450" y="2333625"/>
                <a:ext cx="325755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sz="1600"/>
                  <a:t> is energy associated with state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IN" sz="16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/>
                  <a:t>The state for which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sz="1600">
                    <a:solidFill>
                      <a:srgbClr val="FF0000"/>
                    </a:solidFill>
                  </a:rPr>
                  <a:t> is the lowest</a:t>
                </a:r>
                <a:r>
                  <a:rPr lang="en-IN" sz="1600"/>
                  <a:t> is called “</a:t>
                </a:r>
                <a:r>
                  <a:rPr lang="en-IN" sz="1600">
                    <a:solidFill>
                      <a:srgbClr val="FF0000"/>
                    </a:solidFill>
                  </a:rPr>
                  <a:t>ground state</a:t>
                </a:r>
                <a:r>
                  <a:rPr lang="en-IN" sz="1600"/>
                  <a:t>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>
                    <a:solidFill>
                      <a:srgbClr val="0070C0"/>
                    </a:solidFill>
                  </a:rPr>
                  <a:t>A system always tries to reach a state with minimum energy – ground state energy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5775EA-EE4C-0AB5-237F-D0CE10D90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2333625"/>
                <a:ext cx="3257550" cy="1815882"/>
              </a:xfrm>
              <a:prstGeom prst="rect">
                <a:avLst/>
              </a:prstGeom>
              <a:blipFill>
                <a:blip r:embed="rId7"/>
                <a:stretch>
                  <a:fillRect l="-749" t="-1007" r="-1124" b="-3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E460C71-D888-E7A9-F395-161DB2050AF5}"/>
              </a:ext>
            </a:extLst>
          </p:cNvPr>
          <p:cNvSpPr txBox="1"/>
          <p:nvPr/>
        </p:nvSpPr>
        <p:spPr>
          <a:xfrm>
            <a:off x="496147" y="4290871"/>
            <a:ext cx="35341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Aim</a:t>
            </a:r>
            <a:r>
              <a:rPr lang="en-IN" sz="1600"/>
              <a:t>: To find ground state solution</a:t>
            </a:r>
          </a:p>
          <a:p>
            <a:r>
              <a:rPr lang="en-IN" sz="1600"/>
              <a:t>Solve the TISE but solution only exists for Hydrogen – 1 electron</a:t>
            </a:r>
          </a:p>
          <a:p>
            <a:r>
              <a:rPr lang="en-IN" sz="1600"/>
              <a:t>There are 117 other elements and millions of compounds all having &gt; 1 electron!</a:t>
            </a:r>
          </a:p>
        </p:txBody>
      </p:sp>
      <p:pic>
        <p:nvPicPr>
          <p:cNvPr id="9" name="Graphic 8" descr="A confused face">
            <a:extLst>
              <a:ext uri="{FF2B5EF4-FFF2-40B4-BE49-F238E27FC236}">
                <a16:creationId xmlns:a16="http://schemas.microsoft.com/office/drawing/2014/main" id="{D0A23EDB-E33C-E22E-7BE4-13544FA9BE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96119" y="1163757"/>
            <a:ext cx="403858" cy="5048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CFAB66-EFEC-BFC9-5FA8-E3BC50DD09A9}"/>
              </a:ext>
            </a:extLst>
          </p:cNvPr>
          <p:cNvSpPr txBox="1"/>
          <p:nvPr/>
        </p:nvSpPr>
        <p:spPr>
          <a:xfrm>
            <a:off x="4772025" y="1093048"/>
            <a:ext cx="517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How do we model systems having &gt; 1 electron or nucleus (compounds)?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BCFD91-D48A-6E02-7B55-D29951BD36E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33" t="8618" r="85668"/>
          <a:stretch/>
        </p:blipFill>
        <p:spPr>
          <a:xfrm>
            <a:off x="4557712" y="2105025"/>
            <a:ext cx="652463" cy="31825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0AF034-D998-3B49-9530-B67313E330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6560" t="8618" r="69992"/>
          <a:stretch/>
        </p:blipFill>
        <p:spPr>
          <a:xfrm>
            <a:off x="5286375" y="2105024"/>
            <a:ext cx="790574" cy="31825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21EA56-568D-A577-FE67-4CF40FE0B66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0655" t="8618" r="55897"/>
          <a:stretch/>
        </p:blipFill>
        <p:spPr>
          <a:xfrm>
            <a:off x="6153149" y="2105023"/>
            <a:ext cx="790574" cy="31825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3E3083-660C-4385-5621-1AD947304F8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6023" t="8618" r="40529"/>
          <a:stretch/>
        </p:blipFill>
        <p:spPr>
          <a:xfrm>
            <a:off x="6997489" y="2105022"/>
            <a:ext cx="790575" cy="31825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A6A6FB-D1C9-1998-D552-B4193125B79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8868" t="4559" r="555"/>
          <a:stretch/>
        </p:blipFill>
        <p:spPr>
          <a:xfrm>
            <a:off x="7864263" y="1963661"/>
            <a:ext cx="1209675" cy="33239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1BB56C-C8C2-0EE5-7AD7-E58D275D44BA}"/>
                  </a:ext>
                </a:extLst>
              </p:cNvPr>
              <p:cNvSpPr txBox="1"/>
              <p:nvPr/>
            </p:nvSpPr>
            <p:spPr>
              <a:xfrm>
                <a:off x="5079262" y="5403874"/>
                <a:ext cx="3389838" cy="332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IN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1BB56C-C8C2-0EE5-7AD7-E58D275D4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262" y="5403874"/>
                <a:ext cx="3389838" cy="332848"/>
              </a:xfrm>
              <a:prstGeom prst="rect">
                <a:avLst/>
              </a:prstGeom>
              <a:blipFill>
                <a:blip r:embed="rId11"/>
                <a:stretch>
                  <a:fillRect l="-1799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122096-F8A6-09B2-B598-D23562FDA6A3}"/>
                  </a:ext>
                </a:extLst>
              </p:cNvPr>
              <p:cNvSpPr txBox="1"/>
              <p:nvPr/>
            </p:nvSpPr>
            <p:spPr>
              <a:xfrm>
                <a:off x="5591175" y="5750896"/>
                <a:ext cx="21166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/>
                  <a:t> electrons,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sz="1600"/>
                  <a:t> nuclei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122096-F8A6-09B2-B598-D23562FDA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175" y="5750896"/>
                <a:ext cx="2116670" cy="338554"/>
              </a:xfrm>
              <a:prstGeom prst="rect">
                <a:avLst/>
              </a:prstGeom>
              <a:blipFill>
                <a:blip r:embed="rId1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24BFE8-0310-9ADF-7301-B96B203A2EBA}"/>
                  </a:ext>
                </a:extLst>
              </p:cNvPr>
              <p:cNvSpPr txBox="1"/>
              <p:nvPr/>
            </p:nvSpPr>
            <p:spPr>
              <a:xfrm>
                <a:off x="9200476" y="1782686"/>
                <a:ext cx="2829599" cy="2856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IN" sz="1600"/>
                  <a:t> is 3 dimensional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IN" sz="1600"/>
                  <a:t> is 3 dimensional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IN" sz="1600"/>
                  <a:t> is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/>
                  <a:t> dimensional (the position of nuclei can be treated parametrically)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/>
                  <a:t>Something as simple as H</a:t>
                </a:r>
                <a:r>
                  <a:rPr lang="en-IN" sz="1600" baseline="-25000"/>
                  <a:t>2</a:t>
                </a:r>
                <a:r>
                  <a:rPr lang="en-IN" sz="1600"/>
                  <a:t> or He atom has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N" sz="1600"/>
                  <a:t> or 6 degrees of freedom (DOF).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/>
                  <a:t>Ne atom will have 30 DOF!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24BFE8-0310-9ADF-7301-B96B203A2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476" y="1782686"/>
                <a:ext cx="2829599" cy="2856167"/>
              </a:xfrm>
              <a:prstGeom prst="rect">
                <a:avLst/>
              </a:prstGeom>
              <a:blipFill>
                <a:blip r:embed="rId13"/>
                <a:stretch>
                  <a:fillRect l="-862" t="-640" b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 descr="A cartoon of a tombstone&#10;&#10;Description automatically generated">
            <a:extLst>
              <a:ext uri="{FF2B5EF4-FFF2-40B4-BE49-F238E27FC236}">
                <a16:creationId xmlns:a16="http://schemas.microsoft.com/office/drawing/2014/main" id="{74F49B17-BA07-3844-A4B2-2FD66E25EE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2426" y="4687975"/>
            <a:ext cx="1003081" cy="1019391"/>
          </a:xfrm>
          <a:prstGeom prst="rect">
            <a:avLst/>
          </a:prstGeom>
        </p:spPr>
      </p:pic>
      <p:pic>
        <p:nvPicPr>
          <p:cNvPr id="25" name="Graphic 24" descr="An open laptop">
            <a:extLst>
              <a:ext uri="{FF2B5EF4-FFF2-40B4-BE49-F238E27FC236}">
                <a16:creationId xmlns:a16="http://schemas.microsoft.com/office/drawing/2014/main" id="{8911AA3C-3A73-117A-9CE3-1DD0DBC199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11166" y="4755636"/>
            <a:ext cx="1642634" cy="1012049"/>
          </a:xfrm>
          <a:prstGeom prst="rect">
            <a:avLst/>
          </a:prstGeom>
        </p:spPr>
      </p:pic>
      <p:pic>
        <p:nvPicPr>
          <p:cNvPr id="29" name="Graphic 28" descr="A concerned face">
            <a:extLst>
              <a:ext uri="{FF2B5EF4-FFF2-40B4-BE49-F238E27FC236}">
                <a16:creationId xmlns:a16="http://schemas.microsoft.com/office/drawing/2014/main" id="{7FA93B50-C622-3BA2-EEF9-2F9A7CAB4EE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90856" y="5479345"/>
            <a:ext cx="397636" cy="43491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54FB285-5B5B-E8F9-A98B-C2C015EAA038}"/>
              </a:ext>
            </a:extLst>
          </p:cNvPr>
          <p:cNvSpPr txBox="1"/>
          <p:nvPr/>
        </p:nvSpPr>
        <p:spPr>
          <a:xfrm>
            <a:off x="4163651" y="6543675"/>
            <a:ext cx="3871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/>
              <a:t>Roald Hoffmann, </a:t>
            </a:r>
            <a:r>
              <a:rPr lang="en-IN" sz="1000" i="1" err="1"/>
              <a:t>Angew</a:t>
            </a:r>
            <a:r>
              <a:rPr lang="en-IN" sz="1000" i="1"/>
              <a:t>,. Chem. Int. Ed. Engl</a:t>
            </a:r>
            <a:r>
              <a:rPr lang="en-IN" sz="1000"/>
              <a:t>. 26 (1987) 846-878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AD9ACA-1422-46E1-C97D-2E968B2DF7B3}"/>
              </a:ext>
            </a:extLst>
          </p:cNvPr>
          <p:cNvSpPr txBox="1"/>
          <p:nvPr/>
        </p:nvSpPr>
        <p:spPr>
          <a:xfrm>
            <a:off x="3518919" y="6194851"/>
            <a:ext cx="51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FF0000"/>
                </a:solidFill>
              </a:rPr>
              <a:t>There must be a cheaper way to solve things!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B81317-F042-C2B1-8225-98A03FC3FDD1}"/>
              </a:ext>
            </a:extLst>
          </p:cNvPr>
          <p:cNvSpPr txBox="1"/>
          <p:nvPr/>
        </p:nvSpPr>
        <p:spPr>
          <a:xfrm>
            <a:off x="5591175" y="1720265"/>
            <a:ext cx="2193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/>
              <a:t>Hydrogen “molecules”</a:t>
            </a:r>
          </a:p>
        </p:txBody>
      </p:sp>
    </p:spTree>
    <p:extLst>
      <p:ext uri="{BB962C8B-B14F-4D97-AF65-F5344CB8AC3E}">
        <p14:creationId xmlns:p14="http://schemas.microsoft.com/office/powerpoint/2010/main" val="2672808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7" grpId="0"/>
      <p:bldP spid="18" grpId="0"/>
      <p:bldP spid="19" grpId="0"/>
      <p:bldP spid="33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/>
              <a:t>We understood how </a:t>
            </a:r>
            <a:r>
              <a:rPr lang="en-IN" i="1">
                <a:solidFill>
                  <a:srgbClr val="0070C0"/>
                </a:solidFill>
              </a:rPr>
              <a:t>free electron motion </a:t>
            </a:r>
            <a:r>
              <a:rPr lang="en-IN"/>
              <a:t>can be characterised as a </a:t>
            </a:r>
            <a:r>
              <a:rPr lang="en-IN" i="1">
                <a:solidFill>
                  <a:srgbClr val="0070C0"/>
                </a:solidFill>
              </a:rPr>
              <a:t>random walk</a:t>
            </a:r>
            <a:r>
              <a:rPr lang="en-IN"/>
              <a:t>.</a:t>
            </a:r>
          </a:p>
          <a:p>
            <a:r>
              <a:rPr lang="en-IN"/>
              <a:t>We learnt about </a:t>
            </a:r>
            <a:r>
              <a:rPr lang="en-IN" i="1">
                <a:solidFill>
                  <a:srgbClr val="0070C0"/>
                </a:solidFill>
              </a:rPr>
              <a:t>waves in confinement</a:t>
            </a:r>
            <a:r>
              <a:rPr lang="en-IN"/>
              <a:t> and </a:t>
            </a:r>
            <a:r>
              <a:rPr lang="en-IN" i="1">
                <a:solidFill>
                  <a:srgbClr val="0070C0"/>
                </a:solidFill>
              </a:rPr>
              <a:t>standing waves</a:t>
            </a:r>
          </a:p>
          <a:p>
            <a:r>
              <a:rPr lang="en-IN"/>
              <a:t>We learnt about </a:t>
            </a:r>
            <a:r>
              <a:rPr lang="en-IN" i="1">
                <a:solidFill>
                  <a:srgbClr val="0070C0"/>
                </a:solidFill>
              </a:rPr>
              <a:t>electrons in confinement</a:t>
            </a:r>
            <a:r>
              <a:rPr lang="en-IN"/>
              <a:t> and </a:t>
            </a:r>
            <a:r>
              <a:rPr lang="en-IN" i="1">
                <a:solidFill>
                  <a:srgbClr val="0070C0"/>
                </a:solidFill>
              </a:rPr>
              <a:t>stationary states</a:t>
            </a:r>
          </a:p>
          <a:p>
            <a:r>
              <a:rPr lang="en-IN"/>
              <a:t>We learnt that </a:t>
            </a:r>
            <a:r>
              <a:rPr lang="en-IN" i="1">
                <a:solidFill>
                  <a:srgbClr val="0070C0"/>
                </a:solidFill>
              </a:rPr>
              <a:t>stationary states </a:t>
            </a:r>
            <a:r>
              <a:rPr lang="en-IN"/>
              <a:t>are obtained from solutions of </a:t>
            </a:r>
            <a:r>
              <a:rPr lang="en-IN" i="1">
                <a:solidFill>
                  <a:srgbClr val="0070C0"/>
                </a:solidFill>
              </a:rPr>
              <a:t>Time independent Schrodinger Equation</a:t>
            </a:r>
          </a:p>
          <a:p>
            <a:r>
              <a:rPr lang="en-IN"/>
              <a:t>We learnt that solving the Schrodinger Equation is seemingly impossible!</a:t>
            </a:r>
          </a:p>
        </p:txBody>
      </p:sp>
    </p:spTree>
    <p:extLst>
      <p:ext uri="{BB962C8B-B14F-4D97-AF65-F5344CB8AC3E}">
        <p14:creationId xmlns:p14="http://schemas.microsoft.com/office/powerpoint/2010/main" val="3653671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Electronic Structure Theory</vt:lpstr>
      <vt:lpstr>Bottom-up catalyst discovery</vt:lpstr>
      <vt:lpstr>Electron &amp; its Quirks!</vt:lpstr>
      <vt:lpstr>Contents</vt:lpstr>
      <vt:lpstr>Wave-particle duality</vt:lpstr>
      <vt:lpstr>Wave-particle duality - electrons</vt:lpstr>
      <vt:lpstr>De Broglie Relationship &amp; Heisenberg Uncertainty</vt:lpstr>
      <vt:lpstr>Summary</vt:lpstr>
      <vt:lpstr>Electron &amp; its Quirks!</vt:lpstr>
      <vt:lpstr>Contents</vt:lpstr>
      <vt:lpstr>Free electron without confinement</vt:lpstr>
      <vt:lpstr>Waves in confinement – Standing Waves</vt:lpstr>
      <vt:lpstr>Electrons in confinement – Stationary States</vt:lpstr>
      <vt:lpstr>Ground State – Special Stationary State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Bhowmik, Sayan</dc:creator>
  <cp:revision>1</cp:revision>
  <dcterms:created xsi:type="dcterms:W3CDTF">2024-09-04T12:39:13Z</dcterms:created>
  <dcterms:modified xsi:type="dcterms:W3CDTF">2024-09-14T16:13:34Z</dcterms:modified>
</cp:coreProperties>
</file>