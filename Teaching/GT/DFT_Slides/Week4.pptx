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96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31" r:id="rId12"/>
    <p:sldId id="332" r:id="rId13"/>
    <p:sldId id="327" r:id="rId14"/>
    <p:sldId id="328" r:id="rId15"/>
    <p:sldId id="329" r:id="rId16"/>
    <p:sldId id="330" r:id="rId17"/>
    <p:sldId id="333" r:id="rId18"/>
    <p:sldId id="334" r:id="rId19"/>
    <p:sldId id="335" r:id="rId20"/>
    <p:sldId id="336" r:id="rId21"/>
    <p:sldId id="33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09D9"/>
    <a:srgbClr val="3E0395"/>
    <a:srgbClr val="0D06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EAC93-E3FB-4FF7-B8AF-6BD5FAC2BB4F}" v="2309" dt="2024-10-09T00:56:25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owmik, Sayan" userId="S::sbhowmik9@gatech.edu::2b51cadb-156e-4c9a-99fc-6d2138739850" providerId="AD" clId="Web-{56A8B667-CCC7-F808-3A59-BDF840BA580A}"/>
    <pc:docChg chg="modSld">
      <pc:chgData name="Bhowmik, Sayan" userId="S::sbhowmik9@gatech.edu::2b51cadb-156e-4c9a-99fc-6d2138739850" providerId="AD" clId="Web-{56A8B667-CCC7-F808-3A59-BDF840BA580A}" dt="2024-10-01T21:43:48.984" v="12" actId="20577"/>
      <pc:docMkLst>
        <pc:docMk/>
      </pc:docMkLst>
      <pc:sldChg chg="modSp">
        <pc:chgData name="Bhowmik, Sayan" userId="S::sbhowmik9@gatech.edu::2b51cadb-156e-4c9a-99fc-6d2138739850" providerId="AD" clId="Web-{56A8B667-CCC7-F808-3A59-BDF840BA580A}" dt="2024-10-01T21:43:48.984" v="12" actId="20577"/>
        <pc:sldMkLst>
          <pc:docMk/>
          <pc:sldMk cId="2787355871" sldId="313"/>
        </pc:sldMkLst>
        <pc:spChg chg="mod">
          <ac:chgData name="Bhowmik, Sayan" userId="S::sbhowmik9@gatech.edu::2b51cadb-156e-4c9a-99fc-6d2138739850" providerId="AD" clId="Web-{56A8B667-CCC7-F808-3A59-BDF840BA580A}" dt="2024-10-01T21:43:48.984" v="12" actId="20577"/>
          <ac:spMkLst>
            <pc:docMk/>
            <pc:sldMk cId="2787355871" sldId="313"/>
            <ac:spMk id="11" creationId="{01D96DF2-81B2-CFD3-B4BD-52D69144447D}"/>
          </ac:spMkLst>
        </pc:spChg>
      </pc:sldChg>
    </pc:docChg>
  </pc:docChgLst>
  <pc:docChgLst>
    <pc:chgData name="Bhowmik, Sayan" userId="2b51cadb-156e-4c9a-99fc-6d2138739850" providerId="ADAL" clId="{2B50C6D2-8568-43B0-A1CD-E9860F9F381B}"/>
    <pc:docChg chg="undo custSel addSld delSld modSld sldOrd modMainMaster">
      <pc:chgData name="Bhowmik, Sayan" userId="2b51cadb-156e-4c9a-99fc-6d2138739850" providerId="ADAL" clId="{2B50C6D2-8568-43B0-A1CD-E9860F9F381B}" dt="2024-09-14T16:13:31.835" v="10704" actId="20577"/>
      <pc:docMkLst>
        <pc:docMk/>
      </pc:docMkLst>
      <pc:sldChg chg="addSp delSp modSp del mod">
        <pc:chgData name="Bhowmik, Sayan" userId="2b51cadb-156e-4c9a-99fc-6d2138739850" providerId="ADAL" clId="{2B50C6D2-8568-43B0-A1CD-E9860F9F381B}" dt="2024-09-12T03:41:41.936" v="9663" actId="47"/>
        <pc:sldMkLst>
          <pc:docMk/>
          <pc:sldMk cId="137394434" sldId="256"/>
        </pc:sldMkLst>
        <pc:spChg chg="mod">
          <ac:chgData name="Bhowmik, Sayan" userId="2b51cadb-156e-4c9a-99fc-6d2138739850" providerId="ADAL" clId="{2B50C6D2-8568-43B0-A1CD-E9860F9F381B}" dt="2024-09-07T04:31:19.084" v="3757" actId="1035"/>
          <ac:spMkLst>
            <pc:docMk/>
            <pc:sldMk cId="137394434" sldId="256"/>
            <ac:spMk id="2" creationId="{BF0B817D-D4F8-1224-9D1F-5070200448D4}"/>
          </ac:spMkLst>
        </pc:spChg>
        <pc:spChg chg="mod">
          <ac:chgData name="Bhowmik, Sayan" userId="2b51cadb-156e-4c9a-99fc-6d2138739850" providerId="ADAL" clId="{2B50C6D2-8568-43B0-A1CD-E9860F9F381B}" dt="2024-09-07T04:31:15.009" v="3749" actId="1036"/>
          <ac:spMkLst>
            <pc:docMk/>
            <pc:sldMk cId="137394434" sldId="256"/>
            <ac:spMk id="3" creationId="{54B9CEDF-66F4-D04D-3CFA-2BFEA2B014E7}"/>
          </ac:spMkLst>
        </pc:spChg>
        <pc:picChg chg="add del mod">
          <ac:chgData name="Bhowmik, Sayan" userId="2b51cadb-156e-4c9a-99fc-6d2138739850" providerId="ADAL" clId="{2B50C6D2-8568-43B0-A1CD-E9860F9F381B}" dt="2024-09-07T04:21:11.430" v="3574" actId="21"/>
          <ac:picMkLst>
            <pc:docMk/>
            <pc:sldMk cId="137394434" sldId="256"/>
            <ac:picMk id="5" creationId="{BCA8FB59-6F20-3DE1-3D28-17B4FD060E19}"/>
          </ac:picMkLst>
        </pc:picChg>
        <pc:picChg chg="add mod modCrop">
          <ac:chgData name="Bhowmik, Sayan" userId="2b51cadb-156e-4c9a-99fc-6d2138739850" providerId="ADAL" clId="{2B50C6D2-8568-43B0-A1CD-E9860F9F381B}" dt="2024-09-07T04:33:46.308" v="3780" actId="1037"/>
          <ac:picMkLst>
            <pc:docMk/>
            <pc:sldMk cId="137394434" sldId="256"/>
            <ac:picMk id="7" creationId="{D6BD3A41-93A1-669D-EB9C-55BB1695B2C0}"/>
          </ac:picMkLst>
        </pc:picChg>
        <pc:picChg chg="add mod modCrop">
          <ac:chgData name="Bhowmik, Sayan" userId="2b51cadb-156e-4c9a-99fc-6d2138739850" providerId="ADAL" clId="{2B50C6D2-8568-43B0-A1CD-E9860F9F381B}" dt="2024-09-07T04:26:33.036" v="3626" actId="1035"/>
          <ac:picMkLst>
            <pc:docMk/>
            <pc:sldMk cId="137394434" sldId="256"/>
            <ac:picMk id="9" creationId="{45F1F362-35F4-BC20-F9B6-347A031BAB31}"/>
          </ac:picMkLst>
        </pc:picChg>
        <pc:picChg chg="add mod modCrop">
          <ac:chgData name="Bhowmik, Sayan" userId="2b51cadb-156e-4c9a-99fc-6d2138739850" providerId="ADAL" clId="{2B50C6D2-8568-43B0-A1CD-E9860F9F381B}" dt="2024-09-07T04:28:04.845" v="3647" actId="1037"/>
          <ac:picMkLst>
            <pc:docMk/>
            <pc:sldMk cId="137394434" sldId="256"/>
            <ac:picMk id="10" creationId="{EC4A888D-FC12-2CCB-B87F-B8B74D61DBCE}"/>
          </ac:picMkLst>
        </pc:picChg>
      </pc:sldChg>
      <pc:sldChg chg="addSp delSp modSp new mod ord modTransition modClrScheme modAnim chgLayout">
        <pc:chgData name="Bhowmik, Sayan" userId="2b51cadb-156e-4c9a-99fc-6d2138739850" providerId="ADAL" clId="{2B50C6D2-8568-43B0-A1CD-E9860F9F381B}" dt="2024-09-12T02:52:40.946" v="8585"/>
        <pc:sldMkLst>
          <pc:docMk/>
          <pc:sldMk cId="2868050767" sldId="257"/>
        </pc:sldMkLst>
        <pc:spChg chg="del">
          <ac:chgData name="Bhowmik, Sayan" userId="2b51cadb-156e-4c9a-99fc-6d2138739850" providerId="ADAL" clId="{2B50C6D2-8568-43B0-A1CD-E9860F9F381B}" dt="2024-09-06T23:37:55.366" v="1" actId="700"/>
          <ac:spMkLst>
            <pc:docMk/>
            <pc:sldMk cId="2868050767" sldId="257"/>
            <ac:spMk id="2" creationId="{B627212B-35AC-E2D5-066E-76DE3F0D241B}"/>
          </ac:spMkLst>
        </pc:spChg>
        <pc:spChg chg="del">
          <ac:chgData name="Bhowmik, Sayan" userId="2b51cadb-156e-4c9a-99fc-6d2138739850" providerId="ADAL" clId="{2B50C6D2-8568-43B0-A1CD-E9860F9F381B}" dt="2024-09-06T23:37:55.366" v="1" actId="700"/>
          <ac:spMkLst>
            <pc:docMk/>
            <pc:sldMk cId="2868050767" sldId="257"/>
            <ac:spMk id="3" creationId="{001C31D7-E3F1-0B53-5BB8-0550FD7AD09B}"/>
          </ac:spMkLst>
        </pc:spChg>
        <pc:spChg chg="add mod">
          <ac:chgData name="Bhowmik, Sayan" userId="2b51cadb-156e-4c9a-99fc-6d2138739850" providerId="ADAL" clId="{2B50C6D2-8568-43B0-A1CD-E9860F9F381B}" dt="2024-09-07T03:20:06.503" v="2436" actId="255"/>
          <ac:spMkLst>
            <pc:docMk/>
            <pc:sldMk cId="2868050767" sldId="257"/>
            <ac:spMk id="4" creationId="{9ACCED98-9529-DCC6-459B-DD663EC0A9BB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14" creationId="{87055232-B584-5B72-7F27-516A07AC6772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15" creationId="{360FC57A-BF6D-6D0E-0EE0-22513564C01E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16" creationId="{18265FF0-BDBC-1C2B-73CE-E5AE19B443D3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17" creationId="{1AB8EA44-8657-2395-D8A4-F52522B1EE58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0" creationId="{8DC90E20-9582-4DBB-2453-A7F20EFB8E27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1" creationId="{D05B419D-C734-E3C3-5F7A-FAF0EF3B93D0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6" creationId="{93D36E14-1F10-7877-D701-143E12D6028B}"/>
          </ac:spMkLst>
        </pc:spChg>
        <pc:spChg chg="add mod">
          <ac:chgData name="Bhowmik, Sayan" userId="2b51cadb-156e-4c9a-99fc-6d2138739850" providerId="ADAL" clId="{2B50C6D2-8568-43B0-A1CD-E9860F9F381B}" dt="2024-09-07T00:50:52.421" v="1718" actId="1035"/>
          <ac:spMkLst>
            <pc:docMk/>
            <pc:sldMk cId="2868050767" sldId="257"/>
            <ac:spMk id="27" creationId="{9C8AA2C4-CC8B-5962-D9FA-EE43D48BACD8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8" creationId="{CE990AFC-3757-E81A-3D86-57F7EA26BABD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29" creationId="{75C355F5-8112-EE20-A5BC-E56E9C71ACDD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0" creationId="{B1A811A5-7900-C879-5FEC-8DB5A0297BAC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1" creationId="{08D6ED64-AB91-0504-0A96-B61BD1833735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4" creationId="{8952C023-F12B-E719-323D-063482BE2A7A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5" creationId="{ADB50322-B22E-B76B-B85B-349BBF455A93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6" creationId="{159CF06C-BDC5-D220-6DAA-4C78F8DF05F1}"/>
          </ac:spMkLst>
        </pc:spChg>
        <pc:spChg chg="add mod">
          <ac:chgData name="Bhowmik, Sayan" userId="2b51cadb-156e-4c9a-99fc-6d2138739850" providerId="ADAL" clId="{2B50C6D2-8568-43B0-A1CD-E9860F9F381B}" dt="2024-09-07T00:47:01.822" v="1629" actId="1037"/>
          <ac:spMkLst>
            <pc:docMk/>
            <pc:sldMk cId="2868050767" sldId="257"/>
            <ac:spMk id="37" creationId="{925880E1-F6FA-DC55-8F1D-FFCEAC69F3BE}"/>
          </ac:spMkLst>
        </pc:spChg>
        <pc:spChg chg="add mod">
          <ac:chgData name="Bhowmik, Sayan" userId="2b51cadb-156e-4c9a-99fc-6d2138739850" providerId="ADAL" clId="{2B50C6D2-8568-43B0-A1CD-E9860F9F381B}" dt="2024-09-07T00:50:03.471" v="1691" actId="1076"/>
          <ac:spMkLst>
            <pc:docMk/>
            <pc:sldMk cId="2868050767" sldId="257"/>
            <ac:spMk id="40" creationId="{C37A2BE0-9F96-12FD-2291-209901F3C008}"/>
          </ac:spMkLst>
        </pc:spChg>
        <pc:spChg chg="add mod">
          <ac:chgData name="Bhowmik, Sayan" userId="2b51cadb-156e-4c9a-99fc-6d2138739850" providerId="ADAL" clId="{2B50C6D2-8568-43B0-A1CD-E9860F9F381B}" dt="2024-09-07T00:48:35.539" v="1663" actId="1076"/>
          <ac:spMkLst>
            <pc:docMk/>
            <pc:sldMk cId="2868050767" sldId="257"/>
            <ac:spMk id="42" creationId="{C41AE6EE-596D-C86A-FF1A-CEB95B4AD4D0}"/>
          </ac:spMkLst>
        </pc:spChg>
        <pc:spChg chg="add mod">
          <ac:chgData name="Bhowmik, Sayan" userId="2b51cadb-156e-4c9a-99fc-6d2138739850" providerId="ADAL" clId="{2B50C6D2-8568-43B0-A1CD-E9860F9F381B}" dt="2024-09-07T00:48:50.133" v="1669" actId="20577"/>
          <ac:spMkLst>
            <pc:docMk/>
            <pc:sldMk cId="2868050767" sldId="257"/>
            <ac:spMk id="43" creationId="{557DE6D1-DE4C-8E87-06B7-934307E39E0E}"/>
          </ac:spMkLst>
        </pc:spChg>
        <pc:spChg chg="add mod">
          <ac:chgData name="Bhowmik, Sayan" userId="2b51cadb-156e-4c9a-99fc-6d2138739850" providerId="ADAL" clId="{2B50C6D2-8568-43B0-A1CD-E9860F9F381B}" dt="2024-09-07T00:49:59.017" v="1690" actId="1076"/>
          <ac:spMkLst>
            <pc:docMk/>
            <pc:sldMk cId="2868050767" sldId="257"/>
            <ac:spMk id="44" creationId="{429DE423-24B2-4326-45E6-1F077CC578AD}"/>
          </ac:spMkLst>
        </pc:spChg>
        <pc:spChg chg="add mod">
          <ac:chgData name="Bhowmik, Sayan" userId="2b51cadb-156e-4c9a-99fc-6d2138739850" providerId="ADAL" clId="{2B50C6D2-8568-43B0-A1CD-E9860F9F381B}" dt="2024-09-07T00:51:51.035" v="1830" actId="20577"/>
          <ac:spMkLst>
            <pc:docMk/>
            <pc:sldMk cId="2868050767" sldId="257"/>
            <ac:spMk id="45" creationId="{32AD25D6-5B58-0BB0-5022-700D9D49693F}"/>
          </ac:spMkLst>
        </pc:spChg>
        <pc:spChg chg="add mod">
          <ac:chgData name="Bhowmik, Sayan" userId="2b51cadb-156e-4c9a-99fc-6d2138739850" providerId="ADAL" clId="{2B50C6D2-8568-43B0-A1CD-E9860F9F381B}" dt="2024-09-07T00:52:14.142" v="1832" actId="1076"/>
          <ac:spMkLst>
            <pc:docMk/>
            <pc:sldMk cId="2868050767" sldId="257"/>
            <ac:spMk id="46" creationId="{C76C63D3-BD61-E1D4-981D-6C3E6FC74304}"/>
          </ac:spMkLst>
        </pc:spChg>
        <pc:spChg chg="add mod">
          <ac:chgData name="Bhowmik, Sayan" userId="2b51cadb-156e-4c9a-99fc-6d2138739850" providerId="ADAL" clId="{2B50C6D2-8568-43B0-A1CD-E9860F9F381B}" dt="2024-09-07T00:53:59.776" v="1872" actId="1035"/>
          <ac:spMkLst>
            <pc:docMk/>
            <pc:sldMk cId="2868050767" sldId="257"/>
            <ac:spMk id="47" creationId="{00009FDB-1156-D62C-98A1-B31CB252A589}"/>
          </ac:spMkLst>
        </pc:spChg>
        <pc:spChg chg="add mod">
          <ac:chgData name="Bhowmik, Sayan" userId="2b51cadb-156e-4c9a-99fc-6d2138739850" providerId="ADAL" clId="{2B50C6D2-8568-43B0-A1CD-E9860F9F381B}" dt="2024-09-07T00:55:12.001" v="1898" actId="1076"/>
          <ac:spMkLst>
            <pc:docMk/>
            <pc:sldMk cId="2868050767" sldId="257"/>
            <ac:spMk id="48" creationId="{BB678A2A-1B57-01B4-116D-4C481962D35E}"/>
          </ac:spMkLst>
        </pc:sp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6" creationId="{1538445A-5CC8-741B-87E3-111A616A87C1}"/>
          </ac:picMkLst>
        </pc:pic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8" creationId="{FA4911BF-D70C-91D1-0E9F-2922377DDFE2}"/>
          </ac:picMkLst>
        </pc:picChg>
        <pc:picChg chg="add mod modCrop">
          <ac:chgData name="Bhowmik, Sayan" userId="2b51cadb-156e-4c9a-99fc-6d2138739850" providerId="ADAL" clId="{2B50C6D2-8568-43B0-A1CD-E9860F9F381B}" dt="2024-09-07T00:53:59.776" v="1872" actId="1035"/>
          <ac:picMkLst>
            <pc:docMk/>
            <pc:sldMk cId="2868050767" sldId="257"/>
            <ac:picMk id="9" creationId="{E5D72DF5-FC35-CCF5-1710-73DD3EC41B11}"/>
          </ac:picMkLst>
        </pc:picChg>
        <pc:picChg chg="add del mod">
          <ac:chgData name="Bhowmik, Sayan" userId="2b51cadb-156e-4c9a-99fc-6d2138739850" providerId="ADAL" clId="{2B50C6D2-8568-43B0-A1CD-E9860F9F381B}" dt="2024-09-07T00:43:30.949" v="1555" actId="478"/>
          <ac:picMkLst>
            <pc:docMk/>
            <pc:sldMk cId="2868050767" sldId="257"/>
            <ac:picMk id="11" creationId="{96C8163D-7D68-6C6A-A764-92739E1AB828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13" creationId="{717838B6-E15C-94BE-3EEC-B620D6DB15B7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19" creationId="{E1536FA6-D50E-EC0D-407D-22890F0EC54A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22" creationId="{D4C3AFDF-2A27-76D9-9699-3BD61BFFC85D}"/>
          </ac:picMkLst>
        </pc:picChg>
        <pc:picChg chg="add mod">
          <ac:chgData name="Bhowmik, Sayan" userId="2b51cadb-156e-4c9a-99fc-6d2138739850" providerId="ADAL" clId="{2B50C6D2-8568-43B0-A1CD-E9860F9F381B}" dt="2024-09-07T00:47:01.822" v="1629" actId="1037"/>
          <ac:picMkLst>
            <pc:docMk/>
            <pc:sldMk cId="2868050767" sldId="257"/>
            <ac:picMk id="33" creationId="{55C9AF0B-9DE9-49FD-C44E-7F13A4B85135}"/>
          </ac:picMkLst>
        </pc:picChg>
        <pc:picChg chg="add mod">
          <ac:chgData name="Bhowmik, Sayan" userId="2b51cadb-156e-4c9a-99fc-6d2138739850" providerId="ADAL" clId="{2B50C6D2-8568-43B0-A1CD-E9860F9F381B}" dt="2024-09-07T00:47:13.133" v="1647" actId="1037"/>
          <ac:picMkLst>
            <pc:docMk/>
            <pc:sldMk cId="2868050767" sldId="257"/>
            <ac:picMk id="39" creationId="{82704663-C4D8-31C2-7DE5-D29424630322}"/>
          </ac:picMkLst>
        </pc:picChg>
        <pc:picChg chg="add mod">
          <ac:chgData name="Bhowmik, Sayan" userId="2b51cadb-156e-4c9a-99fc-6d2138739850" providerId="ADAL" clId="{2B50C6D2-8568-43B0-A1CD-E9860F9F381B}" dt="2024-09-07T00:50:13.413" v="1694" actId="1076"/>
          <ac:picMkLst>
            <pc:docMk/>
            <pc:sldMk cId="2868050767" sldId="257"/>
            <ac:picMk id="41" creationId="{3AF745BC-78BD-B867-434D-53E9C314412D}"/>
          </ac:picMkLst>
        </pc:pic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3" creationId="{09913761-3008-56B7-9E2E-EA288A4AD269}"/>
          </ac:cxnSpMkLst>
        </pc:cxn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4" creationId="{F3419335-7E03-9CA2-9E98-C8F604051E25}"/>
          </ac:cxnSpMkLst>
        </pc:cxnChg>
        <pc:cxnChg chg="add mod">
          <ac:chgData name="Bhowmik, Sayan" userId="2b51cadb-156e-4c9a-99fc-6d2138739850" providerId="ADAL" clId="{2B50C6D2-8568-43B0-A1CD-E9860F9F381B}" dt="2024-09-07T00:47:01.822" v="1629" actId="1037"/>
          <ac:cxnSpMkLst>
            <pc:docMk/>
            <pc:sldMk cId="2868050767" sldId="257"/>
            <ac:cxnSpMk id="25" creationId="{F1CC9B79-4678-AF4C-DDE9-D0DBC429E4ED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2:52:13.583" v="8584"/>
        <pc:sldMkLst>
          <pc:docMk/>
          <pc:sldMk cId="1196883161" sldId="258"/>
        </pc:sldMkLst>
        <pc:spChg chg="del">
          <ac:chgData name="Bhowmik, Sayan" userId="2b51cadb-156e-4c9a-99fc-6d2138739850" providerId="ADAL" clId="{2B50C6D2-8568-43B0-A1CD-E9860F9F381B}" dt="2024-09-07T01:00:25.314" v="1900" actId="478"/>
          <ac:spMkLst>
            <pc:docMk/>
            <pc:sldMk cId="1196883161" sldId="258"/>
            <ac:spMk id="2" creationId="{4FFD2D61-6B3F-9448-8E4C-A9A139CB8412}"/>
          </ac:spMkLst>
        </pc:spChg>
        <pc:spChg chg="add mod">
          <ac:chgData name="Bhowmik, Sayan" userId="2b51cadb-156e-4c9a-99fc-6d2138739850" providerId="ADAL" clId="{2B50C6D2-8568-43B0-A1CD-E9860F9F381B}" dt="2024-09-12T02:50:35.350" v="8524" actId="207"/>
          <ac:spMkLst>
            <pc:docMk/>
            <pc:sldMk cId="1196883161" sldId="258"/>
            <ac:spMk id="2" creationId="{51380C68-1AD4-36E9-82B9-22A81F654808}"/>
          </ac:spMkLst>
        </pc:spChg>
        <pc:spChg chg="add mod">
          <ac:chgData name="Bhowmik, Sayan" userId="2b51cadb-156e-4c9a-99fc-6d2138739850" providerId="ADAL" clId="{2B50C6D2-8568-43B0-A1CD-E9860F9F381B}" dt="2024-09-07T03:20:12.233" v="2437" actId="255"/>
          <ac:spMkLst>
            <pc:docMk/>
            <pc:sldMk cId="1196883161" sldId="258"/>
            <ac:spMk id="3" creationId="{ED7EB690-AE30-E8F9-9F7E-7D9C8EACA387}"/>
          </ac:spMkLst>
        </pc:spChg>
        <pc:spChg chg="add mod">
          <ac:chgData name="Bhowmik, Sayan" userId="2b51cadb-156e-4c9a-99fc-6d2138739850" providerId="ADAL" clId="{2B50C6D2-8568-43B0-A1CD-E9860F9F381B}" dt="2024-09-12T02:51:28.705" v="8578" actId="1076"/>
          <ac:spMkLst>
            <pc:docMk/>
            <pc:sldMk cId="1196883161" sldId="258"/>
            <ac:spMk id="4" creationId="{F8C63C3E-8897-9A08-B2D4-5E1383E3711A}"/>
          </ac:spMkLst>
        </pc:spChg>
        <pc:spChg chg="add mod">
          <ac:chgData name="Bhowmik, Sayan" userId="2b51cadb-156e-4c9a-99fc-6d2138739850" providerId="ADAL" clId="{2B50C6D2-8568-43B0-A1CD-E9860F9F381B}" dt="2024-09-07T02:27:20.212" v="2018" actId="1076"/>
          <ac:spMkLst>
            <pc:docMk/>
            <pc:sldMk cId="1196883161" sldId="258"/>
            <ac:spMk id="11" creationId="{B77874F7-4046-E86A-B939-A095943EABC0}"/>
          </ac:spMkLst>
        </pc:spChg>
        <pc:spChg chg="add mod">
          <ac:chgData name="Bhowmik, Sayan" userId="2b51cadb-156e-4c9a-99fc-6d2138739850" providerId="ADAL" clId="{2B50C6D2-8568-43B0-A1CD-E9860F9F381B}" dt="2024-09-07T02:27:32.331" v="2024" actId="20577"/>
          <ac:spMkLst>
            <pc:docMk/>
            <pc:sldMk cId="1196883161" sldId="258"/>
            <ac:spMk id="12" creationId="{70078EF3-8AC5-1294-C23F-FAF97CED7B87}"/>
          </ac:spMkLst>
        </pc:spChg>
        <pc:spChg chg="add mod">
          <ac:chgData name="Bhowmik, Sayan" userId="2b51cadb-156e-4c9a-99fc-6d2138739850" providerId="ADAL" clId="{2B50C6D2-8568-43B0-A1CD-E9860F9F381B}" dt="2024-09-12T02:50:57.477" v="8548" actId="1035"/>
          <ac:spMkLst>
            <pc:docMk/>
            <pc:sldMk cId="1196883161" sldId="258"/>
            <ac:spMk id="13" creationId="{47D09CCF-9BDA-605E-CB2A-AAB963C6DAEF}"/>
          </ac:spMkLst>
        </pc:spChg>
        <pc:spChg chg="add mod">
          <ac:chgData name="Bhowmik, Sayan" userId="2b51cadb-156e-4c9a-99fc-6d2138739850" providerId="ADAL" clId="{2B50C6D2-8568-43B0-A1CD-E9860F9F381B}" dt="2024-09-12T02:50:57.477" v="8548" actId="1035"/>
          <ac:spMkLst>
            <pc:docMk/>
            <pc:sldMk cId="1196883161" sldId="258"/>
            <ac:spMk id="14" creationId="{E93ACAFE-CF53-4E3F-4511-D10AAA66F036}"/>
          </ac:spMkLst>
        </pc:spChg>
        <pc:spChg chg="add mod">
          <ac:chgData name="Bhowmik, Sayan" userId="2b51cadb-156e-4c9a-99fc-6d2138739850" providerId="ADAL" clId="{2B50C6D2-8568-43B0-A1CD-E9860F9F381B}" dt="2024-09-07T03:22:34.791" v="2547" actId="1035"/>
          <ac:spMkLst>
            <pc:docMk/>
            <pc:sldMk cId="1196883161" sldId="258"/>
            <ac:spMk id="15" creationId="{7CE87F8F-F074-A8F3-9377-D72AB2B8B6C5}"/>
          </ac:spMkLst>
        </pc:spChg>
        <pc:spChg chg="add mod">
          <ac:chgData name="Bhowmik, Sayan" userId="2b51cadb-156e-4c9a-99fc-6d2138739850" providerId="ADAL" clId="{2B50C6D2-8568-43B0-A1CD-E9860F9F381B}" dt="2024-09-07T04:04:43.985" v="3116" actId="207"/>
          <ac:spMkLst>
            <pc:docMk/>
            <pc:sldMk cId="1196883161" sldId="258"/>
            <ac:spMk id="16" creationId="{DA733486-93C1-6BB9-10ED-89B74A9656AD}"/>
          </ac:spMkLst>
        </pc:spChg>
        <pc:spChg chg="add mod">
          <ac:chgData name="Bhowmik, Sayan" userId="2b51cadb-156e-4c9a-99fc-6d2138739850" providerId="ADAL" clId="{2B50C6D2-8568-43B0-A1CD-E9860F9F381B}" dt="2024-09-07T03:26:39.470" v="2582" actId="1035"/>
          <ac:spMkLst>
            <pc:docMk/>
            <pc:sldMk cId="1196883161" sldId="258"/>
            <ac:spMk id="17" creationId="{987B72A8-80F4-9C62-C194-C34145980060}"/>
          </ac:spMkLst>
        </pc:spChg>
        <pc:spChg chg="add mod">
          <ac:chgData name="Bhowmik, Sayan" userId="2b51cadb-156e-4c9a-99fc-6d2138739850" providerId="ADAL" clId="{2B50C6D2-8568-43B0-A1CD-E9860F9F381B}" dt="2024-09-07T03:26:49.765" v="2584" actId="1076"/>
          <ac:spMkLst>
            <pc:docMk/>
            <pc:sldMk cId="1196883161" sldId="258"/>
            <ac:spMk id="18" creationId="{1EC2A328-206A-FEC9-A1AF-09970E3F9977}"/>
          </ac:spMkLst>
        </pc:spChg>
        <pc:spChg chg="add mod">
          <ac:chgData name="Bhowmik, Sayan" userId="2b51cadb-156e-4c9a-99fc-6d2138739850" providerId="ADAL" clId="{2B50C6D2-8568-43B0-A1CD-E9860F9F381B}" dt="2024-09-07T03:26:55.284" v="2586" actId="1076"/>
          <ac:spMkLst>
            <pc:docMk/>
            <pc:sldMk cId="1196883161" sldId="258"/>
            <ac:spMk id="19" creationId="{E0DBD307-AE82-675D-D035-64429435B24D}"/>
          </ac:spMkLst>
        </pc:spChg>
        <pc:spChg chg="add mod">
          <ac:chgData name="Bhowmik, Sayan" userId="2b51cadb-156e-4c9a-99fc-6d2138739850" providerId="ADAL" clId="{2B50C6D2-8568-43B0-A1CD-E9860F9F381B}" dt="2024-09-07T03:27:55.475" v="2609" actId="1038"/>
          <ac:spMkLst>
            <pc:docMk/>
            <pc:sldMk cId="1196883161" sldId="258"/>
            <ac:spMk id="20" creationId="{4C3A170F-4413-C754-9B4D-7450677C350F}"/>
          </ac:spMkLst>
        </pc:spChg>
        <pc:spChg chg="add mod">
          <ac:chgData name="Bhowmik, Sayan" userId="2b51cadb-156e-4c9a-99fc-6d2138739850" providerId="ADAL" clId="{2B50C6D2-8568-43B0-A1CD-E9860F9F381B}" dt="2024-09-07T03:27:06.925" v="2590" actId="1076"/>
          <ac:spMkLst>
            <pc:docMk/>
            <pc:sldMk cId="1196883161" sldId="258"/>
            <ac:spMk id="21" creationId="{FFA9F211-60A0-2924-275B-EF8C8D4BA551}"/>
          </ac:spMkLst>
        </pc:spChg>
        <pc:spChg chg="add mod">
          <ac:chgData name="Bhowmik, Sayan" userId="2b51cadb-156e-4c9a-99fc-6d2138739850" providerId="ADAL" clId="{2B50C6D2-8568-43B0-A1CD-E9860F9F381B}" dt="2024-09-07T03:27:15.123" v="2599" actId="1037"/>
          <ac:spMkLst>
            <pc:docMk/>
            <pc:sldMk cId="1196883161" sldId="258"/>
            <ac:spMk id="22" creationId="{8ED3802E-D8EA-BC92-9045-82C30F45C93E}"/>
          </ac:spMkLst>
        </pc:spChg>
        <pc:spChg chg="add mod">
          <ac:chgData name="Bhowmik, Sayan" userId="2b51cadb-156e-4c9a-99fc-6d2138739850" providerId="ADAL" clId="{2B50C6D2-8568-43B0-A1CD-E9860F9F381B}" dt="2024-09-07T03:27:22.496" v="2601" actId="1076"/>
          <ac:spMkLst>
            <pc:docMk/>
            <pc:sldMk cId="1196883161" sldId="258"/>
            <ac:spMk id="23" creationId="{90CB65D9-881E-97C1-ADAB-A66949416EFE}"/>
          </ac:spMkLst>
        </pc:spChg>
        <pc:spChg chg="add mod">
          <ac:chgData name="Bhowmik, Sayan" userId="2b51cadb-156e-4c9a-99fc-6d2138739850" providerId="ADAL" clId="{2B50C6D2-8568-43B0-A1CD-E9860F9F381B}" dt="2024-09-07T03:27:35.536" v="2608" actId="1037"/>
          <ac:spMkLst>
            <pc:docMk/>
            <pc:sldMk cId="1196883161" sldId="258"/>
            <ac:spMk id="24" creationId="{AE897CBA-2328-28D1-3618-F35BF2FFF165}"/>
          </ac:spMkLst>
        </pc:spChg>
        <pc:picChg chg="add mod">
          <ac:chgData name="Bhowmik, Sayan" userId="2b51cadb-156e-4c9a-99fc-6d2138739850" providerId="ADAL" clId="{2B50C6D2-8568-43B0-A1CD-E9860F9F381B}" dt="2024-09-07T03:22:34.791" v="2547" actId="1035"/>
          <ac:picMkLst>
            <pc:docMk/>
            <pc:sldMk cId="1196883161" sldId="258"/>
            <ac:picMk id="5" creationId="{AE0909B9-6D1D-9066-0CC1-8B7F84690461}"/>
          </ac:picMkLst>
        </pc:picChg>
        <pc:picChg chg="add del mod modCrop">
          <ac:chgData name="Bhowmik, Sayan" userId="2b51cadb-156e-4c9a-99fc-6d2138739850" providerId="ADAL" clId="{2B50C6D2-8568-43B0-A1CD-E9860F9F381B}" dt="2024-09-07T03:25:31.881" v="2558" actId="1036"/>
          <ac:picMkLst>
            <pc:docMk/>
            <pc:sldMk cId="1196883161" sldId="258"/>
            <ac:picMk id="7" creationId="{D8CA862E-2B78-DBC7-BF78-771109FDE30E}"/>
          </ac:picMkLst>
        </pc:picChg>
        <pc:picChg chg="add mod modCrop">
          <ac:chgData name="Bhowmik, Sayan" userId="2b51cadb-156e-4c9a-99fc-6d2138739850" providerId="ADAL" clId="{2B50C6D2-8568-43B0-A1CD-E9860F9F381B}" dt="2024-09-07T03:25:31.881" v="2558" actId="1036"/>
          <ac:picMkLst>
            <pc:docMk/>
            <pc:sldMk cId="1196883161" sldId="258"/>
            <ac:picMk id="8" creationId="{51274B44-A152-877F-5E97-F27E495A8EB6}"/>
          </ac:picMkLst>
        </pc:picChg>
        <pc:picChg chg="add mod modCrop">
          <ac:chgData name="Bhowmik, Sayan" userId="2b51cadb-156e-4c9a-99fc-6d2138739850" providerId="ADAL" clId="{2B50C6D2-8568-43B0-A1CD-E9860F9F381B}" dt="2024-09-12T02:50:57.477" v="8548" actId="1035"/>
          <ac:picMkLst>
            <pc:docMk/>
            <pc:sldMk cId="1196883161" sldId="258"/>
            <ac:picMk id="9" creationId="{6EFA8E7D-A9A3-FB8C-9833-ED5DB5157522}"/>
          </ac:picMkLst>
        </pc:picChg>
        <pc:picChg chg="add mod modCrop">
          <ac:chgData name="Bhowmik, Sayan" userId="2b51cadb-156e-4c9a-99fc-6d2138739850" providerId="ADAL" clId="{2B50C6D2-8568-43B0-A1CD-E9860F9F381B}" dt="2024-09-12T02:50:57.477" v="8548" actId="1035"/>
          <ac:picMkLst>
            <pc:docMk/>
            <pc:sldMk cId="1196883161" sldId="258"/>
            <ac:picMk id="10" creationId="{568E57A0-BFA8-6E3A-270A-3EF8F2E0503D}"/>
          </ac:picMkLst>
        </pc:picChg>
      </pc:sldChg>
      <pc:sldChg chg="addSp delSp modSp new del mod modClrScheme chgLayout">
        <pc:chgData name="Bhowmik, Sayan" userId="2b51cadb-156e-4c9a-99fc-6d2138739850" providerId="ADAL" clId="{2B50C6D2-8568-43B0-A1CD-E9860F9F381B}" dt="2024-09-07T00:52:25.173" v="1833" actId="47"/>
        <pc:sldMkLst>
          <pc:docMk/>
          <pc:sldMk cId="2506589126" sldId="258"/>
        </pc:sldMkLst>
        <pc:spChg chg="del mod ord">
          <ac:chgData name="Bhowmik, Sayan" userId="2b51cadb-156e-4c9a-99fc-6d2138739850" providerId="ADAL" clId="{2B50C6D2-8568-43B0-A1CD-E9860F9F381B}" dt="2024-09-06T23:38:49.555" v="33" actId="700"/>
          <ac:spMkLst>
            <pc:docMk/>
            <pc:sldMk cId="2506589126" sldId="258"/>
            <ac:spMk id="2" creationId="{AE673D01-74E1-79BC-BA8F-168A8C5A1EA1}"/>
          </ac:spMkLst>
        </pc:spChg>
        <pc:spChg chg="del">
          <ac:chgData name="Bhowmik, Sayan" userId="2b51cadb-156e-4c9a-99fc-6d2138739850" providerId="ADAL" clId="{2B50C6D2-8568-43B0-A1CD-E9860F9F381B}" dt="2024-09-06T23:38:49.555" v="33" actId="700"/>
          <ac:spMkLst>
            <pc:docMk/>
            <pc:sldMk cId="2506589126" sldId="258"/>
            <ac:spMk id="3" creationId="{AD7E1260-1A9D-56A6-2D46-2FBC69CB135D}"/>
          </ac:spMkLst>
        </pc:spChg>
        <pc:spChg chg="add mod ord">
          <ac:chgData name="Bhowmik, Sayan" userId="2b51cadb-156e-4c9a-99fc-6d2138739850" providerId="ADAL" clId="{2B50C6D2-8568-43B0-A1CD-E9860F9F381B}" dt="2024-09-06T23:47:14.478" v="176" actId="20577"/>
          <ac:spMkLst>
            <pc:docMk/>
            <pc:sldMk cId="2506589126" sldId="258"/>
            <ac:spMk id="4" creationId="{183825D8-DD45-FA7F-94BE-2B6459A88832}"/>
          </ac:spMkLst>
        </pc:spChg>
        <pc:spChg chg="add mod">
          <ac:chgData name="Bhowmik, Sayan" userId="2b51cadb-156e-4c9a-99fc-6d2138739850" providerId="ADAL" clId="{2B50C6D2-8568-43B0-A1CD-E9860F9F381B}" dt="2024-09-07T00:26:14.030" v="1109" actId="1076"/>
          <ac:spMkLst>
            <pc:docMk/>
            <pc:sldMk cId="2506589126" sldId="258"/>
            <ac:spMk id="13" creationId="{F9B95254-85F9-BA35-A5D9-90A58091CCFD}"/>
          </ac:spMkLst>
        </pc:spChg>
        <pc:spChg chg="add mod">
          <ac:chgData name="Bhowmik, Sayan" userId="2b51cadb-156e-4c9a-99fc-6d2138739850" providerId="ADAL" clId="{2B50C6D2-8568-43B0-A1CD-E9860F9F381B}" dt="2024-09-07T00:26:25.078" v="1111" actId="1035"/>
          <ac:spMkLst>
            <pc:docMk/>
            <pc:sldMk cId="2506589126" sldId="258"/>
            <ac:spMk id="14" creationId="{E7E43501-5866-2D24-BD61-ED47D6F507D6}"/>
          </ac:spMkLst>
        </pc:spChg>
        <pc:spChg chg="add mod">
          <ac:chgData name="Bhowmik, Sayan" userId="2b51cadb-156e-4c9a-99fc-6d2138739850" providerId="ADAL" clId="{2B50C6D2-8568-43B0-A1CD-E9860F9F381B}" dt="2024-09-07T00:26:28.814" v="1112" actId="1076"/>
          <ac:spMkLst>
            <pc:docMk/>
            <pc:sldMk cId="2506589126" sldId="258"/>
            <ac:spMk id="15" creationId="{3564B326-14DE-2D09-9B2E-A8C46ED78C2E}"/>
          </ac:spMkLst>
        </pc:spChg>
        <pc:spChg chg="add mod">
          <ac:chgData name="Bhowmik, Sayan" userId="2b51cadb-156e-4c9a-99fc-6d2138739850" providerId="ADAL" clId="{2B50C6D2-8568-43B0-A1CD-E9860F9F381B}" dt="2024-09-07T00:26:31.553" v="1113" actId="1076"/>
          <ac:spMkLst>
            <pc:docMk/>
            <pc:sldMk cId="2506589126" sldId="258"/>
            <ac:spMk id="16" creationId="{DC9181B3-F100-7064-E677-69D6650BC7FA}"/>
          </ac:spMkLst>
        </pc:spChg>
        <pc:spChg chg="add mod">
          <ac:chgData name="Bhowmik, Sayan" userId="2b51cadb-156e-4c9a-99fc-6d2138739850" providerId="ADAL" clId="{2B50C6D2-8568-43B0-A1CD-E9860F9F381B}" dt="2024-09-07T00:26:34.693" v="1114" actId="1076"/>
          <ac:spMkLst>
            <pc:docMk/>
            <pc:sldMk cId="2506589126" sldId="258"/>
            <ac:spMk id="17" creationId="{F1302994-7C37-8D24-5784-D3D8B8C48F58}"/>
          </ac:spMkLst>
        </pc:spChg>
        <pc:spChg chg="add mod">
          <ac:chgData name="Bhowmik, Sayan" userId="2b51cadb-156e-4c9a-99fc-6d2138739850" providerId="ADAL" clId="{2B50C6D2-8568-43B0-A1CD-E9860F9F381B}" dt="2024-09-07T00:25:58.079" v="1101" actId="1076"/>
          <ac:spMkLst>
            <pc:docMk/>
            <pc:sldMk cId="2506589126" sldId="258"/>
            <ac:spMk id="18" creationId="{F60F8078-6967-5294-9E78-516FECAD1802}"/>
          </ac:spMkLst>
        </pc:spChg>
        <pc:spChg chg="add del mod">
          <ac:chgData name="Bhowmik, Sayan" userId="2b51cadb-156e-4c9a-99fc-6d2138739850" providerId="ADAL" clId="{2B50C6D2-8568-43B0-A1CD-E9860F9F381B}" dt="2024-09-07T00:20:05.813" v="996" actId="478"/>
          <ac:spMkLst>
            <pc:docMk/>
            <pc:sldMk cId="2506589126" sldId="258"/>
            <ac:spMk id="19" creationId="{54C795A0-F15A-AC7A-13EA-9826D0089D1C}"/>
          </ac:spMkLst>
        </pc:spChg>
        <pc:spChg chg="add mod">
          <ac:chgData name="Bhowmik, Sayan" userId="2b51cadb-156e-4c9a-99fc-6d2138739850" providerId="ADAL" clId="{2B50C6D2-8568-43B0-A1CD-E9860F9F381B}" dt="2024-09-07T00:26:39.524" v="1115" actId="1076"/>
          <ac:spMkLst>
            <pc:docMk/>
            <pc:sldMk cId="2506589126" sldId="258"/>
            <ac:spMk id="20" creationId="{1B240516-8092-D91E-D41A-6643257A2977}"/>
          </ac:spMkLst>
        </pc:spChg>
        <pc:spChg chg="add mod">
          <ac:chgData name="Bhowmik, Sayan" userId="2b51cadb-156e-4c9a-99fc-6d2138739850" providerId="ADAL" clId="{2B50C6D2-8568-43B0-A1CD-E9860F9F381B}" dt="2024-09-07T00:20:58.738" v="1052" actId="1035"/>
          <ac:spMkLst>
            <pc:docMk/>
            <pc:sldMk cId="2506589126" sldId="258"/>
            <ac:spMk id="24" creationId="{FAF84FEE-A783-733D-791A-5747283A19BC}"/>
          </ac:spMkLst>
        </pc:spChg>
        <pc:spChg chg="add mod">
          <ac:chgData name="Bhowmik, Sayan" userId="2b51cadb-156e-4c9a-99fc-6d2138739850" providerId="ADAL" clId="{2B50C6D2-8568-43B0-A1CD-E9860F9F381B}" dt="2024-09-07T00:09:33.443" v="934" actId="20577"/>
          <ac:spMkLst>
            <pc:docMk/>
            <pc:sldMk cId="2506589126" sldId="258"/>
            <ac:spMk id="25" creationId="{F567EEAA-2135-DA34-8785-521E9B8E9FA2}"/>
          </ac:spMkLst>
        </pc:spChg>
        <pc:spChg chg="add mod">
          <ac:chgData name="Bhowmik, Sayan" userId="2b51cadb-156e-4c9a-99fc-6d2138739850" providerId="ADAL" clId="{2B50C6D2-8568-43B0-A1CD-E9860F9F381B}" dt="2024-09-07T00:19:58.171" v="994" actId="1037"/>
          <ac:spMkLst>
            <pc:docMk/>
            <pc:sldMk cId="2506589126" sldId="258"/>
            <ac:spMk id="26" creationId="{13624068-A161-EE95-FB1F-87DB9AD3E83C}"/>
          </ac:spMkLst>
        </pc:spChg>
        <pc:spChg chg="add del mod">
          <ac:chgData name="Bhowmik, Sayan" userId="2b51cadb-156e-4c9a-99fc-6d2138739850" providerId="ADAL" clId="{2B50C6D2-8568-43B0-A1CD-E9860F9F381B}" dt="2024-09-07T00:27:56.374" v="1119" actId="21"/>
          <ac:spMkLst>
            <pc:docMk/>
            <pc:sldMk cId="2506589126" sldId="258"/>
            <ac:spMk id="27" creationId="{9C8AA2C4-CC8B-5962-D9FA-EE43D48BACD8}"/>
          </ac:spMkLst>
        </pc:spChg>
        <pc:picChg chg="add mod">
          <ac:chgData name="Bhowmik, Sayan" userId="2b51cadb-156e-4c9a-99fc-6d2138739850" providerId="ADAL" clId="{2B50C6D2-8568-43B0-A1CD-E9860F9F381B}" dt="2024-09-07T00:25:55.161" v="1100" actId="1076"/>
          <ac:picMkLst>
            <pc:docMk/>
            <pc:sldMk cId="2506589126" sldId="258"/>
            <ac:picMk id="6" creationId="{6050144D-520B-1E64-19FB-2F9DC32C6830}"/>
          </ac:picMkLst>
        </pc:picChg>
        <pc:picChg chg="add del mod">
          <ac:chgData name="Bhowmik, Sayan" userId="2b51cadb-156e-4c9a-99fc-6d2138739850" providerId="ADAL" clId="{2B50C6D2-8568-43B0-A1CD-E9860F9F381B}" dt="2024-09-07T00:17:46.816" v="937" actId="478"/>
          <ac:picMkLst>
            <pc:docMk/>
            <pc:sldMk cId="2506589126" sldId="258"/>
            <ac:picMk id="8" creationId="{4D3B7113-D652-9006-8097-4BB277466A7B}"/>
          </ac:picMkLst>
        </pc:picChg>
        <pc:picChg chg="add mod modCrop">
          <ac:chgData name="Bhowmik, Sayan" userId="2b51cadb-156e-4c9a-99fc-6d2138739850" providerId="ADAL" clId="{2B50C6D2-8568-43B0-A1CD-E9860F9F381B}" dt="2024-09-07T00:46:19.030" v="1589" actId="732"/>
          <ac:picMkLst>
            <pc:docMk/>
            <pc:sldMk cId="2506589126" sldId="258"/>
            <ac:picMk id="22" creationId="{29097EFF-47BC-611E-C7B1-07EA9AD4878F}"/>
          </ac:picMkLst>
        </pc:picChg>
        <pc:picChg chg="add mod modCrop">
          <ac:chgData name="Bhowmik, Sayan" userId="2b51cadb-156e-4c9a-99fc-6d2138739850" providerId="ADAL" clId="{2B50C6D2-8568-43B0-A1CD-E9860F9F381B}" dt="2024-09-06T23:59:00.963" v="545" actId="1076"/>
          <ac:picMkLst>
            <pc:docMk/>
            <pc:sldMk cId="2506589126" sldId="258"/>
            <ac:picMk id="23" creationId="{90314574-450F-F8E7-F917-501D5755F3B4}"/>
          </ac:picMkLst>
        </pc:picChg>
        <pc:picChg chg="add del mod">
          <ac:chgData name="Bhowmik, Sayan" userId="2b51cadb-156e-4c9a-99fc-6d2138739850" providerId="ADAL" clId="{2B50C6D2-8568-43B0-A1CD-E9860F9F381B}" dt="2024-09-07T00:09:03.045" v="921" actId="478"/>
          <ac:picMkLst>
            <pc:docMk/>
            <pc:sldMk cId="2506589126" sldId="258"/>
            <ac:picMk id="28" creationId="{3E847B11-57B9-1CAE-EA5D-0A53DA7AA42F}"/>
          </ac:picMkLst>
        </pc:picChg>
        <pc:picChg chg="add del mod modCrop">
          <ac:chgData name="Bhowmik, Sayan" userId="2b51cadb-156e-4c9a-99fc-6d2138739850" providerId="ADAL" clId="{2B50C6D2-8568-43B0-A1CD-E9860F9F381B}" dt="2024-09-07T00:25:21.833" v="1092" actId="478"/>
          <ac:picMkLst>
            <pc:docMk/>
            <pc:sldMk cId="2506589126" sldId="258"/>
            <ac:picMk id="30" creationId="{D43884EE-E620-C007-B755-031B15FC59AA}"/>
          </ac:picMkLst>
        </pc:picChg>
        <pc:cxnChg chg="add mod">
          <ac:chgData name="Bhowmik, Sayan" userId="2b51cadb-156e-4c9a-99fc-6d2138739850" providerId="ADAL" clId="{2B50C6D2-8568-43B0-A1CD-E9860F9F381B}" dt="2024-09-07T00:26:01.026" v="1102" actId="1076"/>
          <ac:cxnSpMkLst>
            <pc:docMk/>
            <pc:sldMk cId="2506589126" sldId="258"/>
            <ac:cxnSpMk id="10" creationId="{4F970016-C44B-8116-E27D-6BAA7E48A210}"/>
          </ac:cxnSpMkLst>
        </pc:cxnChg>
        <pc:cxnChg chg="add mod">
          <ac:chgData name="Bhowmik, Sayan" userId="2b51cadb-156e-4c9a-99fc-6d2138739850" providerId="ADAL" clId="{2B50C6D2-8568-43B0-A1CD-E9860F9F381B}" dt="2024-09-07T00:26:05.831" v="1107" actId="1036"/>
          <ac:cxnSpMkLst>
            <pc:docMk/>
            <pc:sldMk cId="2506589126" sldId="258"/>
            <ac:cxnSpMk id="11" creationId="{D4227D11-DD11-248F-FCEA-C288B0D05A5C}"/>
          </ac:cxnSpMkLst>
        </pc:cxnChg>
        <pc:cxnChg chg="add mod">
          <ac:chgData name="Bhowmik, Sayan" userId="2b51cadb-156e-4c9a-99fc-6d2138739850" providerId="ADAL" clId="{2B50C6D2-8568-43B0-A1CD-E9860F9F381B}" dt="2024-09-07T00:26:09.132" v="1108" actId="1076"/>
          <ac:cxnSpMkLst>
            <pc:docMk/>
            <pc:sldMk cId="2506589126" sldId="258"/>
            <ac:cxnSpMk id="12" creationId="{5032AA6D-33F3-5F9B-CADF-E6BE44012A9D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2:59:23.320" v="8593"/>
        <pc:sldMkLst>
          <pc:docMk/>
          <pc:sldMk cId="3857450893" sldId="259"/>
        </pc:sldMkLst>
        <pc:spChg chg="del">
          <ac:chgData name="Bhowmik, Sayan" userId="2b51cadb-156e-4c9a-99fc-6d2138739850" providerId="ADAL" clId="{2B50C6D2-8568-43B0-A1CD-E9860F9F381B}" dt="2024-09-07T03:02:52.069" v="2168" actId="478"/>
          <ac:spMkLst>
            <pc:docMk/>
            <pc:sldMk cId="3857450893" sldId="259"/>
            <ac:spMk id="2" creationId="{C23637E4-4C14-83A4-DB2A-F08BDBB6571F}"/>
          </ac:spMkLst>
        </pc:spChg>
        <pc:spChg chg="add mod">
          <ac:chgData name="Bhowmik, Sayan" userId="2b51cadb-156e-4c9a-99fc-6d2138739850" providerId="ADAL" clId="{2B50C6D2-8568-43B0-A1CD-E9860F9F381B}" dt="2024-09-07T05:12:53.559" v="4545" actId="1036"/>
          <ac:spMkLst>
            <pc:docMk/>
            <pc:sldMk cId="3857450893" sldId="259"/>
            <ac:spMk id="3" creationId="{793D3A49-17F8-0827-4B9E-99E86E2A5D76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4" creationId="{BF79EF7D-54FB-FC7A-2841-775DE30C8DAF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7" creationId="{AF498270-6473-76BC-01F4-441121864FE4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8" creationId="{FBD7D494-2FC9-006A-D00F-593AE89ED4B6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9" creationId="{1C9E27DE-516E-12B7-BE90-F231036AFC94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0" creationId="{3C2E5C19-C292-3976-A01F-6E51FB79FA3E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2" creationId="{87664281-CCB5-41AC-0FEE-FB307307680C}"/>
          </ac:spMkLst>
        </pc:spChg>
        <pc:spChg chg="add del mod">
          <ac:chgData name="Bhowmik, Sayan" userId="2b51cadb-156e-4c9a-99fc-6d2138739850" providerId="ADAL" clId="{2B50C6D2-8568-43B0-A1CD-E9860F9F381B}" dt="2024-09-07T03:47:59.783" v="2927" actId="478"/>
          <ac:spMkLst>
            <pc:docMk/>
            <pc:sldMk cId="3857450893" sldId="259"/>
            <ac:spMk id="13" creationId="{590E3211-575F-5C59-0D85-6643EFDA0B50}"/>
          </ac:spMkLst>
        </pc:spChg>
        <pc:spChg chg="add mod">
          <ac:chgData name="Bhowmik, Sayan" userId="2b51cadb-156e-4c9a-99fc-6d2138739850" providerId="ADAL" clId="{2B50C6D2-8568-43B0-A1CD-E9860F9F381B}" dt="2024-09-07T05:11:29.365" v="4516" actId="1035"/>
          <ac:spMkLst>
            <pc:docMk/>
            <pc:sldMk cId="3857450893" sldId="259"/>
            <ac:spMk id="14" creationId="{AF00C2EC-C157-409D-0620-9CB230F87CE7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18" creationId="{CA312B70-D79A-034D-7453-D27DC31200B9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2" creationId="{A19FD826-D2AD-501D-BF89-60BDE68FB77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3" creationId="{B985E712-155D-5B06-A317-A275061667AC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24" creationId="{9606535C-19FA-D2D5-C7B6-546557845FC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34" creationId="{EA406583-2A7C-0663-9618-3B42CB8CCB22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39" creationId="{FC2BB6B5-6A29-331E-5037-DCFEF249BE6B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0" creationId="{E37D5559-7898-CE44-9C8C-DC87B3668077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6" creationId="{55C04D33-3E96-31F6-3C43-49482F150240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7" creationId="{9FA2BBE1-AAC2-4DCC-A201-0175E8D157E8}"/>
          </ac:spMkLst>
        </pc:spChg>
        <pc:spChg chg="add mod">
          <ac:chgData name="Bhowmik, Sayan" userId="2b51cadb-156e-4c9a-99fc-6d2138739850" providerId="ADAL" clId="{2B50C6D2-8568-43B0-A1CD-E9860F9F381B}" dt="2024-09-07T05:11:39.721" v="4523" actId="1035"/>
          <ac:spMkLst>
            <pc:docMk/>
            <pc:sldMk cId="3857450893" sldId="259"/>
            <ac:spMk id="48" creationId="{BB725EB0-64EC-BB31-8D5B-1934AD3DB786}"/>
          </ac:spMkLst>
        </pc:spChg>
        <pc:spChg chg="add mod">
          <ac:chgData name="Bhowmik, Sayan" userId="2b51cadb-156e-4c9a-99fc-6d2138739850" providerId="ADAL" clId="{2B50C6D2-8568-43B0-A1CD-E9860F9F381B}" dt="2024-09-07T05:11:59.217" v="4533" actId="1035"/>
          <ac:spMkLst>
            <pc:docMk/>
            <pc:sldMk cId="3857450893" sldId="259"/>
            <ac:spMk id="49" creationId="{D998A952-2EC2-7171-FBE6-02CA41E2356D}"/>
          </ac:spMkLst>
        </pc:spChg>
        <pc:picChg chg="add mod modCrop">
          <ac:chgData name="Bhowmik, Sayan" userId="2b51cadb-156e-4c9a-99fc-6d2138739850" providerId="ADAL" clId="{2B50C6D2-8568-43B0-A1CD-E9860F9F381B}" dt="2024-09-07T05:11:29.365" v="4516" actId="1035"/>
          <ac:picMkLst>
            <pc:docMk/>
            <pc:sldMk cId="3857450893" sldId="259"/>
            <ac:picMk id="6" creationId="{0F5F0090-01D0-8C0D-6153-390291B3AEFC}"/>
          </ac:picMkLst>
        </pc:picChg>
        <pc:picChg chg="add mod">
          <ac:chgData name="Bhowmik, Sayan" userId="2b51cadb-156e-4c9a-99fc-6d2138739850" providerId="ADAL" clId="{2B50C6D2-8568-43B0-A1CD-E9860F9F381B}" dt="2024-09-07T05:11:29.365" v="4516" actId="1035"/>
          <ac:picMkLst>
            <pc:docMk/>
            <pc:sldMk cId="3857450893" sldId="259"/>
            <ac:picMk id="11" creationId="{F6981061-2030-E3F1-050A-8480BF6B0962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5" creationId="{43CBFD2F-BCDA-F900-0243-90F960C001D3}"/>
          </ac:picMkLst>
        </pc:picChg>
        <pc:picChg chg="add mod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6" creationId="{13EEA58E-A62F-47E8-B53D-5277DE4A3923}"/>
          </ac:picMkLst>
        </pc:picChg>
        <pc:picChg chg="add mod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17" creationId="{B0826FC1-3CDB-5DE8-4A0C-5F98627CF34E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36" creationId="{7F942DB6-FCF8-6390-6454-8F593DE48B0F}"/>
          </ac:picMkLst>
        </pc:picChg>
        <pc:picChg chg="add mod modCrop">
          <ac:chgData name="Bhowmik, Sayan" userId="2b51cadb-156e-4c9a-99fc-6d2138739850" providerId="ADAL" clId="{2B50C6D2-8568-43B0-A1CD-E9860F9F381B}" dt="2024-09-07T05:11:39.721" v="4523" actId="1035"/>
          <ac:picMkLst>
            <pc:docMk/>
            <pc:sldMk cId="3857450893" sldId="259"/>
            <ac:picMk id="38" creationId="{D4F75E2F-416D-444A-310D-D0FFD81688A9}"/>
          </ac:picMkLst>
        </pc:pic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0" creationId="{E9231E89-85FC-FF71-208F-202B7CCFBA81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1" creationId="{32AEA984-85BC-E37D-006B-B261C53D53A2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6" creationId="{A9AAAFB8-659F-5D3D-3987-CD18A45A6F06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29" creationId="{71FC56C3-A1D7-CF03-4D09-3916C7F623DB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31" creationId="{38FF55A1-FA12-0C06-C330-36125880B2A6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1" creationId="{1E7FCEDF-6F85-E538-1248-95245C170820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3" creationId="{24C381E7-F521-5440-CD0C-1EECDC9F20E0}"/>
          </ac:cxnSpMkLst>
        </pc:cxnChg>
        <pc:cxnChg chg="add mod">
          <ac:chgData name="Bhowmik, Sayan" userId="2b51cadb-156e-4c9a-99fc-6d2138739850" providerId="ADAL" clId="{2B50C6D2-8568-43B0-A1CD-E9860F9F381B}" dt="2024-09-07T05:11:39.721" v="4523" actId="1035"/>
          <ac:cxnSpMkLst>
            <pc:docMk/>
            <pc:sldMk cId="3857450893" sldId="259"/>
            <ac:cxnSpMk id="45" creationId="{99914FF2-F71A-DA46-7077-736313879E1B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3:04:35.179" v="8670" actId="1036"/>
        <pc:sldMkLst>
          <pc:docMk/>
          <pc:sldMk cId="157255989" sldId="260"/>
        </pc:sldMkLst>
        <pc:spChg chg="del">
          <ac:chgData name="Bhowmik, Sayan" userId="2b51cadb-156e-4c9a-99fc-6d2138739850" providerId="ADAL" clId="{2B50C6D2-8568-43B0-A1CD-E9860F9F381B}" dt="2024-09-07T05:12:27.235" v="4535" actId="478"/>
          <ac:spMkLst>
            <pc:docMk/>
            <pc:sldMk cId="157255989" sldId="260"/>
            <ac:spMk id="2" creationId="{3A11B0D1-057B-50A3-4956-234E7B660A86}"/>
          </ac:spMkLst>
        </pc:spChg>
        <pc:spChg chg="add mod">
          <ac:chgData name="Bhowmik, Sayan" userId="2b51cadb-156e-4c9a-99fc-6d2138739850" providerId="ADAL" clId="{2B50C6D2-8568-43B0-A1CD-E9860F9F381B}" dt="2024-09-12T03:04:35.179" v="8670" actId="1036"/>
          <ac:spMkLst>
            <pc:docMk/>
            <pc:sldMk cId="157255989" sldId="260"/>
            <ac:spMk id="2" creationId="{EA84CEC4-DE71-5A16-E204-A204FA46A6B0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3" creationId="{DF5A7842-CA60-4FFD-B373-D78A4063A0AF}"/>
          </ac:spMkLst>
        </pc:spChg>
        <pc:spChg chg="add mod">
          <ac:chgData name="Bhowmik, Sayan" userId="2b51cadb-156e-4c9a-99fc-6d2138739850" providerId="ADAL" clId="{2B50C6D2-8568-43B0-A1CD-E9860F9F381B}" dt="2024-09-07T15:37:48.115" v="5443" actId="1076"/>
          <ac:spMkLst>
            <pc:docMk/>
            <pc:sldMk cId="157255989" sldId="260"/>
            <ac:spMk id="5" creationId="{7586C59C-03FF-365F-C44E-D0DDE281C2BA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9" creationId="{C73674B5-8D55-C727-7E88-7FF40DF9FB05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1" creationId="{A7177C20-82DD-4163-B0F9-8A4E9FDD957A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2" creationId="{DB324698-73BB-F29A-F797-79343C575155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3" creationId="{1EECA294-F2B2-C173-378A-1E0D7265C9C8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4" creationId="{1E589BBC-CE00-DE5E-08B9-76841E841B9A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5" creationId="{F53C8EE4-1873-B0DD-B5E9-104B79AAAA58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6" creationId="{D64B8B83-BFE1-F9B5-F2FA-83E51F49F970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7" creationId="{CE2D8D69-00EB-D42E-06E7-559FC3C77EBB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8" creationId="{1B72140B-7DD8-83C8-E97D-99F987D95404}"/>
          </ac:spMkLst>
        </pc:spChg>
        <pc:spChg chg="add mod">
          <ac:chgData name="Bhowmik, Sayan" userId="2b51cadb-156e-4c9a-99fc-6d2138739850" providerId="ADAL" clId="{2B50C6D2-8568-43B0-A1CD-E9860F9F381B}" dt="2024-09-07T15:05:03.969" v="4735" actId="164"/>
          <ac:spMkLst>
            <pc:docMk/>
            <pc:sldMk cId="157255989" sldId="260"/>
            <ac:spMk id="19" creationId="{9E823644-AB76-5805-E367-71248CC9AEA9}"/>
          </ac:spMkLst>
        </pc:spChg>
        <pc:spChg chg="add mod">
          <ac:chgData name="Bhowmik, Sayan" userId="2b51cadb-156e-4c9a-99fc-6d2138739850" providerId="ADAL" clId="{2B50C6D2-8568-43B0-A1CD-E9860F9F381B}" dt="2024-09-07T15:35:56.362" v="5353" actId="1035"/>
          <ac:spMkLst>
            <pc:docMk/>
            <pc:sldMk cId="157255989" sldId="260"/>
            <ac:spMk id="20" creationId="{15C6159D-2F31-F72B-F677-CB0C3350D9AF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4" creationId="{F9DEAFE1-A8B6-5C00-D9DF-279872D86FB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5" creationId="{9513FBC0-4FE7-CB79-00AB-1B35D18240E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6" creationId="{B82046BD-C98E-9C43-2D66-40A6FA2CE9F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7" creationId="{D4ECA92B-ABC2-8CDA-82EC-733D6E118ADA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8" creationId="{F00242E1-38C0-FFD1-ECAB-AD0503B6EB7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29" creationId="{4701E287-6A3F-A8C0-CEE5-1E1EDD8768CD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0" creationId="{2C24E775-BC4B-9B7E-CA00-31C040B576D3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1" creationId="{2E70DCDE-D56C-8B12-BCF0-74AF1E2AACF9}"/>
          </ac:spMkLst>
        </pc:spChg>
        <pc:spChg chg="mod">
          <ac:chgData name="Bhowmik, Sayan" userId="2b51cadb-156e-4c9a-99fc-6d2138739850" providerId="ADAL" clId="{2B50C6D2-8568-43B0-A1CD-E9860F9F381B}" dt="2024-09-07T15:05:06.378" v="4736"/>
          <ac:spMkLst>
            <pc:docMk/>
            <pc:sldMk cId="157255989" sldId="260"/>
            <ac:spMk id="32" creationId="{57004BB8-1740-20A5-4CE4-8368E9DBBBC0}"/>
          </ac:spMkLst>
        </pc:spChg>
        <pc:spChg chg="add mod">
          <ac:chgData name="Bhowmik, Sayan" userId="2b51cadb-156e-4c9a-99fc-6d2138739850" providerId="ADAL" clId="{2B50C6D2-8568-43B0-A1CD-E9860F9F381B}" dt="2024-09-07T16:07:07.704" v="5522" actId="1036"/>
          <ac:spMkLst>
            <pc:docMk/>
            <pc:sldMk cId="157255989" sldId="260"/>
            <ac:spMk id="84" creationId="{9E0AB2B8-DBD0-9FE4-F35B-691DEF78988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7" creationId="{5AA60BDB-7D9E-F6AB-1DA1-EFEBC8F34D28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8" creationId="{D20B6FFC-C7E4-B716-481F-AB3C9598FBD2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89" creationId="{EED37FCE-7974-BC1E-F2E2-5A470E98FD87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0" creationId="{16C72269-0501-8A6E-0296-7ADCA4DABBD1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1" creationId="{798715FA-4999-C202-B41C-BF6519CED540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2" creationId="{CF8D4118-F414-6E9E-E1CD-F53BDBF6407C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3" creationId="{9963175B-E339-3224-2824-D94B5C7EB82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4" creationId="{0D74A87F-714E-3E0F-D1D1-179077F370C4}"/>
          </ac:spMkLst>
        </pc:spChg>
        <pc:spChg chg="mod">
          <ac:chgData name="Bhowmik, Sayan" userId="2b51cadb-156e-4c9a-99fc-6d2138739850" providerId="ADAL" clId="{2B50C6D2-8568-43B0-A1CD-E9860F9F381B}" dt="2024-09-07T15:16:27.234" v="4882"/>
          <ac:spMkLst>
            <pc:docMk/>
            <pc:sldMk cId="157255989" sldId="260"/>
            <ac:spMk id="95" creationId="{2B716C74-0C52-1999-613E-CFDFEFCDD580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98" creationId="{B4FC7879-9997-C9B9-B148-6D43BE86FFF3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99" creationId="{E7FD1F26-AA54-9300-D625-66D6C0D5AE6D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0" creationId="{8BEB80AE-AC2B-974F-DA50-064CDAFBFB0C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1" creationId="{FD568AE6-956B-C1B1-961E-A022FA4AAF75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2" creationId="{77AFF1A6-8274-BEFE-21E0-BA9DC593F9A8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3" creationId="{DB057134-5C5B-82CC-8A78-88FE1AEF64B9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4" creationId="{0FD9189A-30C6-FC62-17DD-32BD55FA79D1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5" creationId="{927E5CFA-23F4-D499-967E-4B738621D6BF}"/>
          </ac:spMkLst>
        </pc:spChg>
        <pc:spChg chg="mod">
          <ac:chgData name="Bhowmik, Sayan" userId="2b51cadb-156e-4c9a-99fc-6d2138739850" providerId="ADAL" clId="{2B50C6D2-8568-43B0-A1CD-E9860F9F381B}" dt="2024-09-07T15:16:52.784" v="4885"/>
          <ac:spMkLst>
            <pc:docMk/>
            <pc:sldMk cId="157255989" sldId="260"/>
            <ac:spMk id="106" creationId="{A0552EBF-EF72-A040-F192-307FE71BEB39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09" creationId="{D704F282-0779-1700-78E2-FFFFAE3472A8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0" creationId="{3E281EA1-4B95-8111-123C-D03682457CFC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1" creationId="{C1BBBDA2-E923-5C49-8817-15B4D78CEFF4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2" creationId="{5C7138B5-1A69-CF76-5BBC-5AEEE8D82AB9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3" creationId="{81935A2D-AAE8-6A61-4C67-C47C557262A1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4" creationId="{F51BE09F-009D-4845-1BE8-6A6D53EF3046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5" creationId="{4BECBC99-66D7-7A95-418A-D327B68AE07A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6" creationId="{C935FA00-7473-B729-1887-9AA48EAE6C18}"/>
          </ac:spMkLst>
        </pc:spChg>
        <pc:spChg chg="mod">
          <ac:chgData name="Bhowmik, Sayan" userId="2b51cadb-156e-4c9a-99fc-6d2138739850" providerId="ADAL" clId="{2B50C6D2-8568-43B0-A1CD-E9860F9F381B}" dt="2024-09-07T15:17:36.780" v="4890"/>
          <ac:spMkLst>
            <pc:docMk/>
            <pc:sldMk cId="157255989" sldId="260"/>
            <ac:spMk id="117" creationId="{EB06EF99-4A19-F90A-BE87-C947EADEC1E0}"/>
          </ac:spMkLst>
        </pc:spChg>
        <pc:spChg chg="add mod">
          <ac:chgData name="Bhowmik, Sayan" userId="2b51cadb-156e-4c9a-99fc-6d2138739850" providerId="ADAL" clId="{2B50C6D2-8568-43B0-A1CD-E9860F9F381B}" dt="2024-09-07T15:38:29.206" v="5462" actId="1036"/>
          <ac:spMkLst>
            <pc:docMk/>
            <pc:sldMk cId="157255989" sldId="260"/>
            <ac:spMk id="119" creationId="{566331A6-3532-C77B-778F-A7E35453F3FF}"/>
          </ac:spMkLst>
        </pc:spChg>
        <pc:spChg chg="add mod">
          <ac:chgData name="Bhowmik, Sayan" userId="2b51cadb-156e-4c9a-99fc-6d2138739850" providerId="ADAL" clId="{2B50C6D2-8568-43B0-A1CD-E9860F9F381B}" dt="2024-09-07T15:38:29.206" v="5462" actId="1036"/>
          <ac:spMkLst>
            <pc:docMk/>
            <pc:sldMk cId="157255989" sldId="260"/>
            <ac:spMk id="124" creationId="{E461D206-BAF2-914B-A28D-F422572C620C}"/>
          </ac:spMkLst>
        </pc:spChg>
        <pc:spChg chg="add mod">
          <ac:chgData name="Bhowmik, Sayan" userId="2b51cadb-156e-4c9a-99fc-6d2138739850" providerId="ADAL" clId="{2B50C6D2-8568-43B0-A1CD-E9860F9F381B}" dt="2024-09-07T15:37:44.374" v="5442" actId="1076"/>
          <ac:spMkLst>
            <pc:docMk/>
            <pc:sldMk cId="157255989" sldId="260"/>
            <ac:spMk id="125" creationId="{EB5414A9-CD26-27B1-4908-6977FD59CBA6}"/>
          </ac:spMkLst>
        </pc:spChg>
        <pc:spChg chg="add mod">
          <ac:chgData name="Bhowmik, Sayan" userId="2b51cadb-156e-4c9a-99fc-6d2138739850" providerId="ADAL" clId="{2B50C6D2-8568-43B0-A1CD-E9860F9F381B}" dt="2024-09-07T15:37:44.374" v="5442" actId="1076"/>
          <ac:spMkLst>
            <pc:docMk/>
            <pc:sldMk cId="157255989" sldId="260"/>
            <ac:spMk id="127" creationId="{B12A2FCD-8477-30D9-1506-11ADDA183348}"/>
          </ac:spMkLst>
        </pc:spChg>
        <pc:spChg chg="add mod">
          <ac:chgData name="Bhowmik, Sayan" userId="2b51cadb-156e-4c9a-99fc-6d2138739850" providerId="ADAL" clId="{2B50C6D2-8568-43B0-A1CD-E9860F9F381B}" dt="2024-09-07T15:41:58.530" v="5517" actId="1076"/>
          <ac:spMkLst>
            <pc:docMk/>
            <pc:sldMk cId="157255989" sldId="260"/>
            <ac:spMk id="128" creationId="{520180A0-7A0A-8238-9627-5DA206BB727C}"/>
          </ac:spMkLst>
        </pc:spChg>
        <pc:spChg chg="add mod">
          <ac:chgData name="Bhowmik, Sayan" userId="2b51cadb-156e-4c9a-99fc-6d2138739850" providerId="ADAL" clId="{2B50C6D2-8568-43B0-A1CD-E9860F9F381B}" dt="2024-09-07T15:40:39.014" v="5514" actId="1076"/>
          <ac:spMkLst>
            <pc:docMk/>
            <pc:sldMk cId="157255989" sldId="260"/>
            <ac:spMk id="131" creationId="{92FBE197-FCA2-B997-0867-BF5E58142EF4}"/>
          </ac:spMkLst>
        </pc:spChg>
        <pc:grpChg chg="add mod">
          <ac:chgData name="Bhowmik, Sayan" userId="2b51cadb-156e-4c9a-99fc-6d2138739850" providerId="ADAL" clId="{2B50C6D2-8568-43B0-A1CD-E9860F9F381B}" dt="2024-09-07T15:35:56.362" v="5353" actId="1035"/>
          <ac:grpSpMkLst>
            <pc:docMk/>
            <pc:sldMk cId="157255989" sldId="260"/>
            <ac:grpSpMk id="21" creationId="{94CDCAF0-BFD4-EFD3-5F79-4DB90D8F89F1}"/>
          </ac:grpSpMkLst>
        </pc:grpChg>
        <pc:grpChg chg="add mod">
          <ac:chgData name="Bhowmik, Sayan" userId="2b51cadb-156e-4c9a-99fc-6d2138739850" providerId="ADAL" clId="{2B50C6D2-8568-43B0-A1CD-E9860F9F381B}" dt="2024-09-07T15:15:24.404" v="4850" actId="164"/>
          <ac:grpSpMkLst>
            <pc:docMk/>
            <pc:sldMk cId="157255989" sldId="260"/>
            <ac:grpSpMk id="22" creationId="{EB223704-591F-542A-422B-83262D3C08C8}"/>
          </ac:grpSpMkLst>
        </pc:grpChg>
        <pc:grpChg chg="add mod">
          <ac:chgData name="Bhowmik, Sayan" userId="2b51cadb-156e-4c9a-99fc-6d2138739850" providerId="ADAL" clId="{2B50C6D2-8568-43B0-A1CD-E9860F9F381B}" dt="2024-09-07T16:07:07.704" v="5522" actId="1036"/>
          <ac:grpSpMkLst>
            <pc:docMk/>
            <pc:sldMk cId="157255989" sldId="260"/>
            <ac:grpSpMk id="83" creationId="{BC7599F5-6740-5BE2-F2D7-EB0244B2DF78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85" creationId="{50AFD8D4-D6D8-7637-6B98-90709DCABA42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96" creationId="{B96A2AD5-E190-20C6-B0C5-2AB27D8DA376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107" creationId="{5F2E10A4-460F-0291-3E63-A39AC648A2B1}"/>
          </ac:grpSpMkLst>
        </pc:grpChg>
        <pc:grpChg chg="add mod">
          <ac:chgData name="Bhowmik, Sayan" userId="2b51cadb-156e-4c9a-99fc-6d2138739850" providerId="ADAL" clId="{2B50C6D2-8568-43B0-A1CD-E9860F9F381B}" dt="2024-09-07T15:38:29.206" v="5462" actId="1036"/>
          <ac:grpSpMkLst>
            <pc:docMk/>
            <pc:sldMk cId="157255989" sldId="260"/>
            <ac:grpSpMk id="126" creationId="{3937DD9A-E8F9-C95A-BB4D-C3CEE390488C}"/>
          </ac:grpSpMkLst>
        </pc:grpChg>
        <pc:picChg chg="add mod modCrop">
          <ac:chgData name="Bhowmik, Sayan" userId="2b51cadb-156e-4c9a-99fc-6d2138739850" providerId="ADAL" clId="{2B50C6D2-8568-43B0-A1CD-E9860F9F381B}" dt="2024-09-07T15:39:43.842" v="5465" actId="962"/>
          <ac:picMkLst>
            <pc:docMk/>
            <pc:sldMk cId="157255989" sldId="260"/>
            <ac:picMk id="4" creationId="{DB675B00-2E5A-D407-7180-C96B390AD4DF}"/>
          </ac:picMkLst>
        </pc:picChg>
        <pc:picChg chg="add del mod">
          <ac:chgData name="Bhowmik, Sayan" userId="2b51cadb-156e-4c9a-99fc-6d2138739850" providerId="ADAL" clId="{2B50C6D2-8568-43B0-A1CD-E9860F9F381B}" dt="2024-09-07T05:14:38.181" v="4606" actId="478"/>
          <ac:picMkLst>
            <pc:docMk/>
            <pc:sldMk cId="157255989" sldId="260"/>
            <ac:picMk id="5" creationId="{C462020C-FF61-9875-FB6D-5DD6FAA59869}"/>
          </ac:picMkLst>
        </pc:picChg>
        <pc:picChg chg="add del mod">
          <ac:chgData name="Bhowmik, Sayan" userId="2b51cadb-156e-4c9a-99fc-6d2138739850" providerId="ADAL" clId="{2B50C6D2-8568-43B0-A1CD-E9860F9F381B}" dt="2024-09-07T15:17:54.745" v="4892" actId="478"/>
          <ac:picMkLst>
            <pc:docMk/>
            <pc:sldMk cId="157255989" sldId="260"/>
            <ac:picMk id="7" creationId="{161FE316-12E7-5643-A481-95F6708415FE}"/>
          </ac:picMkLst>
        </pc:picChg>
        <pc:picChg chg="add mod">
          <ac:chgData name="Bhowmik, Sayan" userId="2b51cadb-156e-4c9a-99fc-6d2138739850" providerId="ADAL" clId="{2B50C6D2-8568-43B0-A1CD-E9860F9F381B}" dt="2024-09-07T15:35:56.362" v="5353" actId="1035"/>
          <ac:picMkLst>
            <pc:docMk/>
            <pc:sldMk cId="157255989" sldId="260"/>
            <ac:picMk id="8" creationId="{ED7F1C63-EDEF-372C-CAE3-1735573EE73E}"/>
          </ac:picMkLst>
        </pc:picChg>
        <pc:picChg chg="add mod">
          <ac:chgData name="Bhowmik, Sayan" userId="2b51cadb-156e-4c9a-99fc-6d2138739850" providerId="ADAL" clId="{2B50C6D2-8568-43B0-A1CD-E9860F9F381B}" dt="2024-09-07T15:05:03.969" v="4735" actId="164"/>
          <ac:picMkLst>
            <pc:docMk/>
            <pc:sldMk cId="157255989" sldId="260"/>
            <ac:picMk id="10" creationId="{D6B5706D-5A53-828A-A54C-93C4FBFB7A33}"/>
          </ac:picMkLst>
        </pc:picChg>
        <pc:picChg chg="mod">
          <ac:chgData name="Bhowmik, Sayan" userId="2b51cadb-156e-4c9a-99fc-6d2138739850" providerId="ADAL" clId="{2B50C6D2-8568-43B0-A1CD-E9860F9F381B}" dt="2024-09-07T15:05:06.378" v="4736"/>
          <ac:picMkLst>
            <pc:docMk/>
            <pc:sldMk cId="157255989" sldId="260"/>
            <ac:picMk id="23" creationId="{7DEBC629-5F69-2BF4-C008-063A5551BE4E}"/>
          </ac:picMkLst>
        </pc:picChg>
        <pc:picChg chg="mod modCrop">
          <ac:chgData name="Bhowmik, Sayan" userId="2b51cadb-156e-4c9a-99fc-6d2138739850" providerId="ADAL" clId="{2B50C6D2-8568-43B0-A1CD-E9860F9F381B}" dt="2024-09-07T15:16:42.890" v="4884" actId="732"/>
          <ac:picMkLst>
            <pc:docMk/>
            <pc:sldMk cId="157255989" sldId="260"/>
            <ac:picMk id="86" creationId="{49AA12EE-AAAF-2022-EFFA-72326676A8AA}"/>
          </ac:picMkLst>
        </pc:picChg>
        <pc:picChg chg="mod modCrop">
          <ac:chgData name="Bhowmik, Sayan" userId="2b51cadb-156e-4c9a-99fc-6d2138739850" providerId="ADAL" clId="{2B50C6D2-8568-43B0-A1CD-E9860F9F381B}" dt="2024-09-07T15:17:01.062" v="4887" actId="732"/>
          <ac:picMkLst>
            <pc:docMk/>
            <pc:sldMk cId="157255989" sldId="260"/>
            <ac:picMk id="97" creationId="{5A0D23E2-CF0F-3EE4-04E0-CE217F00D55A}"/>
          </ac:picMkLst>
        </pc:picChg>
        <pc:picChg chg="mod">
          <ac:chgData name="Bhowmik, Sayan" userId="2b51cadb-156e-4c9a-99fc-6d2138739850" providerId="ADAL" clId="{2B50C6D2-8568-43B0-A1CD-E9860F9F381B}" dt="2024-09-07T15:17:36.780" v="4890"/>
          <ac:picMkLst>
            <pc:docMk/>
            <pc:sldMk cId="157255989" sldId="260"/>
            <ac:picMk id="108" creationId="{BB7AB766-D3AF-B5B4-C7B5-8185AF7261F2}"/>
          </ac:picMkLst>
        </pc:picChg>
        <pc:picChg chg="add mod modCrop">
          <ac:chgData name="Bhowmik, Sayan" userId="2b51cadb-156e-4c9a-99fc-6d2138739850" providerId="ADAL" clId="{2B50C6D2-8568-43B0-A1CD-E9860F9F381B}" dt="2024-09-07T15:38:29.206" v="5462" actId="1036"/>
          <ac:picMkLst>
            <pc:docMk/>
            <pc:sldMk cId="157255989" sldId="260"/>
            <ac:picMk id="118" creationId="{87528041-E97B-3CD7-7E63-A610FE3A5C3E}"/>
          </ac:picMkLst>
        </pc:picChg>
        <pc:picChg chg="add mod modCrop">
          <ac:chgData name="Bhowmik, Sayan" userId="2b51cadb-156e-4c9a-99fc-6d2138739850" providerId="ADAL" clId="{2B50C6D2-8568-43B0-A1CD-E9860F9F381B}" dt="2024-09-07T15:30:41.278" v="5212" actId="164"/>
          <ac:picMkLst>
            <pc:docMk/>
            <pc:sldMk cId="157255989" sldId="260"/>
            <ac:picMk id="120" creationId="{8A178D3A-93D7-9CBF-8F43-C320F4DAA1F3}"/>
          </ac:picMkLst>
        </pc:picChg>
        <pc:picChg chg="add mod modCrop">
          <ac:chgData name="Bhowmik, Sayan" userId="2b51cadb-156e-4c9a-99fc-6d2138739850" providerId="ADAL" clId="{2B50C6D2-8568-43B0-A1CD-E9860F9F381B}" dt="2024-09-07T15:33:38.861" v="5273" actId="1037"/>
          <ac:picMkLst>
            <pc:docMk/>
            <pc:sldMk cId="157255989" sldId="260"/>
            <ac:picMk id="121" creationId="{1F5E8D99-892B-B1DA-9AE0-82FE92A4F900}"/>
          </ac:picMkLst>
        </pc:picChg>
        <pc:picChg chg="add mod">
          <ac:chgData name="Bhowmik, Sayan" userId="2b51cadb-156e-4c9a-99fc-6d2138739850" providerId="ADAL" clId="{2B50C6D2-8568-43B0-A1CD-E9860F9F381B}" dt="2024-09-07T15:40:43.460" v="5515" actId="1076"/>
          <ac:picMkLst>
            <pc:docMk/>
            <pc:sldMk cId="157255989" sldId="260"/>
            <ac:picMk id="130" creationId="{558DAD59-755C-6355-9BD3-07FA24D80188}"/>
          </ac:picMkLst>
        </pc:picChg>
        <pc:cxnChg chg="add del">
          <ac:chgData name="Bhowmik, Sayan" userId="2b51cadb-156e-4c9a-99fc-6d2138739850" providerId="ADAL" clId="{2B50C6D2-8568-43B0-A1CD-E9860F9F381B}" dt="2024-09-07T15:05:43.068" v="4739" actId="478"/>
          <ac:cxnSpMkLst>
            <pc:docMk/>
            <pc:sldMk cId="157255989" sldId="260"/>
            <ac:cxnSpMk id="34" creationId="{781FFC54-9176-4A71-D56B-2446C938ED88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36" creationId="{F48832F2-8F86-0B3C-5A88-E95C8160DC0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38" creationId="{4157DA3F-A9F6-387A-43F2-BCCA299BB3A7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0" creationId="{518682F6-58B4-C24C-777B-EB8B3C896E24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3" creationId="{7E1437B3-2B8B-4B49-1D08-7CE52AAC4EEA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5" creationId="{15F7BB74-A4D6-66D1-F28C-10ADB730DB40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48" creationId="{C6B59D6A-5CB1-4428-2CFE-113E6BA39B1E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0" creationId="{B5994502-6368-A3A2-6ACF-ACA66298C5B3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2" creationId="{0F7C6625-4A15-CCFA-DFD3-3322FE98EA15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5" creationId="{84AAC7E1-B2BD-719D-4612-74F60A6D6312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57" creationId="{DB428E05-6B47-22CF-CA7A-DFD4D807DCF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0" creationId="{CB35B95A-9EEB-4E2B-D3CA-1BCD4519A8F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5" creationId="{7EB11E62-1970-1A5C-D7FB-04E48BF583C2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69" creationId="{87ED6D9D-7827-94BD-7D06-0696D3F974E6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1" creationId="{842E4BBD-857A-64ED-E998-CD1FA330A5A3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3" creationId="{6E83F494-2E0E-DB18-3A66-3336223AF10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5" creationId="{FAA614A7-89AF-3723-49C2-D96515D189E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7" creationId="{AC7D08BA-CA7D-8CC8-E195-17868037AF1C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79" creationId="{A53DB0DA-CE16-D663-1731-D7CB5A6DBEF0}"/>
          </ac:cxnSpMkLst>
        </pc:cxnChg>
        <pc:cxnChg chg="add mod">
          <ac:chgData name="Bhowmik, Sayan" userId="2b51cadb-156e-4c9a-99fc-6d2138739850" providerId="ADAL" clId="{2B50C6D2-8568-43B0-A1CD-E9860F9F381B}" dt="2024-09-07T15:15:24.404" v="4850" actId="164"/>
          <ac:cxnSpMkLst>
            <pc:docMk/>
            <pc:sldMk cId="157255989" sldId="260"/>
            <ac:cxnSpMk id="81" creationId="{550D91E0-CE0C-60BB-AC5D-249829E497A5}"/>
          </ac:cxnSpMkLst>
        </pc:cxnChg>
        <pc:cxnChg chg="add mod">
          <ac:chgData name="Bhowmik, Sayan" userId="2b51cadb-156e-4c9a-99fc-6d2138739850" providerId="ADAL" clId="{2B50C6D2-8568-43B0-A1CD-E9860F9F381B}" dt="2024-09-07T15:33:33.624" v="5252" actId="1037"/>
          <ac:cxnSpMkLst>
            <pc:docMk/>
            <pc:sldMk cId="157255989" sldId="260"/>
            <ac:cxnSpMk id="123" creationId="{B7785CF6-90A2-55ED-A8C2-5A043E08A7CB}"/>
          </ac:cxnSpMkLst>
        </pc:cxnChg>
      </pc:sldChg>
      <pc:sldChg chg="addSp delSp modSp new add del mod modTransition modAnim">
        <pc:chgData name="Bhowmik, Sayan" userId="2b51cadb-156e-4c9a-99fc-6d2138739850" providerId="ADAL" clId="{2B50C6D2-8568-43B0-A1CD-E9860F9F381B}" dt="2024-09-12T03:06:43.304" v="8673"/>
        <pc:sldMkLst>
          <pc:docMk/>
          <pc:sldMk cId="367872424" sldId="261"/>
        </pc:sldMkLst>
        <pc:spChg chg="del">
          <ac:chgData name="Bhowmik, Sayan" userId="2b51cadb-156e-4c9a-99fc-6d2138739850" providerId="ADAL" clId="{2B50C6D2-8568-43B0-A1CD-E9860F9F381B}" dt="2024-09-07T16:08:01.604" v="5526" actId="478"/>
          <ac:spMkLst>
            <pc:docMk/>
            <pc:sldMk cId="367872424" sldId="261"/>
            <ac:spMk id="2" creationId="{A68B4FBD-700D-E82A-B7AD-F866D63BFA97}"/>
          </ac:spMkLst>
        </pc:spChg>
        <pc:spChg chg="add mod">
          <ac:chgData name="Bhowmik, Sayan" userId="2b51cadb-156e-4c9a-99fc-6d2138739850" providerId="ADAL" clId="{2B50C6D2-8568-43B0-A1CD-E9860F9F381B}" dt="2024-09-07T16:08:12.366" v="5529" actId="20577"/>
          <ac:spMkLst>
            <pc:docMk/>
            <pc:sldMk cId="367872424" sldId="261"/>
            <ac:spMk id="3" creationId="{4358B116-4040-6812-0B61-99B8FDC3F00D}"/>
          </ac:spMkLst>
        </pc:spChg>
        <pc:spChg chg="add mod">
          <ac:chgData name="Bhowmik, Sayan" userId="2b51cadb-156e-4c9a-99fc-6d2138739850" providerId="ADAL" clId="{2B50C6D2-8568-43B0-A1CD-E9860F9F381B}" dt="2024-09-07T16:08:34.716" v="5577" actId="20577"/>
          <ac:spMkLst>
            <pc:docMk/>
            <pc:sldMk cId="367872424" sldId="261"/>
            <ac:spMk id="4" creationId="{9B8E0370-628E-6C96-7C73-99A3D84BEFF2}"/>
          </ac:spMkLst>
        </pc:spChg>
        <pc:spChg chg="add mod">
          <ac:chgData name="Bhowmik, Sayan" userId="2b51cadb-156e-4c9a-99fc-6d2138739850" providerId="ADAL" clId="{2B50C6D2-8568-43B0-A1CD-E9860F9F381B}" dt="2024-09-07T16:51:53.503" v="5901" actId="1037"/>
          <ac:spMkLst>
            <pc:docMk/>
            <pc:sldMk cId="367872424" sldId="261"/>
            <ac:spMk id="5" creationId="{40659C78-B42B-6E14-3835-FBF3D48D3A33}"/>
          </ac:spMkLst>
        </pc:spChg>
        <pc:spChg chg="add mod">
          <ac:chgData name="Bhowmik, Sayan" userId="2b51cadb-156e-4c9a-99fc-6d2138739850" providerId="ADAL" clId="{2B50C6D2-8568-43B0-A1CD-E9860F9F381B}" dt="2024-09-07T16:38:48.712" v="5640" actId="1076"/>
          <ac:spMkLst>
            <pc:docMk/>
            <pc:sldMk cId="367872424" sldId="261"/>
            <ac:spMk id="12" creationId="{FD7A354A-2E6E-DF41-C59C-B8B8460B3D30}"/>
          </ac:spMkLst>
        </pc:spChg>
        <pc:spChg chg="add mod">
          <ac:chgData name="Bhowmik, Sayan" userId="2b51cadb-156e-4c9a-99fc-6d2138739850" providerId="ADAL" clId="{2B50C6D2-8568-43B0-A1CD-E9860F9F381B}" dt="2024-09-07T16:53:39.088" v="5902" actId="1076"/>
          <ac:spMkLst>
            <pc:docMk/>
            <pc:sldMk cId="367872424" sldId="261"/>
            <ac:spMk id="13" creationId="{8CFE98C1-0A57-530C-E981-5E1FB261CC46}"/>
          </ac:spMkLst>
        </pc:spChg>
        <pc:spChg chg="add mod">
          <ac:chgData name="Bhowmik, Sayan" userId="2b51cadb-156e-4c9a-99fc-6d2138739850" providerId="ADAL" clId="{2B50C6D2-8568-43B0-A1CD-E9860F9F381B}" dt="2024-09-07T16:39:26.455" v="5652" actId="1076"/>
          <ac:spMkLst>
            <pc:docMk/>
            <pc:sldMk cId="367872424" sldId="261"/>
            <ac:spMk id="14" creationId="{CB3147CB-A19F-44CF-0C0B-68551C6FF455}"/>
          </ac:spMkLst>
        </pc:spChg>
        <pc:spChg chg="add mod">
          <ac:chgData name="Bhowmik, Sayan" userId="2b51cadb-156e-4c9a-99fc-6d2138739850" providerId="ADAL" clId="{2B50C6D2-8568-43B0-A1CD-E9860F9F381B}" dt="2024-09-07T16:39:36.467" v="5654" actId="1076"/>
          <ac:spMkLst>
            <pc:docMk/>
            <pc:sldMk cId="367872424" sldId="261"/>
            <ac:spMk id="15" creationId="{C8758138-6BC1-A627-7225-C421C254C75B}"/>
          </ac:spMkLst>
        </pc:spChg>
        <pc:spChg chg="add mod">
          <ac:chgData name="Bhowmik, Sayan" userId="2b51cadb-156e-4c9a-99fc-6d2138739850" providerId="ADAL" clId="{2B50C6D2-8568-43B0-A1CD-E9860F9F381B}" dt="2024-09-07T17:03:34.471" v="5985" actId="207"/>
          <ac:spMkLst>
            <pc:docMk/>
            <pc:sldMk cId="367872424" sldId="261"/>
            <ac:spMk id="18" creationId="{275C3287-F4B4-8092-97C2-CBF9F11238A1}"/>
          </ac:spMkLst>
        </pc:spChg>
        <pc:spChg chg="add mod">
          <ac:chgData name="Bhowmik, Sayan" userId="2b51cadb-156e-4c9a-99fc-6d2138739850" providerId="ADAL" clId="{2B50C6D2-8568-43B0-A1CD-E9860F9F381B}" dt="2024-09-07T17:03:54.080" v="6011" actId="1035"/>
          <ac:spMkLst>
            <pc:docMk/>
            <pc:sldMk cId="367872424" sldId="261"/>
            <ac:spMk id="23" creationId="{2BD58F86-2B7E-CFEB-746B-ADE9265F775B}"/>
          </ac:spMkLst>
        </pc:spChg>
        <pc:spChg chg="add mod">
          <ac:chgData name="Bhowmik, Sayan" userId="2b51cadb-156e-4c9a-99fc-6d2138739850" providerId="ADAL" clId="{2B50C6D2-8568-43B0-A1CD-E9860F9F381B}" dt="2024-09-07T17:04:02.810" v="6025" actId="1036"/>
          <ac:spMkLst>
            <pc:docMk/>
            <pc:sldMk cId="367872424" sldId="261"/>
            <ac:spMk id="24" creationId="{7484F757-A201-4C7C-A503-8744F1F675FC}"/>
          </ac:spMkLst>
        </pc:spChg>
        <pc:spChg chg="add del mod">
          <ac:chgData name="Bhowmik, Sayan" userId="2b51cadb-156e-4c9a-99fc-6d2138739850" providerId="ADAL" clId="{2B50C6D2-8568-43B0-A1CD-E9860F9F381B}" dt="2024-09-07T17:21:33.818" v="6049" actId="478"/>
          <ac:spMkLst>
            <pc:docMk/>
            <pc:sldMk cId="367872424" sldId="261"/>
            <ac:spMk id="25" creationId="{C5B37D93-3E73-2183-0D00-2C79E05609BC}"/>
          </ac:spMkLst>
        </pc:spChg>
        <pc:picChg chg="add mod modCrop">
          <ac:chgData name="Bhowmik, Sayan" userId="2b51cadb-156e-4c9a-99fc-6d2138739850" providerId="ADAL" clId="{2B50C6D2-8568-43B0-A1CD-E9860F9F381B}" dt="2024-09-07T16:28:20.499" v="5592" actId="14100"/>
          <ac:picMkLst>
            <pc:docMk/>
            <pc:sldMk cId="367872424" sldId="261"/>
            <ac:picMk id="7" creationId="{C3778CEB-7BF6-D7FC-514B-9F9064CB35EF}"/>
          </ac:picMkLst>
        </pc:picChg>
        <pc:picChg chg="add del mod">
          <ac:chgData name="Bhowmik, Sayan" userId="2b51cadb-156e-4c9a-99fc-6d2138739850" providerId="ADAL" clId="{2B50C6D2-8568-43B0-A1CD-E9860F9F381B}" dt="2024-09-07T16:31:52.466" v="5597" actId="478"/>
          <ac:picMkLst>
            <pc:docMk/>
            <pc:sldMk cId="367872424" sldId="261"/>
            <ac:picMk id="9" creationId="{16B3FB44-01FD-8F11-EADA-987DEA131B20}"/>
          </ac:picMkLst>
        </pc:picChg>
        <pc:picChg chg="add mod">
          <ac:chgData name="Bhowmik, Sayan" userId="2b51cadb-156e-4c9a-99fc-6d2138739850" providerId="ADAL" clId="{2B50C6D2-8568-43B0-A1CD-E9860F9F381B}" dt="2024-09-07T16:37:44.878" v="5605" actId="1076"/>
          <ac:picMkLst>
            <pc:docMk/>
            <pc:sldMk cId="367872424" sldId="261"/>
            <ac:picMk id="11" creationId="{A93727B3-01A5-F27A-D07A-503304F022C8}"/>
          </ac:picMkLst>
        </pc:picChg>
        <pc:picChg chg="add mod">
          <ac:chgData name="Bhowmik, Sayan" userId="2b51cadb-156e-4c9a-99fc-6d2138739850" providerId="ADAL" clId="{2B50C6D2-8568-43B0-A1CD-E9860F9F381B}" dt="2024-09-07T16:41:37.590" v="5664" actId="1076"/>
          <ac:picMkLst>
            <pc:docMk/>
            <pc:sldMk cId="367872424" sldId="261"/>
            <ac:picMk id="17" creationId="{1C0687FE-5696-BBF5-3ACD-83F931847149}"/>
          </ac:picMkLst>
        </pc:picChg>
        <pc:picChg chg="add mod">
          <ac:chgData name="Bhowmik, Sayan" userId="2b51cadb-156e-4c9a-99fc-6d2138739850" providerId="ADAL" clId="{2B50C6D2-8568-43B0-A1CD-E9860F9F381B}" dt="2024-09-07T17:21:15.020" v="6045" actId="1076"/>
          <ac:picMkLst>
            <pc:docMk/>
            <pc:sldMk cId="367872424" sldId="261"/>
            <ac:picMk id="20" creationId="{7AFBEA60-41AE-0896-69E8-F1DE08B29921}"/>
          </ac:picMkLst>
        </pc:picChg>
        <pc:picChg chg="add mod">
          <ac:chgData name="Bhowmik, Sayan" userId="2b51cadb-156e-4c9a-99fc-6d2138739850" providerId="ADAL" clId="{2B50C6D2-8568-43B0-A1CD-E9860F9F381B}" dt="2024-09-07T17:03:54.080" v="6011" actId="1035"/>
          <ac:picMkLst>
            <pc:docMk/>
            <pc:sldMk cId="367872424" sldId="261"/>
            <ac:picMk id="22" creationId="{86B233FB-619B-C943-409E-9ADE19440F6B}"/>
          </ac:picMkLst>
        </pc:picChg>
      </pc:sldChg>
      <pc:sldChg chg="addSp delSp modSp new mod modTransition modAnim">
        <pc:chgData name="Bhowmik, Sayan" userId="2b51cadb-156e-4c9a-99fc-6d2138739850" providerId="ADAL" clId="{2B50C6D2-8568-43B0-A1CD-E9860F9F381B}" dt="2024-09-12T03:20:47.196" v="8737"/>
        <pc:sldMkLst>
          <pc:docMk/>
          <pc:sldMk cId="4147006912" sldId="262"/>
        </pc:sldMkLst>
        <pc:spChg chg="add mod">
          <ac:chgData name="Bhowmik, Sayan" userId="2b51cadb-156e-4c9a-99fc-6d2138739850" providerId="ADAL" clId="{2B50C6D2-8568-43B0-A1CD-E9860F9F381B}" dt="2024-09-12T03:20:32.016" v="8735" actId="1035"/>
          <ac:spMkLst>
            <pc:docMk/>
            <pc:sldMk cId="4147006912" sldId="262"/>
            <ac:spMk id="2" creationId="{2E133398-0841-24B6-E516-4BF6BB648B35}"/>
          </ac:spMkLst>
        </pc:spChg>
        <pc:spChg chg="del">
          <ac:chgData name="Bhowmik, Sayan" userId="2b51cadb-156e-4c9a-99fc-6d2138739850" providerId="ADAL" clId="{2B50C6D2-8568-43B0-A1CD-E9860F9F381B}" dt="2024-09-07T17:02:36.652" v="5969" actId="478"/>
          <ac:spMkLst>
            <pc:docMk/>
            <pc:sldMk cId="4147006912" sldId="262"/>
            <ac:spMk id="2" creationId="{3FEF4610-552A-ED71-7B48-DDEF5236332F}"/>
          </ac:spMkLst>
        </pc:spChg>
        <pc:spChg chg="add mod">
          <ac:chgData name="Bhowmik, Sayan" userId="2b51cadb-156e-4c9a-99fc-6d2138739850" providerId="ADAL" clId="{2B50C6D2-8568-43B0-A1CD-E9860F9F381B}" dt="2024-09-07T18:07:57.822" v="6751" actId="20577"/>
          <ac:spMkLst>
            <pc:docMk/>
            <pc:sldMk cId="4147006912" sldId="262"/>
            <ac:spMk id="3" creationId="{50718A16-6A8B-C8FC-FBFF-F96458995092}"/>
          </ac:spMkLst>
        </pc:spChg>
        <pc:spChg chg="add mod">
          <ac:chgData name="Bhowmik, Sayan" userId="2b51cadb-156e-4c9a-99fc-6d2138739850" providerId="ADAL" clId="{2B50C6D2-8568-43B0-A1CD-E9860F9F381B}" dt="2024-09-07T18:20:18.462" v="7028" actId="1037"/>
          <ac:spMkLst>
            <pc:docMk/>
            <pc:sldMk cId="4147006912" sldId="262"/>
            <ac:spMk id="4" creationId="{F45D9336-7F04-E6E3-75D5-6D95327C3F7C}"/>
          </ac:spMkLst>
        </pc:spChg>
        <pc:spChg chg="add mod">
          <ac:chgData name="Bhowmik, Sayan" userId="2b51cadb-156e-4c9a-99fc-6d2138739850" providerId="ADAL" clId="{2B50C6D2-8568-43B0-A1CD-E9860F9F381B}" dt="2024-09-07T18:20:18.462" v="7028" actId="1037"/>
          <ac:spMkLst>
            <pc:docMk/>
            <pc:sldMk cId="4147006912" sldId="262"/>
            <ac:spMk id="5" creationId="{80DD9871-FD23-2386-8467-6385A522AA39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16" creationId="{8F78262C-F3B4-D1FF-91A4-402695016EF3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19" creationId="{5340A003-B2D0-33E0-9507-660846C98981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24" creationId="{1A62BAC6-FD7F-653F-E9AE-906F96C4492A}"/>
          </ac:spMkLst>
        </pc:spChg>
        <pc:spChg chg="add mod">
          <ac:chgData name="Bhowmik, Sayan" userId="2b51cadb-156e-4c9a-99fc-6d2138739850" providerId="ADAL" clId="{2B50C6D2-8568-43B0-A1CD-E9860F9F381B}" dt="2024-09-07T18:20:39.189" v="7056" actId="1035"/>
          <ac:spMkLst>
            <pc:docMk/>
            <pc:sldMk cId="4147006912" sldId="262"/>
            <ac:spMk id="26" creationId="{A4C59C65-AC8E-4CC3-1AB6-ADAB0C3A659B}"/>
          </ac:spMkLst>
        </pc:spChg>
        <pc:spChg chg="add mod">
          <ac:chgData name="Bhowmik, Sayan" userId="2b51cadb-156e-4c9a-99fc-6d2138739850" providerId="ADAL" clId="{2B50C6D2-8568-43B0-A1CD-E9860F9F381B}" dt="2024-09-07T18:20:21.640" v="7029" actId="14100"/>
          <ac:spMkLst>
            <pc:docMk/>
            <pc:sldMk cId="4147006912" sldId="262"/>
            <ac:spMk id="27" creationId="{FBA7C170-7844-D19D-9BA0-DB9EAD41C4C4}"/>
          </ac:spMkLst>
        </pc:spChg>
        <pc:spChg chg="add del mod">
          <ac:chgData name="Bhowmik, Sayan" userId="2b51cadb-156e-4c9a-99fc-6d2138739850" providerId="ADAL" clId="{2B50C6D2-8568-43B0-A1CD-E9860F9F381B}" dt="2024-09-07T18:17:18.223" v="7003" actId="1076"/>
          <ac:spMkLst>
            <pc:docMk/>
            <pc:sldMk cId="4147006912" sldId="262"/>
            <ac:spMk id="28" creationId="{7EC3F503-F9F3-A04D-3E76-F5BBDB58930A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29" creationId="{E42C7B80-E29F-5B0B-2D4A-7ED64C7F5D7B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0" creationId="{2131C98D-C64F-A016-3567-5C1BFC546E98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1" creationId="{BF7A7545-0F6C-67D2-3C26-496020BC56BD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39" creationId="{27FFF98F-E0A9-E29B-14B7-AE186637057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0" creationId="{4D48826B-702C-2E21-2350-4ADD6B421B02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1" creationId="{6F23160F-FB20-D851-5D3B-966A16BA6E3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7" creationId="{28E91AAE-7188-3835-9B55-CC4CA76372CB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8" creationId="{1F99DF7F-40FD-47C9-9D52-3ED208CE2D3C}"/>
          </ac:spMkLst>
        </pc:spChg>
        <pc:spChg chg="add mod">
          <ac:chgData name="Bhowmik, Sayan" userId="2b51cadb-156e-4c9a-99fc-6d2138739850" providerId="ADAL" clId="{2B50C6D2-8568-43B0-A1CD-E9860F9F381B}" dt="2024-09-07T18:13:59.397" v="6910" actId="1037"/>
          <ac:spMkLst>
            <pc:docMk/>
            <pc:sldMk cId="4147006912" sldId="262"/>
            <ac:spMk id="49" creationId="{79E54170-3D0C-5221-3161-5316E630C9C1}"/>
          </ac:spMkLst>
        </pc:spChg>
        <pc:spChg chg="add del mod">
          <ac:chgData name="Bhowmik, Sayan" userId="2b51cadb-156e-4c9a-99fc-6d2138739850" providerId="ADAL" clId="{2B50C6D2-8568-43B0-A1CD-E9860F9F381B}" dt="2024-09-07T18:14:47.959" v="6918" actId="478"/>
          <ac:spMkLst>
            <pc:docMk/>
            <pc:sldMk cId="4147006912" sldId="262"/>
            <ac:spMk id="54" creationId="{1AFB44FD-4184-BC7F-B639-5AD0FEE5038E}"/>
          </ac:spMkLst>
        </pc:spChg>
        <pc:spChg chg="add mod">
          <ac:chgData name="Bhowmik, Sayan" userId="2b51cadb-156e-4c9a-99fc-6d2138739850" providerId="ADAL" clId="{2B50C6D2-8568-43B0-A1CD-E9860F9F381B}" dt="2024-09-07T19:20:46.717" v="7074" actId="1037"/>
          <ac:spMkLst>
            <pc:docMk/>
            <pc:sldMk cId="4147006912" sldId="262"/>
            <ac:spMk id="69" creationId="{68F5C792-3EC9-4726-0E85-969D0CAD96A4}"/>
          </ac:spMkLst>
        </pc:spChg>
        <pc:picChg chg="add mod">
          <ac:chgData name="Bhowmik, Sayan" userId="2b51cadb-156e-4c9a-99fc-6d2138739850" providerId="ADAL" clId="{2B50C6D2-8568-43B0-A1CD-E9860F9F381B}" dt="2024-09-07T18:20:18.462" v="7028" actId="1037"/>
          <ac:picMkLst>
            <pc:docMk/>
            <pc:sldMk cId="4147006912" sldId="262"/>
            <ac:picMk id="6" creationId="{14A8F94E-7337-C02D-4B15-2C3842A54BF1}"/>
          </ac:picMkLst>
        </pc:picChg>
        <pc:picChg chg="add mod">
          <ac:chgData name="Bhowmik, Sayan" userId="2b51cadb-156e-4c9a-99fc-6d2138739850" providerId="ADAL" clId="{2B50C6D2-8568-43B0-A1CD-E9860F9F381B}" dt="2024-09-07T18:20:18.462" v="7028" actId="1037"/>
          <ac:picMkLst>
            <pc:docMk/>
            <pc:sldMk cId="4147006912" sldId="262"/>
            <ac:picMk id="7" creationId="{BBD4AB0F-49F5-E83A-B43F-CB8CD656CD01}"/>
          </ac:picMkLst>
        </pc:picChg>
        <pc:picChg chg="add mod">
          <ac:chgData name="Bhowmik, Sayan" userId="2b51cadb-156e-4c9a-99fc-6d2138739850" providerId="ADAL" clId="{2B50C6D2-8568-43B0-A1CD-E9860F9F381B}" dt="2024-09-07T18:20:39.189" v="7056" actId="1035"/>
          <ac:picMkLst>
            <pc:docMk/>
            <pc:sldMk cId="4147006912" sldId="262"/>
            <ac:picMk id="12" creationId="{CE6E6349-0519-23BF-E24C-9B8CFA909AD8}"/>
          </ac:picMkLst>
        </pc:picChg>
        <pc:picChg chg="add del mod modCrop">
          <ac:chgData name="Bhowmik, Sayan" userId="2b51cadb-156e-4c9a-99fc-6d2138739850" providerId="ADAL" clId="{2B50C6D2-8568-43B0-A1CD-E9860F9F381B}" dt="2024-09-07T18:17:15.549" v="7002" actId="1076"/>
          <ac:picMkLst>
            <pc:docMk/>
            <pc:sldMk cId="4147006912" sldId="262"/>
            <ac:picMk id="25" creationId="{5FA7F914-CB5D-1592-88B1-58D5268CDF51}"/>
          </ac:picMkLst>
        </pc:picChg>
        <pc:picChg chg="add mod modCrop">
          <ac:chgData name="Bhowmik, Sayan" userId="2b51cadb-156e-4c9a-99fc-6d2138739850" providerId="ADAL" clId="{2B50C6D2-8568-43B0-A1CD-E9860F9F381B}" dt="2024-09-07T18:17:27.002" v="7005" actId="1076"/>
          <ac:picMkLst>
            <pc:docMk/>
            <pc:sldMk cId="4147006912" sldId="262"/>
            <ac:picMk id="53" creationId="{E49764D2-C019-C620-EE3D-37B3F1C16126}"/>
          </ac:picMkLst>
        </pc:picChg>
        <pc:cxnChg chg="add mod">
          <ac:chgData name="Bhowmik, Sayan" userId="2b51cadb-156e-4c9a-99fc-6d2138739850" providerId="ADAL" clId="{2B50C6D2-8568-43B0-A1CD-E9860F9F381B}" dt="2024-09-07T18:20:18.462" v="7028" actId="1037"/>
          <ac:cxnSpMkLst>
            <pc:docMk/>
            <pc:sldMk cId="4147006912" sldId="262"/>
            <ac:cxnSpMk id="9" creationId="{85A9FE46-FB67-4D76-C702-A6650EBDFD9F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14" creationId="{9D7A5B1F-006C-B580-B57E-E948E9009441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18" creationId="{B00BD44C-22F1-423B-55FD-7CAB5E10790D}"/>
          </ac:cxnSpMkLst>
        </pc:cxnChg>
        <pc:cxnChg chg="add mod">
          <ac:chgData name="Bhowmik, Sayan" userId="2b51cadb-156e-4c9a-99fc-6d2138739850" providerId="ADAL" clId="{2B50C6D2-8568-43B0-A1CD-E9860F9F381B}" dt="2024-09-07T18:20:39.189" v="7056" actId="1035"/>
          <ac:cxnSpMkLst>
            <pc:docMk/>
            <pc:sldMk cId="4147006912" sldId="262"/>
            <ac:cxnSpMk id="23" creationId="{AA697D2C-CA0B-B9B9-DBF1-94EB20222D30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33" creationId="{1BB4723D-1AE6-3C4A-BAEB-CEEEAAC79501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43" creationId="{AB106F20-7BD7-D5A2-72A4-7C29780A4E89}"/>
          </ac:cxnSpMkLst>
        </pc:cxnChg>
        <pc:cxnChg chg="add mod">
          <ac:chgData name="Bhowmik, Sayan" userId="2b51cadb-156e-4c9a-99fc-6d2138739850" providerId="ADAL" clId="{2B50C6D2-8568-43B0-A1CD-E9860F9F381B}" dt="2024-09-07T18:13:59.397" v="6910" actId="1037"/>
          <ac:cxnSpMkLst>
            <pc:docMk/>
            <pc:sldMk cId="4147006912" sldId="262"/>
            <ac:cxnSpMk id="51" creationId="{A5028E12-532D-C67C-5FD1-851B89B1CDE4}"/>
          </ac:cxnSpMkLst>
        </pc:cxnChg>
        <pc:cxnChg chg="add mod">
          <ac:chgData name="Bhowmik, Sayan" userId="2b51cadb-156e-4c9a-99fc-6d2138739850" providerId="ADAL" clId="{2B50C6D2-8568-43B0-A1CD-E9860F9F381B}" dt="2024-09-07T18:16:03.177" v="6969" actId="1582"/>
          <ac:cxnSpMkLst>
            <pc:docMk/>
            <pc:sldMk cId="4147006912" sldId="262"/>
            <ac:cxnSpMk id="56" creationId="{0CF529BE-4F6E-5E65-7C79-41AACC126F6A}"/>
          </ac:cxnSpMkLst>
        </pc:cxnChg>
      </pc:sldChg>
      <pc:sldChg chg="addSp delSp modSp new mod modTransition modAnim">
        <pc:chgData name="Bhowmik, Sayan" userId="2b51cadb-156e-4c9a-99fc-6d2138739850" providerId="ADAL" clId="{2B50C6D2-8568-43B0-A1CD-E9860F9F381B}" dt="2024-09-12T03:23:07.237" v="8815"/>
        <pc:sldMkLst>
          <pc:docMk/>
          <pc:sldMk cId="2672808557" sldId="263"/>
        </pc:sldMkLst>
        <pc:spChg chg="del">
          <ac:chgData name="Bhowmik, Sayan" userId="2b51cadb-156e-4c9a-99fc-6d2138739850" providerId="ADAL" clId="{2B50C6D2-8568-43B0-A1CD-E9860F9F381B}" dt="2024-09-07T19:24:28.821" v="7076" actId="478"/>
          <ac:spMkLst>
            <pc:docMk/>
            <pc:sldMk cId="2672808557" sldId="263"/>
            <ac:spMk id="2" creationId="{4EA8239A-CBC6-D3A9-6CA8-E2E23D6AB078}"/>
          </ac:spMkLst>
        </pc:spChg>
        <pc:spChg chg="add mod">
          <ac:chgData name="Bhowmik, Sayan" userId="2b51cadb-156e-4c9a-99fc-6d2138739850" providerId="ADAL" clId="{2B50C6D2-8568-43B0-A1CD-E9860F9F381B}" dt="2024-09-12T03:22:51.259" v="8812" actId="1076"/>
          <ac:spMkLst>
            <pc:docMk/>
            <pc:sldMk cId="2672808557" sldId="263"/>
            <ac:spMk id="2" creationId="{C1B81317-F042-C2B1-8225-98A03FC3FDD1}"/>
          </ac:spMkLst>
        </pc:spChg>
        <pc:spChg chg="add mod">
          <ac:chgData name="Bhowmik, Sayan" userId="2b51cadb-156e-4c9a-99fc-6d2138739850" providerId="ADAL" clId="{2B50C6D2-8568-43B0-A1CD-E9860F9F381B}" dt="2024-09-07T19:24:52.200" v="7121" actId="20577"/>
          <ac:spMkLst>
            <pc:docMk/>
            <pc:sldMk cId="2672808557" sldId="263"/>
            <ac:spMk id="3" creationId="{29A379F0-7A25-4F90-96B2-13196F28883D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4" creationId="{FB659FEC-5664-3928-DDAD-BE1274D7D205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5" creationId="{F5A6EFE4-7C9F-11E4-F40A-0D211430FCC4}"/>
          </ac:spMkLst>
        </pc:spChg>
        <pc:spChg chg="add mod">
          <ac:chgData name="Bhowmik, Sayan" userId="2b51cadb-156e-4c9a-99fc-6d2138739850" providerId="ADAL" clId="{2B50C6D2-8568-43B0-A1CD-E9860F9F381B}" dt="2024-09-07T20:28:32.258" v="8477" actId="207"/>
          <ac:spMkLst>
            <pc:docMk/>
            <pc:sldMk cId="2672808557" sldId="263"/>
            <ac:spMk id="6" creationId="{D15775EA-EE4C-0AB5-237F-D0CE10D90187}"/>
          </ac:spMkLst>
        </pc:spChg>
        <pc:spChg chg="add mod">
          <ac:chgData name="Bhowmik, Sayan" userId="2b51cadb-156e-4c9a-99fc-6d2138739850" providerId="ADAL" clId="{2B50C6D2-8568-43B0-A1CD-E9860F9F381B}" dt="2024-09-07T20:24:32.404" v="8396" actId="1035"/>
          <ac:spMkLst>
            <pc:docMk/>
            <pc:sldMk cId="2672808557" sldId="263"/>
            <ac:spMk id="7" creationId="{7E460C71-D888-E7A9-F395-161DB2050AF5}"/>
          </ac:spMkLst>
        </pc:spChg>
        <pc:spChg chg="add mod">
          <ac:chgData name="Bhowmik, Sayan" userId="2b51cadb-156e-4c9a-99fc-6d2138739850" providerId="ADAL" clId="{2B50C6D2-8568-43B0-A1CD-E9860F9F381B}" dt="2024-09-12T03:22:41.302" v="8810" actId="1036"/>
          <ac:spMkLst>
            <pc:docMk/>
            <pc:sldMk cId="2672808557" sldId="263"/>
            <ac:spMk id="10" creationId="{95CFAB66-EFEC-BFC9-5FA8-E3BC50DD09A9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17" creationId="{2A1BB56C-C8C2-0EE5-7AD7-E58D275D44BA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18" creationId="{9E122096-F8A6-09B2-B598-D23562FDA6A3}"/>
          </ac:spMkLst>
        </pc:spChg>
        <pc:spChg chg="add mod">
          <ac:chgData name="Bhowmik, Sayan" userId="2b51cadb-156e-4c9a-99fc-6d2138739850" providerId="ADAL" clId="{2B50C6D2-8568-43B0-A1CD-E9860F9F381B}" dt="2024-09-07T20:23:11.079" v="8379" actId="14100"/>
          <ac:spMkLst>
            <pc:docMk/>
            <pc:sldMk cId="2672808557" sldId="263"/>
            <ac:spMk id="19" creationId="{8A24BFE8-0310-9ADF-7301-B96B203A2EBA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32" creationId="{754FB285-5B5B-E8F9-A98B-C2C015EAA038}"/>
          </ac:spMkLst>
        </pc:spChg>
        <pc:spChg chg="add mod">
          <ac:chgData name="Bhowmik, Sayan" userId="2b51cadb-156e-4c9a-99fc-6d2138739850" providerId="ADAL" clId="{2B50C6D2-8568-43B0-A1CD-E9860F9F381B}" dt="2024-09-12T03:21:56.595" v="8775" actId="1035"/>
          <ac:spMkLst>
            <pc:docMk/>
            <pc:sldMk cId="2672808557" sldId="263"/>
            <ac:spMk id="33" creationId="{C7AD9ACA-1422-46E1-C97D-2E968B2DF7B3}"/>
          </ac:spMkLst>
        </pc:spChg>
        <pc:picChg chg="add mod">
          <ac:chgData name="Bhowmik, Sayan" userId="2b51cadb-156e-4c9a-99fc-6d2138739850" providerId="ADAL" clId="{2B50C6D2-8568-43B0-A1CD-E9860F9F381B}" dt="2024-09-12T03:22:41.302" v="8810" actId="1036"/>
          <ac:picMkLst>
            <pc:docMk/>
            <pc:sldMk cId="2672808557" sldId="263"/>
            <ac:picMk id="9" creationId="{D0A23EDB-E33C-E22E-7BE4-13544FA9BEA4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2" creationId="{A4BCFD91-D48A-6E02-7B55-D29951BD36EA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3" creationId="{7B0AF034-D998-3B49-9530-B67313E330B4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4" creationId="{3021EA56-568D-A577-FE67-4CF40FE0B66F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5" creationId="{5F3E3083-660C-4385-5621-1AD947304F89}"/>
          </ac:picMkLst>
        </pc:picChg>
        <pc:picChg chg="add mod modCrop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16" creationId="{D2A6A6FB-D1C9-1998-D552-B4193125B793}"/>
          </ac:picMkLst>
        </pc:picChg>
        <pc:picChg chg="add mod">
          <ac:chgData name="Bhowmik, Sayan" userId="2b51cadb-156e-4c9a-99fc-6d2138739850" providerId="ADAL" clId="{2B50C6D2-8568-43B0-A1CD-E9860F9F381B}" dt="2024-09-07T20:13:39.515" v="8232"/>
          <ac:picMkLst>
            <pc:docMk/>
            <pc:sldMk cId="2672808557" sldId="263"/>
            <ac:picMk id="21" creationId="{2591807E-A2F0-1DA2-38C7-294E340F081F}"/>
          </ac:picMkLst>
        </pc:picChg>
        <pc:picChg chg="add mod">
          <ac:chgData name="Bhowmik, Sayan" userId="2b51cadb-156e-4c9a-99fc-6d2138739850" providerId="ADAL" clId="{2B50C6D2-8568-43B0-A1CD-E9860F9F381B}" dt="2024-09-07T20:23:15.597" v="8380" actId="1076"/>
          <ac:picMkLst>
            <pc:docMk/>
            <pc:sldMk cId="2672808557" sldId="263"/>
            <ac:picMk id="23" creationId="{74F49B17-BA07-3844-A4B2-2FD66E25EE6D}"/>
          </ac:picMkLst>
        </pc:picChg>
        <pc:picChg chg="add mod">
          <ac:chgData name="Bhowmik, Sayan" userId="2b51cadb-156e-4c9a-99fc-6d2138739850" providerId="ADAL" clId="{2B50C6D2-8568-43B0-A1CD-E9860F9F381B}" dt="2024-09-07T20:23:15.597" v="8380" actId="1076"/>
          <ac:picMkLst>
            <pc:docMk/>
            <pc:sldMk cId="2672808557" sldId="263"/>
            <ac:picMk id="25" creationId="{8911AA3C-3A73-117A-9CE3-1DD0DBC199F1}"/>
          </ac:picMkLst>
        </pc:picChg>
        <pc:picChg chg="add mod ord">
          <ac:chgData name="Bhowmik, Sayan" userId="2b51cadb-156e-4c9a-99fc-6d2138739850" providerId="ADAL" clId="{2B50C6D2-8568-43B0-A1CD-E9860F9F381B}" dt="2024-09-12T03:22:41.302" v="8810" actId="1036"/>
          <ac:picMkLst>
            <pc:docMk/>
            <pc:sldMk cId="2672808557" sldId="263"/>
            <ac:picMk id="27" creationId="{622D08D2-852A-9366-04A9-56F2D8415731}"/>
          </ac:picMkLst>
        </pc:picChg>
        <pc:picChg chg="add mod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29" creationId="{7FA93B50-C622-3BA2-EEF9-2F9A7CAB4EED}"/>
          </ac:picMkLst>
        </pc:picChg>
        <pc:picChg chg="add mod ord">
          <ac:chgData name="Bhowmik, Sayan" userId="2b51cadb-156e-4c9a-99fc-6d2138739850" providerId="ADAL" clId="{2B50C6D2-8568-43B0-A1CD-E9860F9F381B}" dt="2024-09-12T03:21:56.595" v="8775" actId="1035"/>
          <ac:picMkLst>
            <pc:docMk/>
            <pc:sldMk cId="2672808557" sldId="263"/>
            <ac:picMk id="31" creationId="{EBDBEE17-D4ED-A72D-12EF-9C847149D0AE}"/>
          </ac:picMkLst>
        </pc:picChg>
      </pc:sldChg>
      <pc:sldChg chg="addSp modSp new mod modTransition">
        <pc:chgData name="Bhowmik, Sayan" userId="2b51cadb-156e-4c9a-99fc-6d2138739850" providerId="ADAL" clId="{2B50C6D2-8568-43B0-A1CD-E9860F9F381B}" dt="2024-09-12T03:30:23.873" v="9095" actId="207"/>
        <pc:sldMkLst>
          <pc:docMk/>
          <pc:sldMk cId="1763616833" sldId="264"/>
        </pc:sldMkLst>
        <pc:spChg chg="mod">
          <ac:chgData name="Bhowmik, Sayan" userId="2b51cadb-156e-4c9a-99fc-6d2138739850" providerId="ADAL" clId="{2B50C6D2-8568-43B0-A1CD-E9860F9F381B}" dt="2024-09-12T03:24:39.983" v="8825" actId="20577"/>
          <ac:spMkLst>
            <pc:docMk/>
            <pc:sldMk cId="1763616833" sldId="264"/>
            <ac:spMk id="2" creationId="{1085CC0E-112B-8A13-D523-416CB11F2A26}"/>
          </ac:spMkLst>
        </pc:spChg>
        <pc:spChg chg="mod">
          <ac:chgData name="Bhowmik, Sayan" userId="2b51cadb-156e-4c9a-99fc-6d2138739850" providerId="ADAL" clId="{2B50C6D2-8568-43B0-A1CD-E9860F9F381B}" dt="2024-09-12T03:30:23.873" v="9095" actId="207"/>
          <ac:spMkLst>
            <pc:docMk/>
            <pc:sldMk cId="1763616833" sldId="264"/>
            <ac:spMk id="3" creationId="{1E16CF53-8BCD-4DFD-9D4D-94731DDCF8A5}"/>
          </ac:spMkLst>
        </pc:spChg>
        <pc:picChg chg="add mod">
          <ac:chgData name="Bhowmik, Sayan" userId="2b51cadb-156e-4c9a-99fc-6d2138739850" providerId="ADAL" clId="{2B50C6D2-8568-43B0-A1CD-E9860F9F381B}" dt="2024-09-12T03:28:48.905" v="9093" actId="1076"/>
          <ac:picMkLst>
            <pc:docMk/>
            <pc:sldMk cId="1763616833" sldId="264"/>
            <ac:picMk id="4" creationId="{E960E600-A01C-0513-776E-DA23001F16BD}"/>
          </ac:picMkLst>
        </pc:picChg>
      </pc:sldChg>
      <pc:sldChg chg="delSp modSp add mod">
        <pc:chgData name="Bhowmik, Sayan" userId="2b51cadb-156e-4c9a-99fc-6d2138739850" providerId="ADAL" clId="{2B50C6D2-8568-43B0-A1CD-E9860F9F381B}" dt="2024-09-12T03:38:04.434" v="9644" actId="478"/>
        <pc:sldMkLst>
          <pc:docMk/>
          <pc:sldMk cId="3699678174" sldId="265"/>
        </pc:sldMkLst>
        <pc:spChg chg="mod">
          <ac:chgData name="Bhowmik, Sayan" userId="2b51cadb-156e-4c9a-99fc-6d2138739850" providerId="ADAL" clId="{2B50C6D2-8568-43B0-A1CD-E9860F9F381B}" dt="2024-09-12T03:31:13.843" v="9111" actId="20577"/>
          <ac:spMkLst>
            <pc:docMk/>
            <pc:sldMk cId="3699678174" sldId="265"/>
            <ac:spMk id="2" creationId="{1085CC0E-112B-8A13-D523-416CB11F2A26}"/>
          </ac:spMkLst>
        </pc:spChg>
        <pc:spChg chg="mod">
          <ac:chgData name="Bhowmik, Sayan" userId="2b51cadb-156e-4c9a-99fc-6d2138739850" providerId="ADAL" clId="{2B50C6D2-8568-43B0-A1CD-E9860F9F381B}" dt="2024-09-12T03:37:51.892" v="9639" actId="20577"/>
          <ac:spMkLst>
            <pc:docMk/>
            <pc:sldMk cId="3699678174" sldId="265"/>
            <ac:spMk id="3" creationId="{1E16CF53-8BCD-4DFD-9D4D-94731DDCF8A5}"/>
          </ac:spMkLst>
        </pc:spChg>
        <pc:picChg chg="del mod">
          <ac:chgData name="Bhowmik, Sayan" userId="2b51cadb-156e-4c9a-99fc-6d2138739850" providerId="ADAL" clId="{2B50C6D2-8568-43B0-A1CD-E9860F9F381B}" dt="2024-09-12T03:38:04.434" v="9644" actId="478"/>
          <ac:picMkLst>
            <pc:docMk/>
            <pc:sldMk cId="3699678174" sldId="265"/>
            <ac:picMk id="4" creationId="{E960E600-A01C-0513-776E-DA23001F16BD}"/>
          </ac:picMkLst>
        </pc:picChg>
      </pc:sldChg>
      <pc:sldChg chg="modSp add mod">
        <pc:chgData name="Bhowmik, Sayan" userId="2b51cadb-156e-4c9a-99fc-6d2138739850" providerId="ADAL" clId="{2B50C6D2-8568-43B0-A1CD-E9860F9F381B}" dt="2024-09-14T16:13:31.835" v="10704" actId="20577"/>
        <pc:sldMkLst>
          <pc:docMk/>
          <pc:sldMk cId="2301168615" sldId="266"/>
        </pc:sldMkLst>
        <pc:spChg chg="mod">
          <ac:chgData name="Bhowmik, Sayan" userId="2b51cadb-156e-4c9a-99fc-6d2138739850" providerId="ADAL" clId="{2B50C6D2-8568-43B0-A1CD-E9860F9F381B}" dt="2024-09-14T16:13:31.835" v="10704" actId="20577"/>
          <ac:spMkLst>
            <pc:docMk/>
            <pc:sldMk cId="2301168615" sldId="266"/>
            <ac:spMk id="3" creationId="{54B9CEDF-66F4-D04D-3CFA-2BFEA2B014E7}"/>
          </ac:spMkLst>
        </pc:spChg>
      </pc:sldChg>
      <pc:sldChg chg="modSp add mod">
        <pc:chgData name="Bhowmik, Sayan" userId="2b51cadb-156e-4c9a-99fc-6d2138739850" providerId="ADAL" clId="{2B50C6D2-8568-43B0-A1CD-E9860F9F381B}" dt="2024-09-12T03:53:19.657" v="10038" actId="207"/>
        <pc:sldMkLst>
          <pc:docMk/>
          <pc:sldMk cId="1917269061" sldId="267"/>
        </pc:sldMkLst>
        <pc:spChg chg="mod">
          <ac:chgData name="Bhowmik, Sayan" userId="2b51cadb-156e-4c9a-99fc-6d2138739850" providerId="ADAL" clId="{2B50C6D2-8568-43B0-A1CD-E9860F9F381B}" dt="2024-09-12T03:53:19.657" v="10038" actId="207"/>
          <ac:spMkLst>
            <pc:docMk/>
            <pc:sldMk cId="1917269061" sldId="267"/>
            <ac:spMk id="3" creationId="{1E16CF53-8BCD-4DFD-9D4D-94731DDCF8A5}"/>
          </ac:spMkLst>
        </pc:spChg>
        <pc:picChg chg="mod">
          <ac:chgData name="Bhowmik, Sayan" userId="2b51cadb-156e-4c9a-99fc-6d2138739850" providerId="ADAL" clId="{2B50C6D2-8568-43B0-A1CD-E9860F9F381B}" dt="2024-09-12T03:52:48.322" v="10022" actId="1076"/>
          <ac:picMkLst>
            <pc:docMk/>
            <pc:sldMk cId="1917269061" sldId="267"/>
            <ac:picMk id="4" creationId="{E960E600-A01C-0513-776E-DA23001F16BD}"/>
          </ac:picMkLst>
        </pc:picChg>
      </pc:sldChg>
      <pc:sldChg chg="modSp add mod">
        <pc:chgData name="Bhowmik, Sayan" userId="2b51cadb-156e-4c9a-99fc-6d2138739850" providerId="ADAL" clId="{2B50C6D2-8568-43B0-A1CD-E9860F9F381B}" dt="2024-09-14T03:37:09.349" v="10702" actId="20577"/>
        <pc:sldMkLst>
          <pc:docMk/>
          <pc:sldMk cId="1199095437" sldId="268"/>
        </pc:sldMkLst>
        <pc:spChg chg="mod">
          <ac:chgData name="Bhowmik, Sayan" userId="2b51cadb-156e-4c9a-99fc-6d2138739850" providerId="ADAL" clId="{2B50C6D2-8568-43B0-A1CD-E9860F9F381B}" dt="2024-09-14T03:37:09.349" v="10702" actId="20577"/>
          <ac:spMkLst>
            <pc:docMk/>
            <pc:sldMk cId="1199095437" sldId="268"/>
            <ac:spMk id="3" creationId="{54B9CEDF-66F4-D04D-3CFA-2BFEA2B014E7}"/>
          </ac:spMkLst>
        </pc:spChg>
      </pc:sldChg>
      <pc:sldChg chg="addSp modSp add mod modTransition modAnim">
        <pc:chgData name="Bhowmik, Sayan" userId="2b51cadb-156e-4c9a-99fc-6d2138739850" providerId="ADAL" clId="{2B50C6D2-8568-43B0-A1CD-E9860F9F381B}" dt="2024-09-12T04:02:34.415" v="10100"/>
        <pc:sldMkLst>
          <pc:docMk/>
          <pc:sldMk cId="3570555386" sldId="295"/>
        </pc:sldMkLst>
        <pc:spChg chg="add mod">
          <ac:chgData name="Bhowmik, Sayan" userId="2b51cadb-156e-4c9a-99fc-6d2138739850" providerId="ADAL" clId="{2B50C6D2-8568-43B0-A1CD-E9860F9F381B}" dt="2024-09-12T04:02:07.090" v="10097" actId="207"/>
          <ac:spMkLst>
            <pc:docMk/>
            <pc:sldMk cId="3570555386" sldId="295"/>
            <ac:spMk id="3" creationId="{5C9F73A3-91D6-80B0-A663-D9FDD129D936}"/>
          </ac:spMkLst>
        </pc:spChg>
        <pc:spChg chg="mod">
          <ac:chgData name="Bhowmik, Sayan" userId="2b51cadb-156e-4c9a-99fc-6d2138739850" providerId="ADAL" clId="{2B50C6D2-8568-43B0-A1CD-E9860F9F381B}" dt="2024-09-12T04:02:18.001" v="10098" actId="208"/>
          <ac:spMkLst>
            <pc:docMk/>
            <pc:sldMk cId="3570555386" sldId="295"/>
            <ac:spMk id="15" creationId="{8F5E2B7E-6662-27A3-E091-0FC100DA6913}"/>
          </ac:spMkLst>
        </pc:spChg>
      </pc:sldChg>
      <pc:sldChg chg="addSp delSp modSp add mod delAnim modAnim">
        <pc:chgData name="Bhowmik, Sayan" userId="2b51cadb-156e-4c9a-99fc-6d2138739850" providerId="ADAL" clId="{2B50C6D2-8568-43B0-A1CD-E9860F9F381B}" dt="2024-09-12T04:06:49.936" v="10286" actId="1076"/>
        <pc:sldMkLst>
          <pc:docMk/>
          <pc:sldMk cId="3953153317" sldId="296"/>
        </pc:sldMkLst>
        <pc:spChg chg="mod">
          <ac:chgData name="Bhowmik, Sayan" userId="2b51cadb-156e-4c9a-99fc-6d2138739850" providerId="ADAL" clId="{2B50C6D2-8568-43B0-A1CD-E9860F9F381B}" dt="2024-09-12T04:04:55.187" v="10259" actId="20577"/>
          <ac:spMkLst>
            <pc:docMk/>
            <pc:sldMk cId="3953153317" sldId="296"/>
            <ac:spMk id="2" creationId="{BF0B817D-D4F8-1224-9D1F-5070200448D4}"/>
          </ac:spMkLst>
        </pc:spChg>
        <pc:spChg chg="mod">
          <ac:chgData name="Bhowmik, Sayan" userId="2b51cadb-156e-4c9a-99fc-6d2138739850" providerId="ADAL" clId="{2B50C6D2-8568-43B0-A1CD-E9860F9F381B}" dt="2024-09-12T04:04:09.654" v="10139" actId="20577"/>
          <ac:spMkLst>
            <pc:docMk/>
            <pc:sldMk cId="3953153317" sldId="296"/>
            <ac:spMk id="3" creationId="{54B9CEDF-66F4-D04D-3CFA-2BFEA2B014E7}"/>
          </ac:spMkLst>
        </pc:spChg>
        <pc:spChg chg="add mod">
          <ac:chgData name="Bhowmik, Sayan" userId="2b51cadb-156e-4c9a-99fc-6d2138739850" providerId="ADAL" clId="{2B50C6D2-8568-43B0-A1CD-E9860F9F381B}" dt="2024-09-12T04:06:42.943" v="10283" actId="164"/>
          <ac:spMkLst>
            <pc:docMk/>
            <pc:sldMk cId="3953153317" sldId="296"/>
            <ac:spMk id="8" creationId="{4BBA617E-981F-EABA-A89F-2ADBE195F2E1}"/>
          </ac:spMkLst>
        </pc:spChg>
        <pc:grpChg chg="add mod">
          <ac:chgData name="Bhowmik, Sayan" userId="2b51cadb-156e-4c9a-99fc-6d2138739850" providerId="ADAL" clId="{2B50C6D2-8568-43B0-A1CD-E9860F9F381B}" dt="2024-09-12T04:06:45.758" v="10285" actId="1076"/>
          <ac:grpSpMkLst>
            <pc:docMk/>
            <pc:sldMk cId="3953153317" sldId="296"/>
            <ac:grpSpMk id="11" creationId="{14FCF22B-25A3-3204-7535-0DFB78A9D102}"/>
          </ac:grpSpMkLst>
        </pc:grpChg>
        <pc:picChg chg="add del mod">
          <ac:chgData name="Bhowmik, Sayan" userId="2b51cadb-156e-4c9a-99fc-6d2138739850" providerId="ADAL" clId="{2B50C6D2-8568-43B0-A1CD-E9860F9F381B}" dt="2024-09-12T04:06:28.487" v="10269" actId="478"/>
          <ac:picMkLst>
            <pc:docMk/>
            <pc:sldMk cId="3953153317" sldId="296"/>
            <ac:picMk id="4" creationId="{E95DBA3A-6C5A-EA16-888F-C5D41789A230}"/>
          </ac:picMkLst>
        </pc:picChg>
        <pc:picChg chg="add mod">
          <ac:chgData name="Bhowmik, Sayan" userId="2b51cadb-156e-4c9a-99fc-6d2138739850" providerId="ADAL" clId="{2B50C6D2-8568-43B0-A1CD-E9860F9F381B}" dt="2024-09-12T04:06:49.936" v="10286" actId="1076"/>
          <ac:picMkLst>
            <pc:docMk/>
            <pc:sldMk cId="3953153317" sldId="296"/>
            <ac:picMk id="5" creationId="{B82B8D5F-8077-A846-34A7-567BD768969F}"/>
          </ac:picMkLst>
        </pc:picChg>
        <pc:picChg chg="add mod">
          <ac:chgData name="Bhowmik, Sayan" userId="2b51cadb-156e-4c9a-99fc-6d2138739850" providerId="ADAL" clId="{2B50C6D2-8568-43B0-A1CD-E9860F9F381B}" dt="2024-09-12T04:06:42.943" v="10283" actId="164"/>
          <ac:picMkLst>
            <pc:docMk/>
            <pc:sldMk cId="3953153317" sldId="296"/>
            <ac:picMk id="6" creationId="{2F586A69-C5F4-6367-1630-D3F9AF56C326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7" creationId="{D6BD3A41-93A1-669D-EB9C-55BB1695B2C0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9" creationId="{45F1F362-35F4-BC20-F9B6-347A031BAB31}"/>
          </ac:picMkLst>
        </pc:picChg>
        <pc:picChg chg="del">
          <ac:chgData name="Bhowmik, Sayan" userId="2b51cadb-156e-4c9a-99fc-6d2138739850" providerId="ADAL" clId="{2B50C6D2-8568-43B0-A1CD-E9860F9F381B}" dt="2024-09-12T04:05:26.299" v="10260" actId="478"/>
          <ac:picMkLst>
            <pc:docMk/>
            <pc:sldMk cId="3953153317" sldId="296"/>
            <ac:picMk id="10" creationId="{EC4A888D-FC12-2CCB-B87F-B8B74D61DBCE}"/>
          </ac:picMkLst>
        </pc:picChg>
      </pc:sldChg>
      <pc:sldChg chg="modSp add mod">
        <pc:chgData name="Bhowmik, Sayan" userId="2b51cadb-156e-4c9a-99fc-6d2138739850" providerId="ADAL" clId="{2B50C6D2-8568-43B0-A1CD-E9860F9F381B}" dt="2024-09-13T02:42:16.322" v="10700" actId="20577"/>
        <pc:sldMkLst>
          <pc:docMk/>
          <pc:sldMk cId="3653671856" sldId="297"/>
        </pc:sldMkLst>
        <pc:spChg chg="mod">
          <ac:chgData name="Bhowmik, Sayan" userId="2b51cadb-156e-4c9a-99fc-6d2138739850" providerId="ADAL" clId="{2B50C6D2-8568-43B0-A1CD-E9860F9F381B}" dt="2024-09-13T02:42:16.322" v="10700" actId="20577"/>
          <ac:spMkLst>
            <pc:docMk/>
            <pc:sldMk cId="3653671856" sldId="297"/>
            <ac:spMk id="3" creationId="{1E16CF53-8BCD-4DFD-9D4D-94731DDCF8A5}"/>
          </ac:spMkLst>
        </pc:spChg>
      </pc:sldChg>
      <pc:sldMasterChg chg="addSp delSp modSp mod modSldLayout">
        <pc:chgData name="Bhowmik, Sayan" userId="2b51cadb-156e-4c9a-99fc-6d2138739850" providerId="ADAL" clId="{2B50C6D2-8568-43B0-A1CD-E9860F9F381B}" dt="2024-09-07T04:51:18.724" v="4104" actId="1038"/>
        <pc:sldMasterMkLst>
          <pc:docMk/>
          <pc:sldMasterMk cId="243162514" sldId="2147483648"/>
        </pc:sldMasterMkLst>
        <pc:picChg chg="add mod">
          <ac:chgData name="Bhowmik, Sayan" userId="2b51cadb-156e-4c9a-99fc-6d2138739850" providerId="ADAL" clId="{2B50C6D2-8568-43B0-A1CD-E9860F9F381B}" dt="2024-09-07T04:51:18.724" v="4104" actId="1038"/>
          <ac:picMkLst>
            <pc:docMk/>
            <pc:sldMasterMk cId="243162514" sldId="2147483648"/>
            <ac:picMk id="7" creationId="{BCA8FB59-6F20-3DE1-3D28-17B4FD060E19}"/>
          </ac:picMkLst>
        </pc:picChg>
        <pc:picChg chg="add del mod">
          <ac:chgData name="Bhowmik, Sayan" userId="2b51cadb-156e-4c9a-99fc-6d2138739850" providerId="ADAL" clId="{2B50C6D2-8568-43B0-A1CD-E9860F9F381B}" dt="2024-09-07T04:30:42.919" v="3703" actId="21"/>
          <ac:picMkLst>
            <pc:docMk/>
            <pc:sldMasterMk cId="243162514" sldId="2147483648"/>
            <ac:picMk id="8" creationId="{4C275718-EE2B-01EC-68BB-F348A6D98E3B}"/>
          </ac:picMkLst>
        </pc:picChg>
        <pc:sldLayoutChg chg="addSp delSp modSp mod">
          <pc:chgData name="Bhowmik, Sayan" userId="2b51cadb-156e-4c9a-99fc-6d2138739850" providerId="ADAL" clId="{2B50C6D2-8568-43B0-A1CD-E9860F9F381B}" dt="2024-09-07T04:31:03.671" v="3740" actId="1035"/>
          <pc:sldLayoutMkLst>
            <pc:docMk/>
            <pc:sldMasterMk cId="243162514" sldId="2147483648"/>
            <pc:sldLayoutMk cId="3560958533" sldId="2147483649"/>
          </pc:sldLayoutMkLst>
          <pc:picChg chg="add del mod">
            <ac:chgData name="Bhowmik, Sayan" userId="2b51cadb-156e-4c9a-99fc-6d2138739850" providerId="ADAL" clId="{2B50C6D2-8568-43B0-A1CD-E9860F9F381B}" dt="2024-09-07T04:30:03.904" v="3682" actId="478"/>
            <ac:picMkLst>
              <pc:docMk/>
              <pc:sldMasterMk cId="243162514" sldId="2147483648"/>
              <pc:sldLayoutMk cId="3560958533" sldId="2147483649"/>
              <ac:picMk id="8" creationId="{CEE988BE-11EA-D625-C039-74192646CD48}"/>
            </ac:picMkLst>
          </pc:picChg>
          <pc:picChg chg="add mod">
            <ac:chgData name="Bhowmik, Sayan" userId="2b51cadb-156e-4c9a-99fc-6d2138739850" providerId="ADAL" clId="{2B50C6D2-8568-43B0-A1CD-E9860F9F381B}" dt="2024-09-07T04:31:03.671" v="3740" actId="1035"/>
            <ac:picMkLst>
              <pc:docMk/>
              <pc:sldMasterMk cId="243162514" sldId="2147483648"/>
              <pc:sldLayoutMk cId="3560958533" sldId="2147483649"/>
              <ac:picMk id="9" creationId="{4C275718-EE2B-01EC-68BB-F348A6D98E3B}"/>
            </ac:picMkLst>
          </pc:picChg>
        </pc:sldLayoutChg>
        <pc:sldLayoutChg chg="modSp">
          <pc:chgData name="Bhowmik, Sayan" userId="2b51cadb-156e-4c9a-99fc-6d2138739850" providerId="ADAL" clId="{2B50C6D2-8568-43B0-A1CD-E9860F9F381B}" dt="2024-09-06T23:38:10.705" v="3" actId="735"/>
          <pc:sldLayoutMkLst>
            <pc:docMk/>
            <pc:sldMasterMk cId="243162514" sldId="2147483648"/>
            <pc:sldLayoutMk cId="3388117231" sldId="2147483654"/>
          </pc:sldLayoutMkLst>
        </pc:sldLayoutChg>
      </pc:sldMasterChg>
    </pc:docChg>
  </pc:docChgLst>
  <pc:docChgLst>
    <pc:chgData name="Bhowmik, Sayan" userId="2b51cadb-156e-4c9a-99fc-6d2138739850" providerId="ADAL" clId="{7D4EAC93-E3FB-4FF7-B8AF-6BD5FAC2BB4F}"/>
    <pc:docChg chg="undo custSel addSld delSld modSld">
      <pc:chgData name="Bhowmik, Sayan" userId="2b51cadb-156e-4c9a-99fc-6d2138739850" providerId="ADAL" clId="{7D4EAC93-E3FB-4FF7-B8AF-6BD5FAC2BB4F}" dt="2024-10-09T00:56:25.924" v="16169"/>
      <pc:docMkLst>
        <pc:docMk/>
      </pc:docMkLst>
      <pc:sldChg chg="modSp mod">
        <pc:chgData name="Bhowmik, Sayan" userId="2b51cadb-156e-4c9a-99fc-6d2138739850" providerId="ADAL" clId="{7D4EAC93-E3FB-4FF7-B8AF-6BD5FAC2BB4F}" dt="2024-10-05T23:30:57.735" v="44" actId="20577"/>
        <pc:sldMkLst>
          <pc:docMk/>
          <pc:sldMk cId="3953153317" sldId="296"/>
        </pc:sldMkLst>
        <pc:spChg chg="mod">
          <ac:chgData name="Bhowmik, Sayan" userId="2b51cadb-156e-4c9a-99fc-6d2138739850" providerId="ADAL" clId="{7D4EAC93-E3FB-4FF7-B8AF-6BD5FAC2BB4F}" dt="2024-10-05T23:30:57.735" v="44" actId="20577"/>
          <ac:spMkLst>
            <pc:docMk/>
            <pc:sldMk cId="3953153317" sldId="296"/>
            <ac:spMk id="3" creationId="{54B9CEDF-66F4-D04D-3CFA-2BFEA2B014E7}"/>
          </ac:spMkLst>
        </pc:spChg>
      </pc:sldChg>
      <pc:sldChg chg="del">
        <pc:chgData name="Bhowmik, Sayan" userId="2b51cadb-156e-4c9a-99fc-6d2138739850" providerId="ADAL" clId="{7D4EAC93-E3FB-4FF7-B8AF-6BD5FAC2BB4F}" dt="2024-10-06T04:43:59.025" v="4464" actId="47"/>
        <pc:sldMkLst>
          <pc:docMk/>
          <pc:sldMk cId="2810233673" sldId="301"/>
        </pc:sldMkLst>
      </pc:sldChg>
      <pc:sldChg chg="del">
        <pc:chgData name="Bhowmik, Sayan" userId="2b51cadb-156e-4c9a-99fc-6d2138739850" providerId="ADAL" clId="{7D4EAC93-E3FB-4FF7-B8AF-6BD5FAC2BB4F}" dt="2024-10-06T04:43:59.025" v="4464" actId="47"/>
        <pc:sldMkLst>
          <pc:docMk/>
          <pc:sldMk cId="1992253919" sldId="310"/>
        </pc:sldMkLst>
      </pc:sldChg>
      <pc:sldChg chg="del">
        <pc:chgData name="Bhowmik, Sayan" userId="2b51cadb-156e-4c9a-99fc-6d2138739850" providerId="ADAL" clId="{7D4EAC93-E3FB-4FF7-B8AF-6BD5FAC2BB4F}" dt="2024-10-06T04:43:59.025" v="4464" actId="47"/>
        <pc:sldMkLst>
          <pc:docMk/>
          <pc:sldMk cId="2804919169" sldId="311"/>
        </pc:sldMkLst>
      </pc:sldChg>
      <pc:sldChg chg="del">
        <pc:chgData name="Bhowmik, Sayan" userId="2b51cadb-156e-4c9a-99fc-6d2138739850" providerId="ADAL" clId="{7D4EAC93-E3FB-4FF7-B8AF-6BD5FAC2BB4F}" dt="2024-10-06T04:43:59.025" v="4464" actId="47"/>
        <pc:sldMkLst>
          <pc:docMk/>
          <pc:sldMk cId="2480381891" sldId="312"/>
        </pc:sldMkLst>
      </pc:sldChg>
      <pc:sldChg chg="del">
        <pc:chgData name="Bhowmik, Sayan" userId="2b51cadb-156e-4c9a-99fc-6d2138739850" providerId="ADAL" clId="{7D4EAC93-E3FB-4FF7-B8AF-6BD5FAC2BB4F}" dt="2024-10-06T04:43:59.025" v="4464" actId="47"/>
        <pc:sldMkLst>
          <pc:docMk/>
          <pc:sldMk cId="2787355871" sldId="313"/>
        </pc:sldMkLst>
      </pc:sldChg>
      <pc:sldChg chg="del">
        <pc:chgData name="Bhowmik, Sayan" userId="2b51cadb-156e-4c9a-99fc-6d2138739850" providerId="ADAL" clId="{7D4EAC93-E3FB-4FF7-B8AF-6BD5FAC2BB4F}" dt="2024-10-06T04:43:59.025" v="4464" actId="47"/>
        <pc:sldMkLst>
          <pc:docMk/>
          <pc:sldMk cId="3239628745" sldId="314"/>
        </pc:sldMkLst>
      </pc:sldChg>
      <pc:sldChg chg="del">
        <pc:chgData name="Bhowmik, Sayan" userId="2b51cadb-156e-4c9a-99fc-6d2138739850" providerId="ADAL" clId="{7D4EAC93-E3FB-4FF7-B8AF-6BD5FAC2BB4F}" dt="2024-10-06T04:44:05.199" v="4465" actId="47"/>
        <pc:sldMkLst>
          <pc:docMk/>
          <pc:sldMk cId="2287939612" sldId="315"/>
        </pc:sldMkLst>
      </pc:sldChg>
      <pc:sldChg chg="del">
        <pc:chgData name="Bhowmik, Sayan" userId="2b51cadb-156e-4c9a-99fc-6d2138739850" providerId="ADAL" clId="{7D4EAC93-E3FB-4FF7-B8AF-6BD5FAC2BB4F}" dt="2024-10-06T04:43:59.025" v="4464" actId="47"/>
        <pc:sldMkLst>
          <pc:docMk/>
          <pc:sldMk cId="928768212" sldId="316"/>
        </pc:sldMkLst>
      </pc:sldChg>
      <pc:sldChg chg="del">
        <pc:chgData name="Bhowmik, Sayan" userId="2b51cadb-156e-4c9a-99fc-6d2138739850" providerId="ADAL" clId="{7D4EAC93-E3FB-4FF7-B8AF-6BD5FAC2BB4F}" dt="2024-10-06T04:43:59.025" v="4464" actId="47"/>
        <pc:sldMkLst>
          <pc:docMk/>
          <pc:sldMk cId="1961084826" sldId="317"/>
        </pc:sldMkLst>
      </pc:sldChg>
      <pc:sldChg chg="addSp modSp add mod">
        <pc:chgData name="Bhowmik, Sayan" userId="2b51cadb-156e-4c9a-99fc-6d2138739850" providerId="ADAL" clId="{7D4EAC93-E3FB-4FF7-B8AF-6BD5FAC2BB4F}" dt="2024-10-05T23:34:06.245" v="148" actId="1036"/>
        <pc:sldMkLst>
          <pc:docMk/>
          <pc:sldMk cId="357319625" sldId="318"/>
        </pc:sldMkLst>
        <pc:spChg chg="mod">
          <ac:chgData name="Bhowmik, Sayan" userId="2b51cadb-156e-4c9a-99fc-6d2138739850" providerId="ADAL" clId="{7D4EAC93-E3FB-4FF7-B8AF-6BD5FAC2BB4F}" dt="2024-10-05T23:32:20.970" v="57" actId="20577"/>
          <ac:spMkLst>
            <pc:docMk/>
            <pc:sldMk cId="357319625" sldId="318"/>
            <ac:spMk id="2" creationId="{83B690A3-C594-D667-FCE5-9BCB500B614D}"/>
          </ac:spMkLst>
        </pc:spChg>
        <pc:spChg chg="mod">
          <ac:chgData name="Bhowmik, Sayan" userId="2b51cadb-156e-4c9a-99fc-6d2138739850" providerId="ADAL" clId="{7D4EAC93-E3FB-4FF7-B8AF-6BD5FAC2BB4F}" dt="2024-10-05T23:34:06.245" v="148" actId="1036"/>
          <ac:spMkLst>
            <pc:docMk/>
            <pc:sldMk cId="357319625" sldId="318"/>
            <ac:spMk id="12" creationId="{370D256D-A381-62AD-F90F-CADB4E93BFFF}"/>
          </ac:spMkLst>
        </pc:spChg>
        <pc:spChg chg="add mod">
          <ac:chgData name="Bhowmik, Sayan" userId="2b51cadb-156e-4c9a-99fc-6d2138739850" providerId="ADAL" clId="{7D4EAC93-E3FB-4FF7-B8AF-6BD5FAC2BB4F}" dt="2024-10-05T23:34:06.245" v="148" actId="1036"/>
          <ac:spMkLst>
            <pc:docMk/>
            <pc:sldMk cId="357319625" sldId="318"/>
            <ac:spMk id="15" creationId="{F881DCB6-98F3-AFF3-F4CC-B63C86306902}"/>
          </ac:spMkLst>
        </pc:spChg>
        <pc:spChg chg="add mod">
          <ac:chgData name="Bhowmik, Sayan" userId="2b51cadb-156e-4c9a-99fc-6d2138739850" providerId="ADAL" clId="{7D4EAC93-E3FB-4FF7-B8AF-6BD5FAC2BB4F}" dt="2024-10-05T23:34:06.245" v="148" actId="1036"/>
          <ac:spMkLst>
            <pc:docMk/>
            <pc:sldMk cId="357319625" sldId="318"/>
            <ac:spMk id="16" creationId="{39E2C969-04EA-FA1C-53A7-5491C142F6E9}"/>
          </ac:spMkLst>
        </pc:spChg>
      </pc:sldChg>
      <pc:sldChg chg="addSp delSp modSp new mod modTransition">
        <pc:chgData name="Bhowmik, Sayan" userId="2b51cadb-156e-4c9a-99fc-6d2138739850" providerId="ADAL" clId="{7D4EAC93-E3FB-4FF7-B8AF-6BD5FAC2BB4F}" dt="2024-10-09T00:51:00.948" v="16139"/>
        <pc:sldMkLst>
          <pc:docMk/>
          <pc:sldMk cId="2284900375" sldId="319"/>
        </pc:sldMkLst>
        <pc:spChg chg="mod">
          <ac:chgData name="Bhowmik, Sayan" userId="2b51cadb-156e-4c9a-99fc-6d2138739850" providerId="ADAL" clId="{7D4EAC93-E3FB-4FF7-B8AF-6BD5FAC2BB4F}" dt="2024-10-06T00:10:12.558" v="451" actId="1076"/>
          <ac:spMkLst>
            <pc:docMk/>
            <pc:sldMk cId="2284900375" sldId="319"/>
            <ac:spMk id="2" creationId="{3FB419D9-B36C-B975-D6FC-C8A6F453EBE5}"/>
          </ac:spMkLst>
        </pc:spChg>
        <pc:spChg chg="add mod">
          <ac:chgData name="Bhowmik, Sayan" userId="2b51cadb-156e-4c9a-99fc-6d2138739850" providerId="ADAL" clId="{7D4EAC93-E3FB-4FF7-B8AF-6BD5FAC2BB4F}" dt="2024-10-06T00:10:30.433" v="489" actId="1035"/>
          <ac:spMkLst>
            <pc:docMk/>
            <pc:sldMk cId="2284900375" sldId="319"/>
            <ac:spMk id="5" creationId="{624D22F6-6ADC-EBC7-1278-7D5618DE7132}"/>
          </ac:spMkLst>
        </pc:spChg>
        <pc:spChg chg="add mod">
          <ac:chgData name="Bhowmik, Sayan" userId="2b51cadb-156e-4c9a-99fc-6d2138739850" providerId="ADAL" clId="{7D4EAC93-E3FB-4FF7-B8AF-6BD5FAC2BB4F}" dt="2024-10-06T00:10:30.433" v="489" actId="1035"/>
          <ac:spMkLst>
            <pc:docMk/>
            <pc:sldMk cId="2284900375" sldId="319"/>
            <ac:spMk id="6" creationId="{0A463FFB-185E-8EFF-1847-A685152150D6}"/>
          </ac:spMkLst>
        </pc:spChg>
        <pc:spChg chg="add del mod">
          <ac:chgData name="Bhowmik, Sayan" userId="2b51cadb-156e-4c9a-99fc-6d2138739850" providerId="ADAL" clId="{7D4EAC93-E3FB-4FF7-B8AF-6BD5FAC2BB4F}" dt="2024-10-06T00:10:05.061" v="449" actId="478"/>
          <ac:spMkLst>
            <pc:docMk/>
            <pc:sldMk cId="2284900375" sldId="319"/>
            <ac:spMk id="7" creationId="{F69CF2E7-A6D8-B651-2EC1-EFB172CD24F9}"/>
          </ac:spMkLst>
        </pc:spChg>
        <pc:spChg chg="add mod">
          <ac:chgData name="Bhowmik, Sayan" userId="2b51cadb-156e-4c9a-99fc-6d2138739850" providerId="ADAL" clId="{7D4EAC93-E3FB-4FF7-B8AF-6BD5FAC2BB4F}" dt="2024-10-06T00:10:30.433" v="489" actId="1035"/>
          <ac:spMkLst>
            <pc:docMk/>
            <pc:sldMk cId="2284900375" sldId="319"/>
            <ac:spMk id="15" creationId="{0033E537-342F-83DC-69AF-3E34124BFE38}"/>
          </ac:spMkLst>
        </pc:spChg>
        <pc:spChg chg="add mod">
          <ac:chgData name="Bhowmik, Sayan" userId="2b51cadb-156e-4c9a-99fc-6d2138739850" providerId="ADAL" clId="{7D4EAC93-E3FB-4FF7-B8AF-6BD5FAC2BB4F}" dt="2024-10-06T00:10:30.433" v="489" actId="1035"/>
          <ac:spMkLst>
            <pc:docMk/>
            <pc:sldMk cId="2284900375" sldId="319"/>
            <ac:spMk id="17" creationId="{175DF3E7-FC72-185F-5B5A-62CF0DBD86DE}"/>
          </ac:spMkLst>
        </pc:spChg>
        <pc:spChg chg="add mod ord">
          <ac:chgData name="Bhowmik, Sayan" userId="2b51cadb-156e-4c9a-99fc-6d2138739850" providerId="ADAL" clId="{7D4EAC93-E3FB-4FF7-B8AF-6BD5FAC2BB4F}" dt="2024-10-06T00:10:30.433" v="489" actId="1035"/>
          <ac:spMkLst>
            <pc:docMk/>
            <pc:sldMk cId="2284900375" sldId="319"/>
            <ac:spMk id="18" creationId="{491110C6-4C06-56B8-48D7-E5784D8C90B4}"/>
          </ac:spMkLst>
        </pc:spChg>
        <pc:spChg chg="add mod">
          <ac:chgData name="Bhowmik, Sayan" userId="2b51cadb-156e-4c9a-99fc-6d2138739850" providerId="ADAL" clId="{7D4EAC93-E3FB-4FF7-B8AF-6BD5FAC2BB4F}" dt="2024-10-06T03:31:13.906" v="2975" actId="20577"/>
          <ac:spMkLst>
            <pc:docMk/>
            <pc:sldMk cId="2284900375" sldId="319"/>
            <ac:spMk id="19" creationId="{95FB8D9C-5C7F-5D17-53BB-498C513BB55D}"/>
          </ac:spMkLst>
        </pc:spChg>
        <pc:spChg chg="add mod">
          <ac:chgData name="Bhowmik, Sayan" userId="2b51cadb-156e-4c9a-99fc-6d2138739850" providerId="ADAL" clId="{7D4EAC93-E3FB-4FF7-B8AF-6BD5FAC2BB4F}" dt="2024-10-06T01:08:37.215" v="906" actId="1035"/>
          <ac:spMkLst>
            <pc:docMk/>
            <pc:sldMk cId="2284900375" sldId="319"/>
            <ac:spMk id="26" creationId="{75F5A114-DE08-6A65-9E90-1AA6D5CC0103}"/>
          </ac:spMkLst>
        </pc:spChg>
        <pc:spChg chg="add mod">
          <ac:chgData name="Bhowmik, Sayan" userId="2b51cadb-156e-4c9a-99fc-6d2138739850" providerId="ADAL" clId="{7D4EAC93-E3FB-4FF7-B8AF-6BD5FAC2BB4F}" dt="2024-10-06T01:08:55.488" v="985" actId="58"/>
          <ac:spMkLst>
            <pc:docMk/>
            <pc:sldMk cId="2284900375" sldId="319"/>
            <ac:spMk id="27" creationId="{21668BEB-5254-A714-34D0-E550CE0F0B4E}"/>
          </ac:spMkLst>
        </pc:spChg>
        <pc:spChg chg="add mod">
          <ac:chgData name="Bhowmik, Sayan" userId="2b51cadb-156e-4c9a-99fc-6d2138739850" providerId="ADAL" clId="{7D4EAC93-E3FB-4FF7-B8AF-6BD5FAC2BB4F}" dt="2024-10-06T01:09:33.252" v="990" actId="58"/>
          <ac:spMkLst>
            <pc:docMk/>
            <pc:sldMk cId="2284900375" sldId="319"/>
            <ac:spMk id="28" creationId="{94BC2362-F039-9713-F2DD-1A0872BAC1A8}"/>
          </ac:spMkLst>
        </pc:spChg>
        <pc:picChg chg="add mod modCrop">
          <ac:chgData name="Bhowmik, Sayan" userId="2b51cadb-156e-4c9a-99fc-6d2138739850" providerId="ADAL" clId="{7D4EAC93-E3FB-4FF7-B8AF-6BD5FAC2BB4F}" dt="2024-10-06T00:10:30.433" v="489" actId="1035"/>
          <ac:picMkLst>
            <pc:docMk/>
            <pc:sldMk cId="2284900375" sldId="319"/>
            <ac:picMk id="4" creationId="{8927A0EC-C548-BB99-94CD-63AE14219697}"/>
          </ac:picMkLst>
        </pc:picChg>
        <pc:picChg chg="add mod modCrop">
          <ac:chgData name="Bhowmik, Sayan" userId="2b51cadb-156e-4c9a-99fc-6d2138739850" providerId="ADAL" clId="{7D4EAC93-E3FB-4FF7-B8AF-6BD5FAC2BB4F}" dt="2024-10-06T01:02:44.447" v="860" actId="14100"/>
          <ac:picMkLst>
            <pc:docMk/>
            <pc:sldMk cId="2284900375" sldId="319"/>
            <ac:picMk id="21" creationId="{69574722-B4FB-19F9-2B9E-6CDD59712BBD}"/>
          </ac:picMkLst>
        </pc:picChg>
        <pc:picChg chg="add mod modCrop">
          <ac:chgData name="Bhowmik, Sayan" userId="2b51cadb-156e-4c9a-99fc-6d2138739850" providerId="ADAL" clId="{7D4EAC93-E3FB-4FF7-B8AF-6BD5FAC2BB4F}" dt="2024-10-06T01:02:47.080" v="861" actId="14100"/>
          <ac:picMkLst>
            <pc:docMk/>
            <pc:sldMk cId="2284900375" sldId="319"/>
            <ac:picMk id="23" creationId="{588C3301-6A20-CE86-7E06-A16DED227DF5}"/>
          </ac:picMkLst>
        </pc:picChg>
        <pc:picChg chg="add mod modCrop">
          <ac:chgData name="Bhowmik, Sayan" userId="2b51cadb-156e-4c9a-99fc-6d2138739850" providerId="ADAL" clId="{7D4EAC93-E3FB-4FF7-B8AF-6BD5FAC2BB4F}" dt="2024-10-06T01:02:42.671" v="859" actId="1076"/>
          <ac:picMkLst>
            <pc:docMk/>
            <pc:sldMk cId="2284900375" sldId="319"/>
            <ac:picMk id="25" creationId="{74AFDADC-4D0E-86D1-3A55-A66F5F02E6BB}"/>
          </ac:picMkLst>
        </pc:picChg>
        <pc:cxnChg chg="add mod">
          <ac:chgData name="Bhowmik, Sayan" userId="2b51cadb-156e-4c9a-99fc-6d2138739850" providerId="ADAL" clId="{7D4EAC93-E3FB-4FF7-B8AF-6BD5FAC2BB4F}" dt="2024-10-06T00:10:30.433" v="489" actId="1035"/>
          <ac:cxnSpMkLst>
            <pc:docMk/>
            <pc:sldMk cId="2284900375" sldId="319"/>
            <ac:cxnSpMk id="9" creationId="{8B35CE57-9C91-F52D-FFE8-964119926AF9}"/>
          </ac:cxnSpMkLst>
        </pc:cxnChg>
        <pc:cxnChg chg="add mod ord">
          <ac:chgData name="Bhowmik, Sayan" userId="2b51cadb-156e-4c9a-99fc-6d2138739850" providerId="ADAL" clId="{7D4EAC93-E3FB-4FF7-B8AF-6BD5FAC2BB4F}" dt="2024-10-06T00:10:30.433" v="489" actId="1035"/>
          <ac:cxnSpMkLst>
            <pc:docMk/>
            <pc:sldMk cId="2284900375" sldId="319"/>
            <ac:cxnSpMk id="11" creationId="{B12359F9-1278-E9EF-00BE-8A2654D9E6AE}"/>
          </ac:cxnSpMkLst>
        </pc:cxnChg>
        <pc:cxnChg chg="add mod">
          <ac:chgData name="Bhowmik, Sayan" userId="2b51cadb-156e-4c9a-99fc-6d2138739850" providerId="ADAL" clId="{7D4EAC93-E3FB-4FF7-B8AF-6BD5FAC2BB4F}" dt="2024-10-06T00:10:30.433" v="489" actId="1035"/>
          <ac:cxnSpMkLst>
            <pc:docMk/>
            <pc:sldMk cId="2284900375" sldId="319"/>
            <ac:cxnSpMk id="14" creationId="{7905F01C-B03A-B9C8-D0C1-B91FDBF70C26}"/>
          </ac:cxnSpMkLst>
        </pc:cxnChg>
      </pc:sldChg>
      <pc:sldChg chg="addSp delSp modSp new mod">
        <pc:chgData name="Bhowmik, Sayan" userId="2b51cadb-156e-4c9a-99fc-6d2138739850" providerId="ADAL" clId="{7D4EAC93-E3FB-4FF7-B8AF-6BD5FAC2BB4F}" dt="2024-10-06T01:32:37.930" v="1405" actId="1035"/>
        <pc:sldMkLst>
          <pc:docMk/>
          <pc:sldMk cId="520433298" sldId="320"/>
        </pc:sldMkLst>
        <pc:spChg chg="del">
          <ac:chgData name="Bhowmik, Sayan" userId="2b51cadb-156e-4c9a-99fc-6d2138739850" providerId="ADAL" clId="{7D4EAC93-E3FB-4FF7-B8AF-6BD5FAC2BB4F}" dt="2024-10-06T01:14:47.471" v="992" actId="478"/>
          <ac:spMkLst>
            <pc:docMk/>
            <pc:sldMk cId="520433298" sldId="320"/>
            <ac:spMk id="2" creationId="{D42E567F-42DD-28FA-16AD-FBD37ADEF534}"/>
          </ac:spMkLst>
        </pc:spChg>
        <pc:spChg chg="add mod">
          <ac:chgData name="Bhowmik, Sayan" userId="2b51cadb-156e-4c9a-99fc-6d2138739850" providerId="ADAL" clId="{7D4EAC93-E3FB-4FF7-B8AF-6BD5FAC2BB4F}" dt="2024-10-06T01:15:06.189" v="993"/>
          <ac:spMkLst>
            <pc:docMk/>
            <pc:sldMk cId="520433298" sldId="320"/>
            <ac:spMk id="3" creationId="{ADD5F8B3-08A4-3EBD-9127-105486F77C5C}"/>
          </ac:spMkLst>
        </pc:spChg>
        <pc:spChg chg="add mod">
          <ac:chgData name="Bhowmik, Sayan" userId="2b51cadb-156e-4c9a-99fc-6d2138739850" providerId="ADAL" clId="{7D4EAC93-E3FB-4FF7-B8AF-6BD5FAC2BB4F}" dt="2024-10-06T01:15:06.189" v="993"/>
          <ac:spMkLst>
            <pc:docMk/>
            <pc:sldMk cId="520433298" sldId="320"/>
            <ac:spMk id="5" creationId="{1D3CCE95-7438-2BE0-7B8B-A4A84C3C2A89}"/>
          </ac:spMkLst>
        </pc:spChg>
        <pc:spChg chg="add mod">
          <ac:chgData name="Bhowmik, Sayan" userId="2b51cadb-156e-4c9a-99fc-6d2138739850" providerId="ADAL" clId="{7D4EAC93-E3FB-4FF7-B8AF-6BD5FAC2BB4F}" dt="2024-10-06T01:15:06.189" v="993"/>
          <ac:spMkLst>
            <pc:docMk/>
            <pc:sldMk cId="520433298" sldId="320"/>
            <ac:spMk id="6" creationId="{2B39A873-3B13-B0A9-1654-E498C48D4B58}"/>
          </ac:spMkLst>
        </pc:spChg>
        <pc:spChg chg="add mod">
          <ac:chgData name="Bhowmik, Sayan" userId="2b51cadb-156e-4c9a-99fc-6d2138739850" providerId="ADAL" clId="{7D4EAC93-E3FB-4FF7-B8AF-6BD5FAC2BB4F}" dt="2024-10-06T01:15:06.189" v="993"/>
          <ac:spMkLst>
            <pc:docMk/>
            <pc:sldMk cId="520433298" sldId="320"/>
            <ac:spMk id="8" creationId="{7D8FEC8E-370F-D341-9B13-0A193A5440CC}"/>
          </ac:spMkLst>
        </pc:spChg>
        <pc:spChg chg="add mod">
          <ac:chgData name="Bhowmik, Sayan" userId="2b51cadb-156e-4c9a-99fc-6d2138739850" providerId="ADAL" clId="{7D4EAC93-E3FB-4FF7-B8AF-6BD5FAC2BB4F}" dt="2024-10-06T01:15:06.189" v="993"/>
          <ac:spMkLst>
            <pc:docMk/>
            <pc:sldMk cId="520433298" sldId="320"/>
            <ac:spMk id="9" creationId="{E117530C-C709-252F-4CCC-56E0870B724B}"/>
          </ac:spMkLst>
        </pc:spChg>
        <pc:spChg chg="add mod">
          <ac:chgData name="Bhowmik, Sayan" userId="2b51cadb-156e-4c9a-99fc-6d2138739850" providerId="ADAL" clId="{7D4EAC93-E3FB-4FF7-B8AF-6BD5FAC2BB4F}" dt="2024-10-06T01:15:06.189" v="993"/>
          <ac:spMkLst>
            <pc:docMk/>
            <pc:sldMk cId="520433298" sldId="320"/>
            <ac:spMk id="11" creationId="{C2B66008-51C0-0CCC-FCC8-A4800C8D72C6}"/>
          </ac:spMkLst>
        </pc:spChg>
        <pc:spChg chg="add mod">
          <ac:chgData name="Bhowmik, Sayan" userId="2b51cadb-156e-4c9a-99fc-6d2138739850" providerId="ADAL" clId="{7D4EAC93-E3FB-4FF7-B8AF-6BD5FAC2BB4F}" dt="2024-10-06T01:17:00.818" v="1104" actId="1035"/>
          <ac:spMkLst>
            <pc:docMk/>
            <pc:sldMk cId="520433298" sldId="320"/>
            <ac:spMk id="13" creationId="{E46F842A-388C-231B-019B-5C4C6BEE7EC6}"/>
          </ac:spMkLst>
        </pc:spChg>
        <pc:spChg chg="add mod">
          <ac:chgData name="Bhowmik, Sayan" userId="2b51cadb-156e-4c9a-99fc-6d2138739850" providerId="ADAL" clId="{7D4EAC93-E3FB-4FF7-B8AF-6BD5FAC2BB4F}" dt="2024-10-06T01:32:37.930" v="1405" actId="1035"/>
          <ac:spMkLst>
            <pc:docMk/>
            <pc:sldMk cId="520433298" sldId="320"/>
            <ac:spMk id="15" creationId="{9982FD02-EAF8-BE6D-494C-9B60EC9D2D9F}"/>
          </ac:spMkLst>
        </pc:spChg>
        <pc:picChg chg="add mod">
          <ac:chgData name="Bhowmik, Sayan" userId="2b51cadb-156e-4c9a-99fc-6d2138739850" providerId="ADAL" clId="{7D4EAC93-E3FB-4FF7-B8AF-6BD5FAC2BB4F}" dt="2024-10-06T01:15:06.189" v="993"/>
          <ac:picMkLst>
            <pc:docMk/>
            <pc:sldMk cId="520433298" sldId="320"/>
            <ac:picMk id="4" creationId="{BBBBE466-978A-E1D2-CD21-9E178B3371F4}"/>
          </ac:picMkLst>
        </pc:picChg>
        <pc:picChg chg="add mod">
          <ac:chgData name="Bhowmik, Sayan" userId="2b51cadb-156e-4c9a-99fc-6d2138739850" providerId="ADAL" clId="{7D4EAC93-E3FB-4FF7-B8AF-6BD5FAC2BB4F}" dt="2024-10-06T01:17:00.818" v="1104" actId="1035"/>
          <ac:picMkLst>
            <pc:docMk/>
            <pc:sldMk cId="520433298" sldId="320"/>
            <ac:picMk id="12" creationId="{A7C38382-82BE-0C98-1B05-489CE49AF2CC}"/>
          </ac:picMkLst>
        </pc:picChg>
        <pc:cxnChg chg="add mod">
          <ac:chgData name="Bhowmik, Sayan" userId="2b51cadb-156e-4c9a-99fc-6d2138739850" providerId="ADAL" clId="{7D4EAC93-E3FB-4FF7-B8AF-6BD5FAC2BB4F}" dt="2024-10-06T01:15:06.189" v="993"/>
          <ac:cxnSpMkLst>
            <pc:docMk/>
            <pc:sldMk cId="520433298" sldId="320"/>
            <ac:cxnSpMk id="7" creationId="{814A9F78-9E58-2FCC-0E98-F4B8A4E05666}"/>
          </ac:cxnSpMkLst>
        </pc:cxnChg>
        <pc:cxnChg chg="add mod">
          <ac:chgData name="Bhowmik, Sayan" userId="2b51cadb-156e-4c9a-99fc-6d2138739850" providerId="ADAL" clId="{7D4EAC93-E3FB-4FF7-B8AF-6BD5FAC2BB4F}" dt="2024-10-06T01:15:06.189" v="993"/>
          <ac:cxnSpMkLst>
            <pc:docMk/>
            <pc:sldMk cId="520433298" sldId="320"/>
            <ac:cxnSpMk id="10" creationId="{49FA48FC-EFD3-636C-D864-FD8B7CC02CC2}"/>
          </ac:cxnSpMkLst>
        </pc:cxnChg>
        <pc:cxnChg chg="add mod">
          <ac:chgData name="Bhowmik, Sayan" userId="2b51cadb-156e-4c9a-99fc-6d2138739850" providerId="ADAL" clId="{7D4EAC93-E3FB-4FF7-B8AF-6BD5FAC2BB4F}" dt="2024-10-06T01:16:43.100" v="1073"/>
          <ac:cxnSpMkLst>
            <pc:docMk/>
            <pc:sldMk cId="520433298" sldId="320"/>
            <ac:cxnSpMk id="14" creationId="{462E2DD9-FE5A-F619-E453-588AD2B30E46}"/>
          </ac:cxnSpMkLst>
        </pc:cxnChg>
      </pc:sldChg>
      <pc:sldChg chg="modSp add mod">
        <pc:chgData name="Bhowmik, Sayan" userId="2b51cadb-156e-4c9a-99fc-6d2138739850" providerId="ADAL" clId="{7D4EAC93-E3FB-4FF7-B8AF-6BD5FAC2BB4F}" dt="2024-10-06T01:50:15.331" v="1432" actId="20577"/>
        <pc:sldMkLst>
          <pc:docMk/>
          <pc:sldMk cId="2301052356" sldId="321"/>
        </pc:sldMkLst>
        <pc:spChg chg="mod">
          <ac:chgData name="Bhowmik, Sayan" userId="2b51cadb-156e-4c9a-99fc-6d2138739850" providerId="ADAL" clId="{7D4EAC93-E3FB-4FF7-B8AF-6BD5FAC2BB4F}" dt="2024-10-06T01:50:15.331" v="1432" actId="20577"/>
          <ac:spMkLst>
            <pc:docMk/>
            <pc:sldMk cId="2301052356" sldId="321"/>
            <ac:spMk id="3" creationId="{54B9CEDF-66F4-D04D-3CFA-2BFEA2B014E7}"/>
          </ac:spMkLst>
        </pc:spChg>
      </pc:sldChg>
      <pc:sldChg chg="addSp delSp modSp add mod">
        <pc:chgData name="Bhowmik, Sayan" userId="2b51cadb-156e-4c9a-99fc-6d2138739850" providerId="ADAL" clId="{7D4EAC93-E3FB-4FF7-B8AF-6BD5FAC2BB4F}" dt="2024-10-06T03:31:08.762" v="2974" actId="20577"/>
        <pc:sldMkLst>
          <pc:docMk/>
          <pc:sldMk cId="2520167873" sldId="322"/>
        </pc:sldMkLst>
        <pc:spChg chg="mod">
          <ac:chgData name="Bhowmik, Sayan" userId="2b51cadb-156e-4c9a-99fc-6d2138739850" providerId="ADAL" clId="{7D4EAC93-E3FB-4FF7-B8AF-6BD5FAC2BB4F}" dt="2024-10-06T01:50:38.869" v="1457" actId="20577"/>
          <ac:spMkLst>
            <pc:docMk/>
            <pc:sldMk cId="2520167873" sldId="322"/>
            <ac:spMk id="2" creationId="{3FB419D9-B36C-B975-D6FC-C8A6F453EBE5}"/>
          </ac:spMkLst>
        </pc:spChg>
        <pc:spChg chg="add mod">
          <ac:chgData name="Bhowmik, Sayan" userId="2b51cadb-156e-4c9a-99fc-6d2138739850" providerId="ADAL" clId="{7D4EAC93-E3FB-4FF7-B8AF-6BD5FAC2BB4F}" dt="2024-10-06T02:15:48.715" v="1513" actId="20577"/>
          <ac:spMkLst>
            <pc:docMk/>
            <pc:sldMk cId="2520167873" sldId="322"/>
            <ac:spMk id="12" creationId="{82805882-8B7B-6E19-A449-C5B7108FF08C}"/>
          </ac:spMkLst>
        </pc:spChg>
        <pc:spChg chg="add mod">
          <ac:chgData name="Bhowmik, Sayan" userId="2b51cadb-156e-4c9a-99fc-6d2138739850" providerId="ADAL" clId="{7D4EAC93-E3FB-4FF7-B8AF-6BD5FAC2BB4F}" dt="2024-10-06T02:16:07.364" v="1523" actId="1037"/>
          <ac:spMkLst>
            <pc:docMk/>
            <pc:sldMk cId="2520167873" sldId="322"/>
            <ac:spMk id="13" creationId="{EEB22179-B30E-17CE-CAB7-9AA99C3F1EB4}"/>
          </ac:spMkLst>
        </pc:spChg>
        <pc:spChg chg="add mod">
          <ac:chgData name="Bhowmik, Sayan" userId="2b51cadb-156e-4c9a-99fc-6d2138739850" providerId="ADAL" clId="{7D4EAC93-E3FB-4FF7-B8AF-6BD5FAC2BB4F}" dt="2024-10-06T02:16:18.245" v="1578" actId="1035"/>
          <ac:spMkLst>
            <pc:docMk/>
            <pc:sldMk cId="2520167873" sldId="322"/>
            <ac:spMk id="16" creationId="{34A689EE-413E-C781-F5DD-B553C6F7DAE7}"/>
          </ac:spMkLst>
        </pc:spChg>
        <pc:spChg chg="mod">
          <ac:chgData name="Bhowmik, Sayan" userId="2b51cadb-156e-4c9a-99fc-6d2138739850" providerId="ADAL" clId="{7D4EAC93-E3FB-4FF7-B8AF-6BD5FAC2BB4F}" dt="2024-10-06T03:31:08.762" v="2974" actId="20577"/>
          <ac:spMkLst>
            <pc:docMk/>
            <pc:sldMk cId="2520167873" sldId="322"/>
            <ac:spMk id="19" creationId="{95FB8D9C-5C7F-5D17-53BB-498C513BB55D}"/>
          </ac:spMkLst>
        </pc:spChg>
        <pc:spChg chg="add mod">
          <ac:chgData name="Bhowmik, Sayan" userId="2b51cadb-156e-4c9a-99fc-6d2138739850" providerId="ADAL" clId="{7D4EAC93-E3FB-4FF7-B8AF-6BD5FAC2BB4F}" dt="2024-10-06T02:17:18.275" v="1639" actId="1037"/>
          <ac:spMkLst>
            <pc:docMk/>
            <pc:sldMk cId="2520167873" sldId="322"/>
            <ac:spMk id="20" creationId="{0F529D2C-1FE6-D957-2AB0-E4B783A97704}"/>
          </ac:spMkLst>
        </pc:spChg>
        <pc:spChg chg="add mod">
          <ac:chgData name="Bhowmik, Sayan" userId="2b51cadb-156e-4c9a-99fc-6d2138739850" providerId="ADAL" clId="{7D4EAC93-E3FB-4FF7-B8AF-6BD5FAC2BB4F}" dt="2024-10-06T02:17:47.956" v="1662" actId="1036"/>
          <ac:spMkLst>
            <pc:docMk/>
            <pc:sldMk cId="2520167873" sldId="322"/>
            <ac:spMk id="22" creationId="{46A3999E-5823-AEF1-A2AE-2E5198AB5413}"/>
          </ac:spMkLst>
        </pc:spChg>
        <pc:spChg chg="add mod">
          <ac:chgData name="Bhowmik, Sayan" userId="2b51cadb-156e-4c9a-99fc-6d2138739850" providerId="ADAL" clId="{7D4EAC93-E3FB-4FF7-B8AF-6BD5FAC2BB4F}" dt="2024-10-06T02:18:05.505" v="1716" actId="1038"/>
          <ac:spMkLst>
            <pc:docMk/>
            <pc:sldMk cId="2520167873" sldId="322"/>
            <ac:spMk id="24" creationId="{2995046E-A7A3-1BA1-1041-642DB477B294}"/>
          </ac:spMkLst>
        </pc:spChg>
        <pc:spChg chg="del">
          <ac:chgData name="Bhowmik, Sayan" userId="2b51cadb-156e-4c9a-99fc-6d2138739850" providerId="ADAL" clId="{7D4EAC93-E3FB-4FF7-B8AF-6BD5FAC2BB4F}" dt="2024-10-06T01:50:47.703" v="1463" actId="478"/>
          <ac:spMkLst>
            <pc:docMk/>
            <pc:sldMk cId="2520167873" sldId="322"/>
            <ac:spMk id="26" creationId="{75F5A114-DE08-6A65-9E90-1AA6D5CC0103}"/>
          </ac:spMkLst>
        </pc:spChg>
        <pc:spChg chg="del">
          <ac:chgData name="Bhowmik, Sayan" userId="2b51cadb-156e-4c9a-99fc-6d2138739850" providerId="ADAL" clId="{7D4EAC93-E3FB-4FF7-B8AF-6BD5FAC2BB4F}" dt="2024-10-06T01:50:45.591" v="1461" actId="478"/>
          <ac:spMkLst>
            <pc:docMk/>
            <pc:sldMk cId="2520167873" sldId="322"/>
            <ac:spMk id="27" creationId="{21668BEB-5254-A714-34D0-E550CE0F0B4E}"/>
          </ac:spMkLst>
        </pc:spChg>
        <pc:spChg chg="del">
          <ac:chgData name="Bhowmik, Sayan" userId="2b51cadb-156e-4c9a-99fc-6d2138739850" providerId="ADAL" clId="{7D4EAC93-E3FB-4FF7-B8AF-6BD5FAC2BB4F}" dt="2024-10-06T01:50:46.833" v="1462" actId="478"/>
          <ac:spMkLst>
            <pc:docMk/>
            <pc:sldMk cId="2520167873" sldId="322"/>
            <ac:spMk id="28" creationId="{94BC2362-F039-9713-F2DD-1A0872BAC1A8}"/>
          </ac:spMkLst>
        </pc:spChg>
        <pc:spChg chg="add mod">
          <ac:chgData name="Bhowmik, Sayan" userId="2b51cadb-156e-4c9a-99fc-6d2138739850" providerId="ADAL" clId="{7D4EAC93-E3FB-4FF7-B8AF-6BD5FAC2BB4F}" dt="2024-10-06T02:18:13.795" v="1721" actId="1035"/>
          <ac:spMkLst>
            <pc:docMk/>
            <pc:sldMk cId="2520167873" sldId="322"/>
            <ac:spMk id="29" creationId="{BE269C68-B008-9CF2-7156-C26EEFEAD3C8}"/>
          </ac:spMkLst>
        </pc:spChg>
        <pc:spChg chg="add mod">
          <ac:chgData name="Bhowmik, Sayan" userId="2b51cadb-156e-4c9a-99fc-6d2138739850" providerId="ADAL" clId="{7D4EAC93-E3FB-4FF7-B8AF-6BD5FAC2BB4F}" dt="2024-10-06T02:18:05.505" v="1716" actId="1038"/>
          <ac:spMkLst>
            <pc:docMk/>
            <pc:sldMk cId="2520167873" sldId="322"/>
            <ac:spMk id="30" creationId="{97EDAAAF-F5B3-B077-EBDD-F95E6FE57565}"/>
          </ac:spMkLst>
        </pc:spChg>
        <pc:spChg chg="add mod">
          <ac:chgData name="Bhowmik, Sayan" userId="2b51cadb-156e-4c9a-99fc-6d2138739850" providerId="ADAL" clId="{7D4EAC93-E3FB-4FF7-B8AF-6BD5FAC2BB4F}" dt="2024-10-06T02:24:45.307" v="1731" actId="113"/>
          <ac:spMkLst>
            <pc:docMk/>
            <pc:sldMk cId="2520167873" sldId="322"/>
            <ac:spMk id="31" creationId="{5B60369F-6F0C-C820-0B48-C85084BBD603}"/>
          </ac:spMkLst>
        </pc:spChg>
        <pc:spChg chg="add mod">
          <ac:chgData name="Bhowmik, Sayan" userId="2b51cadb-156e-4c9a-99fc-6d2138739850" providerId="ADAL" clId="{7D4EAC93-E3FB-4FF7-B8AF-6BD5FAC2BB4F}" dt="2024-10-06T02:25:11.017" v="1746" actId="1076"/>
          <ac:spMkLst>
            <pc:docMk/>
            <pc:sldMk cId="2520167873" sldId="322"/>
            <ac:spMk id="32" creationId="{0540A45B-D64C-A60C-DD99-0734F93E4BE7}"/>
          </ac:spMkLst>
        </pc:spChg>
        <pc:spChg chg="add mod">
          <ac:chgData name="Bhowmik, Sayan" userId="2b51cadb-156e-4c9a-99fc-6d2138739850" providerId="ADAL" clId="{7D4EAC93-E3FB-4FF7-B8AF-6BD5FAC2BB4F}" dt="2024-10-06T02:25:46.689" v="1768" actId="207"/>
          <ac:spMkLst>
            <pc:docMk/>
            <pc:sldMk cId="2520167873" sldId="322"/>
            <ac:spMk id="33" creationId="{91F5C569-1AB9-EAE3-E79A-E3B8118B6892}"/>
          </ac:spMkLst>
        </pc:spChg>
        <pc:spChg chg="add mod">
          <ac:chgData name="Bhowmik, Sayan" userId="2b51cadb-156e-4c9a-99fc-6d2138739850" providerId="ADAL" clId="{7D4EAC93-E3FB-4FF7-B8AF-6BD5FAC2BB4F}" dt="2024-10-06T02:26:14.167" v="1807" actId="1076"/>
          <ac:spMkLst>
            <pc:docMk/>
            <pc:sldMk cId="2520167873" sldId="322"/>
            <ac:spMk id="34" creationId="{4B5F7B67-4F10-EDC6-2262-EBBF9A29BA0A}"/>
          </ac:spMkLst>
        </pc:spChg>
        <pc:picChg chg="add mod modCrop">
          <ac:chgData name="Bhowmik, Sayan" userId="2b51cadb-156e-4c9a-99fc-6d2138739850" providerId="ADAL" clId="{7D4EAC93-E3FB-4FF7-B8AF-6BD5FAC2BB4F}" dt="2024-10-06T02:14:46.158" v="1485" actId="1076"/>
          <ac:picMkLst>
            <pc:docMk/>
            <pc:sldMk cId="2520167873" sldId="322"/>
            <ac:picMk id="7" creationId="{8F75AEE9-06EE-A8B9-30A2-CFE88A2785D7}"/>
          </ac:picMkLst>
        </pc:picChg>
        <pc:picChg chg="add mod modCrop">
          <ac:chgData name="Bhowmik, Sayan" userId="2b51cadb-156e-4c9a-99fc-6d2138739850" providerId="ADAL" clId="{7D4EAC93-E3FB-4FF7-B8AF-6BD5FAC2BB4F}" dt="2024-10-06T02:14:49.978" v="1487" actId="1076"/>
          <ac:picMkLst>
            <pc:docMk/>
            <pc:sldMk cId="2520167873" sldId="322"/>
            <ac:picMk id="10" creationId="{59257700-FB15-1063-38BC-2A8DBF5AC45C}"/>
          </ac:picMkLst>
        </pc:picChg>
        <pc:picChg chg="del">
          <ac:chgData name="Bhowmik, Sayan" userId="2b51cadb-156e-4c9a-99fc-6d2138739850" providerId="ADAL" clId="{7D4EAC93-E3FB-4FF7-B8AF-6BD5FAC2BB4F}" dt="2024-10-06T01:50:42.223" v="1458" actId="478"/>
          <ac:picMkLst>
            <pc:docMk/>
            <pc:sldMk cId="2520167873" sldId="322"/>
            <ac:picMk id="21" creationId="{69574722-B4FB-19F9-2B9E-6CDD59712BBD}"/>
          </ac:picMkLst>
        </pc:picChg>
        <pc:picChg chg="del">
          <ac:chgData name="Bhowmik, Sayan" userId="2b51cadb-156e-4c9a-99fc-6d2138739850" providerId="ADAL" clId="{7D4EAC93-E3FB-4FF7-B8AF-6BD5FAC2BB4F}" dt="2024-10-06T01:50:44.135" v="1460" actId="478"/>
          <ac:picMkLst>
            <pc:docMk/>
            <pc:sldMk cId="2520167873" sldId="322"/>
            <ac:picMk id="23" creationId="{588C3301-6A20-CE86-7E06-A16DED227DF5}"/>
          </ac:picMkLst>
        </pc:picChg>
        <pc:picChg chg="del">
          <ac:chgData name="Bhowmik, Sayan" userId="2b51cadb-156e-4c9a-99fc-6d2138739850" providerId="ADAL" clId="{7D4EAC93-E3FB-4FF7-B8AF-6BD5FAC2BB4F}" dt="2024-10-06T01:50:43.431" v="1459" actId="478"/>
          <ac:picMkLst>
            <pc:docMk/>
            <pc:sldMk cId="2520167873" sldId="322"/>
            <ac:picMk id="25" creationId="{74AFDADC-4D0E-86D1-3A55-A66F5F02E6BB}"/>
          </ac:picMkLst>
        </pc:picChg>
      </pc:sldChg>
      <pc:sldChg chg="addSp delSp modSp new mod modTransition modAnim">
        <pc:chgData name="Bhowmik, Sayan" userId="2b51cadb-156e-4c9a-99fc-6d2138739850" providerId="ADAL" clId="{7D4EAC93-E3FB-4FF7-B8AF-6BD5FAC2BB4F}" dt="2024-10-09T00:52:18.539" v="16144"/>
        <pc:sldMkLst>
          <pc:docMk/>
          <pc:sldMk cId="1986285559" sldId="323"/>
        </pc:sldMkLst>
        <pc:spChg chg="add mod">
          <ac:chgData name="Bhowmik, Sayan" userId="2b51cadb-156e-4c9a-99fc-6d2138739850" providerId="ADAL" clId="{7D4EAC93-E3FB-4FF7-B8AF-6BD5FAC2BB4F}" dt="2024-10-06T18:44:22.931" v="4599" actId="1035"/>
          <ac:spMkLst>
            <pc:docMk/>
            <pc:sldMk cId="1986285559" sldId="323"/>
            <ac:spMk id="2" creationId="{D593218D-C787-F552-092E-72837F6E1118}"/>
          </ac:spMkLst>
        </pc:spChg>
        <pc:spChg chg="del">
          <ac:chgData name="Bhowmik, Sayan" userId="2b51cadb-156e-4c9a-99fc-6d2138739850" providerId="ADAL" clId="{7D4EAC93-E3FB-4FF7-B8AF-6BD5FAC2BB4F}" dt="2024-10-06T02:31:26.202" v="1809" actId="478"/>
          <ac:spMkLst>
            <pc:docMk/>
            <pc:sldMk cId="1986285559" sldId="323"/>
            <ac:spMk id="2" creationId="{FB9EB865-B0CF-D15F-FA82-55162283207F}"/>
          </ac:spMkLst>
        </pc:spChg>
        <pc:spChg chg="add mod">
          <ac:chgData name="Bhowmik, Sayan" userId="2b51cadb-156e-4c9a-99fc-6d2138739850" providerId="ADAL" clId="{7D4EAC93-E3FB-4FF7-B8AF-6BD5FAC2BB4F}" dt="2024-10-06T03:25:15.048" v="2882" actId="20577"/>
          <ac:spMkLst>
            <pc:docMk/>
            <pc:sldMk cId="1986285559" sldId="323"/>
            <ac:spMk id="3" creationId="{808A4B94-6C1F-0A06-2F37-ED127AD1AFFF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4" creationId="{A3FA346B-EA20-1BD9-9A2C-DA704810348C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36" creationId="{C31CBED2-1E85-0419-1B15-A709FB4ABD77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37" creationId="{3FED0209-8F8D-C8B2-C06E-86C8661D1B81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38" creationId="{BC74C317-9104-965C-BF68-CC22FBD03154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39" creationId="{CD8A5B06-401E-0FC1-1973-254FD9B55E49}"/>
          </ac:spMkLst>
        </pc:spChg>
        <pc:spChg chg="add mod or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40" creationId="{9DD1EE3C-372F-8120-DF31-3971E5D36DA1}"/>
          </ac:spMkLst>
        </pc:spChg>
        <pc:spChg chg="add mod or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41" creationId="{1268E21E-D7B0-CAEF-B109-EEAC80C8067E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42" creationId="{A21AF0E0-5EA2-A476-74FD-A6629C301642}"/>
          </ac:spMkLst>
        </pc:spChg>
        <pc:spChg chg="add mod">
          <ac:chgData name="Bhowmik, Sayan" userId="2b51cadb-156e-4c9a-99fc-6d2138739850" providerId="ADAL" clId="{7D4EAC93-E3FB-4FF7-B8AF-6BD5FAC2BB4F}" dt="2024-10-09T00:51:53.007" v="16142" actId="1076"/>
          <ac:spMkLst>
            <pc:docMk/>
            <pc:sldMk cId="1986285559" sldId="323"/>
            <ac:spMk id="43" creationId="{AA1A8C07-ADFB-A718-6FC3-935BE9103388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51" creationId="{A154139C-0FD5-8266-90E0-44D323F65277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52" creationId="{05E3E80B-DF32-B6DA-5AF4-02B5048C53D6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55" creationId="{D021FDD3-7101-DFF1-6B87-765C4EABF7DE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56" creationId="{A3D56305-B545-C85C-2121-29A2F61F2E83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57" creationId="{191B5F77-AB0F-70F3-C933-FCEA1520B0DD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61" creationId="{CF30509F-5D52-4849-5CEF-097969A638A6}"/>
          </ac:spMkLst>
        </pc:spChg>
        <pc:spChg chg="add mod">
          <ac:chgData name="Bhowmik, Sayan" userId="2b51cadb-156e-4c9a-99fc-6d2138739850" providerId="ADAL" clId="{7D4EAC93-E3FB-4FF7-B8AF-6BD5FAC2BB4F}" dt="2024-10-06T03:33:27.009" v="3108" actId="1035"/>
          <ac:spMkLst>
            <pc:docMk/>
            <pc:sldMk cId="1986285559" sldId="323"/>
            <ac:spMk id="62" creationId="{1EEA9A78-DF89-F6D7-D5B0-D5425532B1BD}"/>
          </ac:spMkLst>
        </pc:spChg>
        <pc:spChg chg="add mod">
          <ac:chgData name="Bhowmik, Sayan" userId="2b51cadb-156e-4c9a-99fc-6d2138739850" providerId="ADAL" clId="{7D4EAC93-E3FB-4FF7-B8AF-6BD5FAC2BB4F}" dt="2024-10-06T03:34:23.568" v="3191" actId="1037"/>
          <ac:spMkLst>
            <pc:docMk/>
            <pc:sldMk cId="1986285559" sldId="323"/>
            <ac:spMk id="63" creationId="{13FD6FF5-E79C-052B-8774-14E05DEA676E}"/>
          </ac:spMkLst>
        </pc:spChg>
        <pc:spChg chg="add mod">
          <ac:chgData name="Bhowmik, Sayan" userId="2b51cadb-156e-4c9a-99fc-6d2138739850" providerId="ADAL" clId="{7D4EAC93-E3FB-4FF7-B8AF-6BD5FAC2BB4F}" dt="2024-10-06T03:34:37.587" v="3250" actId="1037"/>
          <ac:spMkLst>
            <pc:docMk/>
            <pc:sldMk cId="1986285559" sldId="323"/>
            <ac:spMk id="64" creationId="{002DAE8E-189D-2C11-D457-D4F17DE092FE}"/>
          </ac:spMkLst>
        </pc:spChg>
        <pc:spChg chg="add mod">
          <ac:chgData name="Bhowmik, Sayan" userId="2b51cadb-156e-4c9a-99fc-6d2138739850" providerId="ADAL" clId="{7D4EAC93-E3FB-4FF7-B8AF-6BD5FAC2BB4F}" dt="2024-10-06T03:35:29.777" v="3278" actId="1076"/>
          <ac:spMkLst>
            <pc:docMk/>
            <pc:sldMk cId="1986285559" sldId="323"/>
            <ac:spMk id="65" creationId="{C6BFDB5D-A6C1-0A4D-0EE6-4285F149F7A9}"/>
          </ac:spMkLst>
        </pc:spChg>
        <pc:spChg chg="add mod">
          <ac:chgData name="Bhowmik, Sayan" userId="2b51cadb-156e-4c9a-99fc-6d2138739850" providerId="ADAL" clId="{7D4EAC93-E3FB-4FF7-B8AF-6BD5FAC2BB4F}" dt="2024-10-06T03:35:41.550" v="3283" actId="20577"/>
          <ac:spMkLst>
            <pc:docMk/>
            <pc:sldMk cId="1986285559" sldId="323"/>
            <ac:spMk id="66" creationId="{F856BF2C-3863-DDC9-C96B-73DCE4201A8F}"/>
          </ac:spMkLst>
        </pc:spChg>
        <pc:spChg chg="add mod">
          <ac:chgData name="Bhowmik, Sayan" userId="2b51cadb-156e-4c9a-99fc-6d2138739850" providerId="ADAL" clId="{7D4EAC93-E3FB-4FF7-B8AF-6BD5FAC2BB4F}" dt="2024-10-07T03:06:32.325" v="5867"/>
          <ac:spMkLst>
            <pc:docMk/>
            <pc:sldMk cId="1986285559" sldId="323"/>
            <ac:spMk id="67" creationId="{16AA4595-5A8C-9D05-F1C0-BBB17B7F9960}"/>
          </ac:spMkLst>
        </pc:spChg>
        <pc:spChg chg="add mod">
          <ac:chgData name="Bhowmik, Sayan" userId="2b51cadb-156e-4c9a-99fc-6d2138739850" providerId="ADAL" clId="{7D4EAC93-E3FB-4FF7-B8AF-6BD5FAC2BB4F}" dt="2024-10-06T03:46:42.014" v="3440" actId="20577"/>
          <ac:spMkLst>
            <pc:docMk/>
            <pc:sldMk cId="1986285559" sldId="323"/>
            <ac:spMk id="68" creationId="{35A9C922-D0EC-3316-F14A-8EEDD4A6BE0B}"/>
          </ac:spMkLst>
        </pc:spChg>
        <pc:picChg chg="add mod modCrop">
          <ac:chgData name="Bhowmik, Sayan" userId="2b51cadb-156e-4c9a-99fc-6d2138739850" providerId="ADAL" clId="{7D4EAC93-E3FB-4FF7-B8AF-6BD5FAC2BB4F}" dt="2024-10-06T03:33:27.009" v="3108" actId="1035"/>
          <ac:picMkLst>
            <pc:docMk/>
            <pc:sldMk cId="1986285559" sldId="323"/>
            <ac:picMk id="6" creationId="{58485358-D4F4-ED2D-54E1-563B941F2ED2}"/>
          </ac:picMkLst>
        </pc:picChg>
        <pc:picChg chg="add del mod ord modCrop">
          <ac:chgData name="Bhowmik, Sayan" userId="2b51cadb-156e-4c9a-99fc-6d2138739850" providerId="ADAL" clId="{7D4EAC93-E3FB-4FF7-B8AF-6BD5FAC2BB4F}" dt="2024-10-06T03:29:53.216" v="2972" actId="478"/>
          <ac:picMkLst>
            <pc:docMk/>
            <pc:sldMk cId="1986285559" sldId="323"/>
            <ac:picMk id="7" creationId="{0F8085E5-A919-8D59-15AC-DB93F8EC65AA}"/>
          </ac:picMkLst>
        </pc:picChg>
        <pc:picChg chg="add mod modCrop">
          <ac:chgData name="Bhowmik, Sayan" userId="2b51cadb-156e-4c9a-99fc-6d2138739850" providerId="ADAL" clId="{7D4EAC93-E3FB-4FF7-B8AF-6BD5FAC2BB4F}" dt="2024-10-06T03:33:27.009" v="3108" actId="1035"/>
          <ac:picMkLst>
            <pc:docMk/>
            <pc:sldMk cId="1986285559" sldId="323"/>
            <ac:picMk id="45" creationId="{8FD6E8C0-9885-8E11-657E-2B4DD3CB16E2}"/>
          </ac:picMkLst>
        </pc:picChg>
        <pc:picChg chg="add del mod ord modCrop">
          <ac:chgData name="Bhowmik, Sayan" userId="2b51cadb-156e-4c9a-99fc-6d2138739850" providerId="ADAL" clId="{7D4EAC93-E3FB-4FF7-B8AF-6BD5FAC2BB4F}" dt="2024-10-06T03:20:36.877" v="2753" actId="478"/>
          <ac:picMkLst>
            <pc:docMk/>
            <pc:sldMk cId="1986285559" sldId="323"/>
            <ac:picMk id="46" creationId="{1B32A7B4-45A8-DF33-74E5-DB3F8A4CBDE6}"/>
          </ac:picMkLst>
        </pc:picChg>
        <pc:picChg chg="add mod">
          <ac:chgData name="Bhowmik, Sayan" userId="2b51cadb-156e-4c9a-99fc-6d2138739850" providerId="ADAL" clId="{7D4EAC93-E3FB-4FF7-B8AF-6BD5FAC2BB4F}" dt="2024-10-06T03:33:27.009" v="3108" actId="1035"/>
          <ac:picMkLst>
            <pc:docMk/>
            <pc:sldMk cId="1986285559" sldId="323"/>
            <ac:picMk id="58" creationId="{7D04FA0A-85E1-A5D6-0CEA-4276448FCDDF}"/>
          </ac:picMkLst>
        </pc:picChg>
        <pc:picChg chg="add mod modCrop">
          <ac:chgData name="Bhowmik, Sayan" userId="2b51cadb-156e-4c9a-99fc-6d2138739850" providerId="ADAL" clId="{7D4EAC93-E3FB-4FF7-B8AF-6BD5FAC2BB4F}" dt="2024-10-06T03:33:27.009" v="3108" actId="1035"/>
          <ac:picMkLst>
            <pc:docMk/>
            <pc:sldMk cId="1986285559" sldId="323"/>
            <ac:picMk id="60" creationId="{56EAA8BB-F3F2-E1DA-F53A-F6FC4DE4927B}"/>
          </ac:picMkLst>
        </pc:picChg>
        <pc:cxnChg chg="add mod">
          <ac:chgData name="Bhowmik, Sayan" userId="2b51cadb-156e-4c9a-99fc-6d2138739850" providerId="ADAL" clId="{7D4EAC93-E3FB-4FF7-B8AF-6BD5FAC2BB4F}" dt="2024-10-06T03:33:27.009" v="3108" actId="1035"/>
          <ac:cxnSpMkLst>
            <pc:docMk/>
            <pc:sldMk cId="1986285559" sldId="323"/>
            <ac:cxnSpMk id="9" creationId="{F0821205-6CA8-B037-7B51-2B28B15BEAE2}"/>
          </ac:cxnSpMkLst>
        </pc:cxnChg>
        <pc:cxnChg chg="add mod">
          <ac:chgData name="Bhowmik, Sayan" userId="2b51cadb-156e-4c9a-99fc-6d2138739850" providerId="ADAL" clId="{7D4EAC93-E3FB-4FF7-B8AF-6BD5FAC2BB4F}" dt="2024-10-06T03:33:27.009" v="3108" actId="1035"/>
          <ac:cxnSpMkLst>
            <pc:docMk/>
            <pc:sldMk cId="1986285559" sldId="323"/>
            <ac:cxnSpMk id="14" creationId="{9945ACF6-942C-5938-7473-73D9656072FF}"/>
          </ac:cxnSpMkLst>
        </pc:cxnChg>
        <pc:cxnChg chg="add mod">
          <ac:chgData name="Bhowmik, Sayan" userId="2b51cadb-156e-4c9a-99fc-6d2138739850" providerId="ADAL" clId="{7D4EAC93-E3FB-4FF7-B8AF-6BD5FAC2BB4F}" dt="2024-10-06T03:33:27.009" v="3108" actId="1035"/>
          <ac:cxnSpMkLst>
            <pc:docMk/>
            <pc:sldMk cId="1986285559" sldId="323"/>
            <ac:cxnSpMk id="17" creationId="{AF9A63C4-534E-585D-5317-67A7048589AC}"/>
          </ac:cxnSpMkLst>
        </pc:cxnChg>
        <pc:cxnChg chg="add mod">
          <ac:chgData name="Bhowmik, Sayan" userId="2b51cadb-156e-4c9a-99fc-6d2138739850" providerId="ADAL" clId="{7D4EAC93-E3FB-4FF7-B8AF-6BD5FAC2BB4F}" dt="2024-10-06T03:33:27.009" v="3108" actId="1035"/>
          <ac:cxnSpMkLst>
            <pc:docMk/>
            <pc:sldMk cId="1986285559" sldId="323"/>
            <ac:cxnSpMk id="21" creationId="{343F4756-4D85-A39C-DC0D-4977F63D77E9}"/>
          </ac:cxnSpMkLst>
        </pc:cxnChg>
        <pc:cxnChg chg="add mod">
          <ac:chgData name="Bhowmik, Sayan" userId="2b51cadb-156e-4c9a-99fc-6d2138739850" providerId="ADAL" clId="{7D4EAC93-E3FB-4FF7-B8AF-6BD5FAC2BB4F}" dt="2024-10-06T03:33:27.009" v="3108" actId="1035"/>
          <ac:cxnSpMkLst>
            <pc:docMk/>
            <pc:sldMk cId="1986285559" sldId="323"/>
            <ac:cxnSpMk id="22" creationId="{2CB47904-A1B5-8816-C83A-FDE49EA23868}"/>
          </ac:cxnSpMkLst>
        </pc:cxnChg>
        <pc:cxnChg chg="add mod">
          <ac:chgData name="Bhowmik, Sayan" userId="2b51cadb-156e-4c9a-99fc-6d2138739850" providerId="ADAL" clId="{7D4EAC93-E3FB-4FF7-B8AF-6BD5FAC2BB4F}" dt="2024-10-06T03:33:27.009" v="3108" actId="1035"/>
          <ac:cxnSpMkLst>
            <pc:docMk/>
            <pc:sldMk cId="1986285559" sldId="323"/>
            <ac:cxnSpMk id="23" creationId="{8D6B1845-931B-89FC-123E-F6D55EBF18E1}"/>
          </ac:cxnSpMkLst>
        </pc:cxnChg>
        <pc:cxnChg chg="add del mod">
          <ac:chgData name="Bhowmik, Sayan" userId="2b51cadb-156e-4c9a-99fc-6d2138739850" providerId="ADAL" clId="{7D4EAC93-E3FB-4FF7-B8AF-6BD5FAC2BB4F}" dt="2024-10-06T02:44:42.443" v="2005" actId="478"/>
          <ac:cxnSpMkLst>
            <pc:docMk/>
            <pc:sldMk cId="1986285559" sldId="323"/>
            <ac:cxnSpMk id="24" creationId="{3F584BD0-555A-3D4D-1F06-3C2C10DC4E83}"/>
          </ac:cxnSpMkLst>
        </pc:cxnChg>
        <pc:cxnChg chg="add mod">
          <ac:chgData name="Bhowmik, Sayan" userId="2b51cadb-156e-4c9a-99fc-6d2138739850" providerId="ADAL" clId="{7D4EAC93-E3FB-4FF7-B8AF-6BD5FAC2BB4F}" dt="2024-10-06T03:33:27.009" v="3108" actId="1035"/>
          <ac:cxnSpMkLst>
            <pc:docMk/>
            <pc:sldMk cId="1986285559" sldId="323"/>
            <ac:cxnSpMk id="27" creationId="{F7B7FE62-1968-3CA8-38A9-164B20F31DB6}"/>
          </ac:cxnSpMkLst>
        </pc:cxnChg>
        <pc:cxnChg chg="add mod">
          <ac:chgData name="Bhowmik, Sayan" userId="2b51cadb-156e-4c9a-99fc-6d2138739850" providerId="ADAL" clId="{7D4EAC93-E3FB-4FF7-B8AF-6BD5FAC2BB4F}" dt="2024-10-06T03:33:27.009" v="3108" actId="1035"/>
          <ac:cxnSpMkLst>
            <pc:docMk/>
            <pc:sldMk cId="1986285559" sldId="323"/>
            <ac:cxnSpMk id="29" creationId="{3CCB2E03-8767-AF5A-864C-BD71E62AE4F5}"/>
          </ac:cxnSpMkLst>
        </pc:cxnChg>
        <pc:cxnChg chg="add mod">
          <ac:chgData name="Bhowmik, Sayan" userId="2b51cadb-156e-4c9a-99fc-6d2138739850" providerId="ADAL" clId="{7D4EAC93-E3FB-4FF7-B8AF-6BD5FAC2BB4F}" dt="2024-10-06T03:33:27.009" v="3108" actId="1035"/>
          <ac:cxnSpMkLst>
            <pc:docMk/>
            <pc:sldMk cId="1986285559" sldId="323"/>
            <ac:cxnSpMk id="34" creationId="{87A325F4-2E49-D9D1-AF45-00E4842CC39E}"/>
          </ac:cxnSpMkLst>
        </pc:cxnChg>
        <pc:cxnChg chg="add mod">
          <ac:chgData name="Bhowmik, Sayan" userId="2b51cadb-156e-4c9a-99fc-6d2138739850" providerId="ADAL" clId="{7D4EAC93-E3FB-4FF7-B8AF-6BD5FAC2BB4F}" dt="2024-10-06T03:33:27.009" v="3108" actId="1035"/>
          <ac:cxnSpMkLst>
            <pc:docMk/>
            <pc:sldMk cId="1986285559" sldId="323"/>
            <ac:cxnSpMk id="47" creationId="{08EEBCA6-6535-DBAC-1593-8C748325F88B}"/>
          </ac:cxnSpMkLst>
        </pc:cxnChg>
        <pc:cxnChg chg="add mod">
          <ac:chgData name="Bhowmik, Sayan" userId="2b51cadb-156e-4c9a-99fc-6d2138739850" providerId="ADAL" clId="{7D4EAC93-E3FB-4FF7-B8AF-6BD5FAC2BB4F}" dt="2024-10-06T03:53:53.072" v="3499" actId="1035"/>
          <ac:cxnSpMkLst>
            <pc:docMk/>
            <pc:sldMk cId="1986285559" sldId="323"/>
            <ac:cxnSpMk id="49" creationId="{AC262A0E-4494-C285-3EC9-C5E9974DC53E}"/>
          </ac:cxnSpMkLst>
        </pc:cxnChg>
        <pc:cxnChg chg="add mod">
          <ac:chgData name="Bhowmik, Sayan" userId="2b51cadb-156e-4c9a-99fc-6d2138739850" providerId="ADAL" clId="{7D4EAC93-E3FB-4FF7-B8AF-6BD5FAC2BB4F}" dt="2024-10-06T03:33:27.009" v="3108" actId="1035"/>
          <ac:cxnSpMkLst>
            <pc:docMk/>
            <pc:sldMk cId="1986285559" sldId="323"/>
            <ac:cxnSpMk id="53" creationId="{BED5AC72-D0A5-56ED-9C61-3D22DF30C703}"/>
          </ac:cxnSpMkLst>
        </pc:cxnChg>
      </pc:sldChg>
      <pc:sldChg chg="addSp delSp modSp new mod modTransition modAnim">
        <pc:chgData name="Bhowmik, Sayan" userId="2b51cadb-156e-4c9a-99fc-6d2138739850" providerId="ADAL" clId="{7D4EAC93-E3FB-4FF7-B8AF-6BD5FAC2BB4F}" dt="2024-10-09T00:53:52.804" v="16155"/>
        <pc:sldMkLst>
          <pc:docMk/>
          <pc:sldMk cId="2075902302" sldId="324"/>
        </pc:sldMkLst>
        <pc:spChg chg="del">
          <ac:chgData name="Bhowmik, Sayan" userId="2b51cadb-156e-4c9a-99fc-6d2138739850" providerId="ADAL" clId="{7D4EAC93-E3FB-4FF7-B8AF-6BD5FAC2BB4F}" dt="2024-10-06T03:47:49.812" v="3442" actId="478"/>
          <ac:spMkLst>
            <pc:docMk/>
            <pc:sldMk cId="2075902302" sldId="324"/>
            <ac:spMk id="2" creationId="{66B97D39-D852-87BA-7914-7DEB0A350F61}"/>
          </ac:spMkLst>
        </pc:spChg>
        <pc:spChg chg="add mod">
          <ac:chgData name="Bhowmik, Sayan" userId="2b51cadb-156e-4c9a-99fc-6d2138739850" providerId="ADAL" clId="{7D4EAC93-E3FB-4FF7-B8AF-6BD5FAC2BB4F}" dt="2024-10-07T02:59:38.205" v="5697" actId="208"/>
          <ac:spMkLst>
            <pc:docMk/>
            <pc:sldMk cId="2075902302" sldId="324"/>
            <ac:spMk id="2" creationId="{E69D6AE1-8A39-5D7F-3613-E5A6CF4B87F3}"/>
          </ac:spMkLst>
        </pc:spChg>
        <pc:spChg chg="add mod">
          <ac:chgData name="Bhowmik, Sayan" userId="2b51cadb-156e-4c9a-99fc-6d2138739850" providerId="ADAL" clId="{7D4EAC93-E3FB-4FF7-B8AF-6BD5FAC2BB4F}" dt="2024-10-06T03:48:28.862" v="3498" actId="27636"/>
          <ac:spMkLst>
            <pc:docMk/>
            <pc:sldMk cId="2075902302" sldId="324"/>
            <ac:spMk id="3" creationId="{7CC27DFE-FBE6-0474-4F73-64C6D602727B}"/>
          </ac:spMkLst>
        </pc:spChg>
        <pc:spChg chg="add mod">
          <ac:chgData name="Bhowmik, Sayan" userId="2b51cadb-156e-4c9a-99fc-6d2138739850" providerId="ADAL" clId="{7D4EAC93-E3FB-4FF7-B8AF-6BD5FAC2BB4F}" dt="2024-10-07T02:59:38.205" v="5697" actId="208"/>
          <ac:spMkLst>
            <pc:docMk/>
            <pc:sldMk cId="2075902302" sldId="324"/>
            <ac:spMk id="4" creationId="{DD13967F-3401-0896-CCEB-4F0C0AF077FF}"/>
          </ac:spMkLst>
        </pc:spChg>
        <pc:spChg chg="add mod">
          <ac:chgData name="Bhowmik, Sayan" userId="2b51cadb-156e-4c9a-99fc-6d2138739850" providerId="ADAL" clId="{7D4EAC93-E3FB-4FF7-B8AF-6BD5FAC2BB4F}" dt="2024-10-07T02:59:34.759" v="5696" actId="208"/>
          <ac:spMkLst>
            <pc:docMk/>
            <pc:sldMk cId="2075902302" sldId="324"/>
            <ac:spMk id="5" creationId="{D2812163-87E6-D620-8B9F-7AD79E576A6A}"/>
          </ac:spMkLst>
        </pc:spChg>
        <pc:spChg chg="add mod">
          <ac:chgData name="Bhowmik, Sayan" userId="2b51cadb-156e-4c9a-99fc-6d2138739850" providerId="ADAL" clId="{7D4EAC93-E3FB-4FF7-B8AF-6BD5FAC2BB4F}" dt="2024-10-06T04:01:58.554" v="3552" actId="1038"/>
          <ac:spMkLst>
            <pc:docMk/>
            <pc:sldMk cId="2075902302" sldId="324"/>
            <ac:spMk id="6" creationId="{04B5C33E-DF7B-B75B-26F2-FA2127835F2B}"/>
          </ac:spMkLst>
        </pc:spChg>
        <pc:spChg chg="add mod">
          <ac:chgData name="Bhowmik, Sayan" userId="2b51cadb-156e-4c9a-99fc-6d2138739850" providerId="ADAL" clId="{7D4EAC93-E3FB-4FF7-B8AF-6BD5FAC2BB4F}" dt="2024-10-06T04:01:58.554" v="3552" actId="1038"/>
          <ac:spMkLst>
            <pc:docMk/>
            <pc:sldMk cId="2075902302" sldId="324"/>
            <ac:spMk id="7" creationId="{CB9AF752-A303-F5A3-9813-0A052A8C694D}"/>
          </ac:spMkLst>
        </pc:spChg>
        <pc:spChg chg="add mod">
          <ac:chgData name="Bhowmik, Sayan" userId="2b51cadb-156e-4c9a-99fc-6d2138739850" providerId="ADAL" clId="{7D4EAC93-E3FB-4FF7-B8AF-6BD5FAC2BB4F}" dt="2024-10-07T02:57:25.686" v="5567" actId="1076"/>
          <ac:spMkLst>
            <pc:docMk/>
            <pc:sldMk cId="2075902302" sldId="324"/>
            <ac:spMk id="8" creationId="{76950C68-5398-8AF1-1216-9FCD4C551980}"/>
          </ac:spMkLst>
        </pc:spChg>
        <pc:spChg chg="add mod">
          <ac:chgData name="Bhowmik, Sayan" userId="2b51cadb-156e-4c9a-99fc-6d2138739850" providerId="ADAL" clId="{7D4EAC93-E3FB-4FF7-B8AF-6BD5FAC2BB4F}" dt="2024-10-06T04:01:58.554" v="3552" actId="1038"/>
          <ac:spMkLst>
            <pc:docMk/>
            <pc:sldMk cId="2075902302" sldId="324"/>
            <ac:spMk id="9" creationId="{0B2D5DC1-ACF8-9E79-03F7-29E650B09BF4}"/>
          </ac:spMkLst>
        </pc:spChg>
        <pc:spChg chg="add mod">
          <ac:chgData name="Bhowmik, Sayan" userId="2b51cadb-156e-4c9a-99fc-6d2138739850" providerId="ADAL" clId="{7D4EAC93-E3FB-4FF7-B8AF-6BD5FAC2BB4F}" dt="2024-10-06T04:01:58.554" v="3552" actId="1038"/>
          <ac:spMkLst>
            <pc:docMk/>
            <pc:sldMk cId="2075902302" sldId="324"/>
            <ac:spMk id="10" creationId="{E865A471-10C8-1696-F45D-50A16EFF9113}"/>
          </ac:spMkLst>
        </pc:spChg>
        <pc:spChg chg="add mod">
          <ac:chgData name="Bhowmik, Sayan" userId="2b51cadb-156e-4c9a-99fc-6d2138739850" providerId="ADAL" clId="{7D4EAC93-E3FB-4FF7-B8AF-6BD5FAC2BB4F}" dt="2024-10-06T04:02:55.148" v="3573" actId="208"/>
          <ac:spMkLst>
            <pc:docMk/>
            <pc:sldMk cId="2075902302" sldId="324"/>
            <ac:spMk id="11" creationId="{C4F99800-6862-16AD-D136-014AD1E5525C}"/>
          </ac:spMkLst>
        </pc:spChg>
        <pc:spChg chg="add mod">
          <ac:chgData name="Bhowmik, Sayan" userId="2b51cadb-156e-4c9a-99fc-6d2138739850" providerId="ADAL" clId="{7D4EAC93-E3FB-4FF7-B8AF-6BD5FAC2BB4F}" dt="2024-10-06T04:03:07.292" v="3576" actId="1038"/>
          <ac:spMkLst>
            <pc:docMk/>
            <pc:sldMk cId="2075902302" sldId="324"/>
            <ac:spMk id="12" creationId="{42AB7253-A387-F5BA-39F3-2BF36B4E3896}"/>
          </ac:spMkLst>
        </pc:spChg>
        <pc:spChg chg="add mod">
          <ac:chgData name="Bhowmik, Sayan" userId="2b51cadb-156e-4c9a-99fc-6d2138739850" providerId="ADAL" clId="{7D4EAC93-E3FB-4FF7-B8AF-6BD5FAC2BB4F}" dt="2024-10-06T04:03:12.317" v="3578" actId="1076"/>
          <ac:spMkLst>
            <pc:docMk/>
            <pc:sldMk cId="2075902302" sldId="324"/>
            <ac:spMk id="13" creationId="{2F1680F4-264F-7112-A511-1B2B460A8836}"/>
          </ac:spMkLst>
        </pc:spChg>
        <pc:spChg chg="add mod">
          <ac:chgData name="Bhowmik, Sayan" userId="2b51cadb-156e-4c9a-99fc-6d2138739850" providerId="ADAL" clId="{7D4EAC93-E3FB-4FF7-B8AF-6BD5FAC2BB4F}" dt="2024-10-07T02:59:48.788" v="5698" actId="207"/>
          <ac:spMkLst>
            <pc:docMk/>
            <pc:sldMk cId="2075902302" sldId="324"/>
            <ac:spMk id="14" creationId="{C71D618D-92CE-48FB-3613-A437DD881805}"/>
          </ac:spMkLst>
        </pc:spChg>
        <pc:spChg chg="add mod">
          <ac:chgData name="Bhowmik, Sayan" userId="2b51cadb-156e-4c9a-99fc-6d2138739850" providerId="ADAL" clId="{7D4EAC93-E3FB-4FF7-B8AF-6BD5FAC2BB4F}" dt="2024-10-07T02:59:34.759" v="5696" actId="208"/>
          <ac:spMkLst>
            <pc:docMk/>
            <pc:sldMk cId="2075902302" sldId="324"/>
            <ac:spMk id="15" creationId="{F490682E-C57E-AC35-5461-183EB38010A4}"/>
          </ac:spMkLst>
        </pc:spChg>
        <pc:spChg chg="add mod">
          <ac:chgData name="Bhowmik, Sayan" userId="2b51cadb-156e-4c9a-99fc-6d2138739850" providerId="ADAL" clId="{7D4EAC93-E3FB-4FF7-B8AF-6BD5FAC2BB4F}" dt="2024-10-07T02:59:28.981" v="5695" actId="208"/>
          <ac:spMkLst>
            <pc:docMk/>
            <pc:sldMk cId="2075902302" sldId="324"/>
            <ac:spMk id="17" creationId="{079A53FB-74D8-8ECA-7B88-7224D55B8B2D}"/>
          </ac:spMkLst>
        </pc:spChg>
        <pc:spChg chg="add mod">
          <ac:chgData name="Bhowmik, Sayan" userId="2b51cadb-156e-4c9a-99fc-6d2138739850" providerId="ADAL" clId="{7D4EAC93-E3FB-4FF7-B8AF-6BD5FAC2BB4F}" dt="2024-10-06T04:08:50.501" v="3638" actId="1076"/>
          <ac:spMkLst>
            <pc:docMk/>
            <pc:sldMk cId="2075902302" sldId="324"/>
            <ac:spMk id="18" creationId="{EFA249DA-A97E-7539-02A4-1E0459418D63}"/>
          </ac:spMkLst>
        </pc:spChg>
        <pc:spChg chg="add mod">
          <ac:chgData name="Bhowmik, Sayan" userId="2b51cadb-156e-4c9a-99fc-6d2138739850" providerId="ADAL" clId="{7D4EAC93-E3FB-4FF7-B8AF-6BD5FAC2BB4F}" dt="2024-10-06T18:47:29.861" v="4611" actId="20577"/>
          <ac:spMkLst>
            <pc:docMk/>
            <pc:sldMk cId="2075902302" sldId="324"/>
            <ac:spMk id="19" creationId="{7445C548-1BB3-A37C-1426-A125896456F3}"/>
          </ac:spMkLst>
        </pc:spChg>
        <pc:spChg chg="add mod">
          <ac:chgData name="Bhowmik, Sayan" userId="2b51cadb-156e-4c9a-99fc-6d2138739850" providerId="ADAL" clId="{7D4EAC93-E3FB-4FF7-B8AF-6BD5FAC2BB4F}" dt="2024-10-07T02:59:28.981" v="5695" actId="208"/>
          <ac:spMkLst>
            <pc:docMk/>
            <pc:sldMk cId="2075902302" sldId="324"/>
            <ac:spMk id="20" creationId="{7174A61E-E38E-5472-8D32-8C2BF6538F8D}"/>
          </ac:spMkLst>
        </pc:spChg>
        <pc:spChg chg="add mod">
          <ac:chgData name="Bhowmik, Sayan" userId="2b51cadb-156e-4c9a-99fc-6d2138739850" providerId="ADAL" clId="{7D4EAC93-E3FB-4FF7-B8AF-6BD5FAC2BB4F}" dt="2024-10-06T04:35:36.938" v="4253" actId="1076"/>
          <ac:spMkLst>
            <pc:docMk/>
            <pc:sldMk cId="2075902302" sldId="324"/>
            <ac:spMk id="34" creationId="{BF8337F0-3695-9D17-F69C-44031F135D5F}"/>
          </ac:spMkLst>
        </pc:spChg>
        <pc:spChg chg="add mod">
          <ac:chgData name="Bhowmik, Sayan" userId="2b51cadb-156e-4c9a-99fc-6d2138739850" providerId="ADAL" clId="{7D4EAC93-E3FB-4FF7-B8AF-6BD5FAC2BB4F}" dt="2024-10-06T04:35:42.249" v="4255" actId="1076"/>
          <ac:spMkLst>
            <pc:docMk/>
            <pc:sldMk cId="2075902302" sldId="324"/>
            <ac:spMk id="35" creationId="{F2343610-3AF8-787B-7512-E1B93E4B5969}"/>
          </ac:spMkLst>
        </pc:spChg>
        <pc:spChg chg="add mod">
          <ac:chgData name="Bhowmik, Sayan" userId="2b51cadb-156e-4c9a-99fc-6d2138739850" providerId="ADAL" clId="{7D4EAC93-E3FB-4FF7-B8AF-6BD5FAC2BB4F}" dt="2024-10-06T04:35:48.698" v="4257" actId="1076"/>
          <ac:spMkLst>
            <pc:docMk/>
            <pc:sldMk cId="2075902302" sldId="324"/>
            <ac:spMk id="36" creationId="{2E6FFE8C-F433-6809-62AE-5D0BF047A5C2}"/>
          </ac:spMkLst>
        </pc:spChg>
        <pc:spChg chg="add mod">
          <ac:chgData name="Bhowmik, Sayan" userId="2b51cadb-156e-4c9a-99fc-6d2138739850" providerId="ADAL" clId="{7D4EAC93-E3FB-4FF7-B8AF-6BD5FAC2BB4F}" dt="2024-10-06T04:36:14.999" v="4289" actId="1076"/>
          <ac:spMkLst>
            <pc:docMk/>
            <pc:sldMk cId="2075902302" sldId="324"/>
            <ac:spMk id="37" creationId="{8E77ED74-1F3F-5143-5E07-A03F0349A464}"/>
          </ac:spMkLst>
        </pc:spChg>
        <pc:spChg chg="add mod">
          <ac:chgData name="Bhowmik, Sayan" userId="2b51cadb-156e-4c9a-99fc-6d2138739850" providerId="ADAL" clId="{7D4EAC93-E3FB-4FF7-B8AF-6BD5FAC2BB4F}" dt="2024-10-06T04:36:33.337" v="4293" actId="1076"/>
          <ac:spMkLst>
            <pc:docMk/>
            <pc:sldMk cId="2075902302" sldId="324"/>
            <ac:spMk id="40" creationId="{491EB277-A189-86CD-C004-A28F97227318}"/>
          </ac:spMkLst>
        </pc:spChg>
        <pc:spChg chg="add mod">
          <ac:chgData name="Bhowmik, Sayan" userId="2b51cadb-156e-4c9a-99fc-6d2138739850" providerId="ADAL" clId="{7D4EAC93-E3FB-4FF7-B8AF-6BD5FAC2BB4F}" dt="2024-10-07T03:05:45.758" v="5864" actId="20577"/>
          <ac:spMkLst>
            <pc:docMk/>
            <pc:sldMk cId="2075902302" sldId="324"/>
            <ac:spMk id="41" creationId="{E47814A0-8B74-A7C9-9450-58FDF1FA2992}"/>
          </ac:spMkLst>
        </pc:spChg>
        <pc:spChg chg="add mod">
          <ac:chgData name="Bhowmik, Sayan" userId="2b51cadb-156e-4c9a-99fc-6d2138739850" providerId="ADAL" clId="{7D4EAC93-E3FB-4FF7-B8AF-6BD5FAC2BB4F}" dt="2024-10-06T04:41:12.144" v="4463" actId="20577"/>
          <ac:spMkLst>
            <pc:docMk/>
            <pc:sldMk cId="2075902302" sldId="324"/>
            <ac:spMk id="42" creationId="{F95D8E8A-5C5C-07D9-4215-AD8B88A17BF0}"/>
          </ac:spMkLst>
        </pc:spChg>
        <pc:picChg chg="add del mod modCrop">
          <ac:chgData name="Bhowmik, Sayan" userId="2b51cadb-156e-4c9a-99fc-6d2138739850" providerId="ADAL" clId="{7D4EAC93-E3FB-4FF7-B8AF-6BD5FAC2BB4F}" dt="2024-10-06T04:00:59.996" v="3505" actId="478"/>
          <ac:picMkLst>
            <pc:docMk/>
            <pc:sldMk cId="2075902302" sldId="324"/>
            <ac:picMk id="5" creationId="{5F3E587F-FE08-67CE-E9F6-C0685D00FD99}"/>
          </ac:picMkLst>
        </pc:picChg>
        <pc:picChg chg="add mod modCrop">
          <ac:chgData name="Bhowmik, Sayan" userId="2b51cadb-156e-4c9a-99fc-6d2138739850" providerId="ADAL" clId="{7D4EAC93-E3FB-4FF7-B8AF-6BD5FAC2BB4F}" dt="2024-10-06T04:30:44.504" v="4203" actId="1076"/>
          <ac:picMkLst>
            <pc:docMk/>
            <pc:sldMk cId="2075902302" sldId="324"/>
            <ac:picMk id="21" creationId="{C6B7C45A-E0A4-095D-0601-F914CB13DC9E}"/>
          </ac:picMkLst>
        </pc:picChg>
        <pc:picChg chg="add mod modCrop">
          <ac:chgData name="Bhowmik, Sayan" userId="2b51cadb-156e-4c9a-99fc-6d2138739850" providerId="ADAL" clId="{7D4EAC93-E3FB-4FF7-B8AF-6BD5FAC2BB4F}" dt="2024-10-06T04:31:32.297" v="4212" actId="1076"/>
          <ac:picMkLst>
            <pc:docMk/>
            <pc:sldMk cId="2075902302" sldId="324"/>
            <ac:picMk id="23" creationId="{3E18E995-6F33-3CDF-2DB1-7A7877F66DDE}"/>
          </ac:picMkLst>
        </pc:picChg>
        <pc:picChg chg="add mod modCrop">
          <ac:chgData name="Bhowmik, Sayan" userId="2b51cadb-156e-4c9a-99fc-6d2138739850" providerId="ADAL" clId="{7D4EAC93-E3FB-4FF7-B8AF-6BD5FAC2BB4F}" dt="2024-10-06T04:33:21.303" v="4221" actId="1076"/>
          <ac:picMkLst>
            <pc:docMk/>
            <pc:sldMk cId="2075902302" sldId="324"/>
            <ac:picMk id="25" creationId="{EFABD10A-8224-2796-4849-7CB66434A550}"/>
          </ac:picMkLst>
        </pc:picChg>
        <pc:picChg chg="add mod modCrop">
          <ac:chgData name="Bhowmik, Sayan" userId="2b51cadb-156e-4c9a-99fc-6d2138739850" providerId="ADAL" clId="{7D4EAC93-E3FB-4FF7-B8AF-6BD5FAC2BB4F}" dt="2024-10-06T04:34:18.259" v="4230" actId="1076"/>
          <ac:picMkLst>
            <pc:docMk/>
            <pc:sldMk cId="2075902302" sldId="324"/>
            <ac:picMk id="27" creationId="{353BBE64-6FF7-E759-CB4D-CFBA465FD5C1}"/>
          </ac:picMkLst>
        </pc:picChg>
        <pc:cxnChg chg="add mod">
          <ac:chgData name="Bhowmik, Sayan" userId="2b51cadb-156e-4c9a-99fc-6d2138739850" providerId="ADAL" clId="{7D4EAC93-E3FB-4FF7-B8AF-6BD5FAC2BB4F}" dt="2024-10-06T04:10:02.505" v="3681" actId="13822"/>
          <ac:cxnSpMkLst>
            <pc:docMk/>
            <pc:sldMk cId="2075902302" sldId="324"/>
            <ac:cxnSpMk id="16" creationId="{478B7EF6-368F-7EA0-488A-620630F776A6}"/>
          </ac:cxnSpMkLst>
        </pc:cxnChg>
        <pc:cxnChg chg="add mod">
          <ac:chgData name="Bhowmik, Sayan" userId="2b51cadb-156e-4c9a-99fc-6d2138739850" providerId="ADAL" clId="{7D4EAC93-E3FB-4FF7-B8AF-6BD5FAC2BB4F}" dt="2024-10-06T04:34:26.247" v="4232" actId="13822"/>
          <ac:cxnSpMkLst>
            <pc:docMk/>
            <pc:sldMk cId="2075902302" sldId="324"/>
            <ac:cxnSpMk id="29" creationId="{470A37BE-2196-423D-2789-4E9D12B77146}"/>
          </ac:cxnSpMkLst>
        </pc:cxnChg>
        <pc:cxnChg chg="add mod">
          <ac:chgData name="Bhowmik, Sayan" userId="2b51cadb-156e-4c9a-99fc-6d2138739850" providerId="ADAL" clId="{7D4EAC93-E3FB-4FF7-B8AF-6BD5FAC2BB4F}" dt="2024-10-06T04:34:37.442" v="4234" actId="13822"/>
          <ac:cxnSpMkLst>
            <pc:docMk/>
            <pc:sldMk cId="2075902302" sldId="324"/>
            <ac:cxnSpMk id="31" creationId="{098496E2-BA76-33AB-1DF6-223FD776CE13}"/>
          </ac:cxnSpMkLst>
        </pc:cxnChg>
        <pc:cxnChg chg="add mod">
          <ac:chgData name="Bhowmik, Sayan" userId="2b51cadb-156e-4c9a-99fc-6d2138739850" providerId="ADAL" clId="{7D4EAC93-E3FB-4FF7-B8AF-6BD5FAC2BB4F}" dt="2024-10-06T04:34:45.285" v="4236" actId="13822"/>
          <ac:cxnSpMkLst>
            <pc:docMk/>
            <pc:sldMk cId="2075902302" sldId="324"/>
            <ac:cxnSpMk id="33" creationId="{0075C933-9D87-2DA1-3D74-3E4CA3FD166E}"/>
          </ac:cxnSpMkLst>
        </pc:cxnChg>
        <pc:cxnChg chg="add mod">
          <ac:chgData name="Bhowmik, Sayan" userId="2b51cadb-156e-4c9a-99fc-6d2138739850" providerId="ADAL" clId="{7D4EAC93-E3FB-4FF7-B8AF-6BD5FAC2BB4F}" dt="2024-10-06T04:36:20.107" v="4291" actId="13822"/>
          <ac:cxnSpMkLst>
            <pc:docMk/>
            <pc:sldMk cId="2075902302" sldId="324"/>
            <ac:cxnSpMk id="39" creationId="{532382B7-8198-1565-4C27-2DDD46F92F11}"/>
          </ac:cxnSpMkLst>
        </pc:cxnChg>
      </pc:sldChg>
      <pc:sldChg chg="addSp delSp modSp new mod modTransition modAnim">
        <pc:chgData name="Bhowmik, Sayan" userId="2b51cadb-156e-4c9a-99fc-6d2138739850" providerId="ADAL" clId="{7D4EAC93-E3FB-4FF7-B8AF-6BD5FAC2BB4F}" dt="2024-10-09T00:54:22.861" v="16159"/>
        <pc:sldMkLst>
          <pc:docMk/>
          <pc:sldMk cId="268997427" sldId="325"/>
        </pc:sldMkLst>
        <pc:spChg chg="del">
          <ac:chgData name="Bhowmik, Sayan" userId="2b51cadb-156e-4c9a-99fc-6d2138739850" providerId="ADAL" clId="{7D4EAC93-E3FB-4FF7-B8AF-6BD5FAC2BB4F}" dt="2024-10-06T04:44:48.842" v="4467" actId="478"/>
          <ac:spMkLst>
            <pc:docMk/>
            <pc:sldMk cId="268997427" sldId="325"/>
            <ac:spMk id="2" creationId="{15272221-00BA-3016-363E-E62ADED0EECB}"/>
          </ac:spMkLst>
        </pc:spChg>
        <pc:spChg chg="add mod">
          <ac:chgData name="Bhowmik, Sayan" userId="2b51cadb-156e-4c9a-99fc-6d2138739850" providerId="ADAL" clId="{7D4EAC93-E3FB-4FF7-B8AF-6BD5FAC2BB4F}" dt="2024-10-07T03:14:38.670" v="5932" actId="115"/>
          <ac:spMkLst>
            <pc:docMk/>
            <pc:sldMk cId="268997427" sldId="325"/>
            <ac:spMk id="2" creationId="{20D9D364-9483-C9AA-C27D-5967C077DE91}"/>
          </ac:spMkLst>
        </pc:spChg>
        <pc:spChg chg="add mod">
          <ac:chgData name="Bhowmik, Sayan" userId="2b51cadb-156e-4c9a-99fc-6d2138739850" providerId="ADAL" clId="{7D4EAC93-E3FB-4FF7-B8AF-6BD5FAC2BB4F}" dt="2024-10-06T04:45:04.165" v="4500" actId="20577"/>
          <ac:spMkLst>
            <pc:docMk/>
            <pc:sldMk cId="268997427" sldId="325"/>
            <ac:spMk id="3" creationId="{E9F0FC4D-E6CC-2532-E679-62D1275F676B}"/>
          </ac:spMkLst>
        </pc:spChg>
        <pc:spChg chg="add mod">
          <ac:chgData name="Bhowmik, Sayan" userId="2b51cadb-156e-4c9a-99fc-6d2138739850" providerId="ADAL" clId="{7D4EAC93-E3FB-4FF7-B8AF-6BD5FAC2BB4F}" dt="2024-10-07T02:43:37.454" v="5454" actId="1035"/>
          <ac:spMkLst>
            <pc:docMk/>
            <pc:sldMk cId="268997427" sldId="325"/>
            <ac:spMk id="4" creationId="{7CD5BD93-6C6D-4F47-B6A5-D699641053C7}"/>
          </ac:spMkLst>
        </pc:spChg>
        <pc:spChg chg="add mod">
          <ac:chgData name="Bhowmik, Sayan" userId="2b51cadb-156e-4c9a-99fc-6d2138739850" providerId="ADAL" clId="{7D4EAC93-E3FB-4FF7-B8AF-6BD5FAC2BB4F}" dt="2024-10-07T02:43:37.454" v="5454" actId="1035"/>
          <ac:spMkLst>
            <pc:docMk/>
            <pc:sldMk cId="268997427" sldId="325"/>
            <ac:spMk id="5" creationId="{1CA2DF79-F980-FC14-E371-20F688109663}"/>
          </ac:spMkLst>
        </pc:spChg>
        <pc:spChg chg="add mod">
          <ac:chgData name="Bhowmik, Sayan" userId="2b51cadb-156e-4c9a-99fc-6d2138739850" providerId="ADAL" clId="{7D4EAC93-E3FB-4FF7-B8AF-6BD5FAC2BB4F}" dt="2024-10-07T02:45:51.588" v="5523" actId="20577"/>
          <ac:spMkLst>
            <pc:docMk/>
            <pc:sldMk cId="268997427" sldId="325"/>
            <ac:spMk id="7" creationId="{2B13AA1D-DBE0-4A81-9292-BA5EF8BC003B}"/>
          </ac:spMkLst>
        </pc:spChg>
        <pc:spChg chg="add mod">
          <ac:chgData name="Bhowmik, Sayan" userId="2b51cadb-156e-4c9a-99fc-6d2138739850" providerId="ADAL" clId="{7D4EAC93-E3FB-4FF7-B8AF-6BD5FAC2BB4F}" dt="2024-10-07T02:45:09.694" v="5519" actId="207"/>
          <ac:spMkLst>
            <pc:docMk/>
            <pc:sldMk cId="268997427" sldId="325"/>
            <ac:spMk id="10" creationId="{19814F28-D6CB-5D49-F22E-5AB2BCE55D6B}"/>
          </ac:spMkLst>
        </pc:spChg>
        <pc:spChg chg="add mod">
          <ac:chgData name="Bhowmik, Sayan" userId="2b51cadb-156e-4c9a-99fc-6d2138739850" providerId="ADAL" clId="{7D4EAC93-E3FB-4FF7-B8AF-6BD5FAC2BB4F}" dt="2024-10-07T02:46:51.060" v="5561" actId="1076"/>
          <ac:spMkLst>
            <pc:docMk/>
            <pc:sldMk cId="268997427" sldId="325"/>
            <ac:spMk id="11" creationId="{96A2652D-EC68-ED2E-61C6-AC1A2983875E}"/>
          </ac:spMkLst>
        </pc:spChg>
        <pc:spChg chg="add mod">
          <ac:chgData name="Bhowmik, Sayan" userId="2b51cadb-156e-4c9a-99fc-6d2138739850" providerId="ADAL" clId="{7D4EAC93-E3FB-4FF7-B8AF-6BD5FAC2BB4F}" dt="2024-10-07T03:07:42.227" v="5931" actId="20577"/>
          <ac:spMkLst>
            <pc:docMk/>
            <pc:sldMk cId="268997427" sldId="325"/>
            <ac:spMk id="12" creationId="{27948251-46F7-686F-C9A2-8F93D54AB1F3}"/>
          </ac:spMkLst>
        </pc:spChg>
        <pc:spChg chg="add mod">
          <ac:chgData name="Bhowmik, Sayan" userId="2b51cadb-156e-4c9a-99fc-6d2138739850" providerId="ADAL" clId="{7D4EAC93-E3FB-4FF7-B8AF-6BD5FAC2BB4F}" dt="2024-10-07T03:05:59.237" v="5866"/>
          <ac:spMkLst>
            <pc:docMk/>
            <pc:sldMk cId="268997427" sldId="325"/>
            <ac:spMk id="13" creationId="{548012CC-BA55-D24C-BE7C-70E5FC312582}"/>
          </ac:spMkLst>
        </pc:spChg>
        <pc:spChg chg="add mod">
          <ac:chgData name="Bhowmik, Sayan" userId="2b51cadb-156e-4c9a-99fc-6d2138739850" providerId="ADAL" clId="{7D4EAC93-E3FB-4FF7-B8AF-6BD5FAC2BB4F}" dt="2024-10-07T03:05:04.119" v="5855"/>
          <ac:spMkLst>
            <pc:docMk/>
            <pc:sldMk cId="268997427" sldId="325"/>
            <ac:spMk id="14" creationId="{6AC756D9-CEE3-C0B3-8983-6C0BEACD4E4C}"/>
          </ac:spMkLst>
        </pc:spChg>
        <pc:cxnChg chg="add mod">
          <ac:chgData name="Bhowmik, Sayan" userId="2b51cadb-156e-4c9a-99fc-6d2138739850" providerId="ADAL" clId="{7D4EAC93-E3FB-4FF7-B8AF-6BD5FAC2BB4F}" dt="2024-10-07T02:44:04.248" v="5456" actId="208"/>
          <ac:cxnSpMkLst>
            <pc:docMk/>
            <pc:sldMk cId="268997427" sldId="325"/>
            <ac:cxnSpMk id="9" creationId="{918D17F6-906A-9B04-6091-A9362162DFFE}"/>
          </ac:cxnSpMkLst>
        </pc:cxnChg>
      </pc:sldChg>
      <pc:sldChg chg="addSp delSp modSp new mod modTransition modAnim">
        <pc:chgData name="Bhowmik, Sayan" userId="2b51cadb-156e-4c9a-99fc-6d2138739850" providerId="ADAL" clId="{7D4EAC93-E3FB-4FF7-B8AF-6BD5FAC2BB4F}" dt="2024-10-09T00:55:50.519" v="16166" actId="207"/>
        <pc:sldMkLst>
          <pc:docMk/>
          <pc:sldMk cId="2519722738" sldId="326"/>
        </pc:sldMkLst>
        <pc:spChg chg="del">
          <ac:chgData name="Bhowmik, Sayan" userId="2b51cadb-156e-4c9a-99fc-6d2138739850" providerId="ADAL" clId="{7D4EAC93-E3FB-4FF7-B8AF-6BD5FAC2BB4F}" dt="2024-10-07T03:19:14.381" v="5934" actId="478"/>
          <ac:spMkLst>
            <pc:docMk/>
            <pc:sldMk cId="2519722738" sldId="326"/>
            <ac:spMk id="2" creationId="{2349CCBE-6DB1-146A-CA4A-464D5A65BB53}"/>
          </ac:spMkLst>
        </pc:spChg>
        <pc:spChg chg="add del mod">
          <ac:chgData name="Bhowmik, Sayan" userId="2b51cadb-156e-4c9a-99fc-6d2138739850" providerId="ADAL" clId="{7D4EAC93-E3FB-4FF7-B8AF-6BD5FAC2BB4F}" dt="2024-10-07T04:02:46.457" v="6876" actId="478"/>
          <ac:spMkLst>
            <pc:docMk/>
            <pc:sldMk cId="2519722738" sldId="326"/>
            <ac:spMk id="3" creationId="{ED57EA3D-27D2-79C4-3E6E-7EBBC810617C}"/>
          </ac:spMkLst>
        </pc:spChg>
        <pc:spChg chg="add mod">
          <ac:chgData name="Bhowmik, Sayan" userId="2b51cadb-156e-4c9a-99fc-6d2138739850" providerId="ADAL" clId="{7D4EAC93-E3FB-4FF7-B8AF-6BD5FAC2BB4F}" dt="2024-10-09T00:55:50.519" v="16166" actId="207"/>
          <ac:spMkLst>
            <pc:docMk/>
            <pc:sldMk cId="2519722738" sldId="326"/>
            <ac:spMk id="4" creationId="{448FB2AF-AD44-4F32-76A8-FF313887E60F}"/>
          </ac:spMkLst>
        </pc:spChg>
        <pc:spChg chg="add mod">
          <ac:chgData name="Bhowmik, Sayan" userId="2b51cadb-156e-4c9a-99fc-6d2138739850" providerId="ADAL" clId="{7D4EAC93-E3FB-4FF7-B8AF-6BD5FAC2BB4F}" dt="2024-10-07T04:02:52.110" v="6878" actId="14100"/>
          <ac:spMkLst>
            <pc:docMk/>
            <pc:sldMk cId="2519722738" sldId="326"/>
            <ac:spMk id="8" creationId="{6899B768-2B89-6A55-72C6-A3F6199B96EA}"/>
          </ac:spMkLst>
        </pc:spChg>
        <pc:spChg chg="add mod">
          <ac:chgData name="Bhowmik, Sayan" userId="2b51cadb-156e-4c9a-99fc-6d2138739850" providerId="ADAL" clId="{7D4EAC93-E3FB-4FF7-B8AF-6BD5FAC2BB4F}" dt="2024-10-07T04:08:25.523" v="7059" actId="20577"/>
          <ac:spMkLst>
            <pc:docMk/>
            <pc:sldMk cId="2519722738" sldId="326"/>
            <ac:spMk id="11" creationId="{B199E5C8-7414-0A36-B06D-5BFE1B383FD7}"/>
          </ac:spMkLst>
        </pc:spChg>
        <pc:spChg chg="add mod">
          <ac:chgData name="Bhowmik, Sayan" userId="2b51cadb-156e-4c9a-99fc-6d2138739850" providerId="ADAL" clId="{7D4EAC93-E3FB-4FF7-B8AF-6BD5FAC2BB4F}" dt="2024-10-07T04:14:22.519" v="7178" actId="1076"/>
          <ac:spMkLst>
            <pc:docMk/>
            <pc:sldMk cId="2519722738" sldId="326"/>
            <ac:spMk id="12" creationId="{B47CF8CB-F113-D3F9-5F16-6E1D49105710}"/>
          </ac:spMkLst>
        </pc:spChg>
        <pc:spChg chg="add mod">
          <ac:chgData name="Bhowmik, Sayan" userId="2b51cadb-156e-4c9a-99fc-6d2138739850" providerId="ADAL" clId="{7D4EAC93-E3FB-4FF7-B8AF-6BD5FAC2BB4F}" dt="2024-10-07T04:24:06.348" v="7318" actId="1076"/>
          <ac:spMkLst>
            <pc:docMk/>
            <pc:sldMk cId="2519722738" sldId="326"/>
            <ac:spMk id="13" creationId="{D072ED4A-59FA-33A3-0C09-149CE24393F7}"/>
          </ac:spMkLst>
        </pc:spChg>
        <pc:spChg chg="add mod">
          <ac:chgData name="Bhowmik, Sayan" userId="2b51cadb-156e-4c9a-99fc-6d2138739850" providerId="ADAL" clId="{7D4EAC93-E3FB-4FF7-B8AF-6BD5FAC2BB4F}" dt="2024-10-07T04:27:46.522" v="7377" actId="1076"/>
          <ac:spMkLst>
            <pc:docMk/>
            <pc:sldMk cId="2519722738" sldId="326"/>
            <ac:spMk id="14" creationId="{7DD168D1-7479-E2E6-1FDD-A191D505B07C}"/>
          </ac:spMkLst>
        </pc:spChg>
        <pc:picChg chg="add mod">
          <ac:chgData name="Bhowmik, Sayan" userId="2b51cadb-156e-4c9a-99fc-6d2138739850" providerId="ADAL" clId="{7D4EAC93-E3FB-4FF7-B8AF-6BD5FAC2BB4F}" dt="2024-10-07T04:14:28.918" v="7180" actId="1076"/>
          <ac:picMkLst>
            <pc:docMk/>
            <pc:sldMk cId="2519722738" sldId="326"/>
            <ac:picMk id="6" creationId="{CDE09BB6-BBE0-6B77-EA7C-B2C8916B4B1A}"/>
          </ac:picMkLst>
        </pc:picChg>
        <pc:picChg chg="add mod">
          <ac:chgData name="Bhowmik, Sayan" userId="2b51cadb-156e-4c9a-99fc-6d2138739850" providerId="ADAL" clId="{7D4EAC93-E3FB-4FF7-B8AF-6BD5FAC2BB4F}" dt="2024-10-07T04:22:38.463" v="7255" actId="1076"/>
          <ac:picMkLst>
            <pc:docMk/>
            <pc:sldMk cId="2519722738" sldId="326"/>
            <ac:picMk id="10" creationId="{41346976-F120-7A7A-D945-C0741F75B59A}"/>
          </ac:picMkLst>
        </pc:picChg>
        <pc:cxnChg chg="add mod">
          <ac:chgData name="Bhowmik, Sayan" userId="2b51cadb-156e-4c9a-99fc-6d2138739850" providerId="ADAL" clId="{7D4EAC93-E3FB-4FF7-B8AF-6BD5FAC2BB4F}" dt="2024-10-07T04:27:40.307" v="7376" actId="13822"/>
          <ac:cxnSpMkLst>
            <pc:docMk/>
            <pc:sldMk cId="2519722738" sldId="326"/>
            <ac:cxnSpMk id="16" creationId="{AFA149C7-2916-B63C-CE2A-FB1C7F88E55A}"/>
          </ac:cxnSpMkLst>
        </pc:cxnChg>
      </pc:sldChg>
      <pc:sldChg chg="modSp add mod">
        <pc:chgData name="Bhowmik, Sayan" userId="2b51cadb-156e-4c9a-99fc-6d2138739850" providerId="ADAL" clId="{7D4EAC93-E3FB-4FF7-B8AF-6BD5FAC2BB4F}" dt="2024-10-08T03:35:49.091" v="9315" actId="20577"/>
        <pc:sldMkLst>
          <pc:docMk/>
          <pc:sldMk cId="2269210841" sldId="327"/>
        </pc:sldMkLst>
        <pc:spChg chg="mod">
          <ac:chgData name="Bhowmik, Sayan" userId="2b51cadb-156e-4c9a-99fc-6d2138739850" providerId="ADAL" clId="{7D4EAC93-E3FB-4FF7-B8AF-6BD5FAC2BB4F}" dt="2024-10-08T03:35:49.091" v="9315" actId="20577"/>
          <ac:spMkLst>
            <pc:docMk/>
            <pc:sldMk cId="2269210841" sldId="327"/>
            <ac:spMk id="3" creationId="{54B9CEDF-66F4-D04D-3CFA-2BFEA2B014E7}"/>
          </ac:spMkLst>
        </pc:spChg>
      </pc:sldChg>
      <pc:sldChg chg="addSp delSp modSp new mod">
        <pc:chgData name="Bhowmik, Sayan" userId="2b51cadb-156e-4c9a-99fc-6d2138739850" providerId="ADAL" clId="{7D4EAC93-E3FB-4FF7-B8AF-6BD5FAC2BB4F}" dt="2024-10-08T02:46:44.718" v="8344" actId="20577"/>
        <pc:sldMkLst>
          <pc:docMk/>
          <pc:sldMk cId="370673055" sldId="328"/>
        </pc:sldMkLst>
        <pc:spChg chg="mod">
          <ac:chgData name="Bhowmik, Sayan" userId="2b51cadb-156e-4c9a-99fc-6d2138739850" providerId="ADAL" clId="{7D4EAC93-E3FB-4FF7-B8AF-6BD5FAC2BB4F}" dt="2024-10-08T01:59:19.677" v="7406" actId="14100"/>
          <ac:spMkLst>
            <pc:docMk/>
            <pc:sldMk cId="370673055" sldId="328"/>
            <ac:spMk id="2" creationId="{A75B4B08-7344-2653-AE30-002992264069}"/>
          </ac:spMkLst>
        </pc:spChg>
        <pc:spChg chg="del">
          <ac:chgData name="Bhowmik, Sayan" userId="2b51cadb-156e-4c9a-99fc-6d2138739850" providerId="ADAL" clId="{7D4EAC93-E3FB-4FF7-B8AF-6BD5FAC2BB4F}" dt="2024-10-08T01:38:52.599" v="7379" actId="478"/>
          <ac:spMkLst>
            <pc:docMk/>
            <pc:sldMk cId="370673055" sldId="328"/>
            <ac:spMk id="3" creationId="{D18BBB06-6712-D124-DF5C-E82FE7D9A1B0}"/>
          </ac:spMkLst>
        </pc:spChg>
        <pc:spChg chg="add mod">
          <ac:chgData name="Bhowmik, Sayan" userId="2b51cadb-156e-4c9a-99fc-6d2138739850" providerId="ADAL" clId="{7D4EAC93-E3FB-4FF7-B8AF-6BD5FAC2BB4F}" dt="2024-10-08T02:19:17.676" v="7985" actId="1076"/>
          <ac:spMkLst>
            <pc:docMk/>
            <pc:sldMk cId="370673055" sldId="328"/>
            <ac:spMk id="21" creationId="{728F4A94-8BCF-CC33-4CB5-AC51C6CE49EC}"/>
          </ac:spMkLst>
        </pc:spChg>
        <pc:spChg chg="add mod">
          <ac:chgData name="Bhowmik, Sayan" userId="2b51cadb-156e-4c9a-99fc-6d2138739850" providerId="ADAL" clId="{7D4EAC93-E3FB-4FF7-B8AF-6BD5FAC2BB4F}" dt="2024-10-08T02:04:44.202" v="7530" actId="20577"/>
          <ac:spMkLst>
            <pc:docMk/>
            <pc:sldMk cId="370673055" sldId="328"/>
            <ac:spMk id="22" creationId="{36356054-1619-8C92-A776-534E5A35E837}"/>
          </ac:spMkLst>
        </pc:spChg>
        <pc:spChg chg="add mod">
          <ac:chgData name="Bhowmik, Sayan" userId="2b51cadb-156e-4c9a-99fc-6d2138739850" providerId="ADAL" clId="{7D4EAC93-E3FB-4FF7-B8AF-6BD5FAC2BB4F}" dt="2024-10-08T02:04:51.829" v="7532" actId="1076"/>
          <ac:spMkLst>
            <pc:docMk/>
            <pc:sldMk cId="370673055" sldId="328"/>
            <ac:spMk id="23" creationId="{080CAFB7-9FA7-2885-DF9E-C4CC2C76CC3B}"/>
          </ac:spMkLst>
        </pc:spChg>
        <pc:spChg chg="add mod">
          <ac:chgData name="Bhowmik, Sayan" userId="2b51cadb-156e-4c9a-99fc-6d2138739850" providerId="ADAL" clId="{7D4EAC93-E3FB-4FF7-B8AF-6BD5FAC2BB4F}" dt="2024-10-08T02:17:46.686" v="7949" actId="1035"/>
          <ac:spMkLst>
            <pc:docMk/>
            <pc:sldMk cId="370673055" sldId="328"/>
            <ac:spMk id="24" creationId="{5032127F-58A3-2AFE-6E77-2241F035DB98}"/>
          </ac:spMkLst>
        </pc:spChg>
        <pc:spChg chg="add mod">
          <ac:chgData name="Bhowmik, Sayan" userId="2b51cadb-156e-4c9a-99fc-6d2138739850" providerId="ADAL" clId="{7D4EAC93-E3FB-4FF7-B8AF-6BD5FAC2BB4F}" dt="2024-10-08T02:26:14.123" v="8021" actId="1076"/>
          <ac:spMkLst>
            <pc:docMk/>
            <pc:sldMk cId="370673055" sldId="328"/>
            <ac:spMk id="26" creationId="{F209C7DB-6BF0-8679-BED3-430327E44A7F}"/>
          </ac:spMkLst>
        </pc:spChg>
        <pc:spChg chg="add mod">
          <ac:chgData name="Bhowmik, Sayan" userId="2b51cadb-156e-4c9a-99fc-6d2138739850" providerId="ADAL" clId="{7D4EAC93-E3FB-4FF7-B8AF-6BD5FAC2BB4F}" dt="2024-10-08T02:46:44.718" v="8344" actId="20577"/>
          <ac:spMkLst>
            <pc:docMk/>
            <pc:sldMk cId="370673055" sldId="328"/>
            <ac:spMk id="27" creationId="{EC20B585-0E13-DBE2-AE68-25071E92832D}"/>
          </ac:spMkLst>
        </pc:spChg>
        <pc:picChg chg="add mod">
          <ac:chgData name="Bhowmik, Sayan" userId="2b51cadb-156e-4c9a-99fc-6d2138739850" providerId="ADAL" clId="{7D4EAC93-E3FB-4FF7-B8AF-6BD5FAC2BB4F}" dt="2024-10-08T02:03:43.864" v="7513" actId="1038"/>
          <ac:picMkLst>
            <pc:docMk/>
            <pc:sldMk cId="370673055" sldId="328"/>
            <ac:picMk id="5" creationId="{DA2EE872-9945-04C8-A30D-DE6990379562}"/>
          </ac:picMkLst>
        </pc:picChg>
        <pc:picChg chg="add mod">
          <ac:chgData name="Bhowmik, Sayan" userId="2b51cadb-156e-4c9a-99fc-6d2138739850" providerId="ADAL" clId="{7D4EAC93-E3FB-4FF7-B8AF-6BD5FAC2BB4F}" dt="2024-10-08T02:03:43.864" v="7513" actId="1038"/>
          <ac:picMkLst>
            <pc:docMk/>
            <pc:sldMk cId="370673055" sldId="328"/>
            <ac:picMk id="7" creationId="{F16A17D2-1A81-2445-5C0C-D6413A793E4E}"/>
          </ac:picMkLst>
        </pc:picChg>
        <pc:cxnChg chg="add mod">
          <ac:chgData name="Bhowmik, Sayan" userId="2b51cadb-156e-4c9a-99fc-6d2138739850" providerId="ADAL" clId="{7D4EAC93-E3FB-4FF7-B8AF-6BD5FAC2BB4F}" dt="2024-10-08T02:03:43.864" v="7513" actId="1038"/>
          <ac:cxnSpMkLst>
            <pc:docMk/>
            <pc:sldMk cId="370673055" sldId="328"/>
            <ac:cxnSpMk id="9" creationId="{CDA55235-DBD8-5ADF-3609-1841677BC23B}"/>
          </ac:cxnSpMkLst>
        </pc:cxnChg>
        <pc:cxnChg chg="add mod">
          <ac:chgData name="Bhowmik, Sayan" userId="2b51cadb-156e-4c9a-99fc-6d2138739850" providerId="ADAL" clId="{7D4EAC93-E3FB-4FF7-B8AF-6BD5FAC2BB4F}" dt="2024-10-08T02:03:43.864" v="7513" actId="1038"/>
          <ac:cxnSpMkLst>
            <pc:docMk/>
            <pc:sldMk cId="370673055" sldId="328"/>
            <ac:cxnSpMk id="11" creationId="{499F19E0-2D10-B278-3A12-CF416D13B2A1}"/>
          </ac:cxnSpMkLst>
        </pc:cxnChg>
        <pc:cxnChg chg="add mod">
          <ac:chgData name="Bhowmik, Sayan" userId="2b51cadb-156e-4c9a-99fc-6d2138739850" providerId="ADAL" clId="{7D4EAC93-E3FB-4FF7-B8AF-6BD5FAC2BB4F}" dt="2024-10-08T02:03:43.864" v="7513" actId="1038"/>
          <ac:cxnSpMkLst>
            <pc:docMk/>
            <pc:sldMk cId="370673055" sldId="328"/>
            <ac:cxnSpMk id="13" creationId="{C49402A4-6394-C08E-9B12-9149700EFA2A}"/>
          </ac:cxnSpMkLst>
        </pc:cxnChg>
        <pc:cxnChg chg="add mod">
          <ac:chgData name="Bhowmik, Sayan" userId="2b51cadb-156e-4c9a-99fc-6d2138739850" providerId="ADAL" clId="{7D4EAC93-E3FB-4FF7-B8AF-6BD5FAC2BB4F}" dt="2024-10-08T02:03:43.864" v="7513" actId="1038"/>
          <ac:cxnSpMkLst>
            <pc:docMk/>
            <pc:sldMk cId="370673055" sldId="328"/>
            <ac:cxnSpMk id="17" creationId="{824E5A65-E1D8-0D0E-34C6-C3F79A3506D7}"/>
          </ac:cxnSpMkLst>
        </pc:cxnChg>
        <pc:cxnChg chg="add mod">
          <ac:chgData name="Bhowmik, Sayan" userId="2b51cadb-156e-4c9a-99fc-6d2138739850" providerId="ADAL" clId="{7D4EAC93-E3FB-4FF7-B8AF-6BD5FAC2BB4F}" dt="2024-10-08T02:03:43.864" v="7513" actId="1038"/>
          <ac:cxnSpMkLst>
            <pc:docMk/>
            <pc:sldMk cId="370673055" sldId="328"/>
            <ac:cxnSpMk id="19" creationId="{69F3149A-AEBF-EA05-1021-57B48D606F8B}"/>
          </ac:cxnSpMkLst>
        </pc:cxnChg>
      </pc:sldChg>
      <pc:sldChg chg="addSp delSp modSp new mod">
        <pc:chgData name="Bhowmik, Sayan" userId="2b51cadb-156e-4c9a-99fc-6d2138739850" providerId="ADAL" clId="{7D4EAC93-E3FB-4FF7-B8AF-6BD5FAC2BB4F}" dt="2024-10-08T03:25:47.032" v="9313" actId="1076"/>
        <pc:sldMkLst>
          <pc:docMk/>
          <pc:sldMk cId="1522720998" sldId="329"/>
        </pc:sldMkLst>
        <pc:spChg chg="mod">
          <ac:chgData name="Bhowmik, Sayan" userId="2b51cadb-156e-4c9a-99fc-6d2138739850" providerId="ADAL" clId="{7D4EAC93-E3FB-4FF7-B8AF-6BD5FAC2BB4F}" dt="2024-10-08T02:22:08.959" v="8012" actId="20577"/>
          <ac:spMkLst>
            <pc:docMk/>
            <pc:sldMk cId="1522720998" sldId="329"/>
            <ac:spMk id="2" creationId="{2C49C0BA-95DB-5874-90FE-905D7AD9E6F6}"/>
          </ac:spMkLst>
        </pc:spChg>
        <pc:spChg chg="del">
          <ac:chgData name="Bhowmik, Sayan" userId="2b51cadb-156e-4c9a-99fc-6d2138739850" providerId="ADAL" clId="{7D4EAC93-E3FB-4FF7-B8AF-6BD5FAC2BB4F}" dt="2024-10-08T02:20:51.099" v="7987" actId="478"/>
          <ac:spMkLst>
            <pc:docMk/>
            <pc:sldMk cId="1522720998" sldId="329"/>
            <ac:spMk id="3" creationId="{9E04D91B-F566-0827-418A-BE628F11C11B}"/>
          </ac:spMkLst>
        </pc:spChg>
        <pc:spChg chg="add mod">
          <ac:chgData name="Bhowmik, Sayan" userId="2b51cadb-156e-4c9a-99fc-6d2138739850" providerId="ADAL" clId="{7D4EAC93-E3FB-4FF7-B8AF-6BD5FAC2BB4F}" dt="2024-10-08T02:37:19.889" v="8137" actId="1035"/>
          <ac:spMkLst>
            <pc:docMk/>
            <pc:sldMk cId="1522720998" sldId="329"/>
            <ac:spMk id="4" creationId="{DA775E5F-7FA1-9345-DF38-FA5B739EAD21}"/>
          </ac:spMkLst>
        </pc:spChg>
        <pc:spChg chg="add mod">
          <ac:chgData name="Bhowmik, Sayan" userId="2b51cadb-156e-4c9a-99fc-6d2138739850" providerId="ADAL" clId="{7D4EAC93-E3FB-4FF7-B8AF-6BD5FAC2BB4F}" dt="2024-10-08T02:37:19.889" v="8137" actId="1035"/>
          <ac:spMkLst>
            <pc:docMk/>
            <pc:sldMk cId="1522720998" sldId="329"/>
            <ac:spMk id="5" creationId="{938B1FAC-3F8A-FCBA-2EF2-5856E1B26D8F}"/>
          </ac:spMkLst>
        </pc:spChg>
        <pc:spChg chg="add mod">
          <ac:chgData name="Bhowmik, Sayan" userId="2b51cadb-156e-4c9a-99fc-6d2138739850" providerId="ADAL" clId="{7D4EAC93-E3FB-4FF7-B8AF-6BD5FAC2BB4F}" dt="2024-10-08T02:37:19.889" v="8137" actId="1035"/>
          <ac:spMkLst>
            <pc:docMk/>
            <pc:sldMk cId="1522720998" sldId="329"/>
            <ac:spMk id="6" creationId="{B0716D91-6E35-F538-9957-69AB2964268A}"/>
          </ac:spMkLst>
        </pc:spChg>
        <pc:spChg chg="add mod">
          <ac:chgData name="Bhowmik, Sayan" userId="2b51cadb-156e-4c9a-99fc-6d2138739850" providerId="ADAL" clId="{7D4EAC93-E3FB-4FF7-B8AF-6BD5FAC2BB4F}" dt="2024-10-08T02:37:19.889" v="8137" actId="1035"/>
          <ac:spMkLst>
            <pc:docMk/>
            <pc:sldMk cId="1522720998" sldId="329"/>
            <ac:spMk id="7" creationId="{2F81F2E6-3AF6-A494-17EC-D7D8F4C39B49}"/>
          </ac:spMkLst>
        </pc:spChg>
        <pc:spChg chg="add mod">
          <ac:chgData name="Bhowmik, Sayan" userId="2b51cadb-156e-4c9a-99fc-6d2138739850" providerId="ADAL" clId="{7D4EAC93-E3FB-4FF7-B8AF-6BD5FAC2BB4F}" dt="2024-10-08T02:37:19.889" v="8137" actId="1035"/>
          <ac:spMkLst>
            <pc:docMk/>
            <pc:sldMk cId="1522720998" sldId="329"/>
            <ac:spMk id="8" creationId="{A07A22C4-F1BD-0BCF-4A7D-799EFA789E24}"/>
          </ac:spMkLst>
        </pc:spChg>
        <pc:spChg chg="add mod">
          <ac:chgData name="Bhowmik, Sayan" userId="2b51cadb-156e-4c9a-99fc-6d2138739850" providerId="ADAL" clId="{7D4EAC93-E3FB-4FF7-B8AF-6BD5FAC2BB4F}" dt="2024-10-08T02:37:19.889" v="8137" actId="1035"/>
          <ac:spMkLst>
            <pc:docMk/>
            <pc:sldMk cId="1522720998" sldId="329"/>
            <ac:spMk id="9" creationId="{1B71476F-25F6-DC6D-4113-E5B66D71D4B3}"/>
          </ac:spMkLst>
        </pc:spChg>
        <pc:spChg chg="add mod">
          <ac:chgData name="Bhowmik, Sayan" userId="2b51cadb-156e-4c9a-99fc-6d2138739850" providerId="ADAL" clId="{7D4EAC93-E3FB-4FF7-B8AF-6BD5FAC2BB4F}" dt="2024-10-08T02:37:19.889" v="8137" actId="1035"/>
          <ac:spMkLst>
            <pc:docMk/>
            <pc:sldMk cId="1522720998" sldId="329"/>
            <ac:spMk id="13" creationId="{F2070770-7296-CB44-9EF0-7BCBEEF5FCC0}"/>
          </ac:spMkLst>
        </pc:spChg>
        <pc:spChg chg="add mod">
          <ac:chgData name="Bhowmik, Sayan" userId="2b51cadb-156e-4c9a-99fc-6d2138739850" providerId="ADAL" clId="{7D4EAC93-E3FB-4FF7-B8AF-6BD5FAC2BB4F}" dt="2024-10-08T02:39:27.454" v="8158" actId="1076"/>
          <ac:spMkLst>
            <pc:docMk/>
            <pc:sldMk cId="1522720998" sldId="329"/>
            <ac:spMk id="14" creationId="{8343C0AA-3A1B-E802-3E83-C6A008CF093A}"/>
          </ac:spMkLst>
        </pc:spChg>
        <pc:spChg chg="add mod">
          <ac:chgData name="Bhowmik, Sayan" userId="2b51cadb-156e-4c9a-99fc-6d2138739850" providerId="ADAL" clId="{7D4EAC93-E3FB-4FF7-B8AF-6BD5FAC2BB4F}" dt="2024-10-08T02:39:34.230" v="8161" actId="20577"/>
          <ac:spMkLst>
            <pc:docMk/>
            <pc:sldMk cId="1522720998" sldId="329"/>
            <ac:spMk id="15" creationId="{26E7147B-62B9-825A-FBBA-A1884D026BAE}"/>
          </ac:spMkLst>
        </pc:spChg>
        <pc:spChg chg="add mod">
          <ac:chgData name="Bhowmik, Sayan" userId="2b51cadb-156e-4c9a-99fc-6d2138739850" providerId="ADAL" clId="{7D4EAC93-E3FB-4FF7-B8AF-6BD5FAC2BB4F}" dt="2024-10-08T02:46:54.393" v="8350" actId="1035"/>
          <ac:spMkLst>
            <pc:docMk/>
            <pc:sldMk cId="1522720998" sldId="329"/>
            <ac:spMk id="18" creationId="{69C2C8EC-3F0E-3C16-A4A2-A316ED461229}"/>
          </ac:spMkLst>
        </pc:spChg>
        <pc:spChg chg="add mod">
          <ac:chgData name="Bhowmik, Sayan" userId="2b51cadb-156e-4c9a-99fc-6d2138739850" providerId="ADAL" clId="{7D4EAC93-E3FB-4FF7-B8AF-6BD5FAC2BB4F}" dt="2024-10-08T02:44:17.420" v="8224" actId="1076"/>
          <ac:spMkLst>
            <pc:docMk/>
            <pc:sldMk cId="1522720998" sldId="329"/>
            <ac:spMk id="19" creationId="{98FD7A3E-4B2A-02EA-D31D-A0605820B3C3}"/>
          </ac:spMkLst>
        </pc:spChg>
        <pc:spChg chg="add mod">
          <ac:chgData name="Bhowmik, Sayan" userId="2b51cadb-156e-4c9a-99fc-6d2138739850" providerId="ADAL" clId="{7D4EAC93-E3FB-4FF7-B8AF-6BD5FAC2BB4F}" dt="2024-10-08T02:46:59.741" v="8353" actId="1036"/>
          <ac:spMkLst>
            <pc:docMk/>
            <pc:sldMk cId="1522720998" sldId="329"/>
            <ac:spMk id="20" creationId="{A156A9B4-BF22-AA1B-A2B0-14595842F3FE}"/>
          </ac:spMkLst>
        </pc:spChg>
        <pc:spChg chg="add mod">
          <ac:chgData name="Bhowmik, Sayan" userId="2b51cadb-156e-4c9a-99fc-6d2138739850" providerId="ADAL" clId="{7D4EAC93-E3FB-4FF7-B8AF-6BD5FAC2BB4F}" dt="2024-10-08T02:49:32.350" v="8488" actId="20577"/>
          <ac:spMkLst>
            <pc:docMk/>
            <pc:sldMk cId="1522720998" sldId="329"/>
            <ac:spMk id="21" creationId="{AEEA007D-FC66-1AED-6C91-DFABE0CF727D}"/>
          </ac:spMkLst>
        </pc:spChg>
        <pc:spChg chg="add mod">
          <ac:chgData name="Bhowmik, Sayan" userId="2b51cadb-156e-4c9a-99fc-6d2138739850" providerId="ADAL" clId="{7D4EAC93-E3FB-4FF7-B8AF-6BD5FAC2BB4F}" dt="2024-10-08T03:24:18.377" v="9147" actId="1076"/>
          <ac:spMkLst>
            <pc:docMk/>
            <pc:sldMk cId="1522720998" sldId="329"/>
            <ac:spMk id="22" creationId="{622E4875-2928-6BCF-7D84-92FCD0BD1C56}"/>
          </ac:spMkLst>
        </pc:spChg>
        <pc:spChg chg="add mod">
          <ac:chgData name="Bhowmik, Sayan" userId="2b51cadb-156e-4c9a-99fc-6d2138739850" providerId="ADAL" clId="{7D4EAC93-E3FB-4FF7-B8AF-6BD5FAC2BB4F}" dt="2024-10-08T03:25:47.032" v="9313" actId="1076"/>
          <ac:spMkLst>
            <pc:docMk/>
            <pc:sldMk cId="1522720998" sldId="329"/>
            <ac:spMk id="23" creationId="{13579017-1E5B-949C-E66E-C27E204AC9DC}"/>
          </ac:spMkLst>
        </pc:spChg>
        <pc:picChg chg="add mod">
          <ac:chgData name="Bhowmik, Sayan" userId="2b51cadb-156e-4c9a-99fc-6d2138739850" providerId="ADAL" clId="{7D4EAC93-E3FB-4FF7-B8AF-6BD5FAC2BB4F}" dt="2024-10-08T02:46:54.393" v="8350" actId="1035"/>
          <ac:picMkLst>
            <pc:docMk/>
            <pc:sldMk cId="1522720998" sldId="329"/>
            <ac:picMk id="17" creationId="{FEA11710-143E-2C0D-8432-C9543D145997}"/>
          </ac:picMkLst>
        </pc:picChg>
        <pc:cxnChg chg="add mod">
          <ac:chgData name="Bhowmik, Sayan" userId="2b51cadb-156e-4c9a-99fc-6d2138739850" providerId="ADAL" clId="{7D4EAC93-E3FB-4FF7-B8AF-6BD5FAC2BB4F}" dt="2024-10-08T02:37:19.889" v="8137" actId="1035"/>
          <ac:cxnSpMkLst>
            <pc:docMk/>
            <pc:sldMk cId="1522720998" sldId="329"/>
            <ac:cxnSpMk id="11" creationId="{9AF67277-B9B1-869B-6234-44C4D3818240}"/>
          </ac:cxnSpMkLst>
        </pc:cxnChg>
      </pc:sldChg>
      <pc:sldChg chg="addSp delSp modSp new mod">
        <pc:chgData name="Bhowmik, Sayan" userId="2b51cadb-156e-4c9a-99fc-6d2138739850" providerId="ADAL" clId="{7D4EAC93-E3FB-4FF7-B8AF-6BD5FAC2BB4F}" dt="2024-10-08T03:18:53.725" v="9110"/>
        <pc:sldMkLst>
          <pc:docMk/>
          <pc:sldMk cId="1883083451" sldId="330"/>
        </pc:sldMkLst>
        <pc:spChg chg="mod">
          <ac:chgData name="Bhowmik, Sayan" userId="2b51cadb-156e-4c9a-99fc-6d2138739850" providerId="ADAL" clId="{7D4EAC93-E3FB-4FF7-B8AF-6BD5FAC2BB4F}" dt="2024-10-08T02:53:11.086" v="8508" actId="27636"/>
          <ac:spMkLst>
            <pc:docMk/>
            <pc:sldMk cId="1883083451" sldId="330"/>
            <ac:spMk id="2" creationId="{C9186325-49B2-A89B-48CB-D9718EFEF39F}"/>
          </ac:spMkLst>
        </pc:spChg>
        <pc:spChg chg="del">
          <ac:chgData name="Bhowmik, Sayan" userId="2b51cadb-156e-4c9a-99fc-6d2138739850" providerId="ADAL" clId="{7D4EAC93-E3FB-4FF7-B8AF-6BD5FAC2BB4F}" dt="2024-10-08T02:52:53.877" v="8490" actId="478"/>
          <ac:spMkLst>
            <pc:docMk/>
            <pc:sldMk cId="1883083451" sldId="330"/>
            <ac:spMk id="3" creationId="{EBB24F48-F21B-7278-2A5C-A9087A65EA7F}"/>
          </ac:spMkLst>
        </pc:spChg>
        <pc:spChg chg="add mod">
          <ac:chgData name="Bhowmik, Sayan" userId="2b51cadb-156e-4c9a-99fc-6d2138739850" providerId="ADAL" clId="{7D4EAC93-E3FB-4FF7-B8AF-6BD5FAC2BB4F}" dt="2024-10-08T03:18:24.829" v="9109" actId="2710"/>
          <ac:spMkLst>
            <pc:docMk/>
            <pc:sldMk cId="1883083451" sldId="330"/>
            <ac:spMk id="20" creationId="{AB139873-4246-CB65-29BC-31EF0296C210}"/>
          </ac:spMkLst>
        </pc:spChg>
        <pc:spChg chg="add mod">
          <ac:chgData name="Bhowmik, Sayan" userId="2b51cadb-156e-4c9a-99fc-6d2138739850" providerId="ADAL" clId="{7D4EAC93-E3FB-4FF7-B8AF-6BD5FAC2BB4F}" dt="2024-10-08T03:13:58.877" v="8739" actId="1076"/>
          <ac:spMkLst>
            <pc:docMk/>
            <pc:sldMk cId="1883083451" sldId="330"/>
            <ac:spMk id="21" creationId="{9651573C-0AB9-F78B-1DED-931EF88BC1B0}"/>
          </ac:spMkLst>
        </pc:spChg>
        <pc:spChg chg="add mod">
          <ac:chgData name="Bhowmik, Sayan" userId="2b51cadb-156e-4c9a-99fc-6d2138739850" providerId="ADAL" clId="{7D4EAC93-E3FB-4FF7-B8AF-6BD5FAC2BB4F}" dt="2024-10-08T03:14:04.566" v="8741" actId="1076"/>
          <ac:spMkLst>
            <pc:docMk/>
            <pc:sldMk cId="1883083451" sldId="330"/>
            <ac:spMk id="22" creationId="{F05077C7-67A7-0D7F-7860-1A199DA13382}"/>
          </ac:spMkLst>
        </pc:spChg>
        <pc:spChg chg="add mod">
          <ac:chgData name="Bhowmik, Sayan" userId="2b51cadb-156e-4c9a-99fc-6d2138739850" providerId="ADAL" clId="{7D4EAC93-E3FB-4FF7-B8AF-6BD5FAC2BB4F}" dt="2024-10-08T03:14:21.555" v="8785" actId="1038"/>
          <ac:spMkLst>
            <pc:docMk/>
            <pc:sldMk cId="1883083451" sldId="330"/>
            <ac:spMk id="23" creationId="{E1549AAB-7171-9004-9FD2-6383A1EEDA16}"/>
          </ac:spMkLst>
        </pc:spChg>
        <pc:spChg chg="add mod">
          <ac:chgData name="Bhowmik, Sayan" userId="2b51cadb-156e-4c9a-99fc-6d2138739850" providerId="ADAL" clId="{7D4EAC93-E3FB-4FF7-B8AF-6BD5FAC2BB4F}" dt="2024-10-08T03:14:28.946" v="8787" actId="1076"/>
          <ac:spMkLst>
            <pc:docMk/>
            <pc:sldMk cId="1883083451" sldId="330"/>
            <ac:spMk id="24" creationId="{35BEB443-A39B-F1B3-9ED9-8FC5018D3AEA}"/>
          </ac:spMkLst>
        </pc:spChg>
        <pc:spChg chg="add mod">
          <ac:chgData name="Bhowmik, Sayan" userId="2b51cadb-156e-4c9a-99fc-6d2138739850" providerId="ADAL" clId="{7D4EAC93-E3FB-4FF7-B8AF-6BD5FAC2BB4F}" dt="2024-10-08T03:18:53.725" v="9110"/>
          <ac:spMkLst>
            <pc:docMk/>
            <pc:sldMk cId="1883083451" sldId="330"/>
            <ac:spMk id="25" creationId="{04855B8E-F3B0-9F95-4174-29BDB67D1B25}"/>
          </ac:spMkLst>
        </pc:spChg>
        <pc:picChg chg="add del mod">
          <ac:chgData name="Bhowmik, Sayan" userId="2b51cadb-156e-4c9a-99fc-6d2138739850" providerId="ADAL" clId="{7D4EAC93-E3FB-4FF7-B8AF-6BD5FAC2BB4F}" dt="2024-10-08T03:00:47.846" v="8532" actId="478"/>
          <ac:picMkLst>
            <pc:docMk/>
            <pc:sldMk cId="1883083451" sldId="330"/>
            <ac:picMk id="5" creationId="{89FAF551-1CC8-F4A0-E9DA-303623E42A05}"/>
          </ac:picMkLst>
        </pc:picChg>
        <pc:picChg chg="add del mod">
          <ac:chgData name="Bhowmik, Sayan" userId="2b51cadb-156e-4c9a-99fc-6d2138739850" providerId="ADAL" clId="{7D4EAC93-E3FB-4FF7-B8AF-6BD5FAC2BB4F}" dt="2024-10-08T03:00:47.846" v="8532" actId="478"/>
          <ac:picMkLst>
            <pc:docMk/>
            <pc:sldMk cId="1883083451" sldId="330"/>
            <ac:picMk id="7" creationId="{63E312BB-EC23-2DA4-D083-043A4286F194}"/>
          </ac:picMkLst>
        </pc:picChg>
        <pc:picChg chg="add del mod">
          <ac:chgData name="Bhowmik, Sayan" userId="2b51cadb-156e-4c9a-99fc-6d2138739850" providerId="ADAL" clId="{7D4EAC93-E3FB-4FF7-B8AF-6BD5FAC2BB4F}" dt="2024-10-08T03:00:47.846" v="8532" actId="478"/>
          <ac:picMkLst>
            <pc:docMk/>
            <pc:sldMk cId="1883083451" sldId="330"/>
            <ac:picMk id="9" creationId="{3ADFDDE5-C66C-DBA5-E8C1-F7371219B5D3}"/>
          </ac:picMkLst>
        </pc:picChg>
        <pc:picChg chg="add del mod">
          <ac:chgData name="Bhowmik, Sayan" userId="2b51cadb-156e-4c9a-99fc-6d2138739850" providerId="ADAL" clId="{7D4EAC93-E3FB-4FF7-B8AF-6BD5FAC2BB4F}" dt="2024-10-08T03:00:47.846" v="8532" actId="478"/>
          <ac:picMkLst>
            <pc:docMk/>
            <pc:sldMk cId="1883083451" sldId="330"/>
            <ac:picMk id="11" creationId="{668118C1-07CC-9160-296B-D2CE280FD242}"/>
          </ac:picMkLst>
        </pc:picChg>
        <pc:picChg chg="add mod">
          <ac:chgData name="Bhowmik, Sayan" userId="2b51cadb-156e-4c9a-99fc-6d2138739850" providerId="ADAL" clId="{7D4EAC93-E3FB-4FF7-B8AF-6BD5FAC2BB4F}" dt="2024-10-08T03:02:38.271" v="8567" actId="1035"/>
          <ac:picMkLst>
            <pc:docMk/>
            <pc:sldMk cId="1883083451" sldId="330"/>
            <ac:picMk id="13" creationId="{2E588867-BA87-904D-72CF-75D78AC61576}"/>
          </ac:picMkLst>
        </pc:picChg>
        <pc:picChg chg="add mod">
          <ac:chgData name="Bhowmik, Sayan" userId="2b51cadb-156e-4c9a-99fc-6d2138739850" providerId="ADAL" clId="{7D4EAC93-E3FB-4FF7-B8AF-6BD5FAC2BB4F}" dt="2024-10-08T03:02:38.271" v="8567" actId="1035"/>
          <ac:picMkLst>
            <pc:docMk/>
            <pc:sldMk cId="1883083451" sldId="330"/>
            <ac:picMk id="15" creationId="{1796DA39-8901-3135-6F91-44FB05CEDA58}"/>
          </ac:picMkLst>
        </pc:picChg>
        <pc:picChg chg="add mod">
          <ac:chgData name="Bhowmik, Sayan" userId="2b51cadb-156e-4c9a-99fc-6d2138739850" providerId="ADAL" clId="{7D4EAC93-E3FB-4FF7-B8AF-6BD5FAC2BB4F}" dt="2024-10-08T03:13:48.398" v="8735" actId="1076"/>
          <ac:picMkLst>
            <pc:docMk/>
            <pc:sldMk cId="1883083451" sldId="330"/>
            <ac:picMk id="17" creationId="{4620C960-9641-AFD4-6A82-436DB0C35CFF}"/>
          </ac:picMkLst>
        </pc:picChg>
        <pc:picChg chg="add mod">
          <ac:chgData name="Bhowmik, Sayan" userId="2b51cadb-156e-4c9a-99fc-6d2138739850" providerId="ADAL" clId="{7D4EAC93-E3FB-4FF7-B8AF-6BD5FAC2BB4F}" dt="2024-10-08T03:02:38.271" v="8567" actId="1035"/>
          <ac:picMkLst>
            <pc:docMk/>
            <pc:sldMk cId="1883083451" sldId="330"/>
            <ac:picMk id="19" creationId="{1429E97E-6BD9-5DE7-83FF-2C41E155B875}"/>
          </ac:picMkLst>
        </pc:picChg>
      </pc:sldChg>
      <pc:sldChg chg="modSp add mod">
        <pc:chgData name="Bhowmik, Sayan" userId="2b51cadb-156e-4c9a-99fc-6d2138739850" providerId="ADAL" clId="{7D4EAC93-E3FB-4FF7-B8AF-6BD5FAC2BB4F}" dt="2024-10-08T03:36:04.562" v="9339" actId="20577"/>
        <pc:sldMkLst>
          <pc:docMk/>
          <pc:sldMk cId="2749676519" sldId="331"/>
        </pc:sldMkLst>
        <pc:spChg chg="mod">
          <ac:chgData name="Bhowmik, Sayan" userId="2b51cadb-156e-4c9a-99fc-6d2138739850" providerId="ADAL" clId="{7D4EAC93-E3FB-4FF7-B8AF-6BD5FAC2BB4F}" dt="2024-10-08T03:36:04.562" v="9339" actId="20577"/>
          <ac:spMkLst>
            <pc:docMk/>
            <pc:sldMk cId="2749676519" sldId="331"/>
            <ac:spMk id="3" creationId="{54B9CEDF-66F4-D04D-3CFA-2BFEA2B014E7}"/>
          </ac:spMkLst>
        </pc:spChg>
      </pc:sldChg>
      <pc:sldChg chg="addSp delSp modSp new mod modAnim">
        <pc:chgData name="Bhowmik, Sayan" userId="2b51cadb-156e-4c9a-99fc-6d2138739850" providerId="ADAL" clId="{7D4EAC93-E3FB-4FF7-B8AF-6BD5FAC2BB4F}" dt="2024-10-09T00:56:25.924" v="16169"/>
        <pc:sldMkLst>
          <pc:docMk/>
          <pc:sldMk cId="1105896301" sldId="332"/>
        </pc:sldMkLst>
        <pc:spChg chg="mod">
          <ac:chgData name="Bhowmik, Sayan" userId="2b51cadb-156e-4c9a-99fc-6d2138739850" providerId="ADAL" clId="{7D4EAC93-E3FB-4FF7-B8AF-6BD5FAC2BB4F}" dt="2024-10-08T03:40:35.779" v="9472" actId="20577"/>
          <ac:spMkLst>
            <pc:docMk/>
            <pc:sldMk cId="1105896301" sldId="332"/>
            <ac:spMk id="2" creationId="{02770555-A4D6-201F-4BC9-B53A10EE8B41}"/>
          </ac:spMkLst>
        </pc:spChg>
        <pc:spChg chg="del">
          <ac:chgData name="Bhowmik, Sayan" userId="2b51cadb-156e-4c9a-99fc-6d2138739850" providerId="ADAL" clId="{7D4EAC93-E3FB-4FF7-B8AF-6BD5FAC2BB4F}" dt="2024-10-08T03:36:59.655" v="9341" actId="478"/>
          <ac:spMkLst>
            <pc:docMk/>
            <pc:sldMk cId="1105896301" sldId="332"/>
            <ac:spMk id="3" creationId="{D9B9D43C-A4B4-FAD0-DFE4-3D9728E11BC0}"/>
          </ac:spMkLst>
        </pc:spChg>
        <pc:spChg chg="add mod">
          <ac:chgData name="Bhowmik, Sayan" userId="2b51cadb-156e-4c9a-99fc-6d2138739850" providerId="ADAL" clId="{7D4EAC93-E3FB-4FF7-B8AF-6BD5FAC2BB4F}" dt="2024-10-08T03:43:43.553" v="9598" actId="1036"/>
          <ac:spMkLst>
            <pc:docMk/>
            <pc:sldMk cId="1105896301" sldId="332"/>
            <ac:spMk id="4" creationId="{D8AC5212-7674-F3C6-10E3-2E42F002DAD7}"/>
          </ac:spMkLst>
        </pc:spChg>
        <pc:spChg chg="add mod">
          <ac:chgData name="Bhowmik, Sayan" userId="2b51cadb-156e-4c9a-99fc-6d2138739850" providerId="ADAL" clId="{7D4EAC93-E3FB-4FF7-B8AF-6BD5FAC2BB4F}" dt="2024-10-08T03:43:43.553" v="9598" actId="1036"/>
          <ac:spMkLst>
            <pc:docMk/>
            <pc:sldMk cId="1105896301" sldId="332"/>
            <ac:spMk id="5" creationId="{49BE6226-D028-27B5-9DC3-84748974B037}"/>
          </ac:spMkLst>
        </pc:spChg>
        <pc:spChg chg="add mod">
          <ac:chgData name="Bhowmik, Sayan" userId="2b51cadb-156e-4c9a-99fc-6d2138739850" providerId="ADAL" clId="{7D4EAC93-E3FB-4FF7-B8AF-6BD5FAC2BB4F}" dt="2024-10-08T03:51:52.352" v="9866" actId="20577"/>
          <ac:spMkLst>
            <pc:docMk/>
            <pc:sldMk cId="1105896301" sldId="332"/>
            <ac:spMk id="6" creationId="{0A133A7F-A1F5-E244-3D7D-D333B99E78E9}"/>
          </ac:spMkLst>
        </pc:spChg>
        <pc:spChg chg="add mod">
          <ac:chgData name="Bhowmik, Sayan" userId="2b51cadb-156e-4c9a-99fc-6d2138739850" providerId="ADAL" clId="{7D4EAC93-E3FB-4FF7-B8AF-6BD5FAC2BB4F}" dt="2024-10-08T03:43:43.553" v="9598" actId="1036"/>
          <ac:spMkLst>
            <pc:docMk/>
            <pc:sldMk cId="1105896301" sldId="332"/>
            <ac:spMk id="7" creationId="{4D14F581-FA80-F4FC-3678-CEAF00B9ED37}"/>
          </ac:spMkLst>
        </pc:spChg>
        <pc:spChg chg="add mod">
          <ac:chgData name="Bhowmik, Sayan" userId="2b51cadb-156e-4c9a-99fc-6d2138739850" providerId="ADAL" clId="{7D4EAC93-E3FB-4FF7-B8AF-6BD5FAC2BB4F}" dt="2024-10-08T03:43:43.553" v="9598" actId="1036"/>
          <ac:spMkLst>
            <pc:docMk/>
            <pc:sldMk cId="1105896301" sldId="332"/>
            <ac:spMk id="8" creationId="{DE215004-9BEF-9FA5-49F2-53A573FA3278}"/>
          </ac:spMkLst>
        </pc:spChg>
        <pc:spChg chg="add mod">
          <ac:chgData name="Bhowmik, Sayan" userId="2b51cadb-156e-4c9a-99fc-6d2138739850" providerId="ADAL" clId="{7D4EAC93-E3FB-4FF7-B8AF-6BD5FAC2BB4F}" dt="2024-10-08T03:43:43.553" v="9598" actId="1036"/>
          <ac:spMkLst>
            <pc:docMk/>
            <pc:sldMk cId="1105896301" sldId="332"/>
            <ac:spMk id="9" creationId="{63B47DE5-8F38-9F97-2E50-2A53F1DD8A9B}"/>
          </ac:spMkLst>
        </pc:spChg>
        <pc:spChg chg="add mod">
          <ac:chgData name="Bhowmik, Sayan" userId="2b51cadb-156e-4c9a-99fc-6d2138739850" providerId="ADAL" clId="{7D4EAC93-E3FB-4FF7-B8AF-6BD5FAC2BB4F}" dt="2024-10-08T03:43:43.553" v="9598" actId="1036"/>
          <ac:spMkLst>
            <pc:docMk/>
            <pc:sldMk cId="1105896301" sldId="332"/>
            <ac:spMk id="10" creationId="{E4E24ABA-2E83-914B-F211-DE67ACC272DB}"/>
          </ac:spMkLst>
        </pc:spChg>
        <pc:spChg chg="add mod">
          <ac:chgData name="Bhowmik, Sayan" userId="2b51cadb-156e-4c9a-99fc-6d2138739850" providerId="ADAL" clId="{7D4EAC93-E3FB-4FF7-B8AF-6BD5FAC2BB4F}" dt="2024-10-08T03:43:43.553" v="9598" actId="1036"/>
          <ac:spMkLst>
            <pc:docMk/>
            <pc:sldMk cId="1105896301" sldId="332"/>
            <ac:spMk id="11" creationId="{9D1E166D-DC47-868D-D3FA-9BAC3CBEFABD}"/>
          </ac:spMkLst>
        </pc:spChg>
        <pc:spChg chg="add mod">
          <ac:chgData name="Bhowmik, Sayan" userId="2b51cadb-156e-4c9a-99fc-6d2138739850" providerId="ADAL" clId="{7D4EAC93-E3FB-4FF7-B8AF-6BD5FAC2BB4F}" dt="2024-10-08T03:47:53.847" v="9601" actId="1076"/>
          <ac:spMkLst>
            <pc:docMk/>
            <pc:sldMk cId="1105896301" sldId="332"/>
            <ac:spMk id="12" creationId="{EB2DB1AD-694A-FE60-E8FF-4F3683DFFF0E}"/>
          </ac:spMkLst>
        </pc:spChg>
        <pc:spChg chg="add mod">
          <ac:chgData name="Bhowmik, Sayan" userId="2b51cadb-156e-4c9a-99fc-6d2138739850" providerId="ADAL" clId="{7D4EAC93-E3FB-4FF7-B8AF-6BD5FAC2BB4F}" dt="2024-10-08T03:59:34.823" v="10037" actId="1076"/>
          <ac:spMkLst>
            <pc:docMk/>
            <pc:sldMk cId="1105896301" sldId="332"/>
            <ac:spMk id="13" creationId="{D4718443-E3E7-A407-0368-8FB23990C917}"/>
          </ac:spMkLst>
        </pc:spChg>
        <pc:spChg chg="add mod">
          <ac:chgData name="Bhowmik, Sayan" userId="2b51cadb-156e-4c9a-99fc-6d2138739850" providerId="ADAL" clId="{7D4EAC93-E3FB-4FF7-B8AF-6BD5FAC2BB4F}" dt="2024-10-08T04:06:29.432" v="10315" actId="1037"/>
          <ac:spMkLst>
            <pc:docMk/>
            <pc:sldMk cId="1105896301" sldId="332"/>
            <ac:spMk id="14" creationId="{E118805C-78E7-8C2E-230B-6C7740F4AE85}"/>
          </ac:spMkLst>
        </pc:spChg>
        <pc:spChg chg="add mod">
          <ac:chgData name="Bhowmik, Sayan" userId="2b51cadb-156e-4c9a-99fc-6d2138739850" providerId="ADAL" clId="{7D4EAC93-E3FB-4FF7-B8AF-6BD5FAC2BB4F}" dt="2024-10-08T04:14:14.923" v="10380"/>
          <ac:spMkLst>
            <pc:docMk/>
            <pc:sldMk cId="1105896301" sldId="332"/>
            <ac:spMk id="15" creationId="{59F170B5-C9B7-C022-BB68-E5146CBCFA69}"/>
          </ac:spMkLst>
        </pc:spChg>
        <pc:spChg chg="add mod">
          <ac:chgData name="Bhowmik, Sayan" userId="2b51cadb-156e-4c9a-99fc-6d2138739850" providerId="ADAL" clId="{7D4EAC93-E3FB-4FF7-B8AF-6BD5FAC2BB4F}" dt="2024-10-09T00:49:37.913" v="16138" actId="1035"/>
          <ac:spMkLst>
            <pc:docMk/>
            <pc:sldMk cId="1105896301" sldId="332"/>
            <ac:spMk id="16" creationId="{8B394F90-74BC-323A-F41E-9EAC7A47A71F}"/>
          </ac:spMkLst>
        </pc:spChg>
      </pc:sldChg>
      <pc:sldChg chg="modSp add mod">
        <pc:chgData name="Bhowmik, Sayan" userId="2b51cadb-156e-4c9a-99fc-6d2138739850" providerId="ADAL" clId="{7D4EAC93-E3FB-4FF7-B8AF-6BD5FAC2BB4F}" dt="2024-10-08T12:05:19.890" v="10569" actId="20577"/>
        <pc:sldMkLst>
          <pc:docMk/>
          <pc:sldMk cId="8945767" sldId="333"/>
        </pc:sldMkLst>
        <pc:spChg chg="mod">
          <ac:chgData name="Bhowmik, Sayan" userId="2b51cadb-156e-4c9a-99fc-6d2138739850" providerId="ADAL" clId="{7D4EAC93-E3FB-4FF7-B8AF-6BD5FAC2BB4F}" dt="2024-10-08T12:05:19.890" v="10569" actId="20577"/>
          <ac:spMkLst>
            <pc:docMk/>
            <pc:sldMk cId="8945767" sldId="333"/>
            <ac:spMk id="3" creationId="{54B9CEDF-66F4-D04D-3CFA-2BFEA2B014E7}"/>
          </ac:spMkLst>
        </pc:spChg>
      </pc:sldChg>
      <pc:sldChg chg="addSp delSp modSp new mod">
        <pc:chgData name="Bhowmik, Sayan" userId="2b51cadb-156e-4c9a-99fc-6d2138739850" providerId="ADAL" clId="{7D4EAC93-E3FB-4FF7-B8AF-6BD5FAC2BB4F}" dt="2024-10-08T12:40:36.355" v="11134"/>
        <pc:sldMkLst>
          <pc:docMk/>
          <pc:sldMk cId="1494728714" sldId="334"/>
        </pc:sldMkLst>
        <pc:spChg chg="mod">
          <ac:chgData name="Bhowmik, Sayan" userId="2b51cadb-156e-4c9a-99fc-6d2138739850" providerId="ADAL" clId="{7D4EAC93-E3FB-4FF7-B8AF-6BD5FAC2BB4F}" dt="2024-10-08T12:18:18.129" v="10613" actId="14100"/>
          <ac:spMkLst>
            <pc:docMk/>
            <pc:sldMk cId="1494728714" sldId="334"/>
            <ac:spMk id="2" creationId="{0D5F44FD-78A1-8B13-69A4-164D9A5FE1B4}"/>
          </ac:spMkLst>
        </pc:spChg>
        <pc:spChg chg="del">
          <ac:chgData name="Bhowmik, Sayan" userId="2b51cadb-156e-4c9a-99fc-6d2138739850" providerId="ADAL" clId="{7D4EAC93-E3FB-4FF7-B8AF-6BD5FAC2BB4F}" dt="2024-10-08T12:18:19.921" v="10614" actId="478"/>
          <ac:spMkLst>
            <pc:docMk/>
            <pc:sldMk cId="1494728714" sldId="334"/>
            <ac:spMk id="3" creationId="{DFEAF182-7FE6-A679-576E-EF3AEFD0E4C2}"/>
          </ac:spMkLst>
        </pc:spChg>
        <pc:spChg chg="add mod">
          <ac:chgData name="Bhowmik, Sayan" userId="2b51cadb-156e-4c9a-99fc-6d2138739850" providerId="ADAL" clId="{7D4EAC93-E3FB-4FF7-B8AF-6BD5FAC2BB4F}" dt="2024-10-08T12:40:17.196" v="11133" actId="1035"/>
          <ac:spMkLst>
            <pc:docMk/>
            <pc:sldMk cId="1494728714" sldId="334"/>
            <ac:spMk id="6" creationId="{BCF2D36D-18A3-8D25-0683-FB06B050EB7B}"/>
          </ac:spMkLst>
        </pc:spChg>
        <pc:spChg chg="add mod">
          <ac:chgData name="Bhowmik, Sayan" userId="2b51cadb-156e-4c9a-99fc-6d2138739850" providerId="ADAL" clId="{7D4EAC93-E3FB-4FF7-B8AF-6BD5FAC2BB4F}" dt="2024-10-08T12:40:36.355" v="11134"/>
          <ac:spMkLst>
            <pc:docMk/>
            <pc:sldMk cId="1494728714" sldId="334"/>
            <ac:spMk id="7" creationId="{401BC7E2-A185-2D1C-877B-80779F966FB2}"/>
          </ac:spMkLst>
        </pc:spChg>
        <pc:picChg chg="add mod">
          <ac:chgData name="Bhowmik, Sayan" userId="2b51cadb-156e-4c9a-99fc-6d2138739850" providerId="ADAL" clId="{7D4EAC93-E3FB-4FF7-B8AF-6BD5FAC2BB4F}" dt="2024-10-08T12:21:08.789" v="10657" actId="1035"/>
          <ac:picMkLst>
            <pc:docMk/>
            <pc:sldMk cId="1494728714" sldId="334"/>
            <ac:picMk id="5" creationId="{D78F9E54-D4A9-B118-45E2-164C8E9F00BB}"/>
          </ac:picMkLst>
        </pc:picChg>
      </pc:sldChg>
      <pc:sldChg chg="addSp modSp new mod">
        <pc:chgData name="Bhowmik, Sayan" userId="2b51cadb-156e-4c9a-99fc-6d2138739850" providerId="ADAL" clId="{7D4EAC93-E3FB-4FF7-B8AF-6BD5FAC2BB4F}" dt="2024-10-08T14:22:16.421" v="14770"/>
        <pc:sldMkLst>
          <pc:docMk/>
          <pc:sldMk cId="3712756124" sldId="335"/>
        </pc:sldMkLst>
        <pc:spChg chg="mod">
          <ac:chgData name="Bhowmik, Sayan" userId="2b51cadb-156e-4c9a-99fc-6d2138739850" providerId="ADAL" clId="{7D4EAC93-E3FB-4FF7-B8AF-6BD5FAC2BB4F}" dt="2024-10-08T13:00:43.517" v="11154" actId="14100"/>
          <ac:spMkLst>
            <pc:docMk/>
            <pc:sldMk cId="3712756124" sldId="335"/>
            <ac:spMk id="2" creationId="{85D88F1C-E0A5-B10C-86D9-3331A26328C5}"/>
          </ac:spMkLst>
        </pc:spChg>
        <pc:spChg chg="mod">
          <ac:chgData name="Bhowmik, Sayan" userId="2b51cadb-156e-4c9a-99fc-6d2138739850" providerId="ADAL" clId="{7D4EAC93-E3FB-4FF7-B8AF-6BD5FAC2BB4F}" dt="2024-10-08T13:29:59.105" v="13996" actId="114"/>
          <ac:spMkLst>
            <pc:docMk/>
            <pc:sldMk cId="3712756124" sldId="335"/>
            <ac:spMk id="3" creationId="{083BFD8B-33F2-9066-BD87-2B4774E4E538}"/>
          </ac:spMkLst>
        </pc:spChg>
        <pc:spChg chg="add mod">
          <ac:chgData name="Bhowmik, Sayan" userId="2b51cadb-156e-4c9a-99fc-6d2138739850" providerId="ADAL" clId="{7D4EAC93-E3FB-4FF7-B8AF-6BD5FAC2BB4F}" dt="2024-10-08T14:22:16.421" v="14770"/>
          <ac:spMkLst>
            <pc:docMk/>
            <pc:sldMk cId="3712756124" sldId="335"/>
            <ac:spMk id="4" creationId="{2DFC1469-11F8-51C0-8CFB-E2C4A5265713}"/>
          </ac:spMkLst>
        </pc:spChg>
      </pc:sldChg>
      <pc:sldChg chg="addSp modSp new mod">
        <pc:chgData name="Bhowmik, Sayan" userId="2b51cadb-156e-4c9a-99fc-6d2138739850" providerId="ADAL" clId="{7D4EAC93-E3FB-4FF7-B8AF-6BD5FAC2BB4F}" dt="2024-10-08T14:24:44.315" v="14873" actId="1035"/>
        <pc:sldMkLst>
          <pc:docMk/>
          <pc:sldMk cId="140615170" sldId="336"/>
        </pc:sldMkLst>
        <pc:spChg chg="mod">
          <ac:chgData name="Bhowmik, Sayan" userId="2b51cadb-156e-4c9a-99fc-6d2138739850" providerId="ADAL" clId="{7D4EAC93-E3FB-4FF7-B8AF-6BD5FAC2BB4F}" dt="2024-10-08T14:10:04.168" v="14017" actId="14100"/>
          <ac:spMkLst>
            <pc:docMk/>
            <pc:sldMk cId="140615170" sldId="336"/>
            <ac:spMk id="2" creationId="{DAAD3165-E215-AD9C-BCDF-C26C99A067DC}"/>
          </ac:spMkLst>
        </pc:spChg>
        <pc:spChg chg="mod">
          <ac:chgData name="Bhowmik, Sayan" userId="2b51cadb-156e-4c9a-99fc-6d2138739850" providerId="ADAL" clId="{7D4EAC93-E3FB-4FF7-B8AF-6BD5FAC2BB4F}" dt="2024-10-08T14:21:47.206" v="14756" actId="14100"/>
          <ac:spMkLst>
            <pc:docMk/>
            <pc:sldMk cId="140615170" sldId="336"/>
            <ac:spMk id="3" creationId="{A1150D54-4AAD-9587-7869-D1964CC84E6A}"/>
          </ac:spMkLst>
        </pc:spChg>
        <pc:spChg chg="add mod">
          <ac:chgData name="Bhowmik, Sayan" userId="2b51cadb-156e-4c9a-99fc-6d2138739850" providerId="ADAL" clId="{7D4EAC93-E3FB-4FF7-B8AF-6BD5FAC2BB4F}" dt="2024-10-08T14:24:44.315" v="14873" actId="1035"/>
          <ac:spMkLst>
            <pc:docMk/>
            <pc:sldMk cId="140615170" sldId="336"/>
            <ac:spMk id="6" creationId="{B2A2C596-482B-FD58-8EB8-10E4DB4A6536}"/>
          </ac:spMkLst>
        </pc:spChg>
        <pc:picChg chg="add mod">
          <ac:chgData name="Bhowmik, Sayan" userId="2b51cadb-156e-4c9a-99fc-6d2138739850" providerId="ADAL" clId="{7D4EAC93-E3FB-4FF7-B8AF-6BD5FAC2BB4F}" dt="2024-10-08T14:22:06.236" v="14769" actId="1035"/>
          <ac:picMkLst>
            <pc:docMk/>
            <pc:sldMk cId="140615170" sldId="336"/>
            <ac:picMk id="5" creationId="{1D4CB616-38C5-5EE6-3B09-660A0FD6670C}"/>
          </ac:picMkLst>
        </pc:picChg>
      </pc:sldChg>
      <pc:sldChg chg="addSp delSp modSp new mod modClrScheme chgLayout">
        <pc:chgData name="Bhowmik, Sayan" userId="2b51cadb-156e-4c9a-99fc-6d2138739850" providerId="ADAL" clId="{7D4EAC93-E3FB-4FF7-B8AF-6BD5FAC2BB4F}" dt="2024-10-08T14:38:39.478" v="15956" actId="20577"/>
        <pc:sldMkLst>
          <pc:docMk/>
          <pc:sldMk cId="2869363806" sldId="337"/>
        </pc:sldMkLst>
        <pc:spChg chg="mod ord">
          <ac:chgData name="Bhowmik, Sayan" userId="2b51cadb-156e-4c9a-99fc-6d2138739850" providerId="ADAL" clId="{7D4EAC93-E3FB-4FF7-B8AF-6BD5FAC2BB4F}" dt="2024-10-08T14:26:33.765" v="14918" actId="27636"/>
          <ac:spMkLst>
            <pc:docMk/>
            <pc:sldMk cId="2869363806" sldId="337"/>
            <ac:spMk id="2" creationId="{BB05075C-0FC1-A255-D749-CDCDAE3CB0C3}"/>
          </ac:spMkLst>
        </pc:spChg>
        <pc:spChg chg="del mod ord">
          <ac:chgData name="Bhowmik, Sayan" userId="2b51cadb-156e-4c9a-99fc-6d2138739850" providerId="ADAL" clId="{7D4EAC93-E3FB-4FF7-B8AF-6BD5FAC2BB4F}" dt="2024-10-08T14:25:58.039" v="14910" actId="700"/>
          <ac:spMkLst>
            <pc:docMk/>
            <pc:sldMk cId="2869363806" sldId="337"/>
            <ac:spMk id="3" creationId="{95261654-2346-42C9-476D-15023C27871D}"/>
          </ac:spMkLst>
        </pc:spChg>
        <pc:spChg chg="add del mod ord">
          <ac:chgData name="Bhowmik, Sayan" userId="2b51cadb-156e-4c9a-99fc-6d2138739850" providerId="ADAL" clId="{7D4EAC93-E3FB-4FF7-B8AF-6BD5FAC2BB4F}" dt="2024-10-08T14:26:26.965" v="14916" actId="700"/>
          <ac:spMkLst>
            <pc:docMk/>
            <pc:sldMk cId="2869363806" sldId="337"/>
            <ac:spMk id="4" creationId="{AA8ADE9D-96A6-DA4F-901F-4EE8C78F6FB0}"/>
          </ac:spMkLst>
        </pc:spChg>
        <pc:spChg chg="add del mod ord">
          <ac:chgData name="Bhowmik, Sayan" userId="2b51cadb-156e-4c9a-99fc-6d2138739850" providerId="ADAL" clId="{7D4EAC93-E3FB-4FF7-B8AF-6BD5FAC2BB4F}" dt="2024-10-08T14:26:26.965" v="14916" actId="700"/>
          <ac:spMkLst>
            <pc:docMk/>
            <pc:sldMk cId="2869363806" sldId="337"/>
            <ac:spMk id="5" creationId="{9E350995-9E45-F072-A8A5-74C4FB0ADF65}"/>
          </ac:spMkLst>
        </pc:spChg>
        <pc:spChg chg="add mod ord">
          <ac:chgData name="Bhowmik, Sayan" userId="2b51cadb-156e-4c9a-99fc-6d2138739850" providerId="ADAL" clId="{7D4EAC93-E3FB-4FF7-B8AF-6BD5FAC2BB4F}" dt="2024-10-08T14:27:39.355" v="15036" actId="14100"/>
          <ac:spMkLst>
            <pc:docMk/>
            <pc:sldMk cId="2869363806" sldId="337"/>
            <ac:spMk id="6" creationId="{23299A6F-5572-90DF-0450-37D07CCA32D8}"/>
          </ac:spMkLst>
        </pc:spChg>
        <pc:spChg chg="add mod ord">
          <ac:chgData name="Bhowmik, Sayan" userId="2b51cadb-156e-4c9a-99fc-6d2138739850" providerId="ADAL" clId="{7D4EAC93-E3FB-4FF7-B8AF-6BD5FAC2BB4F}" dt="2024-10-08T14:35:58.373" v="15579" actId="20577"/>
          <ac:spMkLst>
            <pc:docMk/>
            <pc:sldMk cId="2869363806" sldId="337"/>
            <ac:spMk id="7" creationId="{E681557E-5C2E-3028-F61F-C8C4D531F264}"/>
          </ac:spMkLst>
        </pc:spChg>
        <pc:spChg chg="add mod ord">
          <ac:chgData name="Bhowmik, Sayan" userId="2b51cadb-156e-4c9a-99fc-6d2138739850" providerId="ADAL" clId="{7D4EAC93-E3FB-4FF7-B8AF-6BD5FAC2BB4F}" dt="2024-10-08T14:27:46.502" v="15037" actId="14100"/>
          <ac:spMkLst>
            <pc:docMk/>
            <pc:sldMk cId="2869363806" sldId="337"/>
            <ac:spMk id="8" creationId="{78C8051F-BA30-FE3D-E83B-A150FCD45226}"/>
          </ac:spMkLst>
        </pc:spChg>
        <pc:spChg chg="add mod ord">
          <ac:chgData name="Bhowmik, Sayan" userId="2b51cadb-156e-4c9a-99fc-6d2138739850" providerId="ADAL" clId="{7D4EAC93-E3FB-4FF7-B8AF-6BD5FAC2BB4F}" dt="2024-10-08T14:38:39.478" v="15956" actId="20577"/>
          <ac:spMkLst>
            <pc:docMk/>
            <pc:sldMk cId="2869363806" sldId="337"/>
            <ac:spMk id="9" creationId="{047127E1-5489-12CC-06B1-DE4BA7467A85}"/>
          </ac:spMkLst>
        </pc:spChg>
      </pc:sldChg>
    </pc:docChg>
  </pc:docChgLst>
  <pc:docChgLst>
    <pc:chgData name="Bhowmik, Sayan" userId="2b51cadb-156e-4c9a-99fc-6d2138739850" providerId="ADAL" clId="{4B6C8080-E9D4-4EDA-80E6-3FAFCAB0B94F}"/>
    <pc:docChg chg="undo custSel addSld delSld modSld">
      <pc:chgData name="Bhowmik, Sayan" userId="2b51cadb-156e-4c9a-99fc-6d2138739850" providerId="ADAL" clId="{4B6C8080-E9D4-4EDA-80E6-3FAFCAB0B94F}" dt="2024-10-01T23:33:03.794" v="6568" actId="20577"/>
      <pc:docMkLst>
        <pc:docMk/>
      </pc:docMkLst>
      <pc:sldChg chg="del">
        <pc:chgData name="Bhowmik, Sayan" userId="2b51cadb-156e-4c9a-99fc-6d2138739850" providerId="ADAL" clId="{4B6C8080-E9D4-4EDA-80E6-3FAFCAB0B94F}" dt="2024-09-28T03:24:04.227" v="1159" actId="47"/>
        <pc:sldMkLst>
          <pc:docMk/>
          <pc:sldMk cId="1763616833" sldId="264"/>
        </pc:sldMkLst>
      </pc:sldChg>
      <pc:sldChg chg="modSp mod">
        <pc:chgData name="Bhowmik, Sayan" userId="2b51cadb-156e-4c9a-99fc-6d2138739850" providerId="ADAL" clId="{4B6C8080-E9D4-4EDA-80E6-3FAFCAB0B94F}" dt="2024-09-28T03:24:22.939" v="1203" actId="20577"/>
        <pc:sldMkLst>
          <pc:docMk/>
          <pc:sldMk cId="3953153317" sldId="296"/>
        </pc:sldMkLst>
        <pc:spChg chg="mod">
          <ac:chgData name="Bhowmik, Sayan" userId="2b51cadb-156e-4c9a-99fc-6d2138739850" providerId="ADAL" clId="{4B6C8080-E9D4-4EDA-80E6-3FAFCAB0B94F}" dt="2024-09-28T03:24:22.939" v="1203" actId="20577"/>
          <ac:spMkLst>
            <pc:docMk/>
            <pc:sldMk cId="3953153317" sldId="296"/>
            <ac:spMk id="3" creationId="{54B9CEDF-66F4-D04D-3CFA-2BFEA2B014E7}"/>
          </ac:spMkLst>
        </pc:spChg>
      </pc:sldChg>
      <pc:sldChg chg="del">
        <pc:chgData name="Bhowmik, Sayan" userId="2b51cadb-156e-4c9a-99fc-6d2138739850" providerId="ADAL" clId="{4B6C8080-E9D4-4EDA-80E6-3FAFCAB0B94F}" dt="2024-09-28T03:25:24.698" v="1204" actId="47"/>
        <pc:sldMkLst>
          <pc:docMk/>
          <pc:sldMk cId="3653671856" sldId="297"/>
        </pc:sldMkLst>
      </pc:sldChg>
      <pc:sldChg chg="del">
        <pc:chgData name="Bhowmik, Sayan" userId="2b51cadb-156e-4c9a-99fc-6d2138739850" providerId="ADAL" clId="{4B6C8080-E9D4-4EDA-80E6-3FAFCAB0B94F}" dt="2024-09-28T03:25:24.698" v="1204" actId="47"/>
        <pc:sldMkLst>
          <pc:docMk/>
          <pc:sldMk cId="1238487447" sldId="298"/>
        </pc:sldMkLst>
      </pc:sldChg>
      <pc:sldChg chg="del">
        <pc:chgData name="Bhowmik, Sayan" userId="2b51cadb-156e-4c9a-99fc-6d2138739850" providerId="ADAL" clId="{4B6C8080-E9D4-4EDA-80E6-3FAFCAB0B94F}" dt="2024-09-28T03:25:24.698" v="1204" actId="47"/>
        <pc:sldMkLst>
          <pc:docMk/>
          <pc:sldMk cId="2623716365" sldId="299"/>
        </pc:sldMkLst>
      </pc:sldChg>
      <pc:sldChg chg="del">
        <pc:chgData name="Bhowmik, Sayan" userId="2b51cadb-156e-4c9a-99fc-6d2138739850" providerId="ADAL" clId="{4B6C8080-E9D4-4EDA-80E6-3FAFCAB0B94F}" dt="2024-09-28T03:25:24.698" v="1204" actId="47"/>
        <pc:sldMkLst>
          <pc:docMk/>
          <pc:sldMk cId="2749834603" sldId="300"/>
        </pc:sldMkLst>
      </pc:sldChg>
      <pc:sldChg chg="modSp mod">
        <pc:chgData name="Bhowmik, Sayan" userId="2b51cadb-156e-4c9a-99fc-6d2138739850" providerId="ADAL" clId="{4B6C8080-E9D4-4EDA-80E6-3FAFCAB0B94F}" dt="2024-09-28T03:30:30.866" v="1294" actId="20577"/>
        <pc:sldMkLst>
          <pc:docMk/>
          <pc:sldMk cId="2810233673" sldId="301"/>
        </pc:sldMkLst>
        <pc:spChg chg="mod">
          <ac:chgData name="Bhowmik, Sayan" userId="2b51cadb-156e-4c9a-99fc-6d2138739850" providerId="ADAL" clId="{4B6C8080-E9D4-4EDA-80E6-3FAFCAB0B94F}" dt="2024-09-28T03:30:30.866" v="1294" actId="20577"/>
          <ac:spMkLst>
            <pc:docMk/>
            <pc:sldMk cId="2810233673" sldId="301"/>
            <ac:spMk id="3" creationId="{54B9CEDF-66F4-D04D-3CFA-2BFEA2B014E7}"/>
          </ac:spMkLst>
        </pc:spChg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4055682661" sldId="302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789896735" sldId="303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58650123" sldId="304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564023433" sldId="305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4032460336" sldId="306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289382614" sldId="307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325660095" sldId="308"/>
        </pc:sldMkLst>
      </pc:sldChg>
      <pc:sldChg chg="del">
        <pc:chgData name="Bhowmik, Sayan" userId="2b51cadb-156e-4c9a-99fc-6d2138739850" providerId="ADAL" clId="{4B6C8080-E9D4-4EDA-80E6-3FAFCAB0B94F}" dt="2024-09-28T03:31:47.055" v="1295" actId="47"/>
        <pc:sldMkLst>
          <pc:docMk/>
          <pc:sldMk cId="1846625415" sldId="309"/>
        </pc:sldMkLst>
      </pc:sldChg>
      <pc:sldChg chg="addSp delSp modSp new mod modTransition modClrScheme modAnim chgLayout">
        <pc:chgData name="Bhowmik, Sayan" userId="2b51cadb-156e-4c9a-99fc-6d2138739850" providerId="ADAL" clId="{4B6C8080-E9D4-4EDA-80E6-3FAFCAB0B94F}" dt="2024-09-28T23:39:11.832" v="6196"/>
        <pc:sldMkLst>
          <pc:docMk/>
          <pc:sldMk cId="1992253919" sldId="310"/>
        </pc:sldMkLst>
        <pc:spChg chg="del mod ord">
          <ac:chgData name="Bhowmik, Sayan" userId="2b51cadb-156e-4c9a-99fc-6d2138739850" providerId="ADAL" clId="{4B6C8080-E9D4-4EDA-80E6-3FAFCAB0B94F}" dt="2024-09-28T01:12:56.605" v="1" actId="700"/>
          <ac:spMkLst>
            <pc:docMk/>
            <pc:sldMk cId="1992253919" sldId="310"/>
            <ac:spMk id="2" creationId="{B9307DAD-3278-F4E8-DDE4-95E2B89F4E9A}"/>
          </ac:spMkLst>
        </pc:spChg>
        <pc:spChg chg="del">
          <ac:chgData name="Bhowmik, Sayan" userId="2b51cadb-156e-4c9a-99fc-6d2138739850" providerId="ADAL" clId="{4B6C8080-E9D4-4EDA-80E6-3FAFCAB0B94F}" dt="2024-09-28T01:12:56.605" v="1" actId="700"/>
          <ac:spMkLst>
            <pc:docMk/>
            <pc:sldMk cId="1992253919" sldId="310"/>
            <ac:spMk id="3" creationId="{D5CF1A69-2168-E149-5260-18D5AB383271}"/>
          </ac:spMkLst>
        </pc:spChg>
        <pc:spChg chg="add mod ord">
          <ac:chgData name="Bhowmik, Sayan" userId="2b51cadb-156e-4c9a-99fc-6d2138739850" providerId="ADAL" clId="{4B6C8080-E9D4-4EDA-80E6-3FAFCAB0B94F}" dt="2024-09-28T01:58:14.178" v="7" actId="14100"/>
          <ac:spMkLst>
            <pc:docMk/>
            <pc:sldMk cId="1992253919" sldId="310"/>
            <ac:spMk id="4" creationId="{DDD0AA15-D1EB-55EC-D671-79C8B15034EE}"/>
          </ac:spMkLst>
        </pc:spChg>
        <pc:spChg chg="add mod">
          <ac:chgData name="Bhowmik, Sayan" userId="2b51cadb-156e-4c9a-99fc-6d2138739850" providerId="ADAL" clId="{4B6C8080-E9D4-4EDA-80E6-3FAFCAB0B94F}" dt="2024-09-28T01:58:51.422" v="8"/>
          <ac:spMkLst>
            <pc:docMk/>
            <pc:sldMk cId="1992253919" sldId="310"/>
            <ac:spMk id="5" creationId="{110AB8D9-25C1-E6D5-5614-EC94FAF645CB}"/>
          </ac:spMkLst>
        </pc:spChg>
        <pc:spChg chg="add mod">
          <ac:chgData name="Bhowmik, Sayan" userId="2b51cadb-156e-4c9a-99fc-6d2138739850" providerId="ADAL" clId="{4B6C8080-E9D4-4EDA-80E6-3FAFCAB0B94F}" dt="2024-09-28T01:58:51.422" v="8"/>
          <ac:spMkLst>
            <pc:docMk/>
            <pc:sldMk cId="1992253919" sldId="310"/>
            <ac:spMk id="6" creationId="{021015F1-BA35-E5D5-2C37-23F227916EB2}"/>
          </ac:spMkLst>
        </pc:spChg>
        <pc:spChg chg="add mod">
          <ac:chgData name="Bhowmik, Sayan" userId="2b51cadb-156e-4c9a-99fc-6d2138739850" providerId="ADAL" clId="{4B6C8080-E9D4-4EDA-80E6-3FAFCAB0B94F}" dt="2024-09-28T01:58:51.422" v="8"/>
          <ac:spMkLst>
            <pc:docMk/>
            <pc:sldMk cId="1992253919" sldId="310"/>
            <ac:spMk id="7" creationId="{8E3EF5A9-23BD-B066-5965-93DC1B4C8D7A}"/>
          </ac:spMkLst>
        </pc:spChg>
        <pc:spChg chg="add mod">
          <ac:chgData name="Bhowmik, Sayan" userId="2b51cadb-156e-4c9a-99fc-6d2138739850" providerId="ADAL" clId="{4B6C8080-E9D4-4EDA-80E6-3FAFCAB0B94F}" dt="2024-09-28T01:58:51.422" v="8"/>
          <ac:spMkLst>
            <pc:docMk/>
            <pc:sldMk cId="1992253919" sldId="310"/>
            <ac:spMk id="8" creationId="{1EEEF6F9-3919-61EE-3D86-790A142253B2}"/>
          </ac:spMkLst>
        </pc:spChg>
        <pc:spChg chg="add mod">
          <ac:chgData name="Bhowmik, Sayan" userId="2b51cadb-156e-4c9a-99fc-6d2138739850" providerId="ADAL" clId="{4B6C8080-E9D4-4EDA-80E6-3FAFCAB0B94F}" dt="2024-09-28T01:58:51.422" v="8"/>
          <ac:spMkLst>
            <pc:docMk/>
            <pc:sldMk cId="1992253919" sldId="310"/>
            <ac:spMk id="9" creationId="{0FD0EE6A-8086-7D93-BA6D-DA3005E0E227}"/>
          </ac:spMkLst>
        </pc:spChg>
        <pc:spChg chg="add mod">
          <ac:chgData name="Bhowmik, Sayan" userId="2b51cadb-156e-4c9a-99fc-6d2138739850" providerId="ADAL" clId="{4B6C8080-E9D4-4EDA-80E6-3FAFCAB0B94F}" dt="2024-09-28T02:01:21.128" v="120" actId="1037"/>
          <ac:spMkLst>
            <pc:docMk/>
            <pc:sldMk cId="1992253919" sldId="310"/>
            <ac:spMk id="10" creationId="{6A3A7C9D-3D75-0331-DD36-776FDD253893}"/>
          </ac:spMkLst>
        </pc:spChg>
        <pc:spChg chg="add mod">
          <ac:chgData name="Bhowmik, Sayan" userId="2b51cadb-156e-4c9a-99fc-6d2138739850" providerId="ADAL" clId="{4B6C8080-E9D4-4EDA-80E6-3FAFCAB0B94F}" dt="2024-09-28T02:01:32.295" v="123" actId="1036"/>
          <ac:spMkLst>
            <pc:docMk/>
            <pc:sldMk cId="1992253919" sldId="310"/>
            <ac:spMk id="11" creationId="{006D9A7F-87B3-747A-855C-A545DBF8D71E}"/>
          </ac:spMkLst>
        </pc:spChg>
        <pc:spChg chg="add mod">
          <ac:chgData name="Bhowmik, Sayan" userId="2b51cadb-156e-4c9a-99fc-6d2138739850" providerId="ADAL" clId="{4B6C8080-E9D4-4EDA-80E6-3FAFCAB0B94F}" dt="2024-09-28T03:01:58.501" v="620" actId="1036"/>
          <ac:spMkLst>
            <pc:docMk/>
            <pc:sldMk cId="1992253919" sldId="310"/>
            <ac:spMk id="13" creationId="{4797A884-A94E-C133-DE2D-53AD1ABB94C4}"/>
          </ac:spMkLst>
        </pc:spChg>
        <pc:spChg chg="add mod">
          <ac:chgData name="Bhowmik, Sayan" userId="2b51cadb-156e-4c9a-99fc-6d2138739850" providerId="ADAL" clId="{4B6C8080-E9D4-4EDA-80E6-3FAFCAB0B94F}" dt="2024-09-28T02:05:14.228" v="151" actId="1076"/>
          <ac:spMkLst>
            <pc:docMk/>
            <pc:sldMk cId="1992253919" sldId="310"/>
            <ac:spMk id="14" creationId="{CAC15D70-56B2-AC6F-374D-9CF854068209}"/>
          </ac:spMkLst>
        </pc:spChg>
        <pc:spChg chg="add mod">
          <ac:chgData name="Bhowmik, Sayan" userId="2b51cadb-156e-4c9a-99fc-6d2138739850" providerId="ADAL" clId="{4B6C8080-E9D4-4EDA-80E6-3FAFCAB0B94F}" dt="2024-09-28T13:37:27.661" v="2988" actId="1036"/>
          <ac:spMkLst>
            <pc:docMk/>
            <pc:sldMk cId="1992253919" sldId="310"/>
            <ac:spMk id="15" creationId="{280C463C-D5BB-CEEE-CE28-37E83ACC78E2}"/>
          </ac:spMkLst>
        </pc:spChg>
      </pc:sldChg>
      <pc:sldChg chg="addSp delSp modSp new mod modTransition modAnim">
        <pc:chgData name="Bhowmik, Sayan" userId="2b51cadb-156e-4c9a-99fc-6d2138739850" providerId="ADAL" clId="{4B6C8080-E9D4-4EDA-80E6-3FAFCAB0B94F}" dt="2024-10-01T23:23:40.654" v="6482"/>
        <pc:sldMkLst>
          <pc:docMk/>
          <pc:sldMk cId="2804919169" sldId="311"/>
        </pc:sldMkLst>
        <pc:spChg chg="mod">
          <ac:chgData name="Bhowmik, Sayan" userId="2b51cadb-156e-4c9a-99fc-6d2138739850" providerId="ADAL" clId="{4B6C8080-E9D4-4EDA-80E6-3FAFCAB0B94F}" dt="2024-09-28T12:20:18.482" v="1561" actId="1035"/>
          <ac:spMkLst>
            <pc:docMk/>
            <pc:sldMk cId="2804919169" sldId="311"/>
            <ac:spMk id="2" creationId="{02F7C840-3823-4453-B3D6-32444AD7BDC0}"/>
          </ac:spMkLst>
        </pc:spChg>
        <pc:spChg chg="add mod">
          <ac:chgData name="Bhowmik, Sayan" userId="2b51cadb-156e-4c9a-99fc-6d2138739850" providerId="ADAL" clId="{4B6C8080-E9D4-4EDA-80E6-3FAFCAB0B94F}" dt="2024-09-28T13:25:06.668" v="2823" actId="20577"/>
          <ac:spMkLst>
            <pc:docMk/>
            <pc:sldMk cId="2804919169" sldId="311"/>
            <ac:spMk id="3" creationId="{845FC06A-420F-C443-3272-733980D02BC1}"/>
          </ac:spMkLst>
        </pc:spChg>
        <pc:spChg chg="add mod">
          <ac:chgData name="Bhowmik, Sayan" userId="2b51cadb-156e-4c9a-99fc-6d2138739850" providerId="ADAL" clId="{4B6C8080-E9D4-4EDA-80E6-3FAFCAB0B94F}" dt="2024-09-28T12:20:37.006" v="1581" actId="1036"/>
          <ac:spMkLst>
            <pc:docMk/>
            <pc:sldMk cId="2804919169" sldId="311"/>
            <ac:spMk id="4" creationId="{EE977F10-A8E3-5B6F-E20A-07F02ECC5694}"/>
          </ac:spMkLst>
        </pc:spChg>
        <pc:spChg chg="add mod">
          <ac:chgData name="Bhowmik, Sayan" userId="2b51cadb-156e-4c9a-99fc-6d2138739850" providerId="ADAL" clId="{4B6C8080-E9D4-4EDA-80E6-3FAFCAB0B94F}" dt="2024-09-28T12:20:37.006" v="1581" actId="1036"/>
          <ac:spMkLst>
            <pc:docMk/>
            <pc:sldMk cId="2804919169" sldId="311"/>
            <ac:spMk id="5" creationId="{5A760285-C534-CE5F-4F3B-8CB912D47C01}"/>
          </ac:spMkLst>
        </pc:spChg>
        <pc:spChg chg="add del">
          <ac:chgData name="Bhowmik, Sayan" userId="2b51cadb-156e-4c9a-99fc-6d2138739850" providerId="ADAL" clId="{4B6C8080-E9D4-4EDA-80E6-3FAFCAB0B94F}" dt="2024-09-28T02:49:12.814" v="456" actId="478"/>
          <ac:spMkLst>
            <pc:docMk/>
            <pc:sldMk cId="2804919169" sldId="311"/>
            <ac:spMk id="6" creationId="{A2C3B9B2-6AA7-E4D8-B532-F54379603E6A}"/>
          </ac:spMkLst>
        </pc:spChg>
        <pc:spChg chg="add mod">
          <ac:chgData name="Bhowmik, Sayan" userId="2b51cadb-156e-4c9a-99fc-6d2138739850" providerId="ADAL" clId="{4B6C8080-E9D4-4EDA-80E6-3FAFCAB0B94F}" dt="2024-09-28T23:58:22.143" v="6419"/>
          <ac:spMkLst>
            <pc:docMk/>
            <pc:sldMk cId="2804919169" sldId="311"/>
            <ac:spMk id="6" creationId="{B6248B45-509D-9330-3E7C-0DBA75BC8D02}"/>
          </ac:spMkLst>
        </pc:spChg>
        <pc:spChg chg="add mod">
          <ac:chgData name="Bhowmik, Sayan" userId="2b51cadb-156e-4c9a-99fc-6d2138739850" providerId="ADAL" clId="{4B6C8080-E9D4-4EDA-80E6-3FAFCAB0B94F}" dt="2024-09-28T12:20:37.006" v="1581" actId="1036"/>
          <ac:spMkLst>
            <pc:docMk/>
            <pc:sldMk cId="2804919169" sldId="311"/>
            <ac:spMk id="7" creationId="{4CD1A89A-7375-A670-0FCB-60C3DBEACA5B}"/>
          </ac:spMkLst>
        </pc:spChg>
        <pc:spChg chg="add mod">
          <ac:chgData name="Bhowmik, Sayan" userId="2b51cadb-156e-4c9a-99fc-6d2138739850" providerId="ADAL" clId="{4B6C8080-E9D4-4EDA-80E6-3FAFCAB0B94F}" dt="2024-09-28T12:20:37.006" v="1581" actId="1036"/>
          <ac:spMkLst>
            <pc:docMk/>
            <pc:sldMk cId="2804919169" sldId="311"/>
            <ac:spMk id="8" creationId="{912BFB06-1160-50BD-C048-9640891E6486}"/>
          </ac:spMkLst>
        </pc:spChg>
        <pc:spChg chg="add mod">
          <ac:chgData name="Bhowmik, Sayan" userId="2b51cadb-156e-4c9a-99fc-6d2138739850" providerId="ADAL" clId="{4B6C8080-E9D4-4EDA-80E6-3FAFCAB0B94F}" dt="2024-09-28T12:20:37.006" v="1581" actId="1036"/>
          <ac:spMkLst>
            <pc:docMk/>
            <pc:sldMk cId="2804919169" sldId="311"/>
            <ac:spMk id="9" creationId="{F49DADF1-98A6-A5FC-3C6C-DAFBFAB76A54}"/>
          </ac:spMkLst>
        </pc:spChg>
        <pc:spChg chg="add mod">
          <ac:chgData name="Bhowmik, Sayan" userId="2b51cadb-156e-4c9a-99fc-6d2138739850" providerId="ADAL" clId="{4B6C8080-E9D4-4EDA-80E6-3FAFCAB0B94F}" dt="2024-09-28T12:19:23.018" v="1504" actId="1076"/>
          <ac:spMkLst>
            <pc:docMk/>
            <pc:sldMk cId="2804919169" sldId="311"/>
            <ac:spMk id="12" creationId="{3577F394-1C79-3ED5-3AC0-2A7111531562}"/>
          </ac:spMkLst>
        </pc:spChg>
        <pc:spChg chg="add mod">
          <ac:chgData name="Bhowmik, Sayan" userId="2b51cadb-156e-4c9a-99fc-6d2138739850" providerId="ADAL" clId="{4B6C8080-E9D4-4EDA-80E6-3FAFCAB0B94F}" dt="2024-09-28T12:16:07.962" v="1335" actId="1036"/>
          <ac:spMkLst>
            <pc:docMk/>
            <pc:sldMk cId="2804919169" sldId="311"/>
            <ac:spMk id="13" creationId="{79E52FDC-4C1B-D0FA-9308-A068991475A1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14" creationId="{2763B4B8-EDD2-7EF8-2410-ABBB70A54B34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15" creationId="{5A32E0CB-385F-C483-6AE4-B39B3EDE7B63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16" creationId="{221280BD-2C19-6DA8-307B-0268ADF9B3D8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17" creationId="{3AE9686B-84B1-0989-9A93-493ED51846F6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22" creationId="{7D8A0B7D-94CF-0AD9-B96F-20DBC6E8E33D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23" creationId="{B66688CA-1F36-82FB-76CE-E88C9F81ABB7}"/>
          </ac:spMkLst>
        </pc:spChg>
        <pc:spChg chg="add mod">
          <ac:chgData name="Bhowmik, Sayan" userId="2b51cadb-156e-4c9a-99fc-6d2138739850" providerId="ADAL" clId="{4B6C8080-E9D4-4EDA-80E6-3FAFCAB0B94F}" dt="2024-09-28T12:19:33.883" v="1528" actId="1036"/>
          <ac:spMkLst>
            <pc:docMk/>
            <pc:sldMk cId="2804919169" sldId="311"/>
            <ac:spMk id="24" creationId="{498DC716-C06D-F2A9-F1C8-DAE34142A3EB}"/>
          </ac:spMkLst>
        </pc:spChg>
        <pc:spChg chg="add mod">
          <ac:chgData name="Bhowmik, Sayan" userId="2b51cadb-156e-4c9a-99fc-6d2138739850" providerId="ADAL" clId="{4B6C8080-E9D4-4EDA-80E6-3FAFCAB0B94F}" dt="2024-09-28T12:19:59.642" v="1547" actId="1038"/>
          <ac:spMkLst>
            <pc:docMk/>
            <pc:sldMk cId="2804919169" sldId="311"/>
            <ac:spMk id="25" creationId="{7D1E1982-672A-155A-CD38-E8BFC5DD2E2A}"/>
          </ac:spMkLst>
        </pc:spChg>
        <pc:spChg chg="add mod">
          <ac:chgData name="Bhowmik, Sayan" userId="2b51cadb-156e-4c9a-99fc-6d2138739850" providerId="ADAL" clId="{4B6C8080-E9D4-4EDA-80E6-3FAFCAB0B94F}" dt="2024-09-28T12:24:12.050" v="1645" actId="1076"/>
          <ac:spMkLst>
            <pc:docMk/>
            <pc:sldMk cId="2804919169" sldId="311"/>
            <ac:spMk id="28" creationId="{6673D62A-1761-31C1-D918-DAC59F175A97}"/>
          </ac:spMkLst>
        </pc:spChg>
        <pc:spChg chg="add mod">
          <ac:chgData name="Bhowmik, Sayan" userId="2b51cadb-156e-4c9a-99fc-6d2138739850" providerId="ADAL" clId="{4B6C8080-E9D4-4EDA-80E6-3FAFCAB0B94F}" dt="2024-09-28T12:24:15.638" v="1646" actId="1076"/>
          <ac:spMkLst>
            <pc:docMk/>
            <pc:sldMk cId="2804919169" sldId="311"/>
            <ac:spMk id="29" creationId="{6BF905BB-74C7-D778-419E-48D2A2C33337}"/>
          </ac:spMkLst>
        </pc:spChg>
        <pc:spChg chg="add mod">
          <ac:chgData name="Bhowmik, Sayan" userId="2b51cadb-156e-4c9a-99fc-6d2138739850" providerId="ADAL" clId="{4B6C8080-E9D4-4EDA-80E6-3FAFCAB0B94F}" dt="2024-10-01T23:23:40.654" v="6482"/>
          <ac:spMkLst>
            <pc:docMk/>
            <pc:sldMk cId="2804919169" sldId="311"/>
            <ac:spMk id="30" creationId="{AA1DA682-D67B-B512-712C-311CE7F26D5E}"/>
          </ac:spMkLst>
        </pc:spChg>
        <pc:spChg chg="add mod">
          <ac:chgData name="Bhowmik, Sayan" userId="2b51cadb-156e-4c9a-99fc-6d2138739850" providerId="ADAL" clId="{4B6C8080-E9D4-4EDA-80E6-3FAFCAB0B94F}" dt="2024-09-28T12:17:05.301" v="1388" actId="1035"/>
          <ac:spMkLst>
            <pc:docMk/>
            <pc:sldMk cId="2804919169" sldId="311"/>
            <ac:spMk id="31" creationId="{0B2D143E-1C11-9EDA-8B54-D5823FB37938}"/>
          </ac:spMkLst>
        </pc:spChg>
        <pc:spChg chg="add mod">
          <ac:chgData name="Bhowmik, Sayan" userId="2b51cadb-156e-4c9a-99fc-6d2138739850" providerId="ADAL" clId="{4B6C8080-E9D4-4EDA-80E6-3FAFCAB0B94F}" dt="2024-09-28T12:17:05.301" v="1388" actId="1035"/>
          <ac:spMkLst>
            <pc:docMk/>
            <pc:sldMk cId="2804919169" sldId="311"/>
            <ac:spMk id="32" creationId="{D509F3D1-D173-4063-9F89-AC02245BA3E6}"/>
          </ac:spMkLst>
        </pc:spChg>
        <pc:spChg chg="add mod">
          <ac:chgData name="Bhowmik, Sayan" userId="2b51cadb-156e-4c9a-99fc-6d2138739850" providerId="ADAL" clId="{4B6C8080-E9D4-4EDA-80E6-3FAFCAB0B94F}" dt="2024-09-28T12:17:05.301" v="1388" actId="1035"/>
          <ac:spMkLst>
            <pc:docMk/>
            <pc:sldMk cId="2804919169" sldId="311"/>
            <ac:spMk id="33" creationId="{89FBE7C2-D8C7-5EB9-5B78-CF1DD1844C36}"/>
          </ac:spMkLst>
        </pc:spChg>
        <pc:spChg chg="add mod">
          <ac:chgData name="Bhowmik, Sayan" userId="2b51cadb-156e-4c9a-99fc-6d2138739850" providerId="ADAL" clId="{4B6C8080-E9D4-4EDA-80E6-3FAFCAB0B94F}" dt="2024-09-28T12:21:52.431" v="1615" actId="1076"/>
          <ac:spMkLst>
            <pc:docMk/>
            <pc:sldMk cId="2804919169" sldId="311"/>
            <ac:spMk id="46" creationId="{473E2DDC-641A-A4A9-D83F-F6BE880DBF03}"/>
          </ac:spMkLst>
        </pc:spChg>
        <pc:spChg chg="add mod">
          <ac:chgData name="Bhowmik, Sayan" userId="2b51cadb-156e-4c9a-99fc-6d2138739850" providerId="ADAL" clId="{4B6C8080-E9D4-4EDA-80E6-3FAFCAB0B94F}" dt="2024-09-28T12:22:08.287" v="1644" actId="20577"/>
          <ac:spMkLst>
            <pc:docMk/>
            <pc:sldMk cId="2804919169" sldId="311"/>
            <ac:spMk id="47" creationId="{47A14463-E3B9-52AB-2D36-A878FD0DBC93}"/>
          </ac:spMkLst>
        </pc:spChg>
        <pc:picChg chg="add mod">
          <ac:chgData name="Bhowmik, Sayan" userId="2b51cadb-156e-4c9a-99fc-6d2138739850" providerId="ADAL" clId="{4B6C8080-E9D4-4EDA-80E6-3FAFCAB0B94F}" dt="2024-09-28T12:21:17.031" v="1593" actId="1076"/>
          <ac:picMkLst>
            <pc:docMk/>
            <pc:sldMk cId="2804919169" sldId="311"/>
            <ac:picMk id="20" creationId="{BFD97F0B-6A37-6708-7943-74C348F126F7}"/>
          </ac:picMkLst>
        </pc:picChg>
        <pc:picChg chg="add mod">
          <ac:chgData name="Bhowmik, Sayan" userId="2b51cadb-156e-4c9a-99fc-6d2138739850" providerId="ADAL" clId="{4B6C8080-E9D4-4EDA-80E6-3FAFCAB0B94F}" dt="2024-09-28T12:21:20.427" v="1594" actId="1076"/>
          <ac:picMkLst>
            <pc:docMk/>
            <pc:sldMk cId="2804919169" sldId="311"/>
            <ac:picMk id="45" creationId="{C0733E8E-52D4-A4D2-587E-478A2E149A6A}"/>
          </ac:picMkLst>
        </pc:picChg>
        <pc:cxnChg chg="add mod">
          <ac:chgData name="Bhowmik, Sayan" userId="2b51cadb-156e-4c9a-99fc-6d2138739850" providerId="ADAL" clId="{4B6C8080-E9D4-4EDA-80E6-3FAFCAB0B94F}" dt="2024-09-28T12:17:22.348" v="1390" actId="208"/>
          <ac:cxnSpMkLst>
            <pc:docMk/>
            <pc:sldMk cId="2804919169" sldId="311"/>
            <ac:cxnSpMk id="10" creationId="{99096924-23D3-4D89-CECF-75D3EA65BA00}"/>
          </ac:cxnSpMkLst>
        </pc:cxnChg>
        <pc:cxnChg chg="add mod">
          <ac:chgData name="Bhowmik, Sayan" userId="2b51cadb-156e-4c9a-99fc-6d2138739850" providerId="ADAL" clId="{4B6C8080-E9D4-4EDA-80E6-3FAFCAB0B94F}" dt="2024-09-28T12:20:37.006" v="1581" actId="1036"/>
          <ac:cxnSpMkLst>
            <pc:docMk/>
            <pc:sldMk cId="2804919169" sldId="311"/>
            <ac:cxnSpMk id="11" creationId="{583E0DCB-9445-C8B1-042F-DA82BDECF32D}"/>
          </ac:cxnSpMkLst>
        </pc:cxnChg>
        <pc:cxnChg chg="add mod">
          <ac:chgData name="Bhowmik, Sayan" userId="2b51cadb-156e-4c9a-99fc-6d2138739850" providerId="ADAL" clId="{4B6C8080-E9D4-4EDA-80E6-3FAFCAB0B94F}" dt="2024-09-28T12:19:33.883" v="1528" actId="1036"/>
          <ac:cxnSpMkLst>
            <pc:docMk/>
            <pc:sldMk cId="2804919169" sldId="311"/>
            <ac:cxnSpMk id="19" creationId="{52B2DBFC-BA87-1F63-83C6-D7F544D72A40}"/>
          </ac:cxnSpMkLst>
        </pc:cxnChg>
        <pc:cxnChg chg="add mod">
          <ac:chgData name="Bhowmik, Sayan" userId="2b51cadb-156e-4c9a-99fc-6d2138739850" providerId="ADAL" clId="{4B6C8080-E9D4-4EDA-80E6-3FAFCAB0B94F}" dt="2024-09-28T12:19:33.883" v="1528" actId="1036"/>
          <ac:cxnSpMkLst>
            <pc:docMk/>
            <pc:sldMk cId="2804919169" sldId="311"/>
            <ac:cxnSpMk id="21" creationId="{F8DEF17D-3BC5-4028-0D61-2B14F5652B2C}"/>
          </ac:cxnSpMkLst>
        </pc:cxnChg>
        <pc:cxnChg chg="add mod">
          <ac:chgData name="Bhowmik, Sayan" userId="2b51cadb-156e-4c9a-99fc-6d2138739850" providerId="ADAL" clId="{4B6C8080-E9D4-4EDA-80E6-3FAFCAB0B94F}" dt="2024-09-28T12:19:33.883" v="1528" actId="1036"/>
          <ac:cxnSpMkLst>
            <pc:docMk/>
            <pc:sldMk cId="2804919169" sldId="311"/>
            <ac:cxnSpMk id="26" creationId="{D4ECE1CA-8551-4DDE-8C19-FF50AF3BF8A6}"/>
          </ac:cxnSpMkLst>
        </pc:cxnChg>
        <pc:cxnChg chg="add mod">
          <ac:chgData name="Bhowmik, Sayan" userId="2b51cadb-156e-4c9a-99fc-6d2138739850" providerId="ADAL" clId="{4B6C8080-E9D4-4EDA-80E6-3FAFCAB0B94F}" dt="2024-09-28T12:19:59.642" v="1547" actId="1038"/>
          <ac:cxnSpMkLst>
            <pc:docMk/>
            <pc:sldMk cId="2804919169" sldId="311"/>
            <ac:cxnSpMk id="27" creationId="{ADCAFF55-E236-F0D6-FC3C-19EA0C4BC6FF}"/>
          </ac:cxnSpMkLst>
        </pc:cxnChg>
        <pc:cxnChg chg="add mod">
          <ac:chgData name="Bhowmik, Sayan" userId="2b51cadb-156e-4c9a-99fc-6d2138739850" providerId="ADAL" clId="{4B6C8080-E9D4-4EDA-80E6-3FAFCAB0B94F}" dt="2024-09-28T12:17:05.301" v="1388" actId="1035"/>
          <ac:cxnSpMkLst>
            <pc:docMk/>
            <pc:sldMk cId="2804919169" sldId="311"/>
            <ac:cxnSpMk id="34" creationId="{DD68D55F-E163-F4BE-90A1-26A1A50D8993}"/>
          </ac:cxnSpMkLst>
        </pc:cxnChg>
      </pc:sldChg>
      <pc:sldChg chg="addSp delSp modSp new mod modTransition modClrScheme modAnim chgLayout">
        <pc:chgData name="Bhowmik, Sayan" userId="2b51cadb-156e-4c9a-99fc-6d2138739850" providerId="ADAL" clId="{4B6C8080-E9D4-4EDA-80E6-3FAFCAB0B94F}" dt="2024-09-29T00:47:55.178" v="6478" actId="20577"/>
        <pc:sldMkLst>
          <pc:docMk/>
          <pc:sldMk cId="2480381891" sldId="312"/>
        </pc:sldMkLst>
        <pc:spChg chg="del mod ord">
          <ac:chgData name="Bhowmik, Sayan" userId="2b51cadb-156e-4c9a-99fc-6d2138739850" providerId="ADAL" clId="{4B6C8080-E9D4-4EDA-80E6-3FAFCAB0B94F}" dt="2024-09-28T12:25:29.997" v="1648" actId="700"/>
          <ac:spMkLst>
            <pc:docMk/>
            <pc:sldMk cId="2480381891" sldId="312"/>
            <ac:spMk id="2" creationId="{77FF5808-FEF7-0DD1-98C5-45A771651EF7}"/>
          </ac:spMkLst>
        </pc:spChg>
        <pc:spChg chg="add mod">
          <ac:chgData name="Bhowmik, Sayan" userId="2b51cadb-156e-4c9a-99fc-6d2138739850" providerId="ADAL" clId="{4B6C8080-E9D4-4EDA-80E6-3FAFCAB0B94F}" dt="2024-09-28T23:58:26.234" v="6420"/>
          <ac:spMkLst>
            <pc:docMk/>
            <pc:sldMk cId="2480381891" sldId="312"/>
            <ac:spMk id="2" creationId="{D274D438-D335-7635-18BB-2D0D3838C7D1}"/>
          </ac:spMkLst>
        </pc:spChg>
        <pc:spChg chg="del">
          <ac:chgData name="Bhowmik, Sayan" userId="2b51cadb-156e-4c9a-99fc-6d2138739850" providerId="ADAL" clId="{4B6C8080-E9D4-4EDA-80E6-3FAFCAB0B94F}" dt="2024-09-28T12:25:29.997" v="1648" actId="700"/>
          <ac:spMkLst>
            <pc:docMk/>
            <pc:sldMk cId="2480381891" sldId="312"/>
            <ac:spMk id="3" creationId="{4BB874B3-2A41-7B39-66A4-B533F316CB9F}"/>
          </ac:spMkLst>
        </pc:spChg>
        <pc:spChg chg="add mod ord">
          <ac:chgData name="Bhowmik, Sayan" userId="2b51cadb-156e-4c9a-99fc-6d2138739850" providerId="ADAL" clId="{4B6C8080-E9D4-4EDA-80E6-3FAFCAB0B94F}" dt="2024-09-28T12:28:20.541" v="1691" actId="27636"/>
          <ac:spMkLst>
            <pc:docMk/>
            <pc:sldMk cId="2480381891" sldId="312"/>
            <ac:spMk id="4" creationId="{27853FE4-B5D3-C595-DD8D-1821D7CB8F5B}"/>
          </ac:spMkLst>
        </pc:spChg>
        <pc:spChg chg="add mod">
          <ac:chgData name="Bhowmik, Sayan" userId="2b51cadb-156e-4c9a-99fc-6d2138739850" providerId="ADAL" clId="{4B6C8080-E9D4-4EDA-80E6-3FAFCAB0B94F}" dt="2024-09-28T13:25:16.838" v="2826"/>
          <ac:spMkLst>
            <pc:docMk/>
            <pc:sldMk cId="2480381891" sldId="312"/>
            <ac:spMk id="6" creationId="{20922B42-F04D-7CBC-D671-7538A35381C3}"/>
          </ac:spMkLst>
        </pc:spChg>
        <pc:spChg chg="add mod">
          <ac:chgData name="Bhowmik, Sayan" userId="2b51cadb-156e-4c9a-99fc-6d2138739850" providerId="ADAL" clId="{4B6C8080-E9D4-4EDA-80E6-3FAFCAB0B94F}" dt="2024-09-28T12:33:40.500" v="1753" actId="1038"/>
          <ac:spMkLst>
            <pc:docMk/>
            <pc:sldMk cId="2480381891" sldId="312"/>
            <ac:spMk id="7" creationId="{5E888C0F-C5F1-74C3-9957-94EA3FDAAB29}"/>
          </ac:spMkLst>
        </pc:spChg>
        <pc:spChg chg="add mod">
          <ac:chgData name="Bhowmik, Sayan" userId="2b51cadb-156e-4c9a-99fc-6d2138739850" providerId="ADAL" clId="{4B6C8080-E9D4-4EDA-80E6-3FAFCAB0B94F}" dt="2024-09-28T12:33:40.500" v="1753" actId="1038"/>
          <ac:spMkLst>
            <pc:docMk/>
            <pc:sldMk cId="2480381891" sldId="312"/>
            <ac:spMk id="8" creationId="{06B69570-F6F5-B035-1F85-42CCE9E879D5}"/>
          </ac:spMkLst>
        </pc:spChg>
        <pc:spChg chg="add mod">
          <ac:chgData name="Bhowmik, Sayan" userId="2b51cadb-156e-4c9a-99fc-6d2138739850" providerId="ADAL" clId="{4B6C8080-E9D4-4EDA-80E6-3FAFCAB0B94F}" dt="2024-09-28T12:33:40.500" v="1753" actId="1038"/>
          <ac:spMkLst>
            <pc:docMk/>
            <pc:sldMk cId="2480381891" sldId="312"/>
            <ac:spMk id="9" creationId="{468C1F93-6BDE-5646-C152-3DCC4DCD9047}"/>
          </ac:spMkLst>
        </pc:spChg>
        <pc:spChg chg="add mod">
          <ac:chgData name="Bhowmik, Sayan" userId="2b51cadb-156e-4c9a-99fc-6d2138739850" providerId="ADAL" clId="{4B6C8080-E9D4-4EDA-80E6-3FAFCAB0B94F}" dt="2024-09-29T00:47:55.178" v="6478" actId="20577"/>
          <ac:spMkLst>
            <pc:docMk/>
            <pc:sldMk cId="2480381891" sldId="312"/>
            <ac:spMk id="11" creationId="{9133A6CA-93AB-FCD9-B374-1A0BC529A1D8}"/>
          </ac:spMkLst>
        </pc:spChg>
        <pc:spChg chg="add mod">
          <ac:chgData name="Bhowmik, Sayan" userId="2b51cadb-156e-4c9a-99fc-6d2138739850" providerId="ADAL" clId="{4B6C8080-E9D4-4EDA-80E6-3FAFCAB0B94F}" dt="2024-09-28T13:25:34.938" v="2835"/>
          <ac:spMkLst>
            <pc:docMk/>
            <pc:sldMk cId="2480381891" sldId="312"/>
            <ac:spMk id="12" creationId="{D5EDAC55-BB26-FCCB-23AF-EDFD1F50CBCA}"/>
          </ac:spMkLst>
        </pc:spChg>
        <pc:spChg chg="add mod">
          <ac:chgData name="Bhowmik, Sayan" userId="2b51cadb-156e-4c9a-99fc-6d2138739850" providerId="ADAL" clId="{4B6C8080-E9D4-4EDA-80E6-3FAFCAB0B94F}" dt="2024-09-28T12:42:19.335" v="2101" actId="1035"/>
          <ac:spMkLst>
            <pc:docMk/>
            <pc:sldMk cId="2480381891" sldId="312"/>
            <ac:spMk id="13" creationId="{B5B0E6CD-CD6E-8881-647B-43A7B2C91DF8}"/>
          </ac:spMkLst>
        </pc:spChg>
        <pc:spChg chg="add mod">
          <ac:chgData name="Bhowmik, Sayan" userId="2b51cadb-156e-4c9a-99fc-6d2138739850" providerId="ADAL" clId="{4B6C8080-E9D4-4EDA-80E6-3FAFCAB0B94F}" dt="2024-09-28T12:42:19.335" v="2101" actId="1035"/>
          <ac:spMkLst>
            <pc:docMk/>
            <pc:sldMk cId="2480381891" sldId="312"/>
            <ac:spMk id="14" creationId="{3FE50A62-2C5C-F03C-C90D-4DA008C35793}"/>
          </ac:spMkLst>
        </pc:spChg>
        <pc:spChg chg="add mod">
          <ac:chgData name="Bhowmik, Sayan" userId="2b51cadb-156e-4c9a-99fc-6d2138739850" providerId="ADAL" clId="{4B6C8080-E9D4-4EDA-80E6-3FAFCAB0B94F}" dt="2024-09-28T12:43:16.311" v="2133" actId="1582"/>
          <ac:spMkLst>
            <pc:docMk/>
            <pc:sldMk cId="2480381891" sldId="312"/>
            <ac:spMk id="15" creationId="{CB9001F4-30A5-A8F1-EA43-BCE58B9BEF7A}"/>
          </ac:spMkLst>
        </pc:spChg>
        <pc:spChg chg="add mod">
          <ac:chgData name="Bhowmik, Sayan" userId="2b51cadb-156e-4c9a-99fc-6d2138739850" providerId="ADAL" clId="{4B6C8080-E9D4-4EDA-80E6-3FAFCAB0B94F}" dt="2024-09-28T12:47:17.478" v="2462" actId="1036"/>
          <ac:spMkLst>
            <pc:docMk/>
            <pc:sldMk cId="2480381891" sldId="312"/>
            <ac:spMk id="19" creationId="{5DE31471-0C9E-0006-F2AC-1D08F35F7040}"/>
          </ac:spMkLst>
        </pc:spChg>
        <pc:cxnChg chg="add mod">
          <ac:chgData name="Bhowmik, Sayan" userId="2b51cadb-156e-4c9a-99fc-6d2138739850" providerId="ADAL" clId="{4B6C8080-E9D4-4EDA-80E6-3FAFCAB0B94F}" dt="2024-09-28T12:33:40.500" v="1753" actId="1038"/>
          <ac:cxnSpMkLst>
            <pc:docMk/>
            <pc:sldMk cId="2480381891" sldId="312"/>
            <ac:cxnSpMk id="10" creationId="{11460A0E-FCB9-5A3F-14A7-2CEA930B3BF7}"/>
          </ac:cxnSpMkLst>
        </pc:cxnChg>
        <pc:cxnChg chg="add mod">
          <ac:chgData name="Bhowmik, Sayan" userId="2b51cadb-156e-4c9a-99fc-6d2138739850" providerId="ADAL" clId="{4B6C8080-E9D4-4EDA-80E6-3FAFCAB0B94F}" dt="2024-09-28T12:42:55.684" v="2131" actId="14100"/>
          <ac:cxnSpMkLst>
            <pc:docMk/>
            <pc:sldMk cId="2480381891" sldId="312"/>
            <ac:cxnSpMk id="16" creationId="{BB84AE93-4144-5C20-E6F2-223888FDEFB8}"/>
          </ac:cxnSpMkLst>
        </pc:cxnChg>
      </pc:sldChg>
      <pc:sldChg chg="addSp modSp new mod modAnim">
        <pc:chgData name="Bhowmik, Sayan" userId="2b51cadb-156e-4c9a-99fc-6d2138739850" providerId="ADAL" clId="{4B6C8080-E9D4-4EDA-80E6-3FAFCAB0B94F}" dt="2024-10-01T23:33:03.794" v="6568" actId="20577"/>
        <pc:sldMkLst>
          <pc:docMk/>
          <pc:sldMk cId="2787355871" sldId="313"/>
        </pc:sldMkLst>
        <pc:spChg chg="mod">
          <ac:chgData name="Bhowmik, Sayan" userId="2b51cadb-156e-4c9a-99fc-6d2138739850" providerId="ADAL" clId="{4B6C8080-E9D4-4EDA-80E6-3FAFCAB0B94F}" dt="2024-09-28T12:51:57.860" v="2529" actId="14100"/>
          <ac:spMkLst>
            <pc:docMk/>
            <pc:sldMk cId="2787355871" sldId="313"/>
            <ac:spMk id="2" creationId="{C457F032-F5B8-C29D-1A9F-49F45F4AC70D}"/>
          </ac:spMkLst>
        </pc:spChg>
        <pc:spChg chg="add mod">
          <ac:chgData name="Bhowmik, Sayan" userId="2b51cadb-156e-4c9a-99fc-6d2138739850" providerId="ADAL" clId="{4B6C8080-E9D4-4EDA-80E6-3FAFCAB0B94F}" dt="2024-09-28T13:50:57.005" v="3371" actId="1035"/>
          <ac:spMkLst>
            <pc:docMk/>
            <pc:sldMk cId="2787355871" sldId="313"/>
            <ac:spMk id="3" creationId="{2589C6A8-EA46-0188-17C7-FBFC50E46002}"/>
          </ac:spMkLst>
        </pc:spChg>
        <pc:spChg chg="add mod">
          <ac:chgData name="Bhowmik, Sayan" userId="2b51cadb-156e-4c9a-99fc-6d2138739850" providerId="ADAL" clId="{4B6C8080-E9D4-4EDA-80E6-3FAFCAB0B94F}" dt="2024-09-28T13:50:57.005" v="3371" actId="1035"/>
          <ac:spMkLst>
            <pc:docMk/>
            <pc:sldMk cId="2787355871" sldId="313"/>
            <ac:spMk id="4" creationId="{12A5082C-CAB4-A1D5-DA41-200BF6B91CEE}"/>
          </ac:spMkLst>
        </pc:spChg>
        <pc:spChg chg="add mod">
          <ac:chgData name="Bhowmik, Sayan" userId="2b51cadb-156e-4c9a-99fc-6d2138739850" providerId="ADAL" clId="{4B6C8080-E9D4-4EDA-80E6-3FAFCAB0B94F}" dt="2024-09-28T13:50:57.005" v="3371" actId="1035"/>
          <ac:spMkLst>
            <pc:docMk/>
            <pc:sldMk cId="2787355871" sldId="313"/>
            <ac:spMk id="5" creationId="{F990D659-39BE-5F60-4077-CB0EBCBC780D}"/>
          </ac:spMkLst>
        </pc:spChg>
        <pc:spChg chg="add mod">
          <ac:chgData name="Bhowmik, Sayan" userId="2b51cadb-156e-4c9a-99fc-6d2138739850" providerId="ADAL" clId="{4B6C8080-E9D4-4EDA-80E6-3FAFCAB0B94F}" dt="2024-09-28T13:53:19.027" v="3540" actId="1035"/>
          <ac:spMkLst>
            <pc:docMk/>
            <pc:sldMk cId="2787355871" sldId="313"/>
            <ac:spMk id="6" creationId="{3B87E26D-8D08-6FA4-4CD7-D4D3D3CE0FAF}"/>
          </ac:spMkLst>
        </pc:spChg>
        <pc:spChg chg="add mod">
          <ac:chgData name="Bhowmik, Sayan" userId="2b51cadb-156e-4c9a-99fc-6d2138739850" providerId="ADAL" clId="{4B6C8080-E9D4-4EDA-80E6-3FAFCAB0B94F}" dt="2024-09-28T23:43:51.593" v="6210" actId="20577"/>
          <ac:spMkLst>
            <pc:docMk/>
            <pc:sldMk cId="2787355871" sldId="313"/>
            <ac:spMk id="7" creationId="{6527C2E4-98DD-DD88-D9FB-0F4A934F8DA2}"/>
          </ac:spMkLst>
        </pc:spChg>
        <pc:spChg chg="add mod">
          <ac:chgData name="Bhowmik, Sayan" userId="2b51cadb-156e-4c9a-99fc-6d2138739850" providerId="ADAL" clId="{4B6C8080-E9D4-4EDA-80E6-3FAFCAB0B94F}" dt="2024-09-28T13:50:57.005" v="3371" actId="1035"/>
          <ac:spMkLst>
            <pc:docMk/>
            <pc:sldMk cId="2787355871" sldId="313"/>
            <ac:spMk id="8" creationId="{19CFD0C0-F331-F2BB-60A7-33756416DF0E}"/>
          </ac:spMkLst>
        </pc:spChg>
        <pc:spChg chg="add mod">
          <ac:chgData name="Bhowmik, Sayan" userId="2b51cadb-156e-4c9a-99fc-6d2138739850" providerId="ADAL" clId="{4B6C8080-E9D4-4EDA-80E6-3FAFCAB0B94F}" dt="2024-09-28T13:51:15.138" v="3450" actId="1035"/>
          <ac:spMkLst>
            <pc:docMk/>
            <pc:sldMk cId="2787355871" sldId="313"/>
            <ac:spMk id="9" creationId="{BA68F70F-F214-3FBB-386F-2F626CDF52C3}"/>
          </ac:spMkLst>
        </pc:spChg>
        <pc:spChg chg="add mod">
          <ac:chgData name="Bhowmik, Sayan" userId="2b51cadb-156e-4c9a-99fc-6d2138739850" providerId="ADAL" clId="{4B6C8080-E9D4-4EDA-80E6-3FAFCAB0B94F}" dt="2024-09-28T13:51:15.138" v="3450" actId="1035"/>
          <ac:spMkLst>
            <pc:docMk/>
            <pc:sldMk cId="2787355871" sldId="313"/>
            <ac:spMk id="10" creationId="{1D12EC61-1C0F-2065-49B1-CB6CD062A223}"/>
          </ac:spMkLst>
        </pc:spChg>
        <pc:spChg chg="add mod">
          <ac:chgData name="Bhowmik, Sayan" userId="2b51cadb-156e-4c9a-99fc-6d2138739850" providerId="ADAL" clId="{4B6C8080-E9D4-4EDA-80E6-3FAFCAB0B94F}" dt="2024-10-01T23:33:03.794" v="6568" actId="20577"/>
          <ac:spMkLst>
            <pc:docMk/>
            <pc:sldMk cId="2787355871" sldId="313"/>
            <ac:spMk id="11" creationId="{01D96DF2-81B2-CFD3-B4BD-52D69144447D}"/>
          </ac:spMkLst>
        </pc:spChg>
        <pc:spChg chg="add mod">
          <ac:chgData name="Bhowmik, Sayan" userId="2b51cadb-156e-4c9a-99fc-6d2138739850" providerId="ADAL" clId="{4B6C8080-E9D4-4EDA-80E6-3FAFCAB0B94F}" dt="2024-09-28T13:51:51.628" v="3524" actId="1038"/>
          <ac:spMkLst>
            <pc:docMk/>
            <pc:sldMk cId="2787355871" sldId="313"/>
            <ac:spMk id="12" creationId="{4815919F-6115-8B49-293B-2D91047AA000}"/>
          </ac:spMkLst>
        </pc:spChg>
        <pc:spChg chg="add mod">
          <ac:chgData name="Bhowmik, Sayan" userId="2b51cadb-156e-4c9a-99fc-6d2138739850" providerId="ADAL" clId="{4B6C8080-E9D4-4EDA-80E6-3FAFCAB0B94F}" dt="2024-09-28T13:55:37.204" v="3593" actId="1076"/>
          <ac:spMkLst>
            <pc:docMk/>
            <pc:sldMk cId="2787355871" sldId="313"/>
            <ac:spMk id="13" creationId="{5EC5A743-122E-9DA4-D84B-CA8DBE74C101}"/>
          </ac:spMkLst>
        </pc:spChg>
        <pc:spChg chg="add mod">
          <ac:chgData name="Bhowmik, Sayan" userId="2b51cadb-156e-4c9a-99fc-6d2138739850" providerId="ADAL" clId="{4B6C8080-E9D4-4EDA-80E6-3FAFCAB0B94F}" dt="2024-10-01T23:24:15.071" v="6532" actId="20577"/>
          <ac:spMkLst>
            <pc:docMk/>
            <pc:sldMk cId="2787355871" sldId="313"/>
            <ac:spMk id="14" creationId="{C9FDDC41-6E88-E3F3-A127-539C4B98174D}"/>
          </ac:spMkLst>
        </pc:spChg>
        <pc:spChg chg="add mod">
          <ac:chgData name="Bhowmik, Sayan" userId="2b51cadb-156e-4c9a-99fc-6d2138739850" providerId="ADAL" clId="{4B6C8080-E9D4-4EDA-80E6-3FAFCAB0B94F}" dt="2024-09-28T23:58:29.798" v="6421"/>
          <ac:spMkLst>
            <pc:docMk/>
            <pc:sldMk cId="2787355871" sldId="313"/>
            <ac:spMk id="15" creationId="{D8DFBA13-27CD-A804-420B-83845368CC4A}"/>
          </ac:spMkLst>
        </pc:spChg>
      </pc:sldChg>
      <pc:sldChg chg="modSp add mod">
        <pc:chgData name="Bhowmik, Sayan" userId="2b51cadb-156e-4c9a-99fc-6d2138739850" providerId="ADAL" clId="{4B6C8080-E9D4-4EDA-80E6-3FAFCAB0B94F}" dt="2024-09-28T14:05:27.946" v="4081" actId="20577"/>
        <pc:sldMkLst>
          <pc:docMk/>
          <pc:sldMk cId="3239628745" sldId="314"/>
        </pc:sldMkLst>
        <pc:spChg chg="mod">
          <ac:chgData name="Bhowmik, Sayan" userId="2b51cadb-156e-4c9a-99fc-6d2138739850" providerId="ADAL" clId="{4B6C8080-E9D4-4EDA-80E6-3FAFCAB0B94F}" dt="2024-09-28T14:05:27.946" v="4081" actId="20577"/>
          <ac:spMkLst>
            <pc:docMk/>
            <pc:sldMk cId="3239628745" sldId="314"/>
            <ac:spMk id="3" creationId="{54B9CEDF-66F4-D04D-3CFA-2BFEA2B014E7}"/>
          </ac:spMkLst>
        </pc:spChg>
      </pc:sldChg>
      <pc:sldChg chg="addSp delSp modSp new mod modTransition modClrScheme modAnim chgLayout">
        <pc:chgData name="Bhowmik, Sayan" userId="2b51cadb-156e-4c9a-99fc-6d2138739850" providerId="ADAL" clId="{4B6C8080-E9D4-4EDA-80E6-3FAFCAB0B94F}" dt="2024-10-01T23:26:43.789" v="6551"/>
        <pc:sldMkLst>
          <pc:docMk/>
          <pc:sldMk cId="2287939612" sldId="315"/>
        </pc:sldMkLst>
        <pc:spChg chg="add mod">
          <ac:chgData name="Bhowmik, Sayan" userId="2b51cadb-156e-4c9a-99fc-6d2138739850" providerId="ADAL" clId="{4B6C8080-E9D4-4EDA-80E6-3FAFCAB0B94F}" dt="2024-09-28T23:58:36.360" v="6422"/>
          <ac:spMkLst>
            <pc:docMk/>
            <pc:sldMk cId="2287939612" sldId="315"/>
            <ac:spMk id="2" creationId="{A750082A-1BDF-4E34-C7CC-1ECC55AC74A7}"/>
          </ac:spMkLst>
        </pc:spChg>
        <pc:spChg chg="del mod ord">
          <ac:chgData name="Bhowmik, Sayan" userId="2b51cadb-156e-4c9a-99fc-6d2138739850" providerId="ADAL" clId="{4B6C8080-E9D4-4EDA-80E6-3FAFCAB0B94F}" dt="2024-09-28T14:06:52.465" v="4083" actId="700"/>
          <ac:spMkLst>
            <pc:docMk/>
            <pc:sldMk cId="2287939612" sldId="315"/>
            <ac:spMk id="2" creationId="{D8468BBB-9B1A-6A81-8603-AA5AB9EE2F60}"/>
          </ac:spMkLst>
        </pc:spChg>
        <pc:spChg chg="del">
          <ac:chgData name="Bhowmik, Sayan" userId="2b51cadb-156e-4c9a-99fc-6d2138739850" providerId="ADAL" clId="{4B6C8080-E9D4-4EDA-80E6-3FAFCAB0B94F}" dt="2024-09-28T14:06:52.465" v="4083" actId="700"/>
          <ac:spMkLst>
            <pc:docMk/>
            <pc:sldMk cId="2287939612" sldId="315"/>
            <ac:spMk id="3" creationId="{A04C1629-F0CA-ACCA-5E97-1B409B24E660}"/>
          </ac:spMkLst>
        </pc:spChg>
        <pc:spChg chg="add mod ord">
          <ac:chgData name="Bhowmik, Sayan" userId="2b51cadb-156e-4c9a-99fc-6d2138739850" providerId="ADAL" clId="{4B6C8080-E9D4-4EDA-80E6-3FAFCAB0B94F}" dt="2024-09-28T14:10:06.338" v="4111" actId="14100"/>
          <ac:spMkLst>
            <pc:docMk/>
            <pc:sldMk cId="2287939612" sldId="315"/>
            <ac:spMk id="4" creationId="{051C95DD-F1DD-C5BF-A4CE-10E3BF44C7C6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5" creationId="{742CA272-3BEA-8A5E-511D-42049C4877B4}"/>
          </ac:spMkLst>
        </pc:spChg>
        <pc:spChg chg="add mod">
          <ac:chgData name="Bhowmik, Sayan" userId="2b51cadb-156e-4c9a-99fc-6d2138739850" providerId="ADAL" clId="{4B6C8080-E9D4-4EDA-80E6-3FAFCAB0B94F}" dt="2024-09-28T15:14:54.876" v="5156" actId="1035"/>
          <ac:spMkLst>
            <pc:docMk/>
            <pc:sldMk cId="2287939612" sldId="315"/>
            <ac:spMk id="6" creationId="{A23B782A-CE6B-3D20-1224-617881E36408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7" creationId="{C6138BED-3EEE-9E37-D6A0-95EAD78C2329}"/>
          </ac:spMkLst>
        </pc:spChg>
        <pc:spChg chg="add mod">
          <ac:chgData name="Bhowmik, Sayan" userId="2b51cadb-156e-4c9a-99fc-6d2138739850" providerId="ADAL" clId="{4B6C8080-E9D4-4EDA-80E6-3FAFCAB0B94F}" dt="2024-09-28T15:14:54.876" v="5156" actId="1035"/>
          <ac:spMkLst>
            <pc:docMk/>
            <pc:sldMk cId="2287939612" sldId="315"/>
            <ac:spMk id="10" creationId="{01FDE5E6-45EB-027F-EB8C-24F89B2A6DBC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11" creationId="{FB801AE9-30CF-7A33-37AE-DA13EDC51770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12" creationId="{DAC0B45F-1053-8746-1F22-1CCA3FCFF6DF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22" creationId="{8AE15EED-D381-97FF-7939-A0CE1B2153F2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29" creationId="{86D3323B-F0CC-F438-D225-9D033D4FA2EF}"/>
          </ac:spMkLst>
        </pc:spChg>
        <pc:spChg chg="add mod">
          <ac:chgData name="Bhowmik, Sayan" userId="2b51cadb-156e-4c9a-99fc-6d2138739850" providerId="ADAL" clId="{4B6C8080-E9D4-4EDA-80E6-3FAFCAB0B94F}" dt="2024-09-28T15:14:29.778" v="5113" actId="1035"/>
          <ac:spMkLst>
            <pc:docMk/>
            <pc:sldMk cId="2287939612" sldId="315"/>
            <ac:spMk id="30" creationId="{501EDF06-300A-10C9-AFE8-450260EB4D9C}"/>
          </ac:spMkLst>
        </pc:spChg>
        <pc:spChg chg="add mod">
          <ac:chgData name="Bhowmik, Sayan" userId="2b51cadb-156e-4c9a-99fc-6d2138739850" providerId="ADAL" clId="{4B6C8080-E9D4-4EDA-80E6-3FAFCAB0B94F}" dt="2024-09-28T15:14:44.405" v="5133" actId="1035"/>
          <ac:spMkLst>
            <pc:docMk/>
            <pc:sldMk cId="2287939612" sldId="315"/>
            <ac:spMk id="37" creationId="{47CB6706-142B-5ED3-5B4F-F8BB8692528B}"/>
          </ac:spMkLst>
        </pc:spChg>
        <pc:spChg chg="add mod">
          <ac:chgData name="Bhowmik, Sayan" userId="2b51cadb-156e-4c9a-99fc-6d2138739850" providerId="ADAL" clId="{4B6C8080-E9D4-4EDA-80E6-3FAFCAB0B94F}" dt="2024-09-28T15:14:44.405" v="5133" actId="1035"/>
          <ac:spMkLst>
            <pc:docMk/>
            <pc:sldMk cId="2287939612" sldId="315"/>
            <ac:spMk id="38" creationId="{F37DB995-2D77-5016-D4AD-6183BCE5A686}"/>
          </ac:spMkLst>
        </pc:spChg>
        <pc:spChg chg="add mod">
          <ac:chgData name="Bhowmik, Sayan" userId="2b51cadb-156e-4c9a-99fc-6d2138739850" providerId="ADAL" clId="{4B6C8080-E9D4-4EDA-80E6-3FAFCAB0B94F}" dt="2024-10-01T23:26:43.789" v="6551"/>
          <ac:spMkLst>
            <pc:docMk/>
            <pc:sldMk cId="2287939612" sldId="315"/>
            <ac:spMk id="39" creationId="{B9A22CDF-65F9-DEAF-65D1-28D5FBCA50A3}"/>
          </ac:spMkLst>
        </pc:spChg>
        <pc:spChg chg="add mod">
          <ac:chgData name="Bhowmik, Sayan" userId="2b51cadb-156e-4c9a-99fc-6d2138739850" providerId="ADAL" clId="{4B6C8080-E9D4-4EDA-80E6-3FAFCAB0B94F}" dt="2024-09-28T15:14:44.405" v="5133" actId="1035"/>
          <ac:spMkLst>
            <pc:docMk/>
            <pc:sldMk cId="2287939612" sldId="315"/>
            <ac:spMk id="40" creationId="{3B5A0893-0D90-3E9F-A6F7-6CED7AB6CBD0}"/>
          </ac:spMkLst>
        </pc:spChg>
        <pc:spChg chg="add mod">
          <ac:chgData name="Bhowmik, Sayan" userId="2b51cadb-156e-4c9a-99fc-6d2138739850" providerId="ADAL" clId="{4B6C8080-E9D4-4EDA-80E6-3FAFCAB0B94F}" dt="2024-09-28T15:14:44.405" v="5133" actId="1035"/>
          <ac:spMkLst>
            <pc:docMk/>
            <pc:sldMk cId="2287939612" sldId="315"/>
            <ac:spMk id="41" creationId="{2B6351A6-3AA1-1B91-0331-83628752B40D}"/>
          </ac:spMkLst>
        </pc:spChg>
        <pc:spChg chg="add mod">
          <ac:chgData name="Bhowmik, Sayan" userId="2b51cadb-156e-4c9a-99fc-6d2138739850" providerId="ADAL" clId="{4B6C8080-E9D4-4EDA-80E6-3FAFCAB0B94F}" dt="2024-09-28T15:16:04.871" v="5218" actId="1035"/>
          <ac:spMkLst>
            <pc:docMk/>
            <pc:sldMk cId="2287939612" sldId="315"/>
            <ac:spMk id="42" creationId="{A0117AAD-6085-014C-21CD-6A40C22DAE4E}"/>
          </ac:spMkLst>
        </pc:spChg>
        <pc:spChg chg="add mod">
          <ac:chgData name="Bhowmik, Sayan" userId="2b51cadb-156e-4c9a-99fc-6d2138739850" providerId="ADAL" clId="{4B6C8080-E9D4-4EDA-80E6-3FAFCAB0B94F}" dt="2024-09-28T15:15:15.110" v="5213" actId="20577"/>
          <ac:spMkLst>
            <pc:docMk/>
            <pc:sldMk cId="2287939612" sldId="315"/>
            <ac:spMk id="46" creationId="{E9EA83C4-D9C6-E319-F5FD-E1E08A69EA6F}"/>
          </ac:spMkLst>
        </pc:spChg>
        <pc:cxnChg chg="add mod">
          <ac:chgData name="Bhowmik, Sayan" userId="2b51cadb-156e-4c9a-99fc-6d2138739850" providerId="ADAL" clId="{4B6C8080-E9D4-4EDA-80E6-3FAFCAB0B94F}" dt="2024-09-28T15:14:54.876" v="5156" actId="1035"/>
          <ac:cxnSpMkLst>
            <pc:docMk/>
            <pc:sldMk cId="2287939612" sldId="315"/>
            <ac:cxnSpMk id="9" creationId="{6D9ED9FA-3589-E9C6-DD59-06E1BF9183A8}"/>
          </ac:cxnSpMkLst>
        </pc:cxnChg>
        <pc:cxnChg chg="add del mod">
          <ac:chgData name="Bhowmik, Sayan" userId="2b51cadb-156e-4c9a-99fc-6d2138739850" providerId="ADAL" clId="{4B6C8080-E9D4-4EDA-80E6-3FAFCAB0B94F}" dt="2024-09-28T14:32:26.046" v="4490" actId="478"/>
          <ac:cxnSpMkLst>
            <pc:docMk/>
            <pc:sldMk cId="2287939612" sldId="315"/>
            <ac:cxnSpMk id="14" creationId="{E8A92CB8-2C05-2BDA-BD63-20CE0FD43391}"/>
          </ac:cxnSpMkLst>
        </pc:cxnChg>
        <pc:cxnChg chg="add del mod">
          <ac:chgData name="Bhowmik, Sayan" userId="2b51cadb-156e-4c9a-99fc-6d2138739850" providerId="ADAL" clId="{4B6C8080-E9D4-4EDA-80E6-3FAFCAB0B94F}" dt="2024-09-28T14:32:24.131" v="4489" actId="478"/>
          <ac:cxnSpMkLst>
            <pc:docMk/>
            <pc:sldMk cId="2287939612" sldId="315"/>
            <ac:cxnSpMk id="17" creationId="{C0B1FC64-DD51-4BF2-6186-AA2E6CEF5488}"/>
          </ac:cxnSpMkLst>
        </pc:cxnChg>
        <pc:cxnChg chg="add del mod">
          <ac:chgData name="Bhowmik, Sayan" userId="2b51cadb-156e-4c9a-99fc-6d2138739850" providerId="ADAL" clId="{4B6C8080-E9D4-4EDA-80E6-3FAFCAB0B94F}" dt="2024-09-28T14:32:24.131" v="4489" actId="478"/>
          <ac:cxnSpMkLst>
            <pc:docMk/>
            <pc:sldMk cId="2287939612" sldId="315"/>
            <ac:cxnSpMk id="21" creationId="{23504DEC-89AC-570F-20D8-75977CDF285C}"/>
          </ac:cxnSpMkLst>
        </pc:cxnChg>
        <pc:cxnChg chg="add mod">
          <ac:chgData name="Bhowmik, Sayan" userId="2b51cadb-156e-4c9a-99fc-6d2138739850" providerId="ADAL" clId="{4B6C8080-E9D4-4EDA-80E6-3FAFCAB0B94F}" dt="2024-09-28T15:14:29.778" v="5113" actId="1035"/>
          <ac:cxnSpMkLst>
            <pc:docMk/>
            <pc:sldMk cId="2287939612" sldId="315"/>
            <ac:cxnSpMk id="24" creationId="{BEACC609-2526-383A-C126-7E2F754AF31A}"/>
          </ac:cxnSpMkLst>
        </pc:cxnChg>
        <pc:cxnChg chg="add mod">
          <ac:chgData name="Bhowmik, Sayan" userId="2b51cadb-156e-4c9a-99fc-6d2138739850" providerId="ADAL" clId="{4B6C8080-E9D4-4EDA-80E6-3FAFCAB0B94F}" dt="2024-09-28T15:14:29.778" v="5113" actId="1035"/>
          <ac:cxnSpMkLst>
            <pc:docMk/>
            <pc:sldMk cId="2287939612" sldId="315"/>
            <ac:cxnSpMk id="26" creationId="{D65C588E-1305-F5F0-E74C-A0D46E7C342C}"/>
          </ac:cxnSpMkLst>
        </pc:cxnChg>
        <pc:cxnChg chg="add mod">
          <ac:chgData name="Bhowmik, Sayan" userId="2b51cadb-156e-4c9a-99fc-6d2138739850" providerId="ADAL" clId="{4B6C8080-E9D4-4EDA-80E6-3FAFCAB0B94F}" dt="2024-09-28T15:14:29.778" v="5113" actId="1035"/>
          <ac:cxnSpMkLst>
            <pc:docMk/>
            <pc:sldMk cId="2287939612" sldId="315"/>
            <ac:cxnSpMk id="28" creationId="{B77E1906-961C-2AA5-3435-09A643928EB5}"/>
          </ac:cxnSpMkLst>
        </pc:cxnChg>
        <pc:cxnChg chg="add del mod">
          <ac:chgData name="Bhowmik, Sayan" userId="2b51cadb-156e-4c9a-99fc-6d2138739850" providerId="ADAL" clId="{4B6C8080-E9D4-4EDA-80E6-3FAFCAB0B94F}" dt="2024-09-28T14:35:43.520" v="4613" actId="478"/>
          <ac:cxnSpMkLst>
            <pc:docMk/>
            <pc:sldMk cId="2287939612" sldId="315"/>
            <ac:cxnSpMk id="32" creationId="{62E3097A-61A8-4AB9-AD6A-4101776F7691}"/>
          </ac:cxnSpMkLst>
        </pc:cxnChg>
        <pc:cxnChg chg="add mod">
          <ac:chgData name="Bhowmik, Sayan" userId="2b51cadb-156e-4c9a-99fc-6d2138739850" providerId="ADAL" clId="{4B6C8080-E9D4-4EDA-80E6-3FAFCAB0B94F}" dt="2024-09-28T15:14:29.778" v="5113" actId="1035"/>
          <ac:cxnSpMkLst>
            <pc:docMk/>
            <pc:sldMk cId="2287939612" sldId="315"/>
            <ac:cxnSpMk id="36" creationId="{4D389051-2DA5-7F65-AE8C-1A3D537B282A}"/>
          </ac:cxnSpMkLst>
        </pc:cxnChg>
        <pc:cxnChg chg="add mod">
          <ac:chgData name="Bhowmik, Sayan" userId="2b51cadb-156e-4c9a-99fc-6d2138739850" providerId="ADAL" clId="{4B6C8080-E9D4-4EDA-80E6-3FAFCAB0B94F}" dt="2024-09-28T15:16:04.871" v="5218" actId="1035"/>
          <ac:cxnSpMkLst>
            <pc:docMk/>
            <pc:sldMk cId="2287939612" sldId="315"/>
            <ac:cxnSpMk id="44" creationId="{D6080BBC-04EC-9FDD-216B-B2F3C702881A}"/>
          </ac:cxnSpMkLst>
        </pc:cxnChg>
      </pc:sldChg>
      <pc:sldChg chg="addSp delSp modSp new mod modTransition modAnim">
        <pc:chgData name="Bhowmik, Sayan" userId="2b51cadb-156e-4c9a-99fc-6d2138739850" providerId="ADAL" clId="{4B6C8080-E9D4-4EDA-80E6-3FAFCAB0B94F}" dt="2024-09-28T23:58:47.492" v="6427" actId="1035"/>
        <pc:sldMkLst>
          <pc:docMk/>
          <pc:sldMk cId="928768212" sldId="316"/>
        </pc:sldMkLst>
        <pc:spChg chg="mod">
          <ac:chgData name="Bhowmik, Sayan" userId="2b51cadb-156e-4c9a-99fc-6d2138739850" providerId="ADAL" clId="{4B6C8080-E9D4-4EDA-80E6-3FAFCAB0B94F}" dt="2024-09-28T15:17:46.517" v="5252" actId="14100"/>
          <ac:spMkLst>
            <pc:docMk/>
            <pc:sldMk cId="928768212" sldId="316"/>
            <ac:spMk id="2" creationId="{02A62E7A-772D-9723-1461-A36EB0220A31}"/>
          </ac:spMkLst>
        </pc:spChg>
        <pc:spChg chg="add mod">
          <ac:chgData name="Bhowmik, Sayan" userId="2b51cadb-156e-4c9a-99fc-6d2138739850" providerId="ADAL" clId="{4B6C8080-E9D4-4EDA-80E6-3FAFCAB0B94F}" dt="2024-09-28T15:37:54.201" v="5648" actId="1036"/>
          <ac:spMkLst>
            <pc:docMk/>
            <pc:sldMk cId="928768212" sldId="316"/>
            <ac:spMk id="3" creationId="{8039B299-3807-97A3-82A5-32F7634FF53B}"/>
          </ac:spMkLst>
        </pc:spChg>
        <pc:spChg chg="add mod">
          <ac:chgData name="Bhowmik, Sayan" userId="2b51cadb-156e-4c9a-99fc-6d2138739850" providerId="ADAL" clId="{4B6C8080-E9D4-4EDA-80E6-3FAFCAB0B94F}" dt="2024-09-28T23:58:47.492" v="6427" actId="1035"/>
          <ac:spMkLst>
            <pc:docMk/>
            <pc:sldMk cId="928768212" sldId="316"/>
            <ac:spMk id="5" creationId="{EE434F9D-0D4B-E7E0-01C8-10E3C9DAEA04}"/>
          </ac:spMkLst>
        </pc:spChg>
        <pc:spChg chg="add mod">
          <ac:chgData name="Bhowmik, Sayan" userId="2b51cadb-156e-4c9a-99fc-6d2138739850" providerId="ADAL" clId="{4B6C8080-E9D4-4EDA-80E6-3FAFCAB0B94F}" dt="2024-09-28T15:46:30.417" v="5837" actId="1038"/>
          <ac:spMkLst>
            <pc:docMk/>
            <pc:sldMk cId="928768212" sldId="316"/>
            <ac:spMk id="6" creationId="{B6909414-918B-3684-01E5-5ACABC58C0B1}"/>
          </ac:spMkLst>
        </pc:spChg>
        <pc:spChg chg="add mod">
          <ac:chgData name="Bhowmik, Sayan" userId="2b51cadb-156e-4c9a-99fc-6d2138739850" providerId="ADAL" clId="{4B6C8080-E9D4-4EDA-80E6-3FAFCAB0B94F}" dt="2024-09-28T15:46:30.417" v="5837" actId="1038"/>
          <ac:spMkLst>
            <pc:docMk/>
            <pc:sldMk cId="928768212" sldId="316"/>
            <ac:spMk id="7" creationId="{05D95A79-EB52-DDB4-4880-162E719B8F69}"/>
          </ac:spMkLst>
        </pc:spChg>
        <pc:spChg chg="add mod">
          <ac:chgData name="Bhowmik, Sayan" userId="2b51cadb-156e-4c9a-99fc-6d2138739850" providerId="ADAL" clId="{4B6C8080-E9D4-4EDA-80E6-3FAFCAB0B94F}" dt="2024-09-28T15:46:30.417" v="5837" actId="1038"/>
          <ac:spMkLst>
            <pc:docMk/>
            <pc:sldMk cId="928768212" sldId="316"/>
            <ac:spMk id="8" creationId="{ADF8E1E2-14D2-AA71-9273-65E1B93841A6}"/>
          </ac:spMkLst>
        </pc:spChg>
        <pc:spChg chg="add mod">
          <ac:chgData name="Bhowmik, Sayan" userId="2b51cadb-156e-4c9a-99fc-6d2138739850" providerId="ADAL" clId="{4B6C8080-E9D4-4EDA-80E6-3FAFCAB0B94F}" dt="2024-09-28T15:46:30.417" v="5837" actId="1038"/>
          <ac:spMkLst>
            <pc:docMk/>
            <pc:sldMk cId="928768212" sldId="316"/>
            <ac:spMk id="9" creationId="{ED9FBF73-6B56-F3A1-80E2-59DF5A553010}"/>
          </ac:spMkLst>
        </pc:spChg>
        <pc:spChg chg="add mod">
          <ac:chgData name="Bhowmik, Sayan" userId="2b51cadb-156e-4c9a-99fc-6d2138739850" providerId="ADAL" clId="{4B6C8080-E9D4-4EDA-80E6-3FAFCAB0B94F}" dt="2024-09-28T15:46:30.417" v="5837" actId="1038"/>
          <ac:spMkLst>
            <pc:docMk/>
            <pc:sldMk cId="928768212" sldId="316"/>
            <ac:spMk id="10" creationId="{C8A2CAE5-4791-E713-4896-0D9D821F45FE}"/>
          </ac:spMkLst>
        </pc:spChg>
        <pc:spChg chg="add mod">
          <ac:chgData name="Bhowmik, Sayan" userId="2b51cadb-156e-4c9a-99fc-6d2138739850" providerId="ADAL" clId="{4B6C8080-E9D4-4EDA-80E6-3FAFCAB0B94F}" dt="2024-09-28T15:46:45.611" v="5840" actId="208"/>
          <ac:spMkLst>
            <pc:docMk/>
            <pc:sldMk cId="928768212" sldId="316"/>
            <ac:spMk id="11" creationId="{DF02FCC3-EB6E-242E-9166-CE6BF4A75CDD}"/>
          </ac:spMkLst>
        </pc:spChg>
        <pc:spChg chg="add mod">
          <ac:chgData name="Bhowmik, Sayan" userId="2b51cadb-156e-4c9a-99fc-6d2138739850" providerId="ADAL" clId="{4B6C8080-E9D4-4EDA-80E6-3FAFCAB0B94F}" dt="2024-09-28T15:47:02.736" v="5877" actId="20577"/>
          <ac:spMkLst>
            <pc:docMk/>
            <pc:sldMk cId="928768212" sldId="316"/>
            <ac:spMk id="12" creationId="{0671F248-DA61-E7AE-A985-63ECE1BFC210}"/>
          </ac:spMkLst>
        </pc:spChg>
        <pc:spChg chg="add mod">
          <ac:chgData name="Bhowmik, Sayan" userId="2b51cadb-156e-4c9a-99fc-6d2138739850" providerId="ADAL" clId="{4B6C8080-E9D4-4EDA-80E6-3FAFCAB0B94F}" dt="2024-09-28T15:47:19.872" v="5886" actId="20577"/>
          <ac:spMkLst>
            <pc:docMk/>
            <pc:sldMk cId="928768212" sldId="316"/>
            <ac:spMk id="13" creationId="{52AFFFEC-4ECE-965A-990E-E0C4D3AB53E7}"/>
          </ac:spMkLst>
        </pc:spChg>
        <pc:spChg chg="add mod">
          <ac:chgData name="Bhowmik, Sayan" userId="2b51cadb-156e-4c9a-99fc-6d2138739850" providerId="ADAL" clId="{4B6C8080-E9D4-4EDA-80E6-3FAFCAB0B94F}" dt="2024-09-28T15:48:20.750" v="5903" actId="1076"/>
          <ac:spMkLst>
            <pc:docMk/>
            <pc:sldMk cId="928768212" sldId="316"/>
            <ac:spMk id="14" creationId="{68F8184B-F8E5-498F-F737-D58BA72006CB}"/>
          </ac:spMkLst>
        </pc:spChg>
        <pc:spChg chg="add mod">
          <ac:chgData name="Bhowmik, Sayan" userId="2b51cadb-156e-4c9a-99fc-6d2138739850" providerId="ADAL" clId="{4B6C8080-E9D4-4EDA-80E6-3FAFCAB0B94F}" dt="2024-09-28T15:48:11.222" v="5901" actId="1076"/>
          <ac:spMkLst>
            <pc:docMk/>
            <pc:sldMk cId="928768212" sldId="316"/>
            <ac:spMk id="15" creationId="{A9756E2B-66FD-FF70-F1CF-5D205887EC07}"/>
          </ac:spMkLst>
        </pc:spChg>
        <pc:spChg chg="add mod">
          <ac:chgData name="Bhowmik, Sayan" userId="2b51cadb-156e-4c9a-99fc-6d2138739850" providerId="ADAL" clId="{4B6C8080-E9D4-4EDA-80E6-3FAFCAB0B94F}" dt="2024-09-28T15:50:56.841" v="6192" actId="1036"/>
          <ac:spMkLst>
            <pc:docMk/>
            <pc:sldMk cId="928768212" sldId="316"/>
            <ac:spMk id="16" creationId="{1AFD4810-5070-9F08-0CF7-D3532E97DE4D}"/>
          </ac:spMkLst>
        </pc:spChg>
        <pc:spChg chg="add del mod">
          <ac:chgData name="Bhowmik, Sayan" userId="2b51cadb-156e-4c9a-99fc-6d2138739850" providerId="ADAL" clId="{4B6C8080-E9D4-4EDA-80E6-3FAFCAB0B94F}" dt="2024-09-28T15:49:43.753" v="6092" actId="478"/>
          <ac:spMkLst>
            <pc:docMk/>
            <pc:sldMk cId="928768212" sldId="316"/>
            <ac:spMk id="17" creationId="{294B8354-CD74-8E3A-F7BF-24CFD731F845}"/>
          </ac:spMkLst>
        </pc:spChg>
        <pc:picChg chg="add mod">
          <ac:chgData name="Bhowmik, Sayan" userId="2b51cadb-156e-4c9a-99fc-6d2138739850" providerId="ADAL" clId="{4B6C8080-E9D4-4EDA-80E6-3FAFCAB0B94F}" dt="2024-09-28T15:46:30.417" v="5837" actId="1038"/>
          <ac:picMkLst>
            <pc:docMk/>
            <pc:sldMk cId="928768212" sldId="316"/>
            <ac:picMk id="4" creationId="{B5556541-89F1-79EE-9F8F-AD9B160144B1}"/>
          </ac:picMkLst>
        </pc:picChg>
        <pc:cxnChg chg="add mod">
          <ac:chgData name="Bhowmik, Sayan" userId="2b51cadb-156e-4c9a-99fc-6d2138739850" providerId="ADAL" clId="{4B6C8080-E9D4-4EDA-80E6-3FAFCAB0B94F}" dt="2024-09-28T15:50:15.930" v="6157" actId="1076"/>
          <ac:cxnSpMkLst>
            <pc:docMk/>
            <pc:sldMk cId="928768212" sldId="316"/>
            <ac:cxnSpMk id="18" creationId="{E331AAD6-2DC3-B42F-55B0-498F7FF54C99}"/>
          </ac:cxnSpMkLst>
        </pc:cxnChg>
      </pc:sldChg>
      <pc:sldChg chg="addSp modSp new mod modTransition modAnim">
        <pc:chgData name="Bhowmik, Sayan" userId="2b51cadb-156e-4c9a-99fc-6d2138739850" providerId="ADAL" clId="{4B6C8080-E9D4-4EDA-80E6-3FAFCAB0B94F}" dt="2024-09-28T23:58:50.870" v="6428"/>
        <pc:sldMkLst>
          <pc:docMk/>
          <pc:sldMk cId="1961084826" sldId="317"/>
        </pc:sldMkLst>
        <pc:spChg chg="mod">
          <ac:chgData name="Bhowmik, Sayan" userId="2b51cadb-156e-4c9a-99fc-6d2138739850" providerId="ADAL" clId="{4B6C8080-E9D4-4EDA-80E6-3FAFCAB0B94F}" dt="2024-09-28T23:55:20.111" v="6236" actId="27636"/>
          <ac:spMkLst>
            <pc:docMk/>
            <pc:sldMk cId="1961084826" sldId="317"/>
            <ac:spMk id="2" creationId="{83B690A3-C594-D667-FCE5-9BCB500B614D}"/>
          </ac:spMkLst>
        </pc:spChg>
        <pc:spChg chg="add mod">
          <ac:chgData name="Bhowmik, Sayan" userId="2b51cadb-156e-4c9a-99fc-6d2138739850" providerId="ADAL" clId="{4B6C8080-E9D4-4EDA-80E6-3FAFCAB0B94F}" dt="2024-09-28T23:55:43.339" v="6343" actId="1037"/>
          <ac:spMkLst>
            <pc:docMk/>
            <pc:sldMk cId="1961084826" sldId="317"/>
            <ac:spMk id="3" creationId="{CCC8BB35-6F44-50EF-9401-7AB27A8E8C3F}"/>
          </ac:spMkLst>
        </pc:spChg>
        <pc:spChg chg="add mod">
          <ac:chgData name="Bhowmik, Sayan" userId="2b51cadb-156e-4c9a-99fc-6d2138739850" providerId="ADAL" clId="{4B6C8080-E9D4-4EDA-80E6-3FAFCAB0B94F}" dt="2024-09-28T23:55:43.339" v="6343" actId="1037"/>
          <ac:spMkLst>
            <pc:docMk/>
            <pc:sldMk cId="1961084826" sldId="317"/>
            <ac:spMk id="4" creationId="{D3BFB188-64A2-38D0-BB73-2F4D821FAD52}"/>
          </ac:spMkLst>
        </pc:spChg>
        <pc:spChg chg="add mod">
          <ac:chgData name="Bhowmik, Sayan" userId="2b51cadb-156e-4c9a-99fc-6d2138739850" providerId="ADAL" clId="{4B6C8080-E9D4-4EDA-80E6-3FAFCAB0B94F}" dt="2024-09-28T23:55:43.339" v="6343" actId="1037"/>
          <ac:spMkLst>
            <pc:docMk/>
            <pc:sldMk cId="1961084826" sldId="317"/>
            <ac:spMk id="5" creationId="{A9156BA6-D597-2F84-FCB5-EFB83A89E241}"/>
          </ac:spMkLst>
        </pc:spChg>
        <pc:spChg chg="add mod">
          <ac:chgData name="Bhowmik, Sayan" userId="2b51cadb-156e-4c9a-99fc-6d2138739850" providerId="ADAL" clId="{4B6C8080-E9D4-4EDA-80E6-3FAFCAB0B94F}" dt="2024-09-28T23:55:43.339" v="6343" actId="1037"/>
          <ac:spMkLst>
            <pc:docMk/>
            <pc:sldMk cId="1961084826" sldId="317"/>
            <ac:spMk id="9" creationId="{FE645EEC-9A0B-6B73-1E9E-BE988B78D538}"/>
          </ac:spMkLst>
        </pc:spChg>
        <pc:spChg chg="add mod">
          <ac:chgData name="Bhowmik, Sayan" userId="2b51cadb-156e-4c9a-99fc-6d2138739850" providerId="ADAL" clId="{4B6C8080-E9D4-4EDA-80E6-3FAFCAB0B94F}" dt="2024-09-28T23:55:43.339" v="6343" actId="1037"/>
          <ac:spMkLst>
            <pc:docMk/>
            <pc:sldMk cId="1961084826" sldId="317"/>
            <ac:spMk id="10" creationId="{1BA244FD-7AB0-60EC-95D9-9DAA4367561A}"/>
          </ac:spMkLst>
        </pc:spChg>
        <pc:spChg chg="add mod">
          <ac:chgData name="Bhowmik, Sayan" userId="2b51cadb-156e-4c9a-99fc-6d2138739850" providerId="ADAL" clId="{4B6C8080-E9D4-4EDA-80E6-3FAFCAB0B94F}" dt="2024-09-28T23:55:56.433" v="6345" actId="1076"/>
          <ac:spMkLst>
            <pc:docMk/>
            <pc:sldMk cId="1961084826" sldId="317"/>
            <ac:spMk id="12" creationId="{370D256D-A381-62AD-F90F-CADB4E93BFFF}"/>
          </ac:spMkLst>
        </pc:spChg>
        <pc:spChg chg="add mod">
          <ac:chgData name="Bhowmik, Sayan" userId="2b51cadb-156e-4c9a-99fc-6d2138739850" providerId="ADAL" clId="{4B6C8080-E9D4-4EDA-80E6-3FAFCAB0B94F}" dt="2024-09-28T23:58:50.870" v="6428"/>
          <ac:spMkLst>
            <pc:docMk/>
            <pc:sldMk cId="1961084826" sldId="317"/>
            <ac:spMk id="14" creationId="{9F461A75-2644-7566-2E06-6DA4DA1C3307}"/>
          </ac:spMkLst>
        </pc:spChg>
        <pc:picChg chg="add mod">
          <ac:chgData name="Bhowmik, Sayan" userId="2b51cadb-156e-4c9a-99fc-6d2138739850" providerId="ADAL" clId="{4B6C8080-E9D4-4EDA-80E6-3FAFCAB0B94F}" dt="2024-09-28T23:56:07.006" v="6415" actId="1038"/>
          <ac:picMkLst>
            <pc:docMk/>
            <pc:sldMk cId="1961084826" sldId="317"/>
            <ac:picMk id="13" creationId="{D879E387-C98A-A92B-9B22-7979DD080259}"/>
          </ac:picMkLst>
        </pc:picChg>
        <pc:cxnChg chg="add mod">
          <ac:chgData name="Bhowmik, Sayan" userId="2b51cadb-156e-4c9a-99fc-6d2138739850" providerId="ADAL" clId="{4B6C8080-E9D4-4EDA-80E6-3FAFCAB0B94F}" dt="2024-09-28T23:55:43.339" v="6343" actId="1037"/>
          <ac:cxnSpMkLst>
            <pc:docMk/>
            <pc:sldMk cId="1961084826" sldId="317"/>
            <ac:cxnSpMk id="6" creationId="{67AB6E3B-6717-F72D-2F6B-3CBAA0A1751F}"/>
          </ac:cxnSpMkLst>
        </pc:cxnChg>
        <pc:cxnChg chg="add mod">
          <ac:chgData name="Bhowmik, Sayan" userId="2b51cadb-156e-4c9a-99fc-6d2138739850" providerId="ADAL" clId="{4B6C8080-E9D4-4EDA-80E6-3FAFCAB0B94F}" dt="2024-09-28T23:55:43.339" v="6343" actId="1037"/>
          <ac:cxnSpMkLst>
            <pc:docMk/>
            <pc:sldMk cId="1961084826" sldId="317"/>
            <ac:cxnSpMk id="7" creationId="{318D3C71-5A41-F1CE-32E0-7466891F1E03}"/>
          </ac:cxnSpMkLst>
        </pc:cxnChg>
        <pc:cxnChg chg="add mod">
          <ac:chgData name="Bhowmik, Sayan" userId="2b51cadb-156e-4c9a-99fc-6d2138739850" providerId="ADAL" clId="{4B6C8080-E9D4-4EDA-80E6-3FAFCAB0B94F}" dt="2024-09-28T23:55:43.339" v="6343" actId="1037"/>
          <ac:cxnSpMkLst>
            <pc:docMk/>
            <pc:sldMk cId="1961084826" sldId="317"/>
            <ac:cxnSpMk id="8" creationId="{A7FCA877-4A02-439D-7002-114D5BA10A90}"/>
          </ac:cxnSpMkLst>
        </pc:cxnChg>
        <pc:cxnChg chg="add mod">
          <ac:chgData name="Bhowmik, Sayan" userId="2b51cadb-156e-4c9a-99fc-6d2138739850" providerId="ADAL" clId="{4B6C8080-E9D4-4EDA-80E6-3FAFCAB0B94F}" dt="2024-09-28T23:55:43.339" v="6343" actId="1037"/>
          <ac:cxnSpMkLst>
            <pc:docMk/>
            <pc:sldMk cId="1961084826" sldId="317"/>
            <ac:cxnSpMk id="11" creationId="{6032D933-3083-FF05-A5BB-E428D3E8F2C5}"/>
          </ac:cxnSpMkLst>
        </pc:cxnChg>
      </pc:sldChg>
    </pc:docChg>
  </pc:docChgLst>
  <pc:docChgLst>
    <pc:chgData name="Bhowmik, Sayan" userId="2b51cadb-156e-4c9a-99fc-6d2138739850" providerId="ADAL" clId="{0A61844E-60A1-4998-B30A-A418A6FDD646}"/>
    <pc:docChg chg="undo custSel addSld delSld modSld">
      <pc:chgData name="Bhowmik, Sayan" userId="2b51cadb-156e-4c9a-99fc-6d2138739850" providerId="ADAL" clId="{0A61844E-60A1-4998-B30A-A418A6FDD646}" dt="2024-09-22T04:04:03.358" v="8932"/>
      <pc:docMkLst>
        <pc:docMk/>
      </pc:docMkLst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2868050767" sldId="257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196883161" sldId="258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857450893" sldId="259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57255989" sldId="260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67872424" sldId="261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4147006912" sldId="262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2672808557" sldId="263"/>
        </pc:sldMkLst>
      </pc:sldChg>
      <pc:sldChg chg="modSp mod">
        <pc:chgData name="Bhowmik, Sayan" userId="2b51cadb-156e-4c9a-99fc-6d2138739850" providerId="ADAL" clId="{0A61844E-60A1-4998-B30A-A418A6FDD646}" dt="2024-09-21T17:43:50.246" v="3753" actId="114"/>
        <pc:sldMkLst>
          <pc:docMk/>
          <pc:sldMk cId="1763616833" sldId="264"/>
        </pc:sldMkLst>
        <pc:spChg chg="mod">
          <ac:chgData name="Bhowmik, Sayan" userId="2b51cadb-156e-4c9a-99fc-6d2138739850" providerId="ADAL" clId="{0A61844E-60A1-4998-B30A-A418A6FDD646}" dt="2024-09-21T17:43:50.246" v="3753" actId="114"/>
          <ac:spMkLst>
            <pc:docMk/>
            <pc:sldMk cId="1763616833" sldId="264"/>
            <ac:spMk id="3" creationId="{1E16CF53-8BCD-4DFD-9D4D-94731DDCF8A5}"/>
          </ac:spMkLst>
        </pc:spChg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699678174" sldId="265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2301168615" sldId="266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917269061" sldId="267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1199095437" sldId="268"/>
        </pc:sldMkLst>
      </pc:sldChg>
      <pc:sldChg chg="del">
        <pc:chgData name="Bhowmik, Sayan" userId="2b51cadb-156e-4c9a-99fc-6d2138739850" providerId="ADAL" clId="{0A61844E-60A1-4998-B30A-A418A6FDD646}" dt="2024-09-20T01:17:32.755" v="0" actId="47"/>
        <pc:sldMkLst>
          <pc:docMk/>
          <pc:sldMk cId="3570555386" sldId="295"/>
        </pc:sldMkLst>
      </pc:sldChg>
      <pc:sldChg chg="addSp delSp modSp mod">
        <pc:chgData name="Bhowmik, Sayan" userId="2b51cadb-156e-4c9a-99fc-6d2138739850" providerId="ADAL" clId="{0A61844E-60A1-4998-B30A-A418A6FDD646}" dt="2024-09-20T01:18:45.462" v="31" actId="20577"/>
        <pc:sldMkLst>
          <pc:docMk/>
          <pc:sldMk cId="3953153317" sldId="296"/>
        </pc:sldMkLst>
        <pc:spChg chg="mod">
          <ac:chgData name="Bhowmik, Sayan" userId="2b51cadb-156e-4c9a-99fc-6d2138739850" providerId="ADAL" clId="{0A61844E-60A1-4998-B30A-A418A6FDD646}" dt="2024-09-20T01:18:45.462" v="31" actId="20577"/>
          <ac:spMkLst>
            <pc:docMk/>
            <pc:sldMk cId="3953153317" sldId="296"/>
            <ac:spMk id="3" creationId="{54B9CEDF-66F4-D04D-3CFA-2BFEA2B014E7}"/>
          </ac:spMkLst>
        </pc:spChg>
        <pc:grpChg chg="del">
          <ac:chgData name="Bhowmik, Sayan" userId="2b51cadb-156e-4c9a-99fc-6d2138739850" providerId="ADAL" clId="{0A61844E-60A1-4998-B30A-A418A6FDD646}" dt="2024-09-20T01:17:53.292" v="1" actId="478"/>
          <ac:grpSpMkLst>
            <pc:docMk/>
            <pc:sldMk cId="3953153317" sldId="296"/>
            <ac:grpSpMk id="11" creationId="{14FCF22B-25A3-3204-7535-0DFB78A9D102}"/>
          </ac:grpSpMkLst>
        </pc:grpChg>
        <pc:picChg chg="add mod">
          <ac:chgData name="Bhowmik, Sayan" userId="2b51cadb-156e-4c9a-99fc-6d2138739850" providerId="ADAL" clId="{0A61844E-60A1-4998-B30A-A418A6FDD646}" dt="2024-09-20T01:18:08.979" v="4" actId="1076"/>
          <ac:picMkLst>
            <pc:docMk/>
            <pc:sldMk cId="3953153317" sldId="296"/>
            <ac:picMk id="4" creationId="{B55F80D4-0E8D-E1D7-9321-A023FAFCDFFD}"/>
          </ac:picMkLst>
        </pc:picChg>
        <pc:picChg chg="del">
          <ac:chgData name="Bhowmik, Sayan" userId="2b51cadb-156e-4c9a-99fc-6d2138739850" providerId="ADAL" clId="{0A61844E-60A1-4998-B30A-A418A6FDD646}" dt="2024-09-20T01:17:53.292" v="1" actId="478"/>
          <ac:picMkLst>
            <pc:docMk/>
            <pc:sldMk cId="3953153317" sldId="296"/>
            <ac:picMk id="5" creationId="{B82B8D5F-8077-A846-34A7-567BD768969F}"/>
          </ac:picMkLst>
        </pc:picChg>
      </pc:sldChg>
      <pc:sldChg chg="addSp modSp mod">
        <pc:chgData name="Bhowmik, Sayan" userId="2b51cadb-156e-4c9a-99fc-6d2138739850" providerId="ADAL" clId="{0A61844E-60A1-4998-B30A-A418A6FDD646}" dt="2024-09-21T16:56:03.239" v="3617" actId="14100"/>
        <pc:sldMkLst>
          <pc:docMk/>
          <pc:sldMk cId="3653671856" sldId="297"/>
        </pc:sldMkLst>
        <pc:spChg chg="mod">
          <ac:chgData name="Bhowmik, Sayan" userId="2b51cadb-156e-4c9a-99fc-6d2138739850" providerId="ADAL" clId="{0A61844E-60A1-4998-B30A-A418A6FDD646}" dt="2024-09-21T16:55:09.403" v="3608" actId="207"/>
          <ac:spMkLst>
            <pc:docMk/>
            <pc:sldMk cId="3653671856" sldId="297"/>
            <ac:spMk id="3" creationId="{1E16CF53-8BCD-4DFD-9D4D-94731DDCF8A5}"/>
          </ac:spMkLst>
        </pc:spChg>
        <pc:picChg chg="add mod">
          <ac:chgData name="Bhowmik, Sayan" userId="2b51cadb-156e-4c9a-99fc-6d2138739850" providerId="ADAL" clId="{0A61844E-60A1-4998-B30A-A418A6FDD646}" dt="2024-09-21T16:56:03.239" v="3617" actId="14100"/>
          <ac:picMkLst>
            <pc:docMk/>
            <pc:sldMk cId="3653671856" sldId="297"/>
            <ac:picMk id="4" creationId="{E6F09E56-FB8B-07CB-A527-048135187D1A}"/>
          </ac:picMkLst>
        </pc:picChg>
      </pc:sldChg>
      <pc:sldChg chg="addSp delSp modSp new mod modTransition modClrScheme modAnim chgLayout">
        <pc:chgData name="Bhowmik, Sayan" userId="2b51cadb-156e-4c9a-99fc-6d2138739850" providerId="ADAL" clId="{0A61844E-60A1-4998-B30A-A418A6FDD646}" dt="2024-09-22T03:47:57.005" v="8764"/>
        <pc:sldMkLst>
          <pc:docMk/>
          <pc:sldMk cId="1238487447" sldId="298"/>
        </pc:sldMkLst>
        <pc:spChg chg="del mod ord">
          <ac:chgData name="Bhowmik, Sayan" userId="2b51cadb-156e-4c9a-99fc-6d2138739850" providerId="ADAL" clId="{0A61844E-60A1-4998-B30A-A418A6FDD646}" dt="2024-09-20T01:48:49.213" v="179" actId="700"/>
          <ac:spMkLst>
            <pc:docMk/>
            <pc:sldMk cId="1238487447" sldId="298"/>
            <ac:spMk id="2" creationId="{1464D716-7B13-368E-29F2-D5592AF6814C}"/>
          </ac:spMkLst>
        </pc:spChg>
        <pc:spChg chg="del">
          <ac:chgData name="Bhowmik, Sayan" userId="2b51cadb-156e-4c9a-99fc-6d2138739850" providerId="ADAL" clId="{0A61844E-60A1-4998-B30A-A418A6FDD646}" dt="2024-09-20T01:48:49.213" v="179" actId="700"/>
          <ac:spMkLst>
            <pc:docMk/>
            <pc:sldMk cId="1238487447" sldId="298"/>
            <ac:spMk id="3" creationId="{3282FF75-DB26-BCE2-7CA1-A6F89CE3F832}"/>
          </ac:spMkLst>
        </pc:spChg>
        <pc:spChg chg="add mod ord">
          <ac:chgData name="Bhowmik, Sayan" userId="2b51cadb-156e-4c9a-99fc-6d2138739850" providerId="ADAL" clId="{0A61844E-60A1-4998-B30A-A418A6FDD646}" dt="2024-09-20T01:49:02.682" v="192" actId="20577"/>
          <ac:spMkLst>
            <pc:docMk/>
            <pc:sldMk cId="1238487447" sldId="298"/>
            <ac:spMk id="4" creationId="{CA0FF0B6-3BF5-64E5-6301-F1786BDF18E4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5" creationId="{8797EEB2-B2A9-8D15-9D60-85E6E5D56E48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6" creationId="{C2EF45FF-40E1-478D-E817-8BECB954473A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7" creationId="{22A43A4C-DC5F-B663-449A-5397744BEEC8}"/>
          </ac:spMkLst>
        </pc:spChg>
        <pc:spChg chg="add mod">
          <ac:chgData name="Bhowmik, Sayan" userId="2b51cadb-156e-4c9a-99fc-6d2138739850" providerId="ADAL" clId="{0A61844E-60A1-4998-B30A-A418A6FDD646}" dt="2024-09-20T02:25:11.582" v="894" actId="1076"/>
          <ac:spMkLst>
            <pc:docMk/>
            <pc:sldMk cId="1238487447" sldId="298"/>
            <ac:spMk id="9" creationId="{05AB47B0-5738-DB7B-BB74-A202A85199BD}"/>
          </ac:spMkLst>
        </pc:spChg>
        <pc:spChg chg="add mod">
          <ac:chgData name="Bhowmik, Sayan" userId="2b51cadb-156e-4c9a-99fc-6d2138739850" providerId="ADAL" clId="{0A61844E-60A1-4998-B30A-A418A6FDD646}" dt="2024-09-20T03:01:09.002" v="1182" actId="20577"/>
          <ac:spMkLst>
            <pc:docMk/>
            <pc:sldMk cId="1238487447" sldId="298"/>
            <ac:spMk id="10" creationId="{B011423B-5444-CA44-4AB3-F8EA703102EC}"/>
          </ac:spMkLst>
        </pc:spChg>
        <pc:spChg chg="add mod">
          <ac:chgData name="Bhowmik, Sayan" userId="2b51cadb-156e-4c9a-99fc-6d2138739850" providerId="ADAL" clId="{0A61844E-60A1-4998-B30A-A418A6FDD646}" dt="2024-09-20T01:51:29.842" v="294" actId="208"/>
          <ac:spMkLst>
            <pc:docMk/>
            <pc:sldMk cId="1238487447" sldId="298"/>
            <ac:spMk id="11" creationId="{1B04D1AD-52C3-06DE-F1DD-EF01DEA282DE}"/>
          </ac:spMkLst>
        </pc:spChg>
        <pc:spChg chg="add mod">
          <ac:chgData name="Bhowmik, Sayan" userId="2b51cadb-156e-4c9a-99fc-6d2138739850" providerId="ADAL" clId="{0A61844E-60A1-4998-B30A-A418A6FDD646}" dt="2024-09-20T01:52:31.928" v="326" actId="1035"/>
          <ac:spMkLst>
            <pc:docMk/>
            <pc:sldMk cId="1238487447" sldId="298"/>
            <ac:spMk id="12" creationId="{F0D8934C-C0C4-59B2-3A12-53B5B8A7BDC7}"/>
          </ac:spMkLst>
        </pc:spChg>
        <pc:spChg chg="add mod">
          <ac:chgData name="Bhowmik, Sayan" userId="2b51cadb-156e-4c9a-99fc-6d2138739850" providerId="ADAL" clId="{0A61844E-60A1-4998-B30A-A418A6FDD646}" dt="2024-09-20T03:00:05.458" v="1177" actId="207"/>
          <ac:spMkLst>
            <pc:docMk/>
            <pc:sldMk cId="1238487447" sldId="298"/>
            <ac:spMk id="15" creationId="{25883164-D53B-A7F3-8CB4-7450B0C18635}"/>
          </ac:spMkLst>
        </pc:spChg>
        <pc:spChg chg="add mod">
          <ac:chgData name="Bhowmik, Sayan" userId="2b51cadb-156e-4c9a-99fc-6d2138739850" providerId="ADAL" clId="{0A61844E-60A1-4998-B30A-A418A6FDD646}" dt="2024-09-20T01:56:15.761" v="416" actId="20577"/>
          <ac:spMkLst>
            <pc:docMk/>
            <pc:sldMk cId="1238487447" sldId="298"/>
            <ac:spMk id="16" creationId="{2B8C672A-EE05-D03E-72D0-E248468C99DA}"/>
          </ac:spMkLst>
        </pc:spChg>
        <pc:spChg chg="add mod">
          <ac:chgData name="Bhowmik, Sayan" userId="2b51cadb-156e-4c9a-99fc-6d2138739850" providerId="ADAL" clId="{0A61844E-60A1-4998-B30A-A418A6FDD646}" dt="2024-09-20T02:07:13.884" v="543" actId="20577"/>
          <ac:spMkLst>
            <pc:docMk/>
            <pc:sldMk cId="1238487447" sldId="298"/>
            <ac:spMk id="17" creationId="{D6F24ABA-BFB0-9F2D-9E0B-726BBD0A5239}"/>
          </ac:spMkLst>
        </pc:spChg>
        <pc:spChg chg="add mod">
          <ac:chgData name="Bhowmik, Sayan" userId="2b51cadb-156e-4c9a-99fc-6d2138739850" providerId="ADAL" clId="{0A61844E-60A1-4998-B30A-A418A6FDD646}" dt="2024-09-20T02:59:51.122" v="1176" actId="207"/>
          <ac:spMkLst>
            <pc:docMk/>
            <pc:sldMk cId="1238487447" sldId="298"/>
            <ac:spMk id="20" creationId="{FAD8FCE1-1AE1-D590-31A3-CD6A4F391717}"/>
          </ac:spMkLst>
        </pc:spChg>
        <pc:spChg chg="add mod">
          <ac:chgData name="Bhowmik, Sayan" userId="2b51cadb-156e-4c9a-99fc-6d2138739850" providerId="ADAL" clId="{0A61844E-60A1-4998-B30A-A418A6FDD646}" dt="2024-09-20T02:13:09.398" v="705" actId="20577"/>
          <ac:spMkLst>
            <pc:docMk/>
            <pc:sldMk cId="1238487447" sldId="298"/>
            <ac:spMk id="21" creationId="{A24B658B-A5EF-7D87-1909-6C6F2357DD7C}"/>
          </ac:spMkLst>
        </pc:spChg>
        <pc:spChg chg="add mod">
          <ac:chgData name="Bhowmik, Sayan" userId="2b51cadb-156e-4c9a-99fc-6d2138739850" providerId="ADAL" clId="{0A61844E-60A1-4998-B30A-A418A6FDD646}" dt="2024-09-20T02:26:15.896" v="916" actId="1037"/>
          <ac:spMkLst>
            <pc:docMk/>
            <pc:sldMk cId="1238487447" sldId="298"/>
            <ac:spMk id="24" creationId="{A2B28AD1-5F08-9E1A-49F8-20CAEF526273}"/>
          </ac:spMkLst>
        </pc:spChg>
        <pc:spChg chg="add mod">
          <ac:chgData name="Bhowmik, Sayan" userId="2b51cadb-156e-4c9a-99fc-6d2138739850" providerId="ADAL" clId="{0A61844E-60A1-4998-B30A-A418A6FDD646}" dt="2024-09-20T02:42:04.806" v="942" actId="1036"/>
          <ac:spMkLst>
            <pc:docMk/>
            <pc:sldMk cId="1238487447" sldId="298"/>
            <ac:spMk id="25" creationId="{91D9F199-B5A5-731C-CC4E-33A575A02F06}"/>
          </ac:spMkLst>
        </pc:spChg>
        <pc:spChg chg="add mod">
          <ac:chgData name="Bhowmik, Sayan" userId="2b51cadb-156e-4c9a-99fc-6d2138739850" providerId="ADAL" clId="{0A61844E-60A1-4998-B30A-A418A6FDD646}" dt="2024-09-20T02:46:59.122" v="1052" actId="14100"/>
          <ac:spMkLst>
            <pc:docMk/>
            <pc:sldMk cId="1238487447" sldId="298"/>
            <ac:spMk id="26" creationId="{015C6858-7E61-2C85-2034-C60B0EDA437D}"/>
          </ac:spMkLst>
        </pc:spChg>
        <pc:spChg chg="add mod">
          <ac:chgData name="Bhowmik, Sayan" userId="2b51cadb-156e-4c9a-99fc-6d2138739850" providerId="ADAL" clId="{0A61844E-60A1-4998-B30A-A418A6FDD646}" dt="2024-09-20T02:44:21.156" v="972" actId="207"/>
          <ac:spMkLst>
            <pc:docMk/>
            <pc:sldMk cId="1238487447" sldId="298"/>
            <ac:spMk id="30" creationId="{7738BBD4-6A4A-76E1-3C20-6005CB7F3012}"/>
          </ac:spMkLst>
        </pc:spChg>
        <pc:spChg chg="add mod">
          <ac:chgData name="Bhowmik, Sayan" userId="2b51cadb-156e-4c9a-99fc-6d2138739850" providerId="ADAL" clId="{0A61844E-60A1-4998-B30A-A418A6FDD646}" dt="2024-09-20T02:47:09.378" v="1060" actId="1076"/>
          <ac:spMkLst>
            <pc:docMk/>
            <pc:sldMk cId="1238487447" sldId="298"/>
            <ac:spMk id="31" creationId="{A2BC9E84-92EA-20EB-6265-174CEBEFBE06}"/>
          </ac:spMkLst>
        </pc:spChg>
        <pc:spChg chg="add mod">
          <ac:chgData name="Bhowmik, Sayan" userId="2b51cadb-156e-4c9a-99fc-6d2138739850" providerId="ADAL" clId="{0A61844E-60A1-4998-B30A-A418A6FDD646}" dt="2024-09-20T03:04:40.806" v="1185" actId="1582"/>
          <ac:spMkLst>
            <pc:docMk/>
            <pc:sldMk cId="1238487447" sldId="298"/>
            <ac:spMk id="44" creationId="{B5D9594D-CDF0-3EB7-38B7-D0893C23B9BF}"/>
          </ac:spMkLst>
        </pc:spChg>
        <pc:spChg chg="add del mod">
          <ac:chgData name="Bhowmik, Sayan" userId="2b51cadb-156e-4c9a-99fc-6d2138739850" providerId="ADAL" clId="{0A61844E-60A1-4998-B30A-A418A6FDD646}" dt="2024-09-20T03:04:32.333" v="1183" actId="478"/>
          <ac:spMkLst>
            <pc:docMk/>
            <pc:sldMk cId="1238487447" sldId="298"/>
            <ac:spMk id="45" creationId="{0F499593-5BEF-7A27-7C3B-833F80DA8D16}"/>
          </ac:spMkLst>
        </pc:spChg>
        <pc:spChg chg="add mod">
          <ac:chgData name="Bhowmik, Sayan" userId="2b51cadb-156e-4c9a-99fc-6d2138739850" providerId="ADAL" clId="{0A61844E-60A1-4998-B30A-A418A6FDD646}" dt="2024-09-20T03:08:46.796" v="1432" actId="20577"/>
          <ac:spMkLst>
            <pc:docMk/>
            <pc:sldMk cId="1238487447" sldId="298"/>
            <ac:spMk id="46" creationId="{BAF161B7-11C7-FC6C-0C59-604B87E1FE87}"/>
          </ac:spMkLst>
        </pc:spChg>
        <pc:cxnChg chg="add mod">
          <ac:chgData name="Bhowmik, Sayan" userId="2b51cadb-156e-4c9a-99fc-6d2138739850" providerId="ADAL" clId="{0A61844E-60A1-4998-B30A-A418A6FDD646}" dt="2024-09-20T02:25:11.582" v="894" actId="1076"/>
          <ac:cxnSpMkLst>
            <pc:docMk/>
            <pc:sldMk cId="1238487447" sldId="298"/>
            <ac:cxnSpMk id="8" creationId="{31893D75-8DFC-D442-2C39-D73A27E15C3D}"/>
          </ac:cxnSpMkLst>
        </pc:cxnChg>
        <pc:cxnChg chg="add del mod">
          <ac:chgData name="Bhowmik, Sayan" userId="2b51cadb-156e-4c9a-99fc-6d2138739850" providerId="ADAL" clId="{0A61844E-60A1-4998-B30A-A418A6FDD646}" dt="2024-09-20T02:15:56.539" v="716" actId="478"/>
          <ac:cxnSpMkLst>
            <pc:docMk/>
            <pc:sldMk cId="1238487447" sldId="298"/>
            <ac:cxnSpMk id="14" creationId="{E70A0470-127F-1CE5-8096-EFDD3725D11F}"/>
          </ac:cxnSpMkLst>
        </pc:cxnChg>
        <pc:cxnChg chg="add mod">
          <ac:chgData name="Bhowmik, Sayan" userId="2b51cadb-156e-4c9a-99fc-6d2138739850" providerId="ADAL" clId="{0A61844E-60A1-4998-B30A-A418A6FDD646}" dt="2024-09-20T02:10:39.634" v="545" actId="208"/>
          <ac:cxnSpMkLst>
            <pc:docMk/>
            <pc:sldMk cId="1238487447" sldId="298"/>
            <ac:cxnSpMk id="19" creationId="{2C8F7F1F-05E7-EB63-F37D-4CE42041DF1C}"/>
          </ac:cxnSpMkLst>
        </pc:cxnChg>
        <pc:cxnChg chg="add mod">
          <ac:chgData name="Bhowmik, Sayan" userId="2b51cadb-156e-4c9a-99fc-6d2138739850" providerId="ADAL" clId="{0A61844E-60A1-4998-B30A-A418A6FDD646}" dt="2024-09-20T02:17:09.522" v="719" actId="208"/>
          <ac:cxnSpMkLst>
            <pc:docMk/>
            <pc:sldMk cId="1238487447" sldId="298"/>
            <ac:cxnSpMk id="23" creationId="{1E44660C-DED5-B86B-A501-679B6A133AE0}"/>
          </ac:cxnSpMkLst>
        </pc:cxnChg>
        <pc:cxnChg chg="add mod">
          <ac:chgData name="Bhowmik, Sayan" userId="2b51cadb-156e-4c9a-99fc-6d2138739850" providerId="ADAL" clId="{0A61844E-60A1-4998-B30A-A418A6FDD646}" dt="2024-09-20T02:47:30.697" v="1065" actId="14100"/>
          <ac:cxnSpMkLst>
            <pc:docMk/>
            <pc:sldMk cId="1238487447" sldId="298"/>
            <ac:cxnSpMk id="28" creationId="{4BED1942-E20B-D3F7-4916-7BDAD169DB59}"/>
          </ac:cxnSpMkLst>
        </pc:cxnChg>
        <pc:cxnChg chg="add mod">
          <ac:chgData name="Bhowmik, Sayan" userId="2b51cadb-156e-4c9a-99fc-6d2138739850" providerId="ADAL" clId="{0A61844E-60A1-4998-B30A-A418A6FDD646}" dt="2024-09-20T02:47:19.852" v="1063" actId="208"/>
          <ac:cxnSpMkLst>
            <pc:docMk/>
            <pc:sldMk cId="1238487447" sldId="298"/>
            <ac:cxnSpMk id="33" creationId="{74E0EE34-6FC1-EFA9-4394-4F10DEFEF1C0}"/>
          </ac:cxnSpMkLst>
        </pc:cxnChg>
      </pc:sldChg>
      <pc:sldChg chg="addSp delSp modSp new mod modTransition delAnim modAnim">
        <pc:chgData name="Bhowmik, Sayan" userId="2b51cadb-156e-4c9a-99fc-6d2138739850" providerId="ADAL" clId="{0A61844E-60A1-4998-B30A-A418A6FDD646}" dt="2024-09-22T03:53:27.227" v="8804"/>
        <pc:sldMkLst>
          <pc:docMk/>
          <pc:sldMk cId="2623716365" sldId="299"/>
        </pc:sldMkLst>
        <pc:spChg chg="mod">
          <ac:chgData name="Bhowmik, Sayan" userId="2b51cadb-156e-4c9a-99fc-6d2138739850" providerId="ADAL" clId="{0A61844E-60A1-4998-B30A-A418A6FDD646}" dt="2024-09-20T03:06:16.162" v="1226" actId="20577"/>
          <ac:spMkLst>
            <pc:docMk/>
            <pc:sldMk cId="2623716365" sldId="299"/>
            <ac:spMk id="2" creationId="{A17A30F9-9334-4717-90A6-F560DA47AED3}"/>
          </ac:spMkLst>
        </pc:spChg>
        <pc:spChg chg="add mod">
          <ac:chgData name="Bhowmik, Sayan" userId="2b51cadb-156e-4c9a-99fc-6d2138739850" providerId="ADAL" clId="{0A61844E-60A1-4998-B30A-A418A6FDD646}" dt="2024-09-21T15:41:28.948" v="2058" actId="1036"/>
          <ac:spMkLst>
            <pc:docMk/>
            <pc:sldMk cId="2623716365" sldId="299"/>
            <ac:spMk id="3" creationId="{36950842-3FA2-4296-C85D-257A28161921}"/>
          </ac:spMkLst>
        </pc:spChg>
        <pc:spChg chg="add mod">
          <ac:chgData name="Bhowmik, Sayan" userId="2b51cadb-156e-4c9a-99fc-6d2138739850" providerId="ADAL" clId="{0A61844E-60A1-4998-B30A-A418A6FDD646}" dt="2024-09-21T15:41:28.948" v="2058" actId="1036"/>
          <ac:spMkLst>
            <pc:docMk/>
            <pc:sldMk cId="2623716365" sldId="299"/>
            <ac:spMk id="4" creationId="{40827129-E592-57CA-B7F8-5B249303EEF9}"/>
          </ac:spMkLst>
        </pc:spChg>
        <pc:spChg chg="add mod">
          <ac:chgData name="Bhowmik, Sayan" userId="2b51cadb-156e-4c9a-99fc-6d2138739850" providerId="ADAL" clId="{0A61844E-60A1-4998-B30A-A418A6FDD646}" dt="2024-09-20T03:09:35.687" v="1433"/>
          <ac:spMkLst>
            <pc:docMk/>
            <pc:sldMk cId="2623716365" sldId="299"/>
            <ac:spMk id="5" creationId="{921BBF8E-07AA-9D6C-3273-E6C448731B36}"/>
          </ac:spMkLst>
        </pc:spChg>
        <pc:spChg chg="add del mod">
          <ac:chgData name="Bhowmik, Sayan" userId="2b51cadb-156e-4c9a-99fc-6d2138739850" providerId="ADAL" clId="{0A61844E-60A1-4998-B30A-A418A6FDD646}" dt="2024-09-20T03:19:03.814" v="1498" actId="478"/>
          <ac:spMkLst>
            <pc:docMk/>
            <pc:sldMk cId="2623716365" sldId="299"/>
            <ac:spMk id="7" creationId="{31064098-6B49-8872-5BFC-70B2198B5AFE}"/>
          </ac:spMkLst>
        </pc:spChg>
        <pc:spChg chg="add mod ord">
          <ac:chgData name="Bhowmik, Sayan" userId="2b51cadb-156e-4c9a-99fc-6d2138739850" providerId="ADAL" clId="{0A61844E-60A1-4998-B30A-A418A6FDD646}" dt="2024-09-21T15:56:12.383" v="2237" actId="207"/>
          <ac:spMkLst>
            <pc:docMk/>
            <pc:sldMk cId="2623716365" sldId="299"/>
            <ac:spMk id="10" creationId="{9A7DA7D0-F064-68CC-4D3F-DF7D2752960E}"/>
          </ac:spMkLst>
        </pc:spChg>
        <pc:spChg chg="add mod">
          <ac:chgData name="Bhowmik, Sayan" userId="2b51cadb-156e-4c9a-99fc-6d2138739850" providerId="ADAL" clId="{0A61844E-60A1-4998-B30A-A418A6FDD646}" dt="2024-09-21T15:41:04.548" v="1985" actId="1035"/>
          <ac:spMkLst>
            <pc:docMk/>
            <pc:sldMk cId="2623716365" sldId="299"/>
            <ac:spMk id="12" creationId="{2061B818-E12A-D487-F2AD-D0D57C02A57D}"/>
          </ac:spMkLst>
        </pc:spChg>
        <pc:spChg chg="add mod">
          <ac:chgData name="Bhowmik, Sayan" userId="2b51cadb-156e-4c9a-99fc-6d2138739850" providerId="ADAL" clId="{0A61844E-60A1-4998-B30A-A418A6FDD646}" dt="2024-09-21T15:41:04.548" v="1985" actId="1035"/>
          <ac:spMkLst>
            <pc:docMk/>
            <pc:sldMk cId="2623716365" sldId="299"/>
            <ac:spMk id="16" creationId="{5E9E6DF9-FF65-EF7D-7EEA-85B920F8C843}"/>
          </ac:spMkLst>
        </pc:spChg>
        <pc:spChg chg="add mod">
          <ac:chgData name="Bhowmik, Sayan" userId="2b51cadb-156e-4c9a-99fc-6d2138739850" providerId="ADAL" clId="{0A61844E-60A1-4998-B30A-A418A6FDD646}" dt="2024-09-20T03:22:18.551" v="1577" actId="1076"/>
          <ac:spMkLst>
            <pc:docMk/>
            <pc:sldMk cId="2623716365" sldId="299"/>
            <ac:spMk id="17" creationId="{12260BAE-6E01-29B0-DB2D-B4C5B3BEBE9B}"/>
          </ac:spMkLst>
        </pc:spChg>
        <pc:spChg chg="add mod">
          <ac:chgData name="Bhowmik, Sayan" userId="2b51cadb-156e-4c9a-99fc-6d2138739850" providerId="ADAL" clId="{0A61844E-60A1-4998-B30A-A418A6FDD646}" dt="2024-09-20T03:22:18.551" v="1577" actId="1076"/>
          <ac:spMkLst>
            <pc:docMk/>
            <pc:sldMk cId="2623716365" sldId="299"/>
            <ac:spMk id="18" creationId="{D865EBA2-DF51-ED0B-4472-0E6430990C39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19" creationId="{97CCE9C3-116C-1B29-5A85-A462E6B0CD61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20" creationId="{8AAE429B-2710-2935-DB52-2037EA06883D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21" creationId="{0059D0E9-FE54-4871-DC6E-A6D3865CD8A3}"/>
          </ac:spMkLst>
        </pc:spChg>
        <pc:spChg chg="add mod">
          <ac:chgData name="Bhowmik, Sayan" userId="2b51cadb-156e-4c9a-99fc-6d2138739850" providerId="ADAL" clId="{0A61844E-60A1-4998-B30A-A418A6FDD646}" dt="2024-09-20T03:25:27.027" v="1761" actId="1035"/>
          <ac:spMkLst>
            <pc:docMk/>
            <pc:sldMk cId="2623716365" sldId="299"/>
            <ac:spMk id="23" creationId="{200AAE96-DFA7-78E6-8C85-A204D3318818}"/>
          </ac:spMkLst>
        </pc:spChg>
        <pc:spChg chg="add mod">
          <ac:chgData name="Bhowmik, Sayan" userId="2b51cadb-156e-4c9a-99fc-6d2138739850" providerId="ADAL" clId="{0A61844E-60A1-4998-B30A-A418A6FDD646}" dt="2024-09-22T03:50:29.342" v="8792" actId="1036"/>
          <ac:spMkLst>
            <pc:docMk/>
            <pc:sldMk cId="2623716365" sldId="299"/>
            <ac:spMk id="37" creationId="{975B4C91-16A7-DDA3-16D3-0CAC32A79FEA}"/>
          </ac:spMkLst>
        </pc:spChg>
        <pc:spChg chg="add mod">
          <ac:chgData name="Bhowmik, Sayan" userId="2b51cadb-156e-4c9a-99fc-6d2138739850" providerId="ADAL" clId="{0A61844E-60A1-4998-B30A-A418A6FDD646}" dt="2024-09-21T15:41:04.548" v="1985" actId="1035"/>
          <ac:spMkLst>
            <pc:docMk/>
            <pc:sldMk cId="2623716365" sldId="299"/>
            <ac:spMk id="41" creationId="{2006C4BA-DDF5-6335-27D3-391595539320}"/>
          </ac:spMkLst>
        </pc:spChg>
        <pc:spChg chg="add del mod">
          <ac:chgData name="Bhowmik, Sayan" userId="2b51cadb-156e-4c9a-99fc-6d2138739850" providerId="ADAL" clId="{0A61844E-60A1-4998-B30A-A418A6FDD646}" dt="2024-09-21T15:41:42.348" v="2060" actId="478"/>
          <ac:spMkLst>
            <pc:docMk/>
            <pc:sldMk cId="2623716365" sldId="299"/>
            <ac:spMk id="42" creationId="{36834677-F7D1-6C21-A715-2587B706BE82}"/>
          </ac:spMkLst>
        </pc:spChg>
        <pc:spChg chg="add mod">
          <ac:chgData name="Bhowmik, Sayan" userId="2b51cadb-156e-4c9a-99fc-6d2138739850" providerId="ADAL" clId="{0A61844E-60A1-4998-B30A-A418A6FDD646}" dt="2024-09-21T15:42:24.230" v="2085" actId="20577"/>
          <ac:spMkLst>
            <pc:docMk/>
            <pc:sldMk cId="2623716365" sldId="299"/>
            <ac:spMk id="43" creationId="{763EACD9-C204-6ABD-A813-C667E777EEDC}"/>
          </ac:spMkLst>
        </pc:spChg>
        <pc:spChg chg="add mod">
          <ac:chgData name="Bhowmik, Sayan" userId="2b51cadb-156e-4c9a-99fc-6d2138739850" providerId="ADAL" clId="{0A61844E-60A1-4998-B30A-A418A6FDD646}" dt="2024-09-21T15:59:03.590" v="2262" actId="207"/>
          <ac:spMkLst>
            <pc:docMk/>
            <pc:sldMk cId="2623716365" sldId="299"/>
            <ac:spMk id="44" creationId="{0E79EE00-4520-0856-1690-635891DC9CC8}"/>
          </ac:spMkLst>
        </pc:spChg>
        <pc:spChg chg="add mod">
          <ac:chgData name="Bhowmik, Sayan" userId="2b51cadb-156e-4c9a-99fc-6d2138739850" providerId="ADAL" clId="{0A61844E-60A1-4998-B30A-A418A6FDD646}" dt="2024-09-21T15:58:15.085" v="2261" actId="1076"/>
          <ac:spMkLst>
            <pc:docMk/>
            <pc:sldMk cId="2623716365" sldId="299"/>
            <ac:spMk id="45" creationId="{E6EF4A01-BD98-095F-D86A-49B7DFAB82CD}"/>
          </ac:spMkLst>
        </pc:spChg>
        <pc:spChg chg="add mod">
          <ac:chgData name="Bhowmik, Sayan" userId="2b51cadb-156e-4c9a-99fc-6d2138739850" providerId="ADAL" clId="{0A61844E-60A1-4998-B30A-A418A6FDD646}" dt="2024-09-21T16:02:23.630" v="2355" actId="1076"/>
          <ac:spMkLst>
            <pc:docMk/>
            <pc:sldMk cId="2623716365" sldId="299"/>
            <ac:spMk id="46" creationId="{80CC833A-4D22-85FF-B3AC-29A9C2AAB3BA}"/>
          </ac:spMkLst>
        </pc:spChg>
        <pc:spChg chg="add mod">
          <ac:chgData name="Bhowmik, Sayan" userId="2b51cadb-156e-4c9a-99fc-6d2138739850" providerId="ADAL" clId="{0A61844E-60A1-4998-B30A-A418A6FDD646}" dt="2024-09-21T16:02:11.837" v="2352" actId="1076"/>
          <ac:spMkLst>
            <pc:docMk/>
            <pc:sldMk cId="2623716365" sldId="299"/>
            <ac:spMk id="47" creationId="{FF20EC2E-9E8A-087D-BB21-E6D6D93B15B7}"/>
          </ac:spMkLst>
        </pc:spChg>
        <pc:spChg chg="add mod">
          <ac:chgData name="Bhowmik, Sayan" userId="2b51cadb-156e-4c9a-99fc-6d2138739850" providerId="ADAL" clId="{0A61844E-60A1-4998-B30A-A418A6FDD646}" dt="2024-09-21T16:02:15.069" v="2353" actId="208"/>
          <ac:spMkLst>
            <pc:docMk/>
            <pc:sldMk cId="2623716365" sldId="299"/>
            <ac:spMk id="48" creationId="{A319975B-188F-4D4D-2B5F-70B9A9A0E26B}"/>
          </ac:spMkLst>
        </pc:spChg>
        <pc:spChg chg="add del mod">
          <ac:chgData name="Bhowmik, Sayan" userId="2b51cadb-156e-4c9a-99fc-6d2138739850" providerId="ADAL" clId="{0A61844E-60A1-4998-B30A-A418A6FDD646}" dt="2024-09-22T03:51:54.041" v="8797" actId="478"/>
          <ac:spMkLst>
            <pc:docMk/>
            <pc:sldMk cId="2623716365" sldId="299"/>
            <ac:spMk id="49" creationId="{AB440B25-5A37-AF3B-FFA7-528D39EFA3DC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5" creationId="{4F2E7B6B-FE4F-F73E-83BB-17DEA179BEE4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6" creationId="{B55F9788-7B9D-2333-DA47-28D39C01B2B0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7" creationId="{706307C6-DD49-0AC2-7F6F-DBB921AB92F7}"/>
          </ac:spMkLst>
        </pc:spChg>
        <pc:spChg chg="add mod">
          <ac:chgData name="Bhowmik, Sayan" userId="2b51cadb-156e-4c9a-99fc-6d2138739850" providerId="ADAL" clId="{0A61844E-60A1-4998-B30A-A418A6FDD646}" dt="2024-09-22T03:50:07.044" v="8769" actId="571"/>
          <ac:spMkLst>
            <pc:docMk/>
            <pc:sldMk cId="2623716365" sldId="299"/>
            <ac:spMk id="58" creationId="{53193060-B26B-FF9D-9C6A-1DD329DF8A86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4" creationId="{763C1E9B-473F-BFFA-079E-7431B43142C3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5" creationId="{77E5BF23-3D0F-089B-DBAF-C8071E44FBB4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6" creationId="{731B54E3-FE58-497E-71D7-ED9FBC480044}"/>
          </ac:spMkLst>
        </pc:spChg>
        <pc:spChg chg="add mod">
          <ac:chgData name="Bhowmik, Sayan" userId="2b51cadb-156e-4c9a-99fc-6d2138739850" providerId="ADAL" clId="{0A61844E-60A1-4998-B30A-A418A6FDD646}" dt="2024-09-22T03:50:10.274" v="8771" actId="571"/>
          <ac:spMkLst>
            <pc:docMk/>
            <pc:sldMk cId="2623716365" sldId="299"/>
            <ac:spMk id="67" creationId="{18AA4FF8-09AE-6088-0C58-1A4B5FCBA128}"/>
          </ac:spMkLst>
        </pc:spChg>
        <pc:picChg chg="add mod">
          <ac:chgData name="Bhowmik, Sayan" userId="2b51cadb-156e-4c9a-99fc-6d2138739850" providerId="ADAL" clId="{0A61844E-60A1-4998-B30A-A418A6FDD646}" dt="2024-09-21T15:41:04.548" v="1985" actId="1035"/>
          <ac:picMkLst>
            <pc:docMk/>
            <pc:sldMk cId="2623716365" sldId="299"/>
            <ac:picMk id="6" creationId="{1A5D16A8-FB64-6542-933E-0A153A064DC4}"/>
          </ac:picMkLst>
        </pc:picChg>
        <pc:picChg chg="add mod ord">
          <ac:chgData name="Bhowmik, Sayan" userId="2b51cadb-156e-4c9a-99fc-6d2138739850" providerId="ADAL" clId="{0A61844E-60A1-4998-B30A-A418A6FDD646}" dt="2024-09-21T16:05:45.595" v="2357" actId="1076"/>
          <ac:picMkLst>
            <pc:docMk/>
            <pc:sldMk cId="2623716365" sldId="299"/>
            <ac:picMk id="7" creationId="{491D38F5-786A-9C1E-A477-BEB0F9A3C8AA}"/>
          </ac:picMkLst>
        </pc:picChg>
        <pc:picChg chg="add mod ord">
          <ac:chgData name="Bhowmik, Sayan" userId="2b51cadb-156e-4c9a-99fc-6d2138739850" providerId="ADAL" clId="{0A61844E-60A1-4998-B30A-A418A6FDD646}" dt="2024-09-22T03:50:29.342" v="8792" actId="1036"/>
          <ac:picMkLst>
            <pc:docMk/>
            <pc:sldMk cId="2623716365" sldId="299"/>
            <ac:picMk id="14" creationId="{101B8884-59D6-FA7F-3A25-D60356640B24}"/>
          </ac:picMkLst>
        </pc:picChg>
        <pc:cxnChg chg="add mod ord">
          <ac:chgData name="Bhowmik, Sayan" userId="2b51cadb-156e-4c9a-99fc-6d2138739850" providerId="ADAL" clId="{0A61844E-60A1-4998-B30A-A418A6FDD646}" dt="2024-09-21T15:56:17.691" v="2238" actId="208"/>
          <ac:cxnSpMkLst>
            <pc:docMk/>
            <pc:sldMk cId="2623716365" sldId="299"/>
            <ac:cxnSpMk id="8" creationId="{694A08A6-4673-2628-A949-76E2AD947C27}"/>
          </ac:cxnSpMkLst>
        </pc:cxnChg>
        <pc:cxnChg chg="add mod">
          <ac:chgData name="Bhowmik, Sayan" userId="2b51cadb-156e-4c9a-99fc-6d2138739850" providerId="ADAL" clId="{0A61844E-60A1-4998-B30A-A418A6FDD646}" dt="2024-09-21T15:56:24.064" v="2240" actId="208"/>
          <ac:cxnSpMkLst>
            <pc:docMk/>
            <pc:sldMk cId="2623716365" sldId="299"/>
            <ac:cxnSpMk id="9" creationId="{3B599AE5-B073-3203-E984-8E155BAA4268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11" creationId="{7C8816E6-FA2D-D68E-7E3D-65B3500C5349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13" creationId="{BA0A0C38-DEC9-5D04-B84C-CA9D1851240E}"/>
          </ac:cxnSpMkLst>
        </pc:cxnChg>
        <pc:cxnChg chg="add del mod">
          <ac:chgData name="Bhowmik, Sayan" userId="2b51cadb-156e-4c9a-99fc-6d2138739850" providerId="ADAL" clId="{0A61844E-60A1-4998-B30A-A418A6FDD646}" dt="2024-09-20T03:19:03.814" v="1498" actId="478"/>
          <ac:cxnSpMkLst>
            <pc:docMk/>
            <pc:sldMk cId="2623716365" sldId="299"/>
            <ac:cxnSpMk id="14" creationId="{C4954EAC-49D7-57A4-C58F-DBCE4F40BD85}"/>
          </ac:cxnSpMkLst>
        </pc:cxnChg>
        <pc:cxnChg chg="add del mod">
          <ac:chgData name="Bhowmik, Sayan" userId="2b51cadb-156e-4c9a-99fc-6d2138739850" providerId="ADAL" clId="{0A61844E-60A1-4998-B30A-A418A6FDD646}" dt="2024-09-20T03:19:03.814" v="1498" actId="478"/>
          <ac:cxnSpMkLst>
            <pc:docMk/>
            <pc:sldMk cId="2623716365" sldId="299"/>
            <ac:cxnSpMk id="15" creationId="{264A4458-F590-F396-879E-B884BB764913}"/>
          </ac:cxnSpMkLst>
        </pc:cxnChg>
        <pc:cxnChg chg="add mod">
          <ac:chgData name="Bhowmik, Sayan" userId="2b51cadb-156e-4c9a-99fc-6d2138739850" providerId="ADAL" clId="{0A61844E-60A1-4998-B30A-A418A6FDD646}" dt="2024-09-20T03:25:27.027" v="1761" actId="1035"/>
          <ac:cxnSpMkLst>
            <pc:docMk/>
            <pc:sldMk cId="2623716365" sldId="299"/>
            <ac:cxnSpMk id="22" creationId="{413A3364-4FD8-37A8-3E70-DE6F69BD9F1B}"/>
          </ac:cxnSpMkLst>
        </pc:cxnChg>
        <pc:cxnChg chg="add mod">
          <ac:chgData name="Bhowmik, Sayan" userId="2b51cadb-156e-4c9a-99fc-6d2138739850" providerId="ADAL" clId="{0A61844E-60A1-4998-B30A-A418A6FDD646}" dt="2024-09-22T03:50:29.342" v="8792" actId="1036"/>
          <ac:cxnSpMkLst>
            <pc:docMk/>
            <pc:sldMk cId="2623716365" sldId="299"/>
            <ac:cxnSpMk id="24" creationId="{AC1BA9C0-E0BE-671A-ADE3-0D616C7035EB}"/>
          </ac:cxnSpMkLst>
        </pc:cxnChg>
        <pc:cxnChg chg="add del mod">
          <ac:chgData name="Bhowmik, Sayan" userId="2b51cadb-156e-4c9a-99fc-6d2138739850" providerId="ADAL" clId="{0A61844E-60A1-4998-B30A-A418A6FDD646}" dt="2024-09-21T15:35:27.867" v="1793" actId="478"/>
          <ac:cxnSpMkLst>
            <pc:docMk/>
            <pc:sldMk cId="2623716365" sldId="299"/>
            <ac:cxnSpMk id="26" creationId="{D9DED01B-5D4E-279A-8756-AF1A57AD6F5D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30" creationId="{3CEF2B9E-53FC-A3C3-4F7C-63A23A3EC796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36" creationId="{04632AE5-C4E3-7A60-7D38-3343C2E85325}"/>
          </ac:cxnSpMkLst>
        </pc:cxnChg>
        <pc:cxnChg chg="add mod">
          <ac:chgData name="Bhowmik, Sayan" userId="2b51cadb-156e-4c9a-99fc-6d2138739850" providerId="ADAL" clId="{0A61844E-60A1-4998-B30A-A418A6FDD646}" dt="2024-09-21T15:41:04.548" v="1985" actId="1035"/>
          <ac:cxnSpMkLst>
            <pc:docMk/>
            <pc:sldMk cId="2623716365" sldId="299"/>
            <ac:cxnSpMk id="39" creationId="{324B26B7-8EDA-B2D4-3A71-27F98D98C7FF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0" creationId="{369BEDE8-B4EA-EB9F-CDE7-3B7630C121BF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1" creationId="{18BF9B3F-FEFE-47A5-10F7-4FC2F868C674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2" creationId="{5B11E1A9-8E13-EFD8-01AD-4DEB75202221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3" creationId="{4957EE96-A9F2-DFA7-D364-D0630C05758D}"/>
          </ac:cxnSpMkLst>
        </pc:cxnChg>
        <pc:cxnChg chg="add mod">
          <ac:chgData name="Bhowmik, Sayan" userId="2b51cadb-156e-4c9a-99fc-6d2138739850" providerId="ADAL" clId="{0A61844E-60A1-4998-B30A-A418A6FDD646}" dt="2024-09-22T03:50:07.044" v="8769" actId="571"/>
          <ac:cxnSpMkLst>
            <pc:docMk/>
            <pc:sldMk cId="2623716365" sldId="299"/>
            <ac:cxnSpMk id="54" creationId="{2107DE09-FB09-5FEA-A28E-EE66EDD57742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59" creationId="{F3DA07EC-69D9-F564-A994-BAB5FE4D16A7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0" creationId="{E72C52CC-8166-6D79-B860-A705433C00E8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1" creationId="{E9880711-01EB-546F-2989-E7D90780FCC2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2" creationId="{24AFBC82-64BC-DE0F-C4CD-9E31E85D9B86}"/>
          </ac:cxnSpMkLst>
        </pc:cxnChg>
        <pc:cxnChg chg="add mod">
          <ac:chgData name="Bhowmik, Sayan" userId="2b51cadb-156e-4c9a-99fc-6d2138739850" providerId="ADAL" clId="{0A61844E-60A1-4998-B30A-A418A6FDD646}" dt="2024-09-22T03:50:10.274" v="8771" actId="571"/>
          <ac:cxnSpMkLst>
            <pc:docMk/>
            <pc:sldMk cId="2623716365" sldId="299"/>
            <ac:cxnSpMk id="63" creationId="{D52C2619-E0CD-E26E-E635-B25314A89939}"/>
          </ac:cxnSpMkLst>
        </pc:cxnChg>
      </pc:sldChg>
      <pc:sldChg chg="addSp delSp modSp new mod modTransition modAnim">
        <pc:chgData name="Bhowmik, Sayan" userId="2b51cadb-156e-4c9a-99fc-6d2138739850" providerId="ADAL" clId="{0A61844E-60A1-4998-B30A-A418A6FDD646}" dt="2024-09-22T03:55:27.914" v="8831"/>
        <pc:sldMkLst>
          <pc:docMk/>
          <pc:sldMk cId="2749834603" sldId="300"/>
        </pc:sldMkLst>
        <pc:spChg chg="mod">
          <ac:chgData name="Bhowmik, Sayan" userId="2b51cadb-156e-4c9a-99fc-6d2138739850" providerId="ADAL" clId="{0A61844E-60A1-4998-B30A-A418A6FDD646}" dt="2024-09-20T03:24:27.813" v="1610" actId="20577"/>
          <ac:spMkLst>
            <pc:docMk/>
            <pc:sldMk cId="2749834603" sldId="300"/>
            <ac:spMk id="2" creationId="{1896565E-9070-E468-04CD-EA2CACF3F938}"/>
          </ac:spMkLst>
        </pc:spChg>
        <pc:spChg chg="add mod">
          <ac:chgData name="Bhowmik, Sayan" userId="2b51cadb-156e-4c9a-99fc-6d2138739850" providerId="ADAL" clId="{0A61844E-60A1-4998-B30A-A418A6FDD646}" dt="2024-09-20T03:24:39.229" v="1611"/>
          <ac:spMkLst>
            <pc:docMk/>
            <pc:sldMk cId="2749834603" sldId="300"/>
            <ac:spMk id="3" creationId="{29C05805-6A1B-5285-33A6-B79B6BD216FC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8" creationId="{5BE9C328-B394-47B6-BE3C-160C0C1A2A2E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10" creationId="{779F850F-820E-9AE2-DE0B-F14A2C65F8E8}"/>
          </ac:spMkLst>
        </pc:spChg>
        <pc:spChg chg="add mod">
          <ac:chgData name="Bhowmik, Sayan" userId="2b51cadb-156e-4c9a-99fc-6d2138739850" providerId="ADAL" clId="{0A61844E-60A1-4998-B30A-A418A6FDD646}" dt="2024-09-22T03:54:02.297" v="8826" actId="1036"/>
          <ac:spMkLst>
            <pc:docMk/>
            <pc:sldMk cId="2749834603" sldId="300"/>
            <ac:spMk id="15" creationId="{1D8443DA-5CA3-8F8D-4075-621C52171D5A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16" creationId="{EEBBC8AF-742A-9F76-D3A4-B96E09423B03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18" creationId="{90B3550E-1C90-5C2B-4A9F-2F41D990EE2D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0" creationId="{5F0BC1AA-9C65-7AB7-FBA7-B233C8939F98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21" creationId="{3573EB63-72A5-3305-3C58-84C61C3198DC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3" creationId="{4DEF58E2-C72B-8E8B-9727-A9AA4CC13F95}"/>
          </ac:spMkLst>
        </pc:spChg>
        <pc:spChg chg="add del">
          <ac:chgData name="Bhowmik, Sayan" userId="2b51cadb-156e-4c9a-99fc-6d2138739850" providerId="ADAL" clId="{0A61844E-60A1-4998-B30A-A418A6FDD646}" dt="2024-09-21T16:10:17.510" v="2428" actId="11529"/>
          <ac:spMkLst>
            <pc:docMk/>
            <pc:sldMk cId="2749834603" sldId="300"/>
            <ac:spMk id="24" creationId="{33C67D08-37BE-4F43-7026-E2FECB089404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5" creationId="{E3F99A9B-0982-62D2-149C-8CFD33223B7C}"/>
          </ac:spMkLst>
        </pc:spChg>
        <pc:spChg chg="add mod">
          <ac:chgData name="Bhowmik, Sayan" userId="2b51cadb-156e-4c9a-99fc-6d2138739850" providerId="ADAL" clId="{0A61844E-60A1-4998-B30A-A418A6FDD646}" dt="2024-09-21T16:26:13.241" v="2935" actId="1037"/>
          <ac:spMkLst>
            <pc:docMk/>
            <pc:sldMk cId="2749834603" sldId="300"/>
            <ac:spMk id="26" creationId="{EA963AFD-DEF0-3B8C-669C-57921AC5553A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27" creationId="{ED451E4E-ADAF-BB31-546D-D94A3183D741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0" creationId="{BFBDCE88-CF54-D8D7-26F1-A6C061D28D32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1" creationId="{DD74F6D9-6DB5-B8EC-EA20-B92D5A4D1C5E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2" creationId="{8B3A124F-5585-FACF-0EF1-249306B2FFD5}"/>
          </ac:spMkLst>
        </pc:spChg>
        <pc:spChg chg="add mod">
          <ac:chgData name="Bhowmik, Sayan" userId="2b51cadb-156e-4c9a-99fc-6d2138739850" providerId="ADAL" clId="{0A61844E-60A1-4998-B30A-A418A6FDD646}" dt="2024-09-21T16:43:46.665" v="3224" actId="1035"/>
          <ac:spMkLst>
            <pc:docMk/>
            <pc:sldMk cId="2749834603" sldId="300"/>
            <ac:spMk id="33" creationId="{12D78804-1C58-1A0D-B373-92507655C1D8}"/>
          </ac:spMkLst>
        </pc:spChg>
        <pc:spChg chg="add mod">
          <ac:chgData name="Bhowmik, Sayan" userId="2b51cadb-156e-4c9a-99fc-6d2138739850" providerId="ADAL" clId="{0A61844E-60A1-4998-B30A-A418A6FDD646}" dt="2024-09-21T16:44:38.237" v="3233" actId="1035"/>
          <ac:spMkLst>
            <pc:docMk/>
            <pc:sldMk cId="2749834603" sldId="300"/>
            <ac:spMk id="36" creationId="{13B477AB-F974-023A-28CE-BF6ED0A183C0}"/>
          </ac:spMkLst>
        </pc:spChg>
        <pc:spChg chg="add mod">
          <ac:chgData name="Bhowmik, Sayan" userId="2b51cadb-156e-4c9a-99fc-6d2138739850" providerId="ADAL" clId="{0A61844E-60A1-4998-B30A-A418A6FDD646}" dt="2024-09-21T16:44:38.237" v="3233" actId="1035"/>
          <ac:spMkLst>
            <pc:docMk/>
            <pc:sldMk cId="2749834603" sldId="300"/>
            <ac:spMk id="37" creationId="{5F9888F2-F9BD-B5FF-E0FC-F7C408174BFC}"/>
          </ac:spMkLst>
        </pc:spChg>
        <pc:spChg chg="add mod">
          <ac:chgData name="Bhowmik, Sayan" userId="2b51cadb-156e-4c9a-99fc-6d2138739850" providerId="ADAL" clId="{0A61844E-60A1-4998-B30A-A418A6FDD646}" dt="2024-09-21T16:44:38.237" v="3233" actId="1035"/>
          <ac:spMkLst>
            <pc:docMk/>
            <pc:sldMk cId="2749834603" sldId="300"/>
            <ac:spMk id="38" creationId="{4CD04839-A852-B4B6-5E3D-B25738CD7BF7}"/>
          </ac:spMkLst>
        </pc:spChg>
        <pc:spChg chg="add mod">
          <ac:chgData name="Bhowmik, Sayan" userId="2b51cadb-156e-4c9a-99fc-6d2138739850" providerId="ADAL" clId="{0A61844E-60A1-4998-B30A-A418A6FDD646}" dt="2024-09-21T16:47:55.012" v="3313" actId="1035"/>
          <ac:spMkLst>
            <pc:docMk/>
            <pc:sldMk cId="2749834603" sldId="300"/>
            <ac:spMk id="39" creationId="{2C2D643E-D57D-8518-04DC-45EFBA77F45D}"/>
          </ac:spMkLst>
        </pc:spChg>
        <pc:picChg chg="add mod">
          <ac:chgData name="Bhowmik, Sayan" userId="2b51cadb-156e-4c9a-99fc-6d2138739850" providerId="ADAL" clId="{0A61844E-60A1-4998-B30A-A418A6FDD646}" dt="2024-09-21T16:26:13.241" v="2935" actId="1037"/>
          <ac:picMkLst>
            <pc:docMk/>
            <pc:sldMk cId="2749834603" sldId="300"/>
            <ac:picMk id="4" creationId="{022D628A-93D5-882C-557D-DCEB2A77DE8E}"/>
          </ac:picMkLst>
        </pc:picChg>
        <pc:picChg chg="add mod">
          <ac:chgData name="Bhowmik, Sayan" userId="2b51cadb-156e-4c9a-99fc-6d2138739850" providerId="ADAL" clId="{0A61844E-60A1-4998-B30A-A418A6FDD646}" dt="2024-09-21T16:26:13.241" v="2935" actId="1037"/>
          <ac:picMkLst>
            <pc:docMk/>
            <pc:sldMk cId="2749834603" sldId="300"/>
            <ac:picMk id="11" creationId="{ACB01A75-A923-4534-FB73-FC2A69E835B1}"/>
          </ac:picMkLst>
        </pc:picChg>
        <pc:picChg chg="add mod ord">
          <ac:chgData name="Bhowmik, Sayan" userId="2b51cadb-156e-4c9a-99fc-6d2138739850" providerId="ADAL" clId="{0A61844E-60A1-4998-B30A-A418A6FDD646}" dt="2024-09-22T03:54:02.297" v="8826" actId="1036"/>
          <ac:picMkLst>
            <pc:docMk/>
            <pc:sldMk cId="2749834603" sldId="300"/>
            <ac:picMk id="19" creationId="{4B4FA9B9-4294-93CC-9602-AE8099539625}"/>
          </ac:picMkLst>
        </pc:pic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5" creationId="{CAD064BD-2AD6-F4DD-815D-7EAC369FE947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6" creationId="{D124ECBB-5649-CC29-D768-61BD22D5154E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7" creationId="{5BA955A0-D8AC-0224-BE3A-79157D56770A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9" creationId="{7429D98A-EFF3-DBC2-32B7-9F758785B130}"/>
          </ac:cxnSpMkLst>
        </pc:cxnChg>
        <pc:cxnChg chg="add mod">
          <ac:chgData name="Bhowmik, Sayan" userId="2b51cadb-156e-4c9a-99fc-6d2138739850" providerId="ADAL" clId="{0A61844E-60A1-4998-B30A-A418A6FDD646}" dt="2024-09-22T03:54:02.297" v="8826" actId="1036"/>
          <ac:cxnSpMkLst>
            <pc:docMk/>
            <pc:sldMk cId="2749834603" sldId="300"/>
            <ac:cxnSpMk id="12" creationId="{8CEF883A-734F-4960-2960-21CD1301C2B9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13" creationId="{FFD07BBB-A711-50AF-305A-815A55D408DE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14" creationId="{CDD56B64-EFF1-92C1-0BC0-9A6DB815793C}"/>
          </ac:cxnSpMkLst>
        </pc:cxnChg>
        <pc:cxnChg chg="add mod">
          <ac:chgData name="Bhowmik, Sayan" userId="2b51cadb-156e-4c9a-99fc-6d2138739850" providerId="ADAL" clId="{0A61844E-60A1-4998-B30A-A418A6FDD646}" dt="2024-09-21T16:26:13.241" v="2935" actId="1037"/>
          <ac:cxnSpMkLst>
            <pc:docMk/>
            <pc:sldMk cId="2749834603" sldId="300"/>
            <ac:cxnSpMk id="17" creationId="{E79B4EFC-996F-98B3-E35C-44F15BEE1B3F}"/>
          </ac:cxnSpMkLst>
        </pc:cxnChg>
        <pc:cxnChg chg="add mod">
          <ac:chgData name="Bhowmik, Sayan" userId="2b51cadb-156e-4c9a-99fc-6d2138739850" providerId="ADAL" clId="{0A61844E-60A1-4998-B30A-A418A6FDD646}" dt="2024-09-21T16:43:46.665" v="3224" actId="1035"/>
          <ac:cxnSpMkLst>
            <pc:docMk/>
            <pc:sldMk cId="2749834603" sldId="300"/>
            <ac:cxnSpMk id="29" creationId="{E6F7F190-67BC-A607-D90B-D59A987B2438}"/>
          </ac:cxnSpMkLst>
        </pc:cxnChg>
        <pc:cxnChg chg="add mod">
          <ac:chgData name="Bhowmik, Sayan" userId="2b51cadb-156e-4c9a-99fc-6d2138739850" providerId="ADAL" clId="{0A61844E-60A1-4998-B30A-A418A6FDD646}" dt="2024-09-21T16:47:58.518" v="3314" actId="14100"/>
          <ac:cxnSpMkLst>
            <pc:docMk/>
            <pc:sldMk cId="2749834603" sldId="300"/>
            <ac:cxnSpMk id="41" creationId="{F64199BE-ACE2-87CC-A349-ED74AC9EEA2B}"/>
          </ac:cxnSpMkLst>
        </pc:cxnChg>
      </pc:sldChg>
      <pc:sldChg chg="modSp add mod">
        <pc:chgData name="Bhowmik, Sayan" userId="2b51cadb-156e-4c9a-99fc-6d2138739850" providerId="ADAL" clId="{0A61844E-60A1-4998-B30A-A418A6FDD646}" dt="2024-09-21T17:07:29.901" v="3645" actId="20577"/>
        <pc:sldMkLst>
          <pc:docMk/>
          <pc:sldMk cId="2810233673" sldId="301"/>
        </pc:sldMkLst>
        <pc:spChg chg="mod">
          <ac:chgData name="Bhowmik, Sayan" userId="2b51cadb-156e-4c9a-99fc-6d2138739850" providerId="ADAL" clId="{0A61844E-60A1-4998-B30A-A418A6FDD646}" dt="2024-09-21T17:07:29.901" v="3645" actId="20577"/>
          <ac:spMkLst>
            <pc:docMk/>
            <pc:sldMk cId="2810233673" sldId="301"/>
            <ac:spMk id="3" creationId="{54B9CEDF-66F4-D04D-3CFA-2BFEA2B014E7}"/>
          </ac:spMkLst>
        </pc:spChg>
      </pc:sldChg>
      <pc:sldChg chg="modSp add mod">
        <pc:chgData name="Bhowmik, Sayan" userId="2b51cadb-156e-4c9a-99fc-6d2138739850" providerId="ADAL" clId="{0A61844E-60A1-4998-B30A-A418A6FDD646}" dt="2024-09-21T17:44:24.567" v="3770" actId="20577"/>
        <pc:sldMkLst>
          <pc:docMk/>
          <pc:sldMk cId="4055682661" sldId="302"/>
        </pc:sldMkLst>
        <pc:spChg chg="mod">
          <ac:chgData name="Bhowmik, Sayan" userId="2b51cadb-156e-4c9a-99fc-6d2138739850" providerId="ADAL" clId="{0A61844E-60A1-4998-B30A-A418A6FDD646}" dt="2024-09-21T17:44:24.567" v="3770" actId="20577"/>
          <ac:spMkLst>
            <pc:docMk/>
            <pc:sldMk cId="4055682661" sldId="302"/>
            <ac:spMk id="3" creationId="{1E16CF53-8BCD-4DFD-9D4D-94731DDCF8A5}"/>
          </ac:spMkLst>
        </pc:spChg>
      </pc:sldChg>
      <pc:sldChg chg="addSp delSp modSp add mod modTransition modAnim">
        <pc:chgData name="Bhowmik, Sayan" userId="2b51cadb-156e-4c9a-99fc-6d2138739850" providerId="ADAL" clId="{0A61844E-60A1-4998-B30A-A418A6FDD646}" dt="2024-09-22T03:57:42.048" v="8837"/>
        <pc:sldMkLst>
          <pc:docMk/>
          <pc:sldMk cId="789896735" sldId="303"/>
        </pc:sldMkLst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8" creationId="{5BE9C328-B394-47B6-BE3C-160C0C1A2A2E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0" creationId="{779F850F-820E-9AE2-DE0B-F14A2C65F8E8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5" creationId="{1D8443DA-5CA3-8F8D-4075-621C52171D5A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6" creationId="{EEBBC8AF-742A-9F76-D3A4-B96E09423B03}"/>
          </ac:spMkLst>
        </pc:spChg>
        <pc:spChg chg="del">
          <ac:chgData name="Bhowmik, Sayan" userId="2b51cadb-156e-4c9a-99fc-6d2138739850" providerId="ADAL" clId="{0A61844E-60A1-4998-B30A-A418A6FDD646}" dt="2024-09-21T17:46:38.658" v="3772" actId="478"/>
          <ac:spMkLst>
            <pc:docMk/>
            <pc:sldMk cId="789896735" sldId="303"/>
            <ac:spMk id="18" creationId="{90B3550E-1C90-5C2B-4A9F-2F41D990EE2D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0" creationId="{5F0BC1AA-9C65-7AB7-FBA7-B233C8939F98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1" creationId="{3573EB63-72A5-3305-3C58-84C61C3198DC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3" creationId="{4DEF58E2-C72B-8E8B-9727-A9AA4CC13F95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5" creationId="{E3F99A9B-0982-62D2-149C-8CFD33223B7C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6" creationId="{EA963AFD-DEF0-3B8C-669C-57921AC5553A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27" creationId="{ED451E4E-ADAF-BB31-546D-D94A3183D741}"/>
          </ac:spMkLst>
        </pc:spChg>
        <pc:spChg chg="add mod">
          <ac:chgData name="Bhowmik, Sayan" userId="2b51cadb-156e-4c9a-99fc-6d2138739850" providerId="ADAL" clId="{0A61844E-60A1-4998-B30A-A418A6FDD646}" dt="2024-09-21T19:38:28.446" v="4297" actId="1036"/>
          <ac:spMkLst>
            <pc:docMk/>
            <pc:sldMk cId="789896735" sldId="303"/>
            <ac:spMk id="28" creationId="{A4500F40-B37F-63F6-4A30-F6FCC89A4D49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30" creationId="{BFBDCE88-CF54-D8D7-26F1-A6C061D28D32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31" creationId="{DD74F6D9-6DB5-B8EC-EA20-B92D5A4D1C5E}"/>
          </ac:spMkLst>
        </pc:spChg>
        <pc:spChg chg="del">
          <ac:chgData name="Bhowmik, Sayan" userId="2b51cadb-156e-4c9a-99fc-6d2138739850" providerId="ADAL" clId="{0A61844E-60A1-4998-B30A-A418A6FDD646}" dt="2024-09-21T17:48:15.411" v="3816" actId="478"/>
          <ac:spMkLst>
            <pc:docMk/>
            <pc:sldMk cId="789896735" sldId="303"/>
            <ac:spMk id="32" creationId="{8B3A124F-5585-FACF-0EF1-249306B2FFD5}"/>
          </ac:spMkLst>
        </pc:spChg>
        <pc:spChg chg="mod">
          <ac:chgData name="Bhowmik, Sayan" userId="2b51cadb-156e-4c9a-99fc-6d2138739850" providerId="ADAL" clId="{0A61844E-60A1-4998-B30A-A418A6FDD646}" dt="2024-09-21T17:48:22.213" v="3836" actId="1037"/>
          <ac:spMkLst>
            <pc:docMk/>
            <pc:sldMk cId="789896735" sldId="303"/>
            <ac:spMk id="33" creationId="{12D78804-1C58-1A0D-B373-92507655C1D8}"/>
          </ac:spMkLst>
        </pc:spChg>
        <pc:spChg chg="mod">
          <ac:chgData name="Bhowmik, Sayan" userId="2b51cadb-156e-4c9a-99fc-6d2138739850" providerId="ADAL" clId="{0A61844E-60A1-4998-B30A-A418A6FDD646}" dt="2024-09-21T17:48:33.613" v="3850" actId="1035"/>
          <ac:spMkLst>
            <pc:docMk/>
            <pc:sldMk cId="789896735" sldId="303"/>
            <ac:spMk id="36" creationId="{13B477AB-F974-023A-28CE-BF6ED0A183C0}"/>
          </ac:spMkLst>
        </pc:spChg>
        <pc:spChg chg="mod">
          <ac:chgData name="Bhowmik, Sayan" userId="2b51cadb-156e-4c9a-99fc-6d2138739850" providerId="ADAL" clId="{0A61844E-60A1-4998-B30A-A418A6FDD646}" dt="2024-09-21T17:48:41.445" v="3867" actId="1036"/>
          <ac:spMkLst>
            <pc:docMk/>
            <pc:sldMk cId="789896735" sldId="303"/>
            <ac:spMk id="37" creationId="{5F9888F2-F9BD-B5FF-E0FC-F7C408174BFC}"/>
          </ac:spMkLst>
        </pc:spChg>
        <pc:spChg chg="mod">
          <ac:chgData name="Bhowmik, Sayan" userId="2b51cadb-156e-4c9a-99fc-6d2138739850" providerId="ADAL" clId="{0A61844E-60A1-4998-B30A-A418A6FDD646}" dt="2024-09-21T17:50:21.181" v="3929" actId="1076"/>
          <ac:spMkLst>
            <pc:docMk/>
            <pc:sldMk cId="789896735" sldId="303"/>
            <ac:spMk id="38" creationId="{4CD04839-A852-B4B6-5E3D-B25738CD7BF7}"/>
          </ac:spMkLst>
        </pc:spChg>
        <pc:spChg chg="mod">
          <ac:chgData name="Bhowmik, Sayan" userId="2b51cadb-156e-4c9a-99fc-6d2138739850" providerId="ADAL" clId="{0A61844E-60A1-4998-B30A-A418A6FDD646}" dt="2024-09-21T17:50:28.580" v="3930" actId="1076"/>
          <ac:spMkLst>
            <pc:docMk/>
            <pc:sldMk cId="789896735" sldId="303"/>
            <ac:spMk id="39" creationId="{2C2D643E-D57D-8518-04DC-45EFBA77F45D}"/>
          </ac:spMkLst>
        </pc:spChg>
        <pc:spChg chg="add mod">
          <ac:chgData name="Bhowmik, Sayan" userId="2b51cadb-156e-4c9a-99fc-6d2138739850" providerId="ADAL" clId="{0A61844E-60A1-4998-B30A-A418A6FDD646}" dt="2024-09-21T19:46:47.094" v="4436" actId="20577"/>
          <ac:spMkLst>
            <pc:docMk/>
            <pc:sldMk cId="789896735" sldId="303"/>
            <ac:spMk id="49" creationId="{06BC575A-E2C2-D6C4-0714-1145C6E66B92}"/>
          </ac:spMkLst>
        </pc:spChg>
        <pc:spChg chg="add mod">
          <ac:chgData name="Bhowmik, Sayan" userId="2b51cadb-156e-4c9a-99fc-6d2138739850" providerId="ADAL" clId="{0A61844E-60A1-4998-B30A-A418A6FDD646}" dt="2024-09-21T19:38:28.446" v="4297" actId="1036"/>
          <ac:spMkLst>
            <pc:docMk/>
            <pc:sldMk cId="789896735" sldId="303"/>
            <ac:spMk id="53" creationId="{1A2F0AC8-4962-68C9-E996-CAD05FD61ADF}"/>
          </ac:spMkLst>
        </pc:spChg>
        <pc:spChg chg="add mod">
          <ac:chgData name="Bhowmik, Sayan" userId="2b51cadb-156e-4c9a-99fc-6d2138739850" providerId="ADAL" clId="{0A61844E-60A1-4998-B30A-A418A6FDD646}" dt="2024-09-21T19:38:16.960" v="4242" actId="1035"/>
          <ac:spMkLst>
            <pc:docMk/>
            <pc:sldMk cId="789896735" sldId="303"/>
            <ac:spMk id="54" creationId="{4B3DBFBD-454C-0A09-5178-1C2DBE5D5E9D}"/>
          </ac:spMkLst>
        </pc:spChg>
        <pc:spChg chg="add mod">
          <ac:chgData name="Bhowmik, Sayan" userId="2b51cadb-156e-4c9a-99fc-6d2138739850" providerId="ADAL" clId="{0A61844E-60A1-4998-B30A-A418A6FDD646}" dt="2024-09-21T19:38:16.960" v="4242" actId="1035"/>
          <ac:spMkLst>
            <pc:docMk/>
            <pc:sldMk cId="789896735" sldId="303"/>
            <ac:spMk id="55" creationId="{004E73E5-C73F-8528-D646-B64580DD16FA}"/>
          </ac:spMkLst>
        </pc:spChg>
        <pc:spChg chg="add mod">
          <ac:chgData name="Bhowmik, Sayan" userId="2b51cadb-156e-4c9a-99fc-6d2138739850" providerId="ADAL" clId="{0A61844E-60A1-4998-B30A-A418A6FDD646}" dt="2024-09-21T19:38:16.960" v="4242" actId="1035"/>
          <ac:spMkLst>
            <pc:docMk/>
            <pc:sldMk cId="789896735" sldId="303"/>
            <ac:spMk id="56" creationId="{1597E6F4-F5DC-76E4-4647-A97A0FE3338F}"/>
          </ac:spMkLst>
        </pc:spChg>
        <pc:spChg chg="add mod">
          <ac:chgData name="Bhowmik, Sayan" userId="2b51cadb-156e-4c9a-99fc-6d2138739850" providerId="ADAL" clId="{0A61844E-60A1-4998-B30A-A418A6FDD646}" dt="2024-09-21T19:52:51.103" v="4486" actId="20577"/>
          <ac:spMkLst>
            <pc:docMk/>
            <pc:sldMk cId="789896735" sldId="303"/>
            <ac:spMk id="59" creationId="{9055408F-1168-A478-6034-227F18B97C92}"/>
          </ac:spMkLst>
        </pc:spChg>
        <pc:spChg chg="add mod">
          <ac:chgData name="Bhowmik, Sayan" userId="2b51cadb-156e-4c9a-99fc-6d2138739850" providerId="ADAL" clId="{0A61844E-60A1-4998-B30A-A418A6FDD646}" dt="2024-09-21T19:53:34.716" v="4502" actId="1076"/>
          <ac:spMkLst>
            <pc:docMk/>
            <pc:sldMk cId="789896735" sldId="303"/>
            <ac:spMk id="60" creationId="{1240DA03-2E4D-8E1A-AA63-725CB5BCE37C}"/>
          </ac:spMkLst>
        </pc:spChg>
        <pc:spChg chg="add mod">
          <ac:chgData name="Bhowmik, Sayan" userId="2b51cadb-156e-4c9a-99fc-6d2138739850" providerId="ADAL" clId="{0A61844E-60A1-4998-B30A-A418A6FDD646}" dt="2024-09-21T19:53:45.158" v="4512" actId="20577"/>
          <ac:spMkLst>
            <pc:docMk/>
            <pc:sldMk cId="789896735" sldId="303"/>
            <ac:spMk id="61" creationId="{82A42FBD-53F4-9257-320B-034D21BAB561}"/>
          </ac:spMkLst>
        </pc:spChg>
        <pc:spChg chg="add mod">
          <ac:chgData name="Bhowmik, Sayan" userId="2b51cadb-156e-4c9a-99fc-6d2138739850" providerId="ADAL" clId="{0A61844E-60A1-4998-B30A-A418A6FDD646}" dt="2024-09-21T19:54:29.016" v="4518" actId="208"/>
          <ac:spMkLst>
            <pc:docMk/>
            <pc:sldMk cId="789896735" sldId="303"/>
            <ac:spMk id="62" creationId="{5E0103E9-6125-3F6E-6E82-E8E45838B5D4}"/>
          </ac:spMkLst>
        </pc:spChg>
        <pc:spChg chg="add mod">
          <ac:chgData name="Bhowmik, Sayan" userId="2b51cadb-156e-4c9a-99fc-6d2138739850" providerId="ADAL" clId="{0A61844E-60A1-4998-B30A-A418A6FDD646}" dt="2024-09-21T19:59:36.576" v="4579" actId="1038"/>
          <ac:spMkLst>
            <pc:docMk/>
            <pc:sldMk cId="789896735" sldId="303"/>
            <ac:spMk id="63" creationId="{A2EBACAE-EAB8-82AD-79BB-264B56FDDA22}"/>
          </ac:spMkLst>
        </pc:spChg>
        <pc:spChg chg="add mod">
          <ac:chgData name="Bhowmik, Sayan" userId="2b51cadb-156e-4c9a-99fc-6d2138739850" providerId="ADAL" clId="{0A61844E-60A1-4998-B30A-A418A6FDD646}" dt="2024-09-21T20:07:50.785" v="4870" actId="20577"/>
          <ac:spMkLst>
            <pc:docMk/>
            <pc:sldMk cId="789896735" sldId="303"/>
            <ac:spMk id="64" creationId="{B840AF90-3522-872D-6D6D-B15AE5F44B14}"/>
          </ac:spMkLst>
        </pc:spChg>
        <pc:spChg chg="add mod">
          <ac:chgData name="Bhowmik, Sayan" userId="2b51cadb-156e-4c9a-99fc-6d2138739850" providerId="ADAL" clId="{0A61844E-60A1-4998-B30A-A418A6FDD646}" dt="2024-09-21T20:12:39.217" v="4947" actId="208"/>
          <ac:spMkLst>
            <pc:docMk/>
            <pc:sldMk cId="789896735" sldId="303"/>
            <ac:spMk id="65" creationId="{603FF2D2-D393-8FB0-949C-AD6B65306562}"/>
          </ac:spMkLst>
        </pc:spChg>
        <pc:picChg chg="del">
          <ac:chgData name="Bhowmik, Sayan" userId="2b51cadb-156e-4c9a-99fc-6d2138739850" providerId="ADAL" clId="{0A61844E-60A1-4998-B30A-A418A6FDD646}" dt="2024-09-21T17:46:38.658" v="3772" actId="478"/>
          <ac:picMkLst>
            <pc:docMk/>
            <pc:sldMk cId="789896735" sldId="303"/>
            <ac:picMk id="4" creationId="{022D628A-93D5-882C-557D-DCEB2A77DE8E}"/>
          </ac:picMkLst>
        </pc:picChg>
        <pc:picChg chg="del">
          <ac:chgData name="Bhowmik, Sayan" userId="2b51cadb-156e-4c9a-99fc-6d2138739850" providerId="ADAL" clId="{0A61844E-60A1-4998-B30A-A418A6FDD646}" dt="2024-09-21T17:46:38.658" v="3772" actId="478"/>
          <ac:picMkLst>
            <pc:docMk/>
            <pc:sldMk cId="789896735" sldId="303"/>
            <ac:picMk id="11" creationId="{ACB01A75-A923-4534-FB73-FC2A69E835B1}"/>
          </ac:picMkLst>
        </pc:picChg>
        <pc:picChg chg="del">
          <ac:chgData name="Bhowmik, Sayan" userId="2b51cadb-156e-4c9a-99fc-6d2138739850" providerId="ADAL" clId="{0A61844E-60A1-4998-B30A-A418A6FDD646}" dt="2024-09-21T17:46:38.658" v="3772" actId="478"/>
          <ac:picMkLst>
            <pc:docMk/>
            <pc:sldMk cId="789896735" sldId="303"/>
            <ac:picMk id="19" creationId="{4B4FA9B9-4294-93CC-9602-AE8099539625}"/>
          </ac:picMkLst>
        </pc:pic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5" creationId="{CAD064BD-2AD6-F4DD-815D-7EAC369FE947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6" creationId="{D124ECBB-5649-CC29-D768-61BD22D5154E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7" creationId="{5BA955A0-D8AC-0224-BE3A-79157D56770A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9" creationId="{7429D98A-EFF3-DBC2-32B7-9F758785B130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2" creationId="{8CEF883A-734F-4960-2960-21CD1301C2B9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3" creationId="{FFD07BBB-A711-50AF-305A-815A55D408DE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4" creationId="{CDD56B64-EFF1-92C1-0BC0-9A6DB815793C}"/>
          </ac:cxnSpMkLst>
        </pc:cxnChg>
        <pc:cxnChg chg="del">
          <ac:chgData name="Bhowmik, Sayan" userId="2b51cadb-156e-4c9a-99fc-6d2138739850" providerId="ADAL" clId="{0A61844E-60A1-4998-B30A-A418A6FDD646}" dt="2024-09-21T17:46:38.658" v="3772" actId="478"/>
          <ac:cxnSpMkLst>
            <pc:docMk/>
            <pc:sldMk cId="789896735" sldId="303"/>
            <ac:cxnSpMk id="17" creationId="{E79B4EFC-996F-98B3-E35C-44F15BEE1B3F}"/>
          </ac:cxnSpMkLst>
        </pc:cxnChg>
        <pc:cxnChg chg="del">
          <ac:chgData name="Bhowmik, Sayan" userId="2b51cadb-156e-4c9a-99fc-6d2138739850" providerId="ADAL" clId="{0A61844E-60A1-4998-B30A-A418A6FDD646}" dt="2024-09-21T17:48:15.411" v="3816" actId="478"/>
          <ac:cxnSpMkLst>
            <pc:docMk/>
            <pc:sldMk cId="789896735" sldId="303"/>
            <ac:cxnSpMk id="29" creationId="{E6F7F190-67BC-A607-D90B-D59A987B2438}"/>
          </ac:cxnSpMkLst>
        </pc:cxnChg>
        <pc:cxnChg chg="add del mod">
          <ac:chgData name="Bhowmik, Sayan" userId="2b51cadb-156e-4c9a-99fc-6d2138739850" providerId="ADAL" clId="{0A61844E-60A1-4998-B30A-A418A6FDD646}" dt="2024-09-21T17:55:00.176" v="3989" actId="478"/>
          <ac:cxnSpMkLst>
            <pc:docMk/>
            <pc:sldMk cId="789896735" sldId="303"/>
            <ac:cxnSpMk id="35" creationId="{91C7D136-50FC-2791-F68D-D7E6E6BF1491}"/>
          </ac:cxnSpMkLst>
        </pc:cxnChg>
        <pc:cxnChg chg="del mod">
          <ac:chgData name="Bhowmik, Sayan" userId="2b51cadb-156e-4c9a-99fc-6d2138739850" providerId="ADAL" clId="{0A61844E-60A1-4998-B30A-A418A6FDD646}" dt="2024-09-21T17:47:14.098" v="3780" actId="478"/>
          <ac:cxnSpMkLst>
            <pc:docMk/>
            <pc:sldMk cId="789896735" sldId="303"/>
            <ac:cxnSpMk id="41" creationId="{F64199BE-ACE2-87CC-A349-ED74AC9EEA2B}"/>
          </ac:cxnSpMkLst>
        </pc:cxnChg>
        <pc:cxnChg chg="add mod">
          <ac:chgData name="Bhowmik, Sayan" userId="2b51cadb-156e-4c9a-99fc-6d2138739850" providerId="ADAL" clId="{0A61844E-60A1-4998-B30A-A418A6FDD646}" dt="2024-09-21T19:38:28.446" v="4297" actId="1036"/>
          <ac:cxnSpMkLst>
            <pc:docMk/>
            <pc:sldMk cId="789896735" sldId="303"/>
            <ac:cxnSpMk id="43" creationId="{9A5CB58A-4283-6DB0-4ECC-72A07AE31ED3}"/>
          </ac:cxnSpMkLst>
        </pc:cxnChg>
        <pc:cxnChg chg="add mod">
          <ac:chgData name="Bhowmik, Sayan" userId="2b51cadb-156e-4c9a-99fc-6d2138739850" providerId="ADAL" clId="{0A61844E-60A1-4998-B30A-A418A6FDD646}" dt="2024-09-21T19:38:28.446" v="4297" actId="1036"/>
          <ac:cxnSpMkLst>
            <pc:docMk/>
            <pc:sldMk cId="789896735" sldId="303"/>
            <ac:cxnSpMk id="51" creationId="{1B69F491-E194-6B5D-65E6-83D7BFE608E1}"/>
          </ac:cxnSpMkLst>
        </pc:cxnChg>
        <pc:cxnChg chg="add mod">
          <ac:chgData name="Bhowmik, Sayan" userId="2b51cadb-156e-4c9a-99fc-6d2138739850" providerId="ADAL" clId="{0A61844E-60A1-4998-B30A-A418A6FDD646}" dt="2024-09-21T19:39:01.458" v="4299" actId="208"/>
          <ac:cxnSpMkLst>
            <pc:docMk/>
            <pc:sldMk cId="789896735" sldId="303"/>
            <ac:cxnSpMk id="58" creationId="{D204FF0E-FD1C-146E-0B47-F28D60E02113}"/>
          </ac:cxnSpMkLst>
        </pc:cxnChg>
      </pc:sldChg>
      <pc:sldChg chg="addSp delSp modSp new mod modTransition addAnim delAnim modAnim">
        <pc:chgData name="Bhowmik, Sayan" userId="2b51cadb-156e-4c9a-99fc-6d2138739850" providerId="ADAL" clId="{0A61844E-60A1-4998-B30A-A418A6FDD646}" dt="2024-09-22T03:58:33.214" v="8842"/>
        <pc:sldMkLst>
          <pc:docMk/>
          <pc:sldMk cId="58650123" sldId="304"/>
        </pc:sldMkLst>
        <pc:spChg chg="mod">
          <ac:chgData name="Bhowmik, Sayan" userId="2b51cadb-156e-4c9a-99fc-6d2138739850" providerId="ADAL" clId="{0A61844E-60A1-4998-B30A-A418A6FDD646}" dt="2024-09-21T20:14:39.212" v="4958" actId="14100"/>
          <ac:spMkLst>
            <pc:docMk/>
            <pc:sldMk cId="58650123" sldId="304"/>
            <ac:spMk id="2" creationId="{A0219E6C-AEE0-8B7F-E8B4-3CC38026AC46}"/>
          </ac:spMkLst>
        </pc:spChg>
        <pc:spChg chg="add mod">
          <ac:chgData name="Bhowmik, Sayan" userId="2b51cadb-156e-4c9a-99fc-6d2138739850" providerId="ADAL" clId="{0A61844E-60A1-4998-B30A-A418A6FDD646}" dt="2024-09-21T20:24:12.096" v="5175" actId="115"/>
          <ac:spMkLst>
            <pc:docMk/>
            <pc:sldMk cId="58650123" sldId="304"/>
            <ac:spMk id="3" creationId="{FAF0A60C-420C-23FB-3500-ECC359251CFC}"/>
          </ac:spMkLst>
        </pc:spChg>
        <pc:spChg chg="add mod">
          <ac:chgData name="Bhowmik, Sayan" userId="2b51cadb-156e-4c9a-99fc-6d2138739850" providerId="ADAL" clId="{0A61844E-60A1-4998-B30A-A418A6FDD646}" dt="2024-09-22T03:08:27.997" v="7648" actId="20577"/>
          <ac:spMkLst>
            <pc:docMk/>
            <pc:sldMk cId="58650123" sldId="304"/>
            <ac:spMk id="4" creationId="{1E6C7C20-A683-0FE9-5DF4-4B5EFE635F7C}"/>
          </ac:spMkLst>
        </pc:spChg>
        <pc:spChg chg="add mod">
          <ac:chgData name="Bhowmik, Sayan" userId="2b51cadb-156e-4c9a-99fc-6d2138739850" providerId="ADAL" clId="{0A61844E-60A1-4998-B30A-A418A6FDD646}" dt="2024-09-22T00:25:35.625" v="5404"/>
          <ac:spMkLst>
            <pc:docMk/>
            <pc:sldMk cId="58650123" sldId="304"/>
            <ac:spMk id="8" creationId="{3A5FFD32-42AE-399E-47EC-E8F59ED08628}"/>
          </ac:spMkLst>
        </pc:spChg>
        <pc:spChg chg="add mod">
          <ac:chgData name="Bhowmik, Sayan" userId="2b51cadb-156e-4c9a-99fc-6d2138739850" providerId="ADAL" clId="{0A61844E-60A1-4998-B30A-A418A6FDD646}" dt="2024-09-22T00:29:50.198" v="5485" actId="1037"/>
          <ac:spMkLst>
            <pc:docMk/>
            <pc:sldMk cId="58650123" sldId="304"/>
            <ac:spMk id="9" creationId="{F94AD7A4-6C08-671F-A644-F9F0143AB6CF}"/>
          </ac:spMkLst>
        </pc:spChg>
        <pc:spChg chg="add mod">
          <ac:chgData name="Bhowmik, Sayan" userId="2b51cadb-156e-4c9a-99fc-6d2138739850" providerId="ADAL" clId="{0A61844E-60A1-4998-B30A-A418A6FDD646}" dt="2024-09-22T00:48:23.677" v="5851" actId="115"/>
          <ac:spMkLst>
            <pc:docMk/>
            <pc:sldMk cId="58650123" sldId="304"/>
            <ac:spMk id="12" creationId="{7651467B-3A54-6129-12D0-91B016CCAC86}"/>
          </ac:spMkLst>
        </pc:spChg>
        <pc:spChg chg="add mod">
          <ac:chgData name="Bhowmik, Sayan" userId="2b51cadb-156e-4c9a-99fc-6d2138739850" providerId="ADAL" clId="{0A61844E-60A1-4998-B30A-A418A6FDD646}" dt="2024-09-22T02:00:55.376" v="6831"/>
          <ac:spMkLst>
            <pc:docMk/>
            <pc:sldMk cId="58650123" sldId="304"/>
            <ac:spMk id="13" creationId="{97326AB6-FC6A-CB30-3A44-4019C096526F}"/>
          </ac:spMkLst>
        </pc:spChg>
        <pc:spChg chg="add mod">
          <ac:chgData name="Bhowmik, Sayan" userId="2b51cadb-156e-4c9a-99fc-6d2138739850" providerId="ADAL" clId="{0A61844E-60A1-4998-B30A-A418A6FDD646}" dt="2024-09-22T00:57:22.741" v="6095" actId="1038"/>
          <ac:spMkLst>
            <pc:docMk/>
            <pc:sldMk cId="58650123" sldId="304"/>
            <ac:spMk id="14" creationId="{B2F54D49-E26C-6B94-5441-52C883132C7C}"/>
          </ac:spMkLst>
        </pc:spChg>
        <pc:picChg chg="add del mod modCrop">
          <ac:chgData name="Bhowmik, Sayan" userId="2b51cadb-156e-4c9a-99fc-6d2138739850" providerId="ADAL" clId="{0A61844E-60A1-4998-B30A-A418A6FDD646}" dt="2024-09-22T00:33:49.573" v="5486" actId="478"/>
          <ac:picMkLst>
            <pc:docMk/>
            <pc:sldMk cId="58650123" sldId="304"/>
            <ac:picMk id="5" creationId="{0E3678F3-4937-D9C0-AFD8-2C2F2446904B}"/>
          </ac:picMkLst>
        </pc:picChg>
        <pc:picChg chg="add del mod modCrop">
          <ac:chgData name="Bhowmik, Sayan" userId="2b51cadb-156e-4c9a-99fc-6d2138739850" providerId="ADAL" clId="{0A61844E-60A1-4998-B30A-A418A6FDD646}" dt="2024-09-22T00:33:49.573" v="5486" actId="478"/>
          <ac:picMkLst>
            <pc:docMk/>
            <pc:sldMk cId="58650123" sldId="304"/>
            <ac:picMk id="6" creationId="{D88B92B6-1AB9-B985-ED22-3A1F58696B27}"/>
          </ac:picMkLst>
        </pc:picChg>
        <pc:picChg chg="add del mod modCrop">
          <ac:chgData name="Bhowmik, Sayan" userId="2b51cadb-156e-4c9a-99fc-6d2138739850" providerId="ADAL" clId="{0A61844E-60A1-4998-B30A-A418A6FDD646}" dt="2024-09-22T00:33:49.573" v="5486" actId="478"/>
          <ac:picMkLst>
            <pc:docMk/>
            <pc:sldMk cId="58650123" sldId="304"/>
            <ac:picMk id="7" creationId="{19765A07-39AB-816B-7363-8DA4B842F4A2}"/>
          </ac:picMkLst>
        </pc:picChg>
        <pc:picChg chg="add mod modCrop">
          <ac:chgData name="Bhowmik, Sayan" userId="2b51cadb-156e-4c9a-99fc-6d2138739850" providerId="ADAL" clId="{0A61844E-60A1-4998-B30A-A418A6FDD646}" dt="2024-09-22T00:34:25.030" v="5502" actId="14100"/>
          <ac:picMkLst>
            <pc:docMk/>
            <pc:sldMk cId="58650123" sldId="304"/>
            <ac:picMk id="11" creationId="{9C4D22FC-76F5-647B-C680-2DCD4C747B94}"/>
          </ac:picMkLst>
        </pc:picChg>
      </pc:sldChg>
      <pc:sldChg chg="addSp modSp new mod modTransition modAnim">
        <pc:chgData name="Bhowmik, Sayan" userId="2b51cadb-156e-4c9a-99fc-6d2138739850" providerId="ADAL" clId="{0A61844E-60A1-4998-B30A-A418A6FDD646}" dt="2024-09-22T04:00:21.892" v="8847"/>
        <pc:sldMkLst>
          <pc:docMk/>
          <pc:sldMk cId="564023433" sldId="305"/>
        </pc:sldMkLst>
        <pc:spChg chg="mod">
          <ac:chgData name="Bhowmik, Sayan" userId="2b51cadb-156e-4c9a-99fc-6d2138739850" providerId="ADAL" clId="{0A61844E-60A1-4998-B30A-A418A6FDD646}" dt="2024-09-22T01:11:17.556" v="6117" actId="14100"/>
          <ac:spMkLst>
            <pc:docMk/>
            <pc:sldMk cId="564023433" sldId="305"/>
            <ac:spMk id="2" creationId="{94AAD8A5-F78B-875F-90D4-C728F3685A12}"/>
          </ac:spMkLst>
        </pc:spChg>
        <pc:spChg chg="add mod">
          <ac:chgData name="Bhowmik, Sayan" userId="2b51cadb-156e-4c9a-99fc-6d2138739850" providerId="ADAL" clId="{0A61844E-60A1-4998-B30A-A418A6FDD646}" dt="2024-09-22T01:11:26.118" v="6118"/>
          <ac:spMkLst>
            <pc:docMk/>
            <pc:sldMk cId="564023433" sldId="305"/>
            <ac:spMk id="3" creationId="{54CBAF4B-5210-5643-D3DA-FE97BBEFA7FE}"/>
          </ac:spMkLst>
        </pc:spChg>
        <pc:spChg chg="add mod">
          <ac:chgData name="Bhowmik, Sayan" userId="2b51cadb-156e-4c9a-99fc-6d2138739850" providerId="ADAL" clId="{0A61844E-60A1-4998-B30A-A418A6FDD646}" dt="2024-09-22T01:54:28.437" v="6738" actId="20577"/>
          <ac:spMkLst>
            <pc:docMk/>
            <pc:sldMk cId="564023433" sldId="305"/>
            <ac:spMk id="4" creationId="{0D47F412-3115-D03A-F54E-A998F10D395F}"/>
          </ac:spMkLst>
        </pc:spChg>
        <pc:spChg chg="add mod">
          <ac:chgData name="Bhowmik, Sayan" userId="2b51cadb-156e-4c9a-99fc-6d2138739850" providerId="ADAL" clId="{0A61844E-60A1-4998-B30A-A418A6FDD646}" dt="2024-09-22T02:01:13.794" v="6835"/>
          <ac:spMkLst>
            <pc:docMk/>
            <pc:sldMk cId="564023433" sldId="305"/>
            <ac:spMk id="5" creationId="{F56B6478-5A26-EAED-7948-B81F659B2BB1}"/>
          </ac:spMkLst>
        </pc:spChg>
        <pc:spChg chg="add mod">
          <ac:chgData name="Bhowmik, Sayan" userId="2b51cadb-156e-4c9a-99fc-6d2138739850" providerId="ADAL" clId="{0A61844E-60A1-4998-B30A-A418A6FDD646}" dt="2024-09-22T01:51:15.567" v="6702" actId="1035"/>
          <ac:spMkLst>
            <pc:docMk/>
            <pc:sldMk cId="564023433" sldId="305"/>
            <ac:spMk id="6" creationId="{E96401FC-35C6-1F35-41AA-D1D04E57C6E4}"/>
          </ac:spMkLst>
        </pc:spChg>
        <pc:spChg chg="add mod">
          <ac:chgData name="Bhowmik, Sayan" userId="2b51cadb-156e-4c9a-99fc-6d2138739850" providerId="ADAL" clId="{0A61844E-60A1-4998-B30A-A418A6FDD646}" dt="2024-09-22T02:36:11.188" v="7337" actId="1035"/>
          <ac:spMkLst>
            <pc:docMk/>
            <pc:sldMk cId="564023433" sldId="305"/>
            <ac:spMk id="7" creationId="{A00EC411-BC55-2CF0-674B-081D221DD6CC}"/>
          </ac:spMkLst>
        </pc:spChg>
        <pc:spChg chg="add mod">
          <ac:chgData name="Bhowmik, Sayan" userId="2b51cadb-156e-4c9a-99fc-6d2138739850" providerId="ADAL" clId="{0A61844E-60A1-4998-B30A-A418A6FDD646}" dt="2024-09-22T02:36:15.853" v="7344" actId="1035"/>
          <ac:spMkLst>
            <pc:docMk/>
            <pc:sldMk cId="564023433" sldId="305"/>
            <ac:spMk id="8" creationId="{CCAF71FD-0B8E-6AE3-482A-4CD827A36083}"/>
          </ac:spMkLst>
        </pc:spChg>
        <pc:spChg chg="add mod">
          <ac:chgData name="Bhowmik, Sayan" userId="2b51cadb-156e-4c9a-99fc-6d2138739850" providerId="ADAL" clId="{0A61844E-60A1-4998-B30A-A418A6FDD646}" dt="2024-09-22T02:02:18.147" v="6875" actId="1036"/>
          <ac:spMkLst>
            <pc:docMk/>
            <pc:sldMk cId="564023433" sldId="305"/>
            <ac:spMk id="9" creationId="{8B059F16-48BD-0F25-F5A5-597DDC9B24FE}"/>
          </ac:spMkLst>
        </pc:spChg>
        <pc:spChg chg="add mod">
          <ac:chgData name="Bhowmik, Sayan" userId="2b51cadb-156e-4c9a-99fc-6d2138739850" providerId="ADAL" clId="{0A61844E-60A1-4998-B30A-A418A6FDD646}" dt="2024-09-22T02:27:57.769" v="7238" actId="207"/>
          <ac:spMkLst>
            <pc:docMk/>
            <pc:sldMk cId="564023433" sldId="305"/>
            <ac:spMk id="10" creationId="{9BDBDCDF-1DC3-3FA9-865E-1FE5DDACE627}"/>
          </ac:spMkLst>
        </pc:spChg>
        <pc:spChg chg="add mod">
          <ac:chgData name="Bhowmik, Sayan" userId="2b51cadb-156e-4c9a-99fc-6d2138739850" providerId="ADAL" clId="{0A61844E-60A1-4998-B30A-A418A6FDD646}" dt="2024-09-22T02:29:22.590" v="7265" actId="1037"/>
          <ac:spMkLst>
            <pc:docMk/>
            <pc:sldMk cId="564023433" sldId="305"/>
            <ac:spMk id="11" creationId="{9162CCA2-31A9-89D5-E5F7-63E65650D6AE}"/>
          </ac:spMkLst>
        </pc:spChg>
        <pc:spChg chg="add mod">
          <ac:chgData name="Bhowmik, Sayan" userId="2b51cadb-156e-4c9a-99fc-6d2138739850" providerId="ADAL" clId="{0A61844E-60A1-4998-B30A-A418A6FDD646}" dt="2024-09-22T02:45:05.494" v="7428" actId="1076"/>
          <ac:spMkLst>
            <pc:docMk/>
            <pc:sldMk cId="564023433" sldId="305"/>
            <ac:spMk id="12" creationId="{539A4ED1-E399-5B10-DF06-E078717CE478}"/>
          </ac:spMkLst>
        </pc:spChg>
      </pc:sldChg>
      <pc:sldChg chg="addSp modSp new mod modTransition modAnim">
        <pc:chgData name="Bhowmik, Sayan" userId="2b51cadb-156e-4c9a-99fc-6d2138739850" providerId="ADAL" clId="{0A61844E-60A1-4998-B30A-A418A6FDD646}" dt="2024-09-22T04:04:03.358" v="8932"/>
        <pc:sldMkLst>
          <pc:docMk/>
          <pc:sldMk cId="4032460336" sldId="306"/>
        </pc:sldMkLst>
        <pc:spChg chg="mod">
          <ac:chgData name="Bhowmik, Sayan" userId="2b51cadb-156e-4c9a-99fc-6d2138739850" providerId="ADAL" clId="{0A61844E-60A1-4998-B30A-A418A6FDD646}" dt="2024-09-22T01:12:00.995" v="6136" actId="14100"/>
          <ac:spMkLst>
            <pc:docMk/>
            <pc:sldMk cId="4032460336" sldId="306"/>
            <ac:spMk id="2" creationId="{43DB3E86-AC2E-5C62-9A6A-70BC86A8CCFB}"/>
          </ac:spMkLst>
        </pc:spChg>
        <pc:spChg chg="add mod">
          <ac:chgData name="Bhowmik, Sayan" userId="2b51cadb-156e-4c9a-99fc-6d2138739850" providerId="ADAL" clId="{0A61844E-60A1-4998-B30A-A418A6FDD646}" dt="2024-09-22T01:12:14.602" v="6137"/>
          <ac:spMkLst>
            <pc:docMk/>
            <pc:sldMk cId="4032460336" sldId="306"/>
            <ac:spMk id="3" creationId="{F8B4C7C9-C1C5-4EEC-106B-370E95F310D2}"/>
          </ac:spMkLst>
        </pc:spChg>
        <pc:spChg chg="add mod">
          <ac:chgData name="Bhowmik, Sayan" userId="2b51cadb-156e-4c9a-99fc-6d2138739850" providerId="ADAL" clId="{0A61844E-60A1-4998-B30A-A418A6FDD646}" dt="2024-09-22T03:10:17.822" v="7666" actId="1037"/>
          <ac:spMkLst>
            <pc:docMk/>
            <pc:sldMk cId="4032460336" sldId="306"/>
            <ac:spMk id="4" creationId="{264850BF-176C-56EA-9794-E472FB0D2B3D}"/>
          </ac:spMkLst>
        </pc:spChg>
        <pc:spChg chg="add mod">
          <ac:chgData name="Bhowmik, Sayan" userId="2b51cadb-156e-4c9a-99fc-6d2138739850" providerId="ADAL" clId="{0A61844E-60A1-4998-B30A-A418A6FDD646}" dt="2024-09-22T03:09:40.447" v="7656" actId="20577"/>
          <ac:spMkLst>
            <pc:docMk/>
            <pc:sldMk cId="4032460336" sldId="306"/>
            <ac:spMk id="5" creationId="{C51EE527-8B4D-34E8-9624-D658BF30BD34}"/>
          </ac:spMkLst>
        </pc:spChg>
        <pc:spChg chg="add mod">
          <ac:chgData name="Bhowmik, Sayan" userId="2b51cadb-156e-4c9a-99fc-6d2138739850" providerId="ADAL" clId="{0A61844E-60A1-4998-B30A-A418A6FDD646}" dt="2024-09-22T03:28:14.364" v="7882" actId="1035"/>
          <ac:spMkLst>
            <pc:docMk/>
            <pc:sldMk cId="4032460336" sldId="306"/>
            <ac:spMk id="9" creationId="{D7803A5A-6651-E5B7-C809-8C5BBC0ED25E}"/>
          </ac:spMkLst>
        </pc:spChg>
        <pc:spChg chg="add mod">
          <ac:chgData name="Bhowmik, Sayan" userId="2b51cadb-156e-4c9a-99fc-6d2138739850" providerId="ADAL" clId="{0A61844E-60A1-4998-B30A-A418A6FDD646}" dt="2024-09-22T03:34:25.792" v="8122" actId="1035"/>
          <ac:spMkLst>
            <pc:docMk/>
            <pc:sldMk cId="4032460336" sldId="306"/>
            <ac:spMk id="10" creationId="{C74FEA18-47FC-1192-E128-7A8EE2DC12C1}"/>
          </ac:spMkLst>
        </pc:spChg>
        <pc:spChg chg="add mod">
          <ac:chgData name="Bhowmik, Sayan" userId="2b51cadb-156e-4c9a-99fc-6d2138739850" providerId="ADAL" clId="{0A61844E-60A1-4998-B30A-A418A6FDD646}" dt="2024-09-22T03:35:15.165" v="8253" actId="1036"/>
          <ac:spMkLst>
            <pc:docMk/>
            <pc:sldMk cId="4032460336" sldId="306"/>
            <ac:spMk id="11" creationId="{C4050547-23E0-9F1A-A65F-E1A06F130177}"/>
          </ac:spMkLst>
        </pc:spChg>
        <pc:spChg chg="add mod">
          <ac:chgData name="Bhowmik, Sayan" userId="2b51cadb-156e-4c9a-99fc-6d2138739850" providerId="ADAL" clId="{0A61844E-60A1-4998-B30A-A418A6FDD646}" dt="2024-09-22T03:35:31.850" v="8338" actId="1036"/>
          <ac:spMkLst>
            <pc:docMk/>
            <pc:sldMk cId="4032460336" sldId="306"/>
            <ac:spMk id="12" creationId="{2C33C8E6-BBC5-FF99-A517-FA9C54E12434}"/>
          </ac:spMkLst>
        </pc:spChg>
        <pc:picChg chg="add mod ord">
          <ac:chgData name="Bhowmik, Sayan" userId="2b51cadb-156e-4c9a-99fc-6d2138739850" providerId="ADAL" clId="{0A61844E-60A1-4998-B30A-A418A6FDD646}" dt="2024-09-22T04:03:31.567" v="8924" actId="1036"/>
          <ac:picMkLst>
            <pc:docMk/>
            <pc:sldMk cId="4032460336" sldId="306"/>
            <ac:picMk id="14" creationId="{F6CECCA9-08EA-F52A-C71B-8E7A506DE4E3}"/>
          </ac:picMkLst>
        </pc:picChg>
        <pc:picChg chg="add mod ord">
          <ac:chgData name="Bhowmik, Sayan" userId="2b51cadb-156e-4c9a-99fc-6d2138739850" providerId="ADAL" clId="{0A61844E-60A1-4998-B30A-A418A6FDD646}" dt="2024-09-22T04:03:39.998" v="8929" actId="1035"/>
          <ac:picMkLst>
            <pc:docMk/>
            <pc:sldMk cId="4032460336" sldId="306"/>
            <ac:picMk id="16" creationId="{AA9DF2A3-B4ED-A83C-F49A-F5C3C470E4F0}"/>
          </ac:picMkLst>
        </pc:picChg>
        <pc:cxnChg chg="add mod">
          <ac:chgData name="Bhowmik, Sayan" userId="2b51cadb-156e-4c9a-99fc-6d2138739850" providerId="ADAL" clId="{0A61844E-60A1-4998-B30A-A418A6FDD646}" dt="2024-09-22T03:10:23.862" v="7667" actId="208"/>
          <ac:cxnSpMkLst>
            <pc:docMk/>
            <pc:sldMk cId="4032460336" sldId="306"/>
            <ac:cxnSpMk id="7" creationId="{DE7260AF-A1F1-3689-718E-D67F05DFE325}"/>
          </ac:cxnSpMkLst>
        </pc:cxnChg>
      </pc:sldChg>
      <pc:sldChg chg="modSp add mod">
        <pc:chgData name="Bhowmik, Sayan" userId="2b51cadb-156e-4c9a-99fc-6d2138739850" providerId="ADAL" clId="{0A61844E-60A1-4998-B30A-A418A6FDD646}" dt="2024-09-22T02:39:28.426" v="7397" actId="20577"/>
        <pc:sldMkLst>
          <pc:docMk/>
          <pc:sldMk cId="289382614" sldId="307"/>
        </pc:sldMkLst>
        <pc:spChg chg="mod">
          <ac:chgData name="Bhowmik, Sayan" userId="2b51cadb-156e-4c9a-99fc-6d2138739850" providerId="ADAL" clId="{0A61844E-60A1-4998-B30A-A418A6FDD646}" dt="2024-09-22T02:39:28.426" v="7397" actId="20577"/>
          <ac:spMkLst>
            <pc:docMk/>
            <pc:sldMk cId="289382614" sldId="307"/>
            <ac:spMk id="3" creationId="{54B9CEDF-66F4-D04D-3CFA-2BFEA2B014E7}"/>
          </ac:spMkLst>
        </pc:spChg>
      </pc:sldChg>
      <pc:sldChg chg="add del">
        <pc:chgData name="Bhowmik, Sayan" userId="2b51cadb-156e-4c9a-99fc-6d2138739850" providerId="ADAL" clId="{0A61844E-60A1-4998-B30A-A418A6FDD646}" dt="2024-09-22T02:38:30.159" v="7346"/>
        <pc:sldMkLst>
          <pc:docMk/>
          <pc:sldMk cId="3626980624" sldId="307"/>
        </pc:sldMkLst>
      </pc:sldChg>
      <pc:sldChg chg="modSp add mod">
        <pc:chgData name="Bhowmik, Sayan" userId="2b51cadb-156e-4c9a-99fc-6d2138739850" providerId="ADAL" clId="{0A61844E-60A1-4998-B30A-A418A6FDD646}" dt="2024-09-22T03:40:05.993" v="8550" actId="1035"/>
        <pc:sldMkLst>
          <pc:docMk/>
          <pc:sldMk cId="325660095" sldId="308"/>
        </pc:sldMkLst>
        <pc:spChg chg="mod">
          <ac:chgData name="Bhowmik, Sayan" userId="2b51cadb-156e-4c9a-99fc-6d2138739850" providerId="ADAL" clId="{0A61844E-60A1-4998-B30A-A418A6FDD646}" dt="2024-09-22T03:39:57.319" v="8526" actId="207"/>
          <ac:spMkLst>
            <pc:docMk/>
            <pc:sldMk cId="325660095" sldId="308"/>
            <ac:spMk id="3" creationId="{1E16CF53-8BCD-4DFD-9D4D-94731DDCF8A5}"/>
          </ac:spMkLst>
        </pc:spChg>
        <pc:picChg chg="mod">
          <ac:chgData name="Bhowmik, Sayan" userId="2b51cadb-156e-4c9a-99fc-6d2138739850" providerId="ADAL" clId="{0A61844E-60A1-4998-B30A-A418A6FDD646}" dt="2024-09-22T03:40:05.993" v="8550" actId="1035"/>
          <ac:picMkLst>
            <pc:docMk/>
            <pc:sldMk cId="325660095" sldId="308"/>
            <ac:picMk id="4" creationId="{E6F09E56-FB8B-07CB-A527-048135187D1A}"/>
          </ac:picMkLst>
        </pc:picChg>
      </pc:sldChg>
      <pc:sldChg chg="modSp add mod">
        <pc:chgData name="Bhowmik, Sayan" userId="2b51cadb-156e-4c9a-99fc-6d2138739850" providerId="ADAL" clId="{0A61844E-60A1-4998-B30A-A418A6FDD646}" dt="2024-09-22T03:46:49.114" v="8758" actId="20577"/>
        <pc:sldMkLst>
          <pc:docMk/>
          <pc:sldMk cId="1846625415" sldId="309"/>
        </pc:sldMkLst>
        <pc:spChg chg="mod">
          <ac:chgData name="Bhowmik, Sayan" userId="2b51cadb-156e-4c9a-99fc-6d2138739850" providerId="ADAL" clId="{0A61844E-60A1-4998-B30A-A418A6FDD646}" dt="2024-09-22T03:46:49.114" v="8758" actId="20577"/>
          <ac:spMkLst>
            <pc:docMk/>
            <pc:sldMk cId="1846625415" sldId="309"/>
            <ac:spMk id="3" creationId="{1E16CF53-8BCD-4DFD-9D4D-94731DDCF8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1B0AA-CDD4-4A23-9855-8E9380CFE22B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9B188-98D4-4431-89FB-D05619E9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319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E974-FC26-0CF1-2592-9E7D87130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E563F-38C8-C866-0F3C-96734F665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64568-D8C0-1156-71A3-2FE08A54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2822-142C-70EA-75C1-EE8CD9C4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20904-BB65-A0E7-1278-80442A81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275718-EE2B-01EC-68BB-F348A6D98E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192" y="18893"/>
            <a:ext cx="1266489" cy="55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58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AB44-E24A-0C09-54C3-E108B37B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73742-CB69-C6DD-982A-955D39E3B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F8CA3-0626-4FB2-5954-3E3789E3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C6646-D097-FD1E-5DDA-44211D49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A652F-1A4A-C526-3265-F51D34F2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5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000B-F9FA-1B02-502B-A8879F46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A1B72-DB1A-6F3F-E2AE-A68AC622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4E7F3-6CB4-CBB3-FE48-DABCC358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BFA49-18D3-902C-279C-26C0EE15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E6AE6-934D-3798-A006-97029D2A2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2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8D54-AC69-7EA1-3B3F-5FCE4DCD1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AFCD0-F428-41F5-F2BD-7710C2A3A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456E5-4511-DB36-A392-7D2BE4127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2F481-7E12-462D-4536-B49E7192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9844E-B50A-8CE0-0C85-42A13C5A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44942-57BC-7BD4-DA00-C183C5AB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07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5853-0137-214C-3ECD-5E774B38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D7DA1-C171-ABCA-A199-8844E67E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C1342-9571-E870-0ADB-D19F8D2F2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1B427F-47CF-C101-E1A8-775288295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C6DB4-BB26-C452-8323-571164688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6AA72-191C-6605-9287-BCF8F6FD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2995E-C8DF-5F6B-7B83-278B9B5E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525359-D22B-2C4D-53C9-0A880251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708D-1718-9FC8-3233-9BC11E69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36B71-F243-001B-8105-78DE980F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24E1F-DA80-DB3F-F540-7A729AF6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35178-DDC4-7772-319D-C5D94AA6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17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0134D-B475-B7DE-07F3-4EC771B8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6683D-CA52-3389-F83F-945880A7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849D8-6E4F-C8E2-A6E1-95E69995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5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2B0E-8212-30A1-6734-E56160B4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01A3-6D26-450D-6853-CA8C4E933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B4063-DC83-FA93-C9D1-1FD8B12C0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4908E-14C1-63A3-2402-1E0B5805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B0A5E-BB2E-8E81-B607-EC4363B32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2D05-69B7-FDD2-9835-8B645DDC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55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BB4F-CEB3-0761-EEB6-5E4C52FA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6E26F-F9A0-A711-B2CE-870479811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9C884-FF85-1838-BDA3-725368404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922CC-0F79-CDC6-3B25-8CC2DEC7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4166C-8A89-B302-EF23-24B89B9C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74C10-2D87-380D-14A6-83ADC0F1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7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E0C9-E48B-6267-F58A-2483DC17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9D260-8B32-66C7-4FC6-A7EDFE81E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65FEC-CE29-BD01-B55F-40BEA7CF6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BB36C-8E15-D61D-EFEF-BAAC8B96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16C4-D657-4294-9D5B-7D7FD01A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25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6A885-077F-9662-07C2-5629E7A84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46838-039B-C65C-6E21-43848B962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B83CD-852A-214D-67CA-95B06854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6394F-B8CF-BD43-001E-9CA0D859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D7AF3-563F-ADCC-5644-DB4497641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5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C82C7-EF61-6535-B890-66CF0513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CBF1A-387E-6AE1-F8DC-67ACC7198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B5A37-7A16-EDBC-EBE2-5754C67FD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C6980-2E21-294C-9AFA-1320A7598B16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5A099-C272-01E7-2959-89327FA15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13FA5-C405-A0BC-3CDB-C87D703D0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ECEDE-D337-4D4C-AA1C-C7B77BC1C67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CA8FB59-6F20-3DE1-3D28-17B4FD060E1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47213" y="70353"/>
            <a:ext cx="2030950" cy="38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52.png"/><Relationship Id="rId7" Type="http://schemas.openxmlformats.org/officeDocument/2006/relationships/image" Target="../media/image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7.png"/><Relationship Id="rId4" Type="http://schemas.openxmlformats.org/officeDocument/2006/relationships/image" Target="../media/image53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4.png"/><Relationship Id="rId10" Type="http://schemas.openxmlformats.org/officeDocument/2006/relationships/image" Target="../media/image20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24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40.png"/><Relationship Id="rId12" Type="http://schemas.openxmlformats.org/officeDocument/2006/relationships/image" Target="../media/image4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0.png"/><Relationship Id="rId11" Type="http://schemas.openxmlformats.org/officeDocument/2006/relationships/image" Target="../media/image48.png"/><Relationship Id="rId5" Type="http://schemas.openxmlformats.org/officeDocument/2006/relationships/image" Target="../media/image41.png"/><Relationship Id="rId10" Type="http://schemas.openxmlformats.org/officeDocument/2006/relationships/image" Target="../media/image44.png"/><Relationship Id="rId4" Type="http://schemas.openxmlformats.org/officeDocument/2006/relationships/image" Target="../media/image37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Lecture 10: DFT for Molecules</a:t>
            </a:r>
          </a:p>
          <a:p>
            <a:r>
              <a:rPr lang="en-US" dirty="0"/>
              <a:t>Sayan Bhowmik</a:t>
            </a:r>
          </a:p>
          <a:p>
            <a:r>
              <a:rPr lang="en-US" dirty="0"/>
              <a:t>School of Chemical &amp; Biomolecular Engineering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Georgia Institute of Technology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B55F80D4-0E8D-E1D7-9321-A023FAF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4852577" y="1579563"/>
            <a:ext cx="2486846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53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90A3-C594-D667-FCE5-9BCB500B6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3385"/>
          </a:xfrm>
        </p:spPr>
        <p:txBody>
          <a:bodyPr>
            <a:normAutofit fontScale="90000"/>
          </a:bodyPr>
          <a:lstStyle/>
          <a:p>
            <a:r>
              <a:rPr lang="en-IN" dirty="0"/>
              <a:t>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C8BB35-6F44-50EF-9401-7AB27A8E8C3F}"/>
                  </a:ext>
                </a:extLst>
              </p:cNvPr>
              <p:cNvSpPr txBox="1"/>
              <p:nvPr/>
            </p:nvSpPr>
            <p:spPr>
              <a:xfrm>
                <a:off x="4181475" y="1038510"/>
                <a:ext cx="5219700" cy="850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The orbitals are re-introduced to obtain N eigenproblems: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C8BB35-6F44-50EF-9401-7AB27A8E8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5" y="1038510"/>
                <a:ext cx="5219700" cy="850617"/>
              </a:xfrm>
              <a:prstGeom prst="rect">
                <a:avLst/>
              </a:prstGeom>
              <a:blipFill>
                <a:blip r:embed="rId2"/>
                <a:stretch>
                  <a:fillRect l="-701" t="-2143" b="-3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BFB188-64A2-38D0-BB73-2F4D821FAD52}"/>
                  </a:ext>
                </a:extLst>
              </p:cNvPr>
              <p:cNvSpPr txBox="1"/>
              <p:nvPr/>
            </p:nvSpPr>
            <p:spPr>
              <a:xfrm>
                <a:off x="7104882" y="2322004"/>
                <a:ext cx="2478371" cy="784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IN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BFB188-64A2-38D0-BB73-2F4D821FA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882" y="2322004"/>
                <a:ext cx="2478371" cy="7846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156BA6-D597-2F84-FCB5-EFB83A89E241}"/>
                  </a:ext>
                </a:extLst>
              </p:cNvPr>
              <p:cNvSpPr txBox="1"/>
              <p:nvPr/>
            </p:nvSpPr>
            <p:spPr>
              <a:xfrm>
                <a:off x="3024192" y="2437644"/>
                <a:ext cx="2771774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156BA6-D597-2F84-FCB5-EFB83A89E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192" y="2437644"/>
                <a:ext cx="2771774" cy="5533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67AB6E3B-6717-F72D-2F6B-3CBAA0A1751F}"/>
              </a:ext>
            </a:extLst>
          </p:cNvPr>
          <p:cNvCxnSpPr>
            <a:stCxn id="5" idx="0"/>
          </p:cNvCxnSpPr>
          <p:nvPr/>
        </p:nvCxnSpPr>
        <p:spPr>
          <a:xfrm rot="5400000" flipH="1" flipV="1">
            <a:off x="4905562" y="1209107"/>
            <a:ext cx="733054" cy="17240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18D3C71-5A41-F1CE-32E0-7466891F1E03}"/>
              </a:ext>
            </a:extLst>
          </p:cNvPr>
          <p:cNvCxnSpPr>
            <a:endCxn id="4" idx="3"/>
          </p:cNvCxnSpPr>
          <p:nvPr/>
        </p:nvCxnSpPr>
        <p:spPr>
          <a:xfrm>
            <a:off x="7495372" y="1704590"/>
            <a:ext cx="2087881" cy="1009733"/>
          </a:xfrm>
          <a:prstGeom prst="bentConnector3">
            <a:avLst>
              <a:gd name="adj1" fmla="val 11094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FCA877-4A02-439D-7002-114D5BA10A90}"/>
              </a:ext>
            </a:extLst>
          </p:cNvPr>
          <p:cNvCxnSpPr>
            <a:stCxn id="4" idx="1"/>
            <a:endCxn id="5" idx="3"/>
          </p:cNvCxnSpPr>
          <p:nvPr/>
        </p:nvCxnSpPr>
        <p:spPr>
          <a:xfrm flipH="1">
            <a:off x="5795966" y="2714323"/>
            <a:ext cx="13089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645EEC-9A0B-6B73-1E9E-BE988B78D538}"/>
                  </a:ext>
                </a:extLst>
              </p:cNvPr>
              <p:cNvSpPr txBox="1"/>
              <p:nvPr/>
            </p:nvSpPr>
            <p:spPr>
              <a:xfrm>
                <a:off x="5402955" y="1995475"/>
                <a:ext cx="356732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600" dirty="0"/>
                  <a:t>Self-consistency loop,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endParaRPr lang="en-IN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645EEC-9A0B-6B73-1E9E-BE988B78D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955" y="1995475"/>
                <a:ext cx="3567323" cy="338554"/>
              </a:xfrm>
              <a:prstGeom prst="rect">
                <a:avLst/>
              </a:prstGeom>
              <a:blipFill>
                <a:blip r:embed="rId5"/>
                <a:stretch>
                  <a:fillRect l="-341" t="-12500" r="-2218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A244FD-7AB0-60EC-95D9-9DAA4367561A}"/>
                  </a:ext>
                </a:extLst>
              </p:cNvPr>
              <p:cNvSpPr txBox="1"/>
              <p:nvPr/>
            </p:nvSpPr>
            <p:spPr>
              <a:xfrm>
                <a:off x="2159019" y="1748896"/>
                <a:ext cx="17303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600" dirty="0"/>
                  <a:t>Guess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1600" dirty="0"/>
                  <a:t> input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A244FD-7AB0-60EC-95D9-9DAA43675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19" y="1748896"/>
                <a:ext cx="1730345" cy="338554"/>
              </a:xfrm>
              <a:prstGeom prst="rect">
                <a:avLst/>
              </a:prstGeom>
              <a:blipFill>
                <a:blip r:embed="rId6"/>
                <a:stretch>
                  <a:fillRect l="-1056" t="-12727" r="-1056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32D933-3083-FF05-A5BB-E428D3E8F2C5}"/>
              </a:ext>
            </a:extLst>
          </p:cNvPr>
          <p:cNvCxnSpPr/>
          <p:nvPr/>
        </p:nvCxnSpPr>
        <p:spPr>
          <a:xfrm>
            <a:off x="3419475" y="2087450"/>
            <a:ext cx="0" cy="446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0D256D-A381-62AD-F90F-CADB4E93BFFF}"/>
                  </a:ext>
                </a:extLst>
              </p:cNvPr>
              <p:cNvSpPr txBox="1"/>
              <p:nvPr/>
            </p:nvSpPr>
            <p:spPr>
              <a:xfrm>
                <a:off x="600075" y="4285209"/>
                <a:ext cx="5343525" cy="1014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d>
                        <m:dPr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I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𝑋𝐶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0D256D-A381-62AD-F90F-CADB4E93B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" y="4285209"/>
                <a:ext cx="5343525" cy="10143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diagram of different types of plants&#10;&#10;Description automatically generated">
            <a:extLst>
              <a:ext uri="{FF2B5EF4-FFF2-40B4-BE49-F238E27FC236}">
                <a16:creationId xmlns:a16="http://schemas.microsoft.com/office/drawing/2014/main" id="{D879E387-C98A-A92B-9B22-7979DD08025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770" y="3324988"/>
            <a:ext cx="1677929" cy="31416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461A75-2644-7566-2E06-6DA4DA1C3307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Martin, R. M., Electronic structure: Basic theory and applications,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Cambridge University Press, 2004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81DCB6-98F3-AFF3-F4CC-B63C86306902}"/>
                  </a:ext>
                </a:extLst>
              </p:cNvPr>
              <p:cNvSpPr txBox="1"/>
              <p:nvPr/>
            </p:nvSpPr>
            <p:spPr>
              <a:xfrm>
                <a:off x="1177878" y="3889413"/>
                <a:ext cx="32602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i="1" dirty="0"/>
                  <a:t>Explicit</a:t>
                </a:r>
                <a:r>
                  <a:rPr lang="en-IN" sz="1600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600" dirty="0"/>
                  <a:t>, </a:t>
                </a:r>
                <a:r>
                  <a:rPr lang="en-IN" sz="1600" i="1" dirty="0"/>
                  <a:t>parametric</a:t>
                </a:r>
                <a:r>
                  <a:rPr lang="en-IN" sz="1600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600" dirty="0"/>
                  <a:t> </a:t>
                </a:r>
                <a:endParaRPr lang="en-IN" sz="1600" i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81DCB6-98F3-AFF3-F4CC-B63C86306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878" y="3889413"/>
                <a:ext cx="3260251" cy="338554"/>
              </a:xfrm>
              <a:prstGeom prst="rect">
                <a:avLst/>
              </a:prstGeom>
              <a:blipFill>
                <a:blip r:embed="rId9"/>
                <a:stretch>
                  <a:fillRect l="-935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E2C969-04EA-FA1C-53A7-5491C142F6E9}"/>
                  </a:ext>
                </a:extLst>
              </p:cNvPr>
              <p:cNvSpPr txBox="1"/>
              <p:nvPr/>
            </p:nvSpPr>
            <p:spPr>
              <a:xfrm>
                <a:off x="1676232" y="3440321"/>
                <a:ext cx="22829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𝑒𝑙𝑒𝑐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E2C969-04EA-FA1C-53A7-5491C142F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232" y="3440321"/>
                <a:ext cx="2282996" cy="338554"/>
              </a:xfrm>
              <a:prstGeom prst="rect">
                <a:avLst/>
              </a:prstGeom>
              <a:blipFill>
                <a:blip r:embed="rId1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31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19D9-B36C-B975-D6FC-C8A6F453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/>
          <a:lstStyle/>
          <a:p>
            <a:r>
              <a:rPr lang="en-IN" dirty="0"/>
              <a:t>DFT for molecules</a:t>
            </a:r>
          </a:p>
        </p:txBody>
      </p:sp>
      <p:pic>
        <p:nvPicPr>
          <p:cNvPr id="4" name="Picture 3" descr="A screenshot of a game&#10;&#10;Description automatically generated">
            <a:extLst>
              <a:ext uri="{FF2B5EF4-FFF2-40B4-BE49-F238E27FC236}">
                <a16:creationId xmlns:a16="http://schemas.microsoft.com/office/drawing/2014/main" id="{8927A0EC-C548-BB99-94CD-63AE14219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21" t="35000" r="29983" b="33750"/>
          <a:stretch/>
        </p:blipFill>
        <p:spPr>
          <a:xfrm>
            <a:off x="1600200" y="1409700"/>
            <a:ext cx="2343150" cy="2143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4D22F6-6ADC-EBC7-1278-7D5618DE7132}"/>
              </a:ext>
            </a:extLst>
          </p:cNvPr>
          <p:cNvSpPr txBox="1"/>
          <p:nvPr/>
        </p:nvSpPr>
        <p:spPr>
          <a:xfrm>
            <a:off x="2231933" y="3486150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Simulation box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63FFB-185E-8EFF-1847-A685152150D6}"/>
              </a:ext>
            </a:extLst>
          </p:cNvPr>
          <p:cNvSpPr txBox="1"/>
          <p:nvPr/>
        </p:nvSpPr>
        <p:spPr>
          <a:xfrm>
            <a:off x="4520626" y="2173485"/>
            <a:ext cx="9909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Boundary</a:t>
            </a:r>
          </a:p>
          <a:p>
            <a:pPr algn="ctr"/>
            <a:r>
              <a:rPr lang="en-IN" sz="1400" dirty="0"/>
              <a:t>conditions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B35CE57-9C91-F52D-FFE8-964119926AF9}"/>
              </a:ext>
            </a:extLst>
          </p:cNvPr>
          <p:cNvCxnSpPr>
            <a:cxnSpLocks/>
            <a:stCxn id="6" idx="0"/>
            <a:endCxn id="4" idx="0"/>
          </p:cNvCxnSpPr>
          <p:nvPr/>
        </p:nvCxnSpPr>
        <p:spPr>
          <a:xfrm rot="16200000" flipV="1">
            <a:off x="3512053" y="669423"/>
            <a:ext cx="763785" cy="2244340"/>
          </a:xfrm>
          <a:prstGeom prst="bentConnector3">
            <a:avLst>
              <a:gd name="adj1" fmla="val 129930"/>
            </a:avLst>
          </a:prstGeom>
          <a:ln>
            <a:solidFill>
              <a:srgbClr val="3E039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905F01C-B03A-B9C8-D0C1-B91FDBF70C26}"/>
              </a:ext>
            </a:extLst>
          </p:cNvPr>
          <p:cNvCxnSpPr/>
          <p:nvPr/>
        </p:nvCxnSpPr>
        <p:spPr>
          <a:xfrm rot="10800000">
            <a:off x="3438525" y="1962151"/>
            <a:ext cx="1238250" cy="211335"/>
          </a:xfrm>
          <a:prstGeom prst="bentConnector3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033E537-342F-83DC-69AF-3E34124BFE38}"/>
              </a:ext>
            </a:extLst>
          </p:cNvPr>
          <p:cNvSpPr/>
          <p:nvPr/>
        </p:nvSpPr>
        <p:spPr>
          <a:xfrm>
            <a:off x="3216400" y="1505883"/>
            <a:ext cx="695127" cy="1924424"/>
          </a:xfrm>
          <a:custGeom>
            <a:avLst/>
            <a:gdLst>
              <a:gd name="connsiteX0" fmla="*/ 0 w 638797"/>
              <a:gd name="connsiteY0" fmla="*/ 0 h 1906495"/>
              <a:gd name="connsiteX1" fmla="*/ 638797 w 638797"/>
              <a:gd name="connsiteY1" fmla="*/ 0 h 1906495"/>
              <a:gd name="connsiteX2" fmla="*/ 638797 w 638797"/>
              <a:gd name="connsiteY2" fmla="*/ 1906495 h 1906495"/>
              <a:gd name="connsiteX3" fmla="*/ 0 w 638797"/>
              <a:gd name="connsiteY3" fmla="*/ 1906495 h 1906495"/>
              <a:gd name="connsiteX4" fmla="*/ 0 w 638797"/>
              <a:gd name="connsiteY4" fmla="*/ 0 h 1906495"/>
              <a:gd name="connsiteX0" fmla="*/ 0 w 674656"/>
              <a:gd name="connsiteY0" fmla="*/ 268941 h 1906495"/>
              <a:gd name="connsiteX1" fmla="*/ 674656 w 674656"/>
              <a:gd name="connsiteY1" fmla="*/ 0 h 1906495"/>
              <a:gd name="connsiteX2" fmla="*/ 674656 w 674656"/>
              <a:gd name="connsiteY2" fmla="*/ 1906495 h 1906495"/>
              <a:gd name="connsiteX3" fmla="*/ 35859 w 674656"/>
              <a:gd name="connsiteY3" fmla="*/ 1906495 h 1906495"/>
              <a:gd name="connsiteX4" fmla="*/ 0 w 674656"/>
              <a:gd name="connsiteY4" fmla="*/ 268941 h 1906495"/>
              <a:gd name="connsiteX0" fmla="*/ 0 w 674656"/>
              <a:gd name="connsiteY0" fmla="*/ 268941 h 1906495"/>
              <a:gd name="connsiteX1" fmla="*/ 656726 w 674656"/>
              <a:gd name="connsiteY1" fmla="*/ 0 h 1906495"/>
              <a:gd name="connsiteX2" fmla="*/ 674656 w 674656"/>
              <a:gd name="connsiteY2" fmla="*/ 1906495 h 1906495"/>
              <a:gd name="connsiteX3" fmla="*/ 35859 w 674656"/>
              <a:gd name="connsiteY3" fmla="*/ 1906495 h 1906495"/>
              <a:gd name="connsiteX4" fmla="*/ 0 w 674656"/>
              <a:gd name="connsiteY4" fmla="*/ 268941 h 1906495"/>
              <a:gd name="connsiteX0" fmla="*/ 0 w 674656"/>
              <a:gd name="connsiteY0" fmla="*/ 280894 h 1918448"/>
              <a:gd name="connsiteX1" fmla="*/ 638797 w 674656"/>
              <a:gd name="connsiteY1" fmla="*/ 0 h 1918448"/>
              <a:gd name="connsiteX2" fmla="*/ 674656 w 674656"/>
              <a:gd name="connsiteY2" fmla="*/ 1918448 h 1918448"/>
              <a:gd name="connsiteX3" fmla="*/ 35859 w 674656"/>
              <a:gd name="connsiteY3" fmla="*/ 1918448 h 1918448"/>
              <a:gd name="connsiteX4" fmla="*/ 0 w 674656"/>
              <a:gd name="connsiteY4" fmla="*/ 280894 h 1918448"/>
              <a:gd name="connsiteX0" fmla="*/ 0 w 686609"/>
              <a:gd name="connsiteY0" fmla="*/ 280894 h 1918448"/>
              <a:gd name="connsiteX1" fmla="*/ 638797 w 686609"/>
              <a:gd name="connsiteY1" fmla="*/ 0 h 1918448"/>
              <a:gd name="connsiteX2" fmla="*/ 686609 w 686609"/>
              <a:gd name="connsiteY2" fmla="*/ 1631578 h 1918448"/>
              <a:gd name="connsiteX3" fmla="*/ 35859 w 686609"/>
              <a:gd name="connsiteY3" fmla="*/ 1918448 h 1918448"/>
              <a:gd name="connsiteX4" fmla="*/ 0 w 686609"/>
              <a:gd name="connsiteY4" fmla="*/ 280894 h 1918448"/>
              <a:gd name="connsiteX0" fmla="*/ 0 w 686609"/>
              <a:gd name="connsiteY0" fmla="*/ 280894 h 1924424"/>
              <a:gd name="connsiteX1" fmla="*/ 638797 w 686609"/>
              <a:gd name="connsiteY1" fmla="*/ 0 h 1924424"/>
              <a:gd name="connsiteX2" fmla="*/ 686609 w 686609"/>
              <a:gd name="connsiteY2" fmla="*/ 1631578 h 1924424"/>
              <a:gd name="connsiteX3" fmla="*/ 47812 w 686609"/>
              <a:gd name="connsiteY3" fmla="*/ 1924424 h 1924424"/>
              <a:gd name="connsiteX4" fmla="*/ 0 w 686609"/>
              <a:gd name="connsiteY4" fmla="*/ 280894 h 1924424"/>
              <a:gd name="connsiteX0" fmla="*/ 0 w 668679"/>
              <a:gd name="connsiteY0" fmla="*/ 280894 h 1924424"/>
              <a:gd name="connsiteX1" fmla="*/ 638797 w 668679"/>
              <a:gd name="connsiteY1" fmla="*/ 0 h 1924424"/>
              <a:gd name="connsiteX2" fmla="*/ 668679 w 668679"/>
              <a:gd name="connsiteY2" fmla="*/ 1649508 h 1924424"/>
              <a:gd name="connsiteX3" fmla="*/ 47812 w 668679"/>
              <a:gd name="connsiteY3" fmla="*/ 1924424 h 1924424"/>
              <a:gd name="connsiteX4" fmla="*/ 0 w 668679"/>
              <a:gd name="connsiteY4" fmla="*/ 280894 h 1924424"/>
              <a:gd name="connsiteX0" fmla="*/ 0 w 680632"/>
              <a:gd name="connsiteY0" fmla="*/ 280894 h 1924424"/>
              <a:gd name="connsiteX1" fmla="*/ 638797 w 680632"/>
              <a:gd name="connsiteY1" fmla="*/ 0 h 1924424"/>
              <a:gd name="connsiteX2" fmla="*/ 680632 w 680632"/>
              <a:gd name="connsiteY2" fmla="*/ 1631579 h 1924424"/>
              <a:gd name="connsiteX3" fmla="*/ 47812 w 680632"/>
              <a:gd name="connsiteY3" fmla="*/ 1924424 h 1924424"/>
              <a:gd name="connsiteX4" fmla="*/ 0 w 680632"/>
              <a:gd name="connsiteY4" fmla="*/ 280894 h 1924424"/>
              <a:gd name="connsiteX0" fmla="*/ 0 w 674655"/>
              <a:gd name="connsiteY0" fmla="*/ 280894 h 1924424"/>
              <a:gd name="connsiteX1" fmla="*/ 638797 w 674655"/>
              <a:gd name="connsiteY1" fmla="*/ 0 h 1924424"/>
              <a:gd name="connsiteX2" fmla="*/ 674655 w 674655"/>
              <a:gd name="connsiteY2" fmla="*/ 1661462 h 1924424"/>
              <a:gd name="connsiteX3" fmla="*/ 47812 w 674655"/>
              <a:gd name="connsiteY3" fmla="*/ 1924424 h 1924424"/>
              <a:gd name="connsiteX4" fmla="*/ 0 w 674655"/>
              <a:gd name="connsiteY4" fmla="*/ 280894 h 1924424"/>
              <a:gd name="connsiteX0" fmla="*/ 0 w 695127"/>
              <a:gd name="connsiteY0" fmla="*/ 280894 h 1924424"/>
              <a:gd name="connsiteX1" fmla="*/ 638797 w 695127"/>
              <a:gd name="connsiteY1" fmla="*/ 0 h 1924424"/>
              <a:gd name="connsiteX2" fmla="*/ 695127 w 695127"/>
              <a:gd name="connsiteY2" fmla="*/ 1647814 h 1924424"/>
              <a:gd name="connsiteX3" fmla="*/ 47812 w 695127"/>
              <a:gd name="connsiteY3" fmla="*/ 1924424 h 1924424"/>
              <a:gd name="connsiteX4" fmla="*/ 0 w 695127"/>
              <a:gd name="connsiteY4" fmla="*/ 280894 h 192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127" h="1924424">
                <a:moveTo>
                  <a:pt x="0" y="280894"/>
                </a:moveTo>
                <a:lnTo>
                  <a:pt x="638797" y="0"/>
                </a:lnTo>
                <a:lnTo>
                  <a:pt x="695127" y="1647814"/>
                </a:lnTo>
                <a:lnTo>
                  <a:pt x="47812" y="1924424"/>
                </a:lnTo>
                <a:lnTo>
                  <a:pt x="0" y="280894"/>
                </a:lnTo>
                <a:close/>
              </a:path>
            </a:pathLst>
          </a:cu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1110C6-4C06-56B8-48D7-E5784D8C90B4}"/>
              </a:ext>
            </a:extLst>
          </p:cNvPr>
          <p:cNvSpPr/>
          <p:nvPr/>
        </p:nvSpPr>
        <p:spPr>
          <a:xfrm>
            <a:off x="2318124" y="1457813"/>
            <a:ext cx="1578909" cy="1697577"/>
          </a:xfrm>
          <a:custGeom>
            <a:avLst/>
            <a:gdLst>
              <a:gd name="connsiteX0" fmla="*/ 0 w 1614767"/>
              <a:gd name="connsiteY0" fmla="*/ 0 h 1733435"/>
              <a:gd name="connsiteX1" fmla="*/ 1614767 w 1614767"/>
              <a:gd name="connsiteY1" fmla="*/ 0 h 1733435"/>
              <a:gd name="connsiteX2" fmla="*/ 1614767 w 1614767"/>
              <a:gd name="connsiteY2" fmla="*/ 1733435 h 1733435"/>
              <a:gd name="connsiteX3" fmla="*/ 0 w 1614767"/>
              <a:gd name="connsiteY3" fmla="*/ 1733435 h 1733435"/>
              <a:gd name="connsiteX4" fmla="*/ 0 w 1614767"/>
              <a:gd name="connsiteY4" fmla="*/ 0 h 1733435"/>
              <a:gd name="connsiteX0" fmla="*/ 0 w 1614767"/>
              <a:gd name="connsiteY0" fmla="*/ 0 h 1733435"/>
              <a:gd name="connsiteX1" fmla="*/ 1614767 w 1614767"/>
              <a:gd name="connsiteY1" fmla="*/ 0 h 1733435"/>
              <a:gd name="connsiteX2" fmla="*/ 1614767 w 1614767"/>
              <a:gd name="connsiteY2" fmla="*/ 1733435 h 1733435"/>
              <a:gd name="connsiteX3" fmla="*/ 77694 w 1614767"/>
              <a:gd name="connsiteY3" fmla="*/ 1637811 h 1733435"/>
              <a:gd name="connsiteX4" fmla="*/ 0 w 1614767"/>
              <a:gd name="connsiteY4" fmla="*/ 0 h 1733435"/>
              <a:gd name="connsiteX0" fmla="*/ 0 w 1572932"/>
              <a:gd name="connsiteY0" fmla="*/ 17929 h 1733435"/>
              <a:gd name="connsiteX1" fmla="*/ 1572932 w 1572932"/>
              <a:gd name="connsiteY1" fmla="*/ 0 h 1733435"/>
              <a:gd name="connsiteX2" fmla="*/ 1572932 w 1572932"/>
              <a:gd name="connsiteY2" fmla="*/ 1733435 h 1733435"/>
              <a:gd name="connsiteX3" fmla="*/ 35859 w 1572932"/>
              <a:gd name="connsiteY3" fmla="*/ 1637811 h 1733435"/>
              <a:gd name="connsiteX4" fmla="*/ 0 w 1572932"/>
              <a:gd name="connsiteY4" fmla="*/ 17929 h 1733435"/>
              <a:gd name="connsiteX0" fmla="*/ 0 w 1572932"/>
              <a:gd name="connsiteY0" fmla="*/ 0 h 1715506"/>
              <a:gd name="connsiteX1" fmla="*/ 1537073 w 1572932"/>
              <a:gd name="connsiteY1" fmla="*/ 53789 h 1715506"/>
              <a:gd name="connsiteX2" fmla="*/ 1572932 w 1572932"/>
              <a:gd name="connsiteY2" fmla="*/ 1715506 h 1715506"/>
              <a:gd name="connsiteX3" fmla="*/ 35859 w 1572932"/>
              <a:gd name="connsiteY3" fmla="*/ 1619882 h 1715506"/>
              <a:gd name="connsiteX4" fmla="*/ 0 w 1572932"/>
              <a:gd name="connsiteY4" fmla="*/ 0 h 1715506"/>
              <a:gd name="connsiteX0" fmla="*/ 0 w 1578909"/>
              <a:gd name="connsiteY0" fmla="*/ 0 h 1697577"/>
              <a:gd name="connsiteX1" fmla="*/ 1537073 w 1578909"/>
              <a:gd name="connsiteY1" fmla="*/ 53789 h 1697577"/>
              <a:gd name="connsiteX2" fmla="*/ 1578909 w 1578909"/>
              <a:gd name="connsiteY2" fmla="*/ 1697577 h 1697577"/>
              <a:gd name="connsiteX3" fmla="*/ 35859 w 1578909"/>
              <a:gd name="connsiteY3" fmla="*/ 1619882 h 1697577"/>
              <a:gd name="connsiteX4" fmla="*/ 0 w 1578909"/>
              <a:gd name="connsiteY4" fmla="*/ 0 h 1697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909" h="1697577">
                <a:moveTo>
                  <a:pt x="0" y="0"/>
                </a:moveTo>
                <a:lnTo>
                  <a:pt x="1537073" y="53789"/>
                </a:lnTo>
                <a:lnTo>
                  <a:pt x="1578909" y="1697577"/>
                </a:lnTo>
                <a:lnTo>
                  <a:pt x="35859" y="16198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2359F9-1278-E9EF-00BE-8A2654D9E6AE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783479" y="2435095"/>
            <a:ext cx="73714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75DF3E7-FC72-185F-5B5A-62CF0DBD86DE}"/>
              </a:ext>
            </a:extLst>
          </p:cNvPr>
          <p:cNvSpPr/>
          <p:nvPr/>
        </p:nvSpPr>
        <p:spPr>
          <a:xfrm>
            <a:off x="1671243" y="1445559"/>
            <a:ext cx="2166024" cy="352240"/>
          </a:xfrm>
          <a:custGeom>
            <a:avLst/>
            <a:gdLst>
              <a:gd name="connsiteX0" fmla="*/ 0 w 2145553"/>
              <a:gd name="connsiteY0" fmla="*/ 0 h 429933"/>
              <a:gd name="connsiteX1" fmla="*/ 2145553 w 2145553"/>
              <a:gd name="connsiteY1" fmla="*/ 0 h 429933"/>
              <a:gd name="connsiteX2" fmla="*/ 2145553 w 2145553"/>
              <a:gd name="connsiteY2" fmla="*/ 429933 h 429933"/>
              <a:gd name="connsiteX3" fmla="*/ 0 w 2145553"/>
              <a:gd name="connsiteY3" fmla="*/ 429933 h 429933"/>
              <a:gd name="connsiteX4" fmla="*/ 0 w 2145553"/>
              <a:gd name="connsiteY4" fmla="*/ 0 h 429933"/>
              <a:gd name="connsiteX0" fmla="*/ 5976 w 2151529"/>
              <a:gd name="connsiteY0" fmla="*/ 0 h 429933"/>
              <a:gd name="connsiteX1" fmla="*/ 2151529 w 2151529"/>
              <a:gd name="connsiteY1" fmla="*/ 0 h 429933"/>
              <a:gd name="connsiteX2" fmla="*/ 2151529 w 2151529"/>
              <a:gd name="connsiteY2" fmla="*/ 429933 h 429933"/>
              <a:gd name="connsiteX3" fmla="*/ 0 w 2151529"/>
              <a:gd name="connsiteY3" fmla="*/ 322357 h 429933"/>
              <a:gd name="connsiteX4" fmla="*/ 5976 w 2151529"/>
              <a:gd name="connsiteY4" fmla="*/ 0 h 429933"/>
              <a:gd name="connsiteX0" fmla="*/ 5976 w 2151529"/>
              <a:gd name="connsiteY0" fmla="*/ 0 h 412004"/>
              <a:gd name="connsiteX1" fmla="*/ 2151529 w 2151529"/>
              <a:gd name="connsiteY1" fmla="*/ 0 h 412004"/>
              <a:gd name="connsiteX2" fmla="*/ 1523999 w 2151529"/>
              <a:gd name="connsiteY2" fmla="*/ 412004 h 412004"/>
              <a:gd name="connsiteX3" fmla="*/ 0 w 2151529"/>
              <a:gd name="connsiteY3" fmla="*/ 322357 h 412004"/>
              <a:gd name="connsiteX4" fmla="*/ 5976 w 2151529"/>
              <a:gd name="connsiteY4" fmla="*/ 0 h 412004"/>
              <a:gd name="connsiteX0" fmla="*/ 5976 w 2151529"/>
              <a:gd name="connsiteY0" fmla="*/ 0 h 340287"/>
              <a:gd name="connsiteX1" fmla="*/ 2151529 w 2151529"/>
              <a:gd name="connsiteY1" fmla="*/ 0 h 340287"/>
              <a:gd name="connsiteX2" fmla="*/ 1512046 w 2151529"/>
              <a:gd name="connsiteY2" fmla="*/ 340287 h 340287"/>
              <a:gd name="connsiteX3" fmla="*/ 0 w 2151529"/>
              <a:gd name="connsiteY3" fmla="*/ 322357 h 340287"/>
              <a:gd name="connsiteX4" fmla="*/ 5976 w 2151529"/>
              <a:gd name="connsiteY4" fmla="*/ 0 h 340287"/>
              <a:gd name="connsiteX0" fmla="*/ 5976 w 2151529"/>
              <a:gd name="connsiteY0" fmla="*/ 0 h 388099"/>
              <a:gd name="connsiteX1" fmla="*/ 2151529 w 2151529"/>
              <a:gd name="connsiteY1" fmla="*/ 0 h 388099"/>
              <a:gd name="connsiteX2" fmla="*/ 1529975 w 2151529"/>
              <a:gd name="connsiteY2" fmla="*/ 388099 h 388099"/>
              <a:gd name="connsiteX3" fmla="*/ 0 w 2151529"/>
              <a:gd name="connsiteY3" fmla="*/ 322357 h 388099"/>
              <a:gd name="connsiteX4" fmla="*/ 5976 w 2151529"/>
              <a:gd name="connsiteY4" fmla="*/ 0 h 388099"/>
              <a:gd name="connsiteX0" fmla="*/ 5976 w 2145552"/>
              <a:gd name="connsiteY0" fmla="*/ 0 h 388099"/>
              <a:gd name="connsiteX1" fmla="*/ 2145552 w 2145552"/>
              <a:gd name="connsiteY1" fmla="*/ 101600 h 388099"/>
              <a:gd name="connsiteX2" fmla="*/ 1529975 w 2145552"/>
              <a:gd name="connsiteY2" fmla="*/ 388099 h 388099"/>
              <a:gd name="connsiteX3" fmla="*/ 0 w 2145552"/>
              <a:gd name="connsiteY3" fmla="*/ 322357 h 388099"/>
              <a:gd name="connsiteX4" fmla="*/ 5976 w 2145552"/>
              <a:gd name="connsiteY4" fmla="*/ 0 h 388099"/>
              <a:gd name="connsiteX0" fmla="*/ 645458 w 2145552"/>
              <a:gd name="connsiteY0" fmla="*/ 0 h 352240"/>
              <a:gd name="connsiteX1" fmla="*/ 2145552 w 2145552"/>
              <a:gd name="connsiteY1" fmla="*/ 65741 h 352240"/>
              <a:gd name="connsiteX2" fmla="*/ 1529975 w 2145552"/>
              <a:gd name="connsiteY2" fmla="*/ 352240 h 352240"/>
              <a:gd name="connsiteX3" fmla="*/ 0 w 2145552"/>
              <a:gd name="connsiteY3" fmla="*/ 286498 h 352240"/>
              <a:gd name="connsiteX4" fmla="*/ 645458 w 2145552"/>
              <a:gd name="connsiteY4" fmla="*/ 0 h 352240"/>
              <a:gd name="connsiteX0" fmla="*/ 665930 w 2166024"/>
              <a:gd name="connsiteY0" fmla="*/ 0 h 352240"/>
              <a:gd name="connsiteX1" fmla="*/ 2166024 w 2166024"/>
              <a:gd name="connsiteY1" fmla="*/ 65741 h 352240"/>
              <a:gd name="connsiteX2" fmla="*/ 1550447 w 2166024"/>
              <a:gd name="connsiteY2" fmla="*/ 352240 h 352240"/>
              <a:gd name="connsiteX3" fmla="*/ 0 w 2166024"/>
              <a:gd name="connsiteY3" fmla="*/ 286498 h 352240"/>
              <a:gd name="connsiteX4" fmla="*/ 665930 w 2166024"/>
              <a:gd name="connsiteY4" fmla="*/ 0 h 35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6024" h="352240">
                <a:moveTo>
                  <a:pt x="665930" y="0"/>
                </a:moveTo>
                <a:lnTo>
                  <a:pt x="2166024" y="65741"/>
                </a:lnTo>
                <a:lnTo>
                  <a:pt x="1550447" y="352240"/>
                </a:lnTo>
                <a:lnTo>
                  <a:pt x="0" y="286498"/>
                </a:lnTo>
                <a:lnTo>
                  <a:pt x="665930" y="0"/>
                </a:lnTo>
                <a:close/>
              </a:path>
            </a:pathLst>
          </a:custGeom>
          <a:solidFill>
            <a:srgbClr val="3E039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FB8D9C-5C7F-5D17-53BB-498C513BB55D}"/>
                  </a:ext>
                </a:extLst>
              </p:cNvPr>
              <p:cNvSpPr txBox="1"/>
              <p:nvPr/>
            </p:nvSpPr>
            <p:spPr>
              <a:xfrm>
                <a:off x="838200" y="4105275"/>
                <a:ext cx="5114925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What does the computer see?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dirty="0"/>
                  <a:t>A result is as good as the </a:t>
                </a:r>
                <a:r>
                  <a:rPr lang="en-IN" sz="1400" b="1" i="1" dirty="0"/>
                  <a:t>input</a:t>
                </a:r>
                <a:r>
                  <a:rPr lang="en-IN" sz="1400" dirty="0"/>
                  <a:t> – parametric dependence 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400" dirty="0"/>
                  <a:t> (BO approximation)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dirty="0"/>
                  <a:t>The </a:t>
                </a:r>
                <a:r>
                  <a:rPr lang="en-IN" sz="1400" b="1" i="1" dirty="0"/>
                  <a:t>simulation box</a:t>
                </a:r>
                <a:r>
                  <a:rPr lang="en-IN" sz="1400" dirty="0"/>
                  <a:t> (of course with atoms inside) is simulated on the computer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dirty="0"/>
                  <a:t>Appropriate </a:t>
                </a:r>
                <a:r>
                  <a:rPr lang="en-IN" sz="1400" b="1" i="1" dirty="0"/>
                  <a:t>size</a:t>
                </a:r>
                <a:r>
                  <a:rPr lang="en-IN" sz="1400" dirty="0"/>
                  <a:t> and </a:t>
                </a:r>
                <a:r>
                  <a:rPr lang="en-IN" sz="1400" b="1" i="1" dirty="0"/>
                  <a:t>boundary conditions</a:t>
                </a:r>
                <a:r>
                  <a:rPr lang="en-IN" sz="1400" dirty="0"/>
                  <a:t> need to be imposed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FB8D9C-5C7F-5D17-53BB-498C513BB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05275"/>
                <a:ext cx="5114925" cy="1600438"/>
              </a:xfrm>
              <a:prstGeom prst="rect">
                <a:avLst/>
              </a:prstGeom>
              <a:blipFill>
                <a:blip r:embed="rId3"/>
                <a:stretch>
                  <a:fillRect l="-358" t="-380" b="-30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69574722-B4FB-19F9-2B9E-6CDD59712B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638" t="26916" r="22638" b="27083"/>
          <a:stretch/>
        </p:blipFill>
        <p:spPr>
          <a:xfrm>
            <a:off x="6524715" y="874077"/>
            <a:ext cx="2367206" cy="2370215"/>
          </a:xfrm>
          <a:prstGeom prst="rect">
            <a:avLst/>
          </a:prstGeom>
        </p:spPr>
      </p:pic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588C3301-6A20-CE86-7E06-A16DED227D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584" t="27465" r="22638" b="27655"/>
          <a:stretch/>
        </p:blipFill>
        <p:spPr>
          <a:xfrm>
            <a:off x="6563771" y="4022043"/>
            <a:ext cx="2326291" cy="2312459"/>
          </a:xfrm>
          <a:prstGeom prst="rect">
            <a:avLst/>
          </a:prstGeom>
        </p:spPr>
      </p:pic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74AFDADC-4D0E-86D1-3A55-A66F5F02E6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584" t="27617" r="22638" b="27656"/>
          <a:stretch/>
        </p:blipFill>
        <p:spPr>
          <a:xfrm>
            <a:off x="9385717" y="2416045"/>
            <a:ext cx="2326291" cy="230459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5F5A114-DE08-6A65-9E90-1AA6D5CC0103}"/>
              </a:ext>
            </a:extLst>
          </p:cNvPr>
          <p:cNvSpPr txBox="1"/>
          <p:nvPr/>
        </p:nvSpPr>
        <p:spPr>
          <a:xfrm>
            <a:off x="7477125" y="3201530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668BEB-5254-A714-34D0-E550CE0F0B4E}"/>
              </a:ext>
            </a:extLst>
          </p:cNvPr>
          <p:cNvSpPr txBox="1"/>
          <p:nvPr/>
        </p:nvSpPr>
        <p:spPr>
          <a:xfrm>
            <a:off x="7443462" y="631918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H</a:t>
            </a:r>
            <a:r>
              <a:rPr lang="en-IN" sz="1400" baseline="-25000" dirty="0"/>
              <a:t>2</a:t>
            </a:r>
            <a:r>
              <a:rPr lang="en-IN" sz="1400" dirty="0"/>
              <a:t>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BC2362-F039-9713-F2DD-1A0872BAC1A8}"/>
              </a:ext>
            </a:extLst>
          </p:cNvPr>
          <p:cNvSpPr txBox="1"/>
          <p:nvPr/>
        </p:nvSpPr>
        <p:spPr>
          <a:xfrm>
            <a:off x="10353135" y="4712602"/>
            <a:ext cx="391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O</a:t>
            </a:r>
            <a:r>
              <a:rPr lang="en-IN" sz="14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84900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D5F8B3-08A4-3EBD-9127-105486F7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/>
          <a:lstStyle/>
          <a:p>
            <a:r>
              <a:rPr lang="en-IN" dirty="0"/>
              <a:t>DFT for molecules</a:t>
            </a:r>
          </a:p>
        </p:txBody>
      </p:sp>
      <p:pic>
        <p:nvPicPr>
          <p:cNvPr id="4" name="Picture 3" descr="A screenshot of a game&#10;&#10;Description automatically generated">
            <a:extLst>
              <a:ext uri="{FF2B5EF4-FFF2-40B4-BE49-F238E27FC236}">
                <a16:creationId xmlns:a16="http://schemas.microsoft.com/office/drawing/2014/main" id="{BBBBE466-978A-E1D2-CD21-9E178B337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21" t="35000" r="29983" b="33750"/>
          <a:stretch/>
        </p:blipFill>
        <p:spPr>
          <a:xfrm>
            <a:off x="1600200" y="1409700"/>
            <a:ext cx="2343150" cy="2143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3CCE95-7438-2BE0-7B8B-A4A84C3C2A89}"/>
              </a:ext>
            </a:extLst>
          </p:cNvPr>
          <p:cNvSpPr txBox="1"/>
          <p:nvPr/>
        </p:nvSpPr>
        <p:spPr>
          <a:xfrm>
            <a:off x="2231933" y="3486150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Simulation box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39A873-3B13-B0A9-1654-E498C48D4B58}"/>
              </a:ext>
            </a:extLst>
          </p:cNvPr>
          <p:cNvSpPr txBox="1"/>
          <p:nvPr/>
        </p:nvSpPr>
        <p:spPr>
          <a:xfrm>
            <a:off x="4520626" y="2173485"/>
            <a:ext cx="9909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Boundary</a:t>
            </a:r>
          </a:p>
          <a:p>
            <a:pPr algn="ctr"/>
            <a:r>
              <a:rPr lang="en-IN" sz="1400" dirty="0"/>
              <a:t>conditions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14A9F78-9E58-2FCC-0E98-F4B8A4E05666}"/>
              </a:ext>
            </a:extLst>
          </p:cNvPr>
          <p:cNvCxnSpPr/>
          <p:nvPr/>
        </p:nvCxnSpPr>
        <p:spPr>
          <a:xfrm rot="10800000">
            <a:off x="3438525" y="1962151"/>
            <a:ext cx="1238250" cy="211335"/>
          </a:xfrm>
          <a:prstGeom prst="bentConnector3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14">
            <a:extLst>
              <a:ext uri="{FF2B5EF4-FFF2-40B4-BE49-F238E27FC236}">
                <a16:creationId xmlns:a16="http://schemas.microsoft.com/office/drawing/2014/main" id="{7D8FEC8E-370F-D341-9B13-0A193A5440CC}"/>
              </a:ext>
            </a:extLst>
          </p:cNvPr>
          <p:cNvSpPr/>
          <p:nvPr/>
        </p:nvSpPr>
        <p:spPr>
          <a:xfrm>
            <a:off x="3216400" y="1505883"/>
            <a:ext cx="695127" cy="1924424"/>
          </a:xfrm>
          <a:custGeom>
            <a:avLst/>
            <a:gdLst>
              <a:gd name="connsiteX0" fmla="*/ 0 w 638797"/>
              <a:gd name="connsiteY0" fmla="*/ 0 h 1906495"/>
              <a:gd name="connsiteX1" fmla="*/ 638797 w 638797"/>
              <a:gd name="connsiteY1" fmla="*/ 0 h 1906495"/>
              <a:gd name="connsiteX2" fmla="*/ 638797 w 638797"/>
              <a:gd name="connsiteY2" fmla="*/ 1906495 h 1906495"/>
              <a:gd name="connsiteX3" fmla="*/ 0 w 638797"/>
              <a:gd name="connsiteY3" fmla="*/ 1906495 h 1906495"/>
              <a:gd name="connsiteX4" fmla="*/ 0 w 638797"/>
              <a:gd name="connsiteY4" fmla="*/ 0 h 1906495"/>
              <a:gd name="connsiteX0" fmla="*/ 0 w 674656"/>
              <a:gd name="connsiteY0" fmla="*/ 268941 h 1906495"/>
              <a:gd name="connsiteX1" fmla="*/ 674656 w 674656"/>
              <a:gd name="connsiteY1" fmla="*/ 0 h 1906495"/>
              <a:gd name="connsiteX2" fmla="*/ 674656 w 674656"/>
              <a:gd name="connsiteY2" fmla="*/ 1906495 h 1906495"/>
              <a:gd name="connsiteX3" fmla="*/ 35859 w 674656"/>
              <a:gd name="connsiteY3" fmla="*/ 1906495 h 1906495"/>
              <a:gd name="connsiteX4" fmla="*/ 0 w 674656"/>
              <a:gd name="connsiteY4" fmla="*/ 268941 h 1906495"/>
              <a:gd name="connsiteX0" fmla="*/ 0 w 674656"/>
              <a:gd name="connsiteY0" fmla="*/ 268941 h 1906495"/>
              <a:gd name="connsiteX1" fmla="*/ 656726 w 674656"/>
              <a:gd name="connsiteY1" fmla="*/ 0 h 1906495"/>
              <a:gd name="connsiteX2" fmla="*/ 674656 w 674656"/>
              <a:gd name="connsiteY2" fmla="*/ 1906495 h 1906495"/>
              <a:gd name="connsiteX3" fmla="*/ 35859 w 674656"/>
              <a:gd name="connsiteY3" fmla="*/ 1906495 h 1906495"/>
              <a:gd name="connsiteX4" fmla="*/ 0 w 674656"/>
              <a:gd name="connsiteY4" fmla="*/ 268941 h 1906495"/>
              <a:gd name="connsiteX0" fmla="*/ 0 w 674656"/>
              <a:gd name="connsiteY0" fmla="*/ 280894 h 1918448"/>
              <a:gd name="connsiteX1" fmla="*/ 638797 w 674656"/>
              <a:gd name="connsiteY1" fmla="*/ 0 h 1918448"/>
              <a:gd name="connsiteX2" fmla="*/ 674656 w 674656"/>
              <a:gd name="connsiteY2" fmla="*/ 1918448 h 1918448"/>
              <a:gd name="connsiteX3" fmla="*/ 35859 w 674656"/>
              <a:gd name="connsiteY3" fmla="*/ 1918448 h 1918448"/>
              <a:gd name="connsiteX4" fmla="*/ 0 w 674656"/>
              <a:gd name="connsiteY4" fmla="*/ 280894 h 1918448"/>
              <a:gd name="connsiteX0" fmla="*/ 0 w 686609"/>
              <a:gd name="connsiteY0" fmla="*/ 280894 h 1918448"/>
              <a:gd name="connsiteX1" fmla="*/ 638797 w 686609"/>
              <a:gd name="connsiteY1" fmla="*/ 0 h 1918448"/>
              <a:gd name="connsiteX2" fmla="*/ 686609 w 686609"/>
              <a:gd name="connsiteY2" fmla="*/ 1631578 h 1918448"/>
              <a:gd name="connsiteX3" fmla="*/ 35859 w 686609"/>
              <a:gd name="connsiteY3" fmla="*/ 1918448 h 1918448"/>
              <a:gd name="connsiteX4" fmla="*/ 0 w 686609"/>
              <a:gd name="connsiteY4" fmla="*/ 280894 h 1918448"/>
              <a:gd name="connsiteX0" fmla="*/ 0 w 686609"/>
              <a:gd name="connsiteY0" fmla="*/ 280894 h 1924424"/>
              <a:gd name="connsiteX1" fmla="*/ 638797 w 686609"/>
              <a:gd name="connsiteY1" fmla="*/ 0 h 1924424"/>
              <a:gd name="connsiteX2" fmla="*/ 686609 w 686609"/>
              <a:gd name="connsiteY2" fmla="*/ 1631578 h 1924424"/>
              <a:gd name="connsiteX3" fmla="*/ 47812 w 686609"/>
              <a:gd name="connsiteY3" fmla="*/ 1924424 h 1924424"/>
              <a:gd name="connsiteX4" fmla="*/ 0 w 686609"/>
              <a:gd name="connsiteY4" fmla="*/ 280894 h 1924424"/>
              <a:gd name="connsiteX0" fmla="*/ 0 w 668679"/>
              <a:gd name="connsiteY0" fmla="*/ 280894 h 1924424"/>
              <a:gd name="connsiteX1" fmla="*/ 638797 w 668679"/>
              <a:gd name="connsiteY1" fmla="*/ 0 h 1924424"/>
              <a:gd name="connsiteX2" fmla="*/ 668679 w 668679"/>
              <a:gd name="connsiteY2" fmla="*/ 1649508 h 1924424"/>
              <a:gd name="connsiteX3" fmla="*/ 47812 w 668679"/>
              <a:gd name="connsiteY3" fmla="*/ 1924424 h 1924424"/>
              <a:gd name="connsiteX4" fmla="*/ 0 w 668679"/>
              <a:gd name="connsiteY4" fmla="*/ 280894 h 1924424"/>
              <a:gd name="connsiteX0" fmla="*/ 0 w 680632"/>
              <a:gd name="connsiteY0" fmla="*/ 280894 h 1924424"/>
              <a:gd name="connsiteX1" fmla="*/ 638797 w 680632"/>
              <a:gd name="connsiteY1" fmla="*/ 0 h 1924424"/>
              <a:gd name="connsiteX2" fmla="*/ 680632 w 680632"/>
              <a:gd name="connsiteY2" fmla="*/ 1631579 h 1924424"/>
              <a:gd name="connsiteX3" fmla="*/ 47812 w 680632"/>
              <a:gd name="connsiteY3" fmla="*/ 1924424 h 1924424"/>
              <a:gd name="connsiteX4" fmla="*/ 0 w 680632"/>
              <a:gd name="connsiteY4" fmla="*/ 280894 h 1924424"/>
              <a:gd name="connsiteX0" fmla="*/ 0 w 674655"/>
              <a:gd name="connsiteY0" fmla="*/ 280894 h 1924424"/>
              <a:gd name="connsiteX1" fmla="*/ 638797 w 674655"/>
              <a:gd name="connsiteY1" fmla="*/ 0 h 1924424"/>
              <a:gd name="connsiteX2" fmla="*/ 674655 w 674655"/>
              <a:gd name="connsiteY2" fmla="*/ 1661462 h 1924424"/>
              <a:gd name="connsiteX3" fmla="*/ 47812 w 674655"/>
              <a:gd name="connsiteY3" fmla="*/ 1924424 h 1924424"/>
              <a:gd name="connsiteX4" fmla="*/ 0 w 674655"/>
              <a:gd name="connsiteY4" fmla="*/ 280894 h 1924424"/>
              <a:gd name="connsiteX0" fmla="*/ 0 w 695127"/>
              <a:gd name="connsiteY0" fmla="*/ 280894 h 1924424"/>
              <a:gd name="connsiteX1" fmla="*/ 638797 w 695127"/>
              <a:gd name="connsiteY1" fmla="*/ 0 h 1924424"/>
              <a:gd name="connsiteX2" fmla="*/ 695127 w 695127"/>
              <a:gd name="connsiteY2" fmla="*/ 1647814 h 1924424"/>
              <a:gd name="connsiteX3" fmla="*/ 47812 w 695127"/>
              <a:gd name="connsiteY3" fmla="*/ 1924424 h 1924424"/>
              <a:gd name="connsiteX4" fmla="*/ 0 w 695127"/>
              <a:gd name="connsiteY4" fmla="*/ 280894 h 192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127" h="1924424">
                <a:moveTo>
                  <a:pt x="0" y="280894"/>
                </a:moveTo>
                <a:lnTo>
                  <a:pt x="638797" y="0"/>
                </a:lnTo>
                <a:lnTo>
                  <a:pt x="695127" y="1647814"/>
                </a:lnTo>
                <a:lnTo>
                  <a:pt x="47812" y="1924424"/>
                </a:lnTo>
                <a:lnTo>
                  <a:pt x="0" y="280894"/>
                </a:lnTo>
                <a:close/>
              </a:path>
            </a:pathLst>
          </a:cu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E117530C-C709-252F-4CCC-56E0870B724B}"/>
              </a:ext>
            </a:extLst>
          </p:cNvPr>
          <p:cNvSpPr/>
          <p:nvPr/>
        </p:nvSpPr>
        <p:spPr>
          <a:xfrm>
            <a:off x="2318124" y="1457813"/>
            <a:ext cx="1578909" cy="1697577"/>
          </a:xfrm>
          <a:custGeom>
            <a:avLst/>
            <a:gdLst>
              <a:gd name="connsiteX0" fmla="*/ 0 w 1614767"/>
              <a:gd name="connsiteY0" fmla="*/ 0 h 1733435"/>
              <a:gd name="connsiteX1" fmla="*/ 1614767 w 1614767"/>
              <a:gd name="connsiteY1" fmla="*/ 0 h 1733435"/>
              <a:gd name="connsiteX2" fmla="*/ 1614767 w 1614767"/>
              <a:gd name="connsiteY2" fmla="*/ 1733435 h 1733435"/>
              <a:gd name="connsiteX3" fmla="*/ 0 w 1614767"/>
              <a:gd name="connsiteY3" fmla="*/ 1733435 h 1733435"/>
              <a:gd name="connsiteX4" fmla="*/ 0 w 1614767"/>
              <a:gd name="connsiteY4" fmla="*/ 0 h 1733435"/>
              <a:gd name="connsiteX0" fmla="*/ 0 w 1614767"/>
              <a:gd name="connsiteY0" fmla="*/ 0 h 1733435"/>
              <a:gd name="connsiteX1" fmla="*/ 1614767 w 1614767"/>
              <a:gd name="connsiteY1" fmla="*/ 0 h 1733435"/>
              <a:gd name="connsiteX2" fmla="*/ 1614767 w 1614767"/>
              <a:gd name="connsiteY2" fmla="*/ 1733435 h 1733435"/>
              <a:gd name="connsiteX3" fmla="*/ 77694 w 1614767"/>
              <a:gd name="connsiteY3" fmla="*/ 1637811 h 1733435"/>
              <a:gd name="connsiteX4" fmla="*/ 0 w 1614767"/>
              <a:gd name="connsiteY4" fmla="*/ 0 h 1733435"/>
              <a:gd name="connsiteX0" fmla="*/ 0 w 1572932"/>
              <a:gd name="connsiteY0" fmla="*/ 17929 h 1733435"/>
              <a:gd name="connsiteX1" fmla="*/ 1572932 w 1572932"/>
              <a:gd name="connsiteY1" fmla="*/ 0 h 1733435"/>
              <a:gd name="connsiteX2" fmla="*/ 1572932 w 1572932"/>
              <a:gd name="connsiteY2" fmla="*/ 1733435 h 1733435"/>
              <a:gd name="connsiteX3" fmla="*/ 35859 w 1572932"/>
              <a:gd name="connsiteY3" fmla="*/ 1637811 h 1733435"/>
              <a:gd name="connsiteX4" fmla="*/ 0 w 1572932"/>
              <a:gd name="connsiteY4" fmla="*/ 17929 h 1733435"/>
              <a:gd name="connsiteX0" fmla="*/ 0 w 1572932"/>
              <a:gd name="connsiteY0" fmla="*/ 0 h 1715506"/>
              <a:gd name="connsiteX1" fmla="*/ 1537073 w 1572932"/>
              <a:gd name="connsiteY1" fmla="*/ 53789 h 1715506"/>
              <a:gd name="connsiteX2" fmla="*/ 1572932 w 1572932"/>
              <a:gd name="connsiteY2" fmla="*/ 1715506 h 1715506"/>
              <a:gd name="connsiteX3" fmla="*/ 35859 w 1572932"/>
              <a:gd name="connsiteY3" fmla="*/ 1619882 h 1715506"/>
              <a:gd name="connsiteX4" fmla="*/ 0 w 1572932"/>
              <a:gd name="connsiteY4" fmla="*/ 0 h 1715506"/>
              <a:gd name="connsiteX0" fmla="*/ 0 w 1578909"/>
              <a:gd name="connsiteY0" fmla="*/ 0 h 1697577"/>
              <a:gd name="connsiteX1" fmla="*/ 1537073 w 1578909"/>
              <a:gd name="connsiteY1" fmla="*/ 53789 h 1697577"/>
              <a:gd name="connsiteX2" fmla="*/ 1578909 w 1578909"/>
              <a:gd name="connsiteY2" fmla="*/ 1697577 h 1697577"/>
              <a:gd name="connsiteX3" fmla="*/ 35859 w 1578909"/>
              <a:gd name="connsiteY3" fmla="*/ 1619882 h 1697577"/>
              <a:gd name="connsiteX4" fmla="*/ 0 w 1578909"/>
              <a:gd name="connsiteY4" fmla="*/ 0 h 1697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909" h="1697577">
                <a:moveTo>
                  <a:pt x="0" y="0"/>
                </a:moveTo>
                <a:lnTo>
                  <a:pt x="1537073" y="53789"/>
                </a:lnTo>
                <a:lnTo>
                  <a:pt x="1578909" y="1697577"/>
                </a:lnTo>
                <a:lnTo>
                  <a:pt x="35859" y="16198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FA48FC-EFD3-636C-D864-FD8B7CC02CC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783479" y="2435095"/>
            <a:ext cx="73714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ctangle 16">
            <a:extLst>
              <a:ext uri="{FF2B5EF4-FFF2-40B4-BE49-F238E27FC236}">
                <a16:creationId xmlns:a16="http://schemas.microsoft.com/office/drawing/2014/main" id="{C2B66008-51C0-0CCC-FCC8-A4800C8D72C6}"/>
              </a:ext>
            </a:extLst>
          </p:cNvPr>
          <p:cNvSpPr/>
          <p:nvPr/>
        </p:nvSpPr>
        <p:spPr>
          <a:xfrm>
            <a:off x="1671243" y="1445559"/>
            <a:ext cx="2166024" cy="352240"/>
          </a:xfrm>
          <a:custGeom>
            <a:avLst/>
            <a:gdLst>
              <a:gd name="connsiteX0" fmla="*/ 0 w 2145553"/>
              <a:gd name="connsiteY0" fmla="*/ 0 h 429933"/>
              <a:gd name="connsiteX1" fmla="*/ 2145553 w 2145553"/>
              <a:gd name="connsiteY1" fmla="*/ 0 h 429933"/>
              <a:gd name="connsiteX2" fmla="*/ 2145553 w 2145553"/>
              <a:gd name="connsiteY2" fmla="*/ 429933 h 429933"/>
              <a:gd name="connsiteX3" fmla="*/ 0 w 2145553"/>
              <a:gd name="connsiteY3" fmla="*/ 429933 h 429933"/>
              <a:gd name="connsiteX4" fmla="*/ 0 w 2145553"/>
              <a:gd name="connsiteY4" fmla="*/ 0 h 429933"/>
              <a:gd name="connsiteX0" fmla="*/ 5976 w 2151529"/>
              <a:gd name="connsiteY0" fmla="*/ 0 h 429933"/>
              <a:gd name="connsiteX1" fmla="*/ 2151529 w 2151529"/>
              <a:gd name="connsiteY1" fmla="*/ 0 h 429933"/>
              <a:gd name="connsiteX2" fmla="*/ 2151529 w 2151529"/>
              <a:gd name="connsiteY2" fmla="*/ 429933 h 429933"/>
              <a:gd name="connsiteX3" fmla="*/ 0 w 2151529"/>
              <a:gd name="connsiteY3" fmla="*/ 322357 h 429933"/>
              <a:gd name="connsiteX4" fmla="*/ 5976 w 2151529"/>
              <a:gd name="connsiteY4" fmla="*/ 0 h 429933"/>
              <a:gd name="connsiteX0" fmla="*/ 5976 w 2151529"/>
              <a:gd name="connsiteY0" fmla="*/ 0 h 412004"/>
              <a:gd name="connsiteX1" fmla="*/ 2151529 w 2151529"/>
              <a:gd name="connsiteY1" fmla="*/ 0 h 412004"/>
              <a:gd name="connsiteX2" fmla="*/ 1523999 w 2151529"/>
              <a:gd name="connsiteY2" fmla="*/ 412004 h 412004"/>
              <a:gd name="connsiteX3" fmla="*/ 0 w 2151529"/>
              <a:gd name="connsiteY3" fmla="*/ 322357 h 412004"/>
              <a:gd name="connsiteX4" fmla="*/ 5976 w 2151529"/>
              <a:gd name="connsiteY4" fmla="*/ 0 h 412004"/>
              <a:gd name="connsiteX0" fmla="*/ 5976 w 2151529"/>
              <a:gd name="connsiteY0" fmla="*/ 0 h 340287"/>
              <a:gd name="connsiteX1" fmla="*/ 2151529 w 2151529"/>
              <a:gd name="connsiteY1" fmla="*/ 0 h 340287"/>
              <a:gd name="connsiteX2" fmla="*/ 1512046 w 2151529"/>
              <a:gd name="connsiteY2" fmla="*/ 340287 h 340287"/>
              <a:gd name="connsiteX3" fmla="*/ 0 w 2151529"/>
              <a:gd name="connsiteY3" fmla="*/ 322357 h 340287"/>
              <a:gd name="connsiteX4" fmla="*/ 5976 w 2151529"/>
              <a:gd name="connsiteY4" fmla="*/ 0 h 340287"/>
              <a:gd name="connsiteX0" fmla="*/ 5976 w 2151529"/>
              <a:gd name="connsiteY0" fmla="*/ 0 h 388099"/>
              <a:gd name="connsiteX1" fmla="*/ 2151529 w 2151529"/>
              <a:gd name="connsiteY1" fmla="*/ 0 h 388099"/>
              <a:gd name="connsiteX2" fmla="*/ 1529975 w 2151529"/>
              <a:gd name="connsiteY2" fmla="*/ 388099 h 388099"/>
              <a:gd name="connsiteX3" fmla="*/ 0 w 2151529"/>
              <a:gd name="connsiteY3" fmla="*/ 322357 h 388099"/>
              <a:gd name="connsiteX4" fmla="*/ 5976 w 2151529"/>
              <a:gd name="connsiteY4" fmla="*/ 0 h 388099"/>
              <a:gd name="connsiteX0" fmla="*/ 5976 w 2145552"/>
              <a:gd name="connsiteY0" fmla="*/ 0 h 388099"/>
              <a:gd name="connsiteX1" fmla="*/ 2145552 w 2145552"/>
              <a:gd name="connsiteY1" fmla="*/ 101600 h 388099"/>
              <a:gd name="connsiteX2" fmla="*/ 1529975 w 2145552"/>
              <a:gd name="connsiteY2" fmla="*/ 388099 h 388099"/>
              <a:gd name="connsiteX3" fmla="*/ 0 w 2145552"/>
              <a:gd name="connsiteY3" fmla="*/ 322357 h 388099"/>
              <a:gd name="connsiteX4" fmla="*/ 5976 w 2145552"/>
              <a:gd name="connsiteY4" fmla="*/ 0 h 388099"/>
              <a:gd name="connsiteX0" fmla="*/ 645458 w 2145552"/>
              <a:gd name="connsiteY0" fmla="*/ 0 h 352240"/>
              <a:gd name="connsiteX1" fmla="*/ 2145552 w 2145552"/>
              <a:gd name="connsiteY1" fmla="*/ 65741 h 352240"/>
              <a:gd name="connsiteX2" fmla="*/ 1529975 w 2145552"/>
              <a:gd name="connsiteY2" fmla="*/ 352240 h 352240"/>
              <a:gd name="connsiteX3" fmla="*/ 0 w 2145552"/>
              <a:gd name="connsiteY3" fmla="*/ 286498 h 352240"/>
              <a:gd name="connsiteX4" fmla="*/ 645458 w 2145552"/>
              <a:gd name="connsiteY4" fmla="*/ 0 h 352240"/>
              <a:gd name="connsiteX0" fmla="*/ 665930 w 2166024"/>
              <a:gd name="connsiteY0" fmla="*/ 0 h 352240"/>
              <a:gd name="connsiteX1" fmla="*/ 2166024 w 2166024"/>
              <a:gd name="connsiteY1" fmla="*/ 65741 h 352240"/>
              <a:gd name="connsiteX2" fmla="*/ 1550447 w 2166024"/>
              <a:gd name="connsiteY2" fmla="*/ 352240 h 352240"/>
              <a:gd name="connsiteX3" fmla="*/ 0 w 2166024"/>
              <a:gd name="connsiteY3" fmla="*/ 286498 h 352240"/>
              <a:gd name="connsiteX4" fmla="*/ 665930 w 2166024"/>
              <a:gd name="connsiteY4" fmla="*/ 0 h 35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6024" h="352240">
                <a:moveTo>
                  <a:pt x="665930" y="0"/>
                </a:moveTo>
                <a:lnTo>
                  <a:pt x="2166024" y="65741"/>
                </a:lnTo>
                <a:lnTo>
                  <a:pt x="1550447" y="352240"/>
                </a:lnTo>
                <a:lnTo>
                  <a:pt x="0" y="286498"/>
                </a:lnTo>
                <a:lnTo>
                  <a:pt x="665930" y="0"/>
                </a:lnTo>
                <a:close/>
              </a:path>
            </a:pathLst>
          </a:custGeom>
          <a:solidFill>
            <a:srgbClr val="3E039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A7C38382-82BE-0C98-1B05-489CE49AF2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84" t="27465" r="22638" b="27655"/>
          <a:stretch/>
        </p:blipFill>
        <p:spPr>
          <a:xfrm>
            <a:off x="2401346" y="3983943"/>
            <a:ext cx="2326291" cy="23124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6F842A-388C-231B-019B-5C4C6BEE7EC6}"/>
              </a:ext>
            </a:extLst>
          </p:cNvPr>
          <p:cNvSpPr txBox="1"/>
          <p:nvPr/>
        </p:nvSpPr>
        <p:spPr>
          <a:xfrm>
            <a:off x="3281037" y="628108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H</a:t>
            </a:r>
            <a:r>
              <a:rPr lang="en-IN" sz="1400" baseline="-25000" dirty="0"/>
              <a:t>2</a:t>
            </a:r>
            <a:r>
              <a:rPr lang="en-IN" sz="1400" dirty="0"/>
              <a:t>O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462E2DD9-FE5A-F619-E453-588AD2B30E46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12053" y="669423"/>
            <a:ext cx="763785" cy="2244340"/>
          </a:xfrm>
          <a:prstGeom prst="bentConnector3">
            <a:avLst>
              <a:gd name="adj1" fmla="val 129930"/>
            </a:avLst>
          </a:prstGeom>
          <a:ln>
            <a:solidFill>
              <a:srgbClr val="3E039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82FD02-EAF8-BE6D-494C-9B60EC9D2D9F}"/>
                  </a:ext>
                </a:extLst>
              </p:cNvPr>
              <p:cNvSpPr txBox="1"/>
              <p:nvPr/>
            </p:nvSpPr>
            <p:spPr>
              <a:xfrm>
                <a:off x="6629400" y="2257426"/>
                <a:ext cx="4946525" cy="2355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Appropriate boundary conditions for molecules:</a:t>
                </a:r>
              </a:p>
              <a:p>
                <a:r>
                  <a:rPr lang="en-IN" sz="1600" b="1" i="1" dirty="0"/>
                  <a:t>Dirichlet Boundary Condition</a:t>
                </a:r>
                <a:r>
                  <a:rPr lang="en-IN" sz="1600" dirty="0"/>
                  <a:t> </a:t>
                </a:r>
              </a:p>
              <a:p>
                <a:endParaRPr lang="en-IN" sz="1600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=0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=±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=±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=±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600" b="1" i="1" dirty="0"/>
              </a:p>
              <a:p>
                <a:endParaRPr lang="en-IN" sz="1600" b="1" i="1" dirty="0"/>
              </a:p>
              <a:p>
                <a:r>
                  <a:rPr lang="en-IN" sz="1600" dirty="0"/>
                  <a:t>The value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IN" sz="1600" dirty="0"/>
                  <a:t> needs to be adjusted until the answers (</a:t>
                </a:r>
                <a:r>
                  <a:rPr lang="en-IN" sz="1600" b="1" dirty="0"/>
                  <a:t>Energy</a:t>
                </a:r>
                <a:r>
                  <a:rPr lang="en-IN" sz="1600" dirty="0"/>
                  <a:t> in our case) are </a:t>
                </a:r>
                <a:r>
                  <a:rPr lang="en-IN" sz="1600" b="1" dirty="0"/>
                  <a:t>converged</a:t>
                </a:r>
                <a:r>
                  <a:rPr lang="en-IN" sz="1600" dirty="0"/>
                  <a:t>!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82FD02-EAF8-BE6D-494C-9B60EC9D2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2257426"/>
                <a:ext cx="4946525" cy="2355773"/>
              </a:xfrm>
              <a:prstGeom prst="rect">
                <a:avLst/>
              </a:prstGeom>
              <a:blipFill>
                <a:blip r:embed="rId4"/>
                <a:stretch>
                  <a:fillRect l="-740" t="-775" b="-23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433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Lecture 11: DFT for Periodic Solids</a:t>
            </a:r>
          </a:p>
          <a:p>
            <a:r>
              <a:rPr lang="en-US" dirty="0"/>
              <a:t>Sayan Bhowmik</a:t>
            </a:r>
          </a:p>
          <a:p>
            <a:r>
              <a:rPr lang="en-US" dirty="0"/>
              <a:t>School of Chemical &amp; Biomolecular Engineering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Georgia Institute of Technology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B55F80D4-0E8D-E1D7-9321-A023FAF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4852577" y="1579563"/>
            <a:ext cx="2486846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52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19D9-B36C-B975-D6FC-C8A6F453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/>
          <a:lstStyle/>
          <a:p>
            <a:r>
              <a:rPr lang="en-IN" dirty="0"/>
              <a:t>DFT for periodic solids</a:t>
            </a:r>
          </a:p>
        </p:txBody>
      </p:sp>
      <p:pic>
        <p:nvPicPr>
          <p:cNvPr id="4" name="Picture 3" descr="A screenshot of a game&#10;&#10;Description automatically generated">
            <a:extLst>
              <a:ext uri="{FF2B5EF4-FFF2-40B4-BE49-F238E27FC236}">
                <a16:creationId xmlns:a16="http://schemas.microsoft.com/office/drawing/2014/main" id="{8927A0EC-C548-BB99-94CD-63AE14219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21" t="35000" r="29983" b="33750"/>
          <a:stretch/>
        </p:blipFill>
        <p:spPr>
          <a:xfrm>
            <a:off x="1600200" y="1409700"/>
            <a:ext cx="2343150" cy="2143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4D22F6-6ADC-EBC7-1278-7D5618DE7132}"/>
              </a:ext>
            </a:extLst>
          </p:cNvPr>
          <p:cNvSpPr txBox="1"/>
          <p:nvPr/>
        </p:nvSpPr>
        <p:spPr>
          <a:xfrm>
            <a:off x="2231933" y="3486150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Simulation box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63FFB-185E-8EFF-1847-A685152150D6}"/>
              </a:ext>
            </a:extLst>
          </p:cNvPr>
          <p:cNvSpPr txBox="1"/>
          <p:nvPr/>
        </p:nvSpPr>
        <p:spPr>
          <a:xfrm>
            <a:off x="4520626" y="2173485"/>
            <a:ext cx="9909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Boundary</a:t>
            </a:r>
          </a:p>
          <a:p>
            <a:pPr algn="ctr"/>
            <a:r>
              <a:rPr lang="en-IN" sz="1400" dirty="0"/>
              <a:t>conditions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B35CE57-9C91-F52D-FFE8-964119926AF9}"/>
              </a:ext>
            </a:extLst>
          </p:cNvPr>
          <p:cNvCxnSpPr>
            <a:cxnSpLocks/>
            <a:stCxn id="6" idx="0"/>
            <a:endCxn id="4" idx="0"/>
          </p:cNvCxnSpPr>
          <p:nvPr/>
        </p:nvCxnSpPr>
        <p:spPr>
          <a:xfrm rot="16200000" flipV="1">
            <a:off x="3512053" y="669423"/>
            <a:ext cx="763785" cy="2244340"/>
          </a:xfrm>
          <a:prstGeom prst="bentConnector3">
            <a:avLst>
              <a:gd name="adj1" fmla="val 129930"/>
            </a:avLst>
          </a:prstGeom>
          <a:ln>
            <a:solidFill>
              <a:srgbClr val="3E039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905F01C-B03A-B9C8-D0C1-B91FDBF70C26}"/>
              </a:ext>
            </a:extLst>
          </p:cNvPr>
          <p:cNvCxnSpPr/>
          <p:nvPr/>
        </p:nvCxnSpPr>
        <p:spPr>
          <a:xfrm rot="10800000">
            <a:off x="3438525" y="1962151"/>
            <a:ext cx="1238250" cy="211335"/>
          </a:xfrm>
          <a:prstGeom prst="bentConnector3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033E537-342F-83DC-69AF-3E34124BFE38}"/>
              </a:ext>
            </a:extLst>
          </p:cNvPr>
          <p:cNvSpPr/>
          <p:nvPr/>
        </p:nvSpPr>
        <p:spPr>
          <a:xfrm>
            <a:off x="3216400" y="1505883"/>
            <a:ext cx="695127" cy="1924424"/>
          </a:xfrm>
          <a:custGeom>
            <a:avLst/>
            <a:gdLst>
              <a:gd name="connsiteX0" fmla="*/ 0 w 638797"/>
              <a:gd name="connsiteY0" fmla="*/ 0 h 1906495"/>
              <a:gd name="connsiteX1" fmla="*/ 638797 w 638797"/>
              <a:gd name="connsiteY1" fmla="*/ 0 h 1906495"/>
              <a:gd name="connsiteX2" fmla="*/ 638797 w 638797"/>
              <a:gd name="connsiteY2" fmla="*/ 1906495 h 1906495"/>
              <a:gd name="connsiteX3" fmla="*/ 0 w 638797"/>
              <a:gd name="connsiteY3" fmla="*/ 1906495 h 1906495"/>
              <a:gd name="connsiteX4" fmla="*/ 0 w 638797"/>
              <a:gd name="connsiteY4" fmla="*/ 0 h 1906495"/>
              <a:gd name="connsiteX0" fmla="*/ 0 w 674656"/>
              <a:gd name="connsiteY0" fmla="*/ 268941 h 1906495"/>
              <a:gd name="connsiteX1" fmla="*/ 674656 w 674656"/>
              <a:gd name="connsiteY1" fmla="*/ 0 h 1906495"/>
              <a:gd name="connsiteX2" fmla="*/ 674656 w 674656"/>
              <a:gd name="connsiteY2" fmla="*/ 1906495 h 1906495"/>
              <a:gd name="connsiteX3" fmla="*/ 35859 w 674656"/>
              <a:gd name="connsiteY3" fmla="*/ 1906495 h 1906495"/>
              <a:gd name="connsiteX4" fmla="*/ 0 w 674656"/>
              <a:gd name="connsiteY4" fmla="*/ 268941 h 1906495"/>
              <a:gd name="connsiteX0" fmla="*/ 0 w 674656"/>
              <a:gd name="connsiteY0" fmla="*/ 268941 h 1906495"/>
              <a:gd name="connsiteX1" fmla="*/ 656726 w 674656"/>
              <a:gd name="connsiteY1" fmla="*/ 0 h 1906495"/>
              <a:gd name="connsiteX2" fmla="*/ 674656 w 674656"/>
              <a:gd name="connsiteY2" fmla="*/ 1906495 h 1906495"/>
              <a:gd name="connsiteX3" fmla="*/ 35859 w 674656"/>
              <a:gd name="connsiteY3" fmla="*/ 1906495 h 1906495"/>
              <a:gd name="connsiteX4" fmla="*/ 0 w 674656"/>
              <a:gd name="connsiteY4" fmla="*/ 268941 h 1906495"/>
              <a:gd name="connsiteX0" fmla="*/ 0 w 674656"/>
              <a:gd name="connsiteY0" fmla="*/ 280894 h 1918448"/>
              <a:gd name="connsiteX1" fmla="*/ 638797 w 674656"/>
              <a:gd name="connsiteY1" fmla="*/ 0 h 1918448"/>
              <a:gd name="connsiteX2" fmla="*/ 674656 w 674656"/>
              <a:gd name="connsiteY2" fmla="*/ 1918448 h 1918448"/>
              <a:gd name="connsiteX3" fmla="*/ 35859 w 674656"/>
              <a:gd name="connsiteY3" fmla="*/ 1918448 h 1918448"/>
              <a:gd name="connsiteX4" fmla="*/ 0 w 674656"/>
              <a:gd name="connsiteY4" fmla="*/ 280894 h 1918448"/>
              <a:gd name="connsiteX0" fmla="*/ 0 w 686609"/>
              <a:gd name="connsiteY0" fmla="*/ 280894 h 1918448"/>
              <a:gd name="connsiteX1" fmla="*/ 638797 w 686609"/>
              <a:gd name="connsiteY1" fmla="*/ 0 h 1918448"/>
              <a:gd name="connsiteX2" fmla="*/ 686609 w 686609"/>
              <a:gd name="connsiteY2" fmla="*/ 1631578 h 1918448"/>
              <a:gd name="connsiteX3" fmla="*/ 35859 w 686609"/>
              <a:gd name="connsiteY3" fmla="*/ 1918448 h 1918448"/>
              <a:gd name="connsiteX4" fmla="*/ 0 w 686609"/>
              <a:gd name="connsiteY4" fmla="*/ 280894 h 1918448"/>
              <a:gd name="connsiteX0" fmla="*/ 0 w 686609"/>
              <a:gd name="connsiteY0" fmla="*/ 280894 h 1924424"/>
              <a:gd name="connsiteX1" fmla="*/ 638797 w 686609"/>
              <a:gd name="connsiteY1" fmla="*/ 0 h 1924424"/>
              <a:gd name="connsiteX2" fmla="*/ 686609 w 686609"/>
              <a:gd name="connsiteY2" fmla="*/ 1631578 h 1924424"/>
              <a:gd name="connsiteX3" fmla="*/ 47812 w 686609"/>
              <a:gd name="connsiteY3" fmla="*/ 1924424 h 1924424"/>
              <a:gd name="connsiteX4" fmla="*/ 0 w 686609"/>
              <a:gd name="connsiteY4" fmla="*/ 280894 h 1924424"/>
              <a:gd name="connsiteX0" fmla="*/ 0 w 668679"/>
              <a:gd name="connsiteY0" fmla="*/ 280894 h 1924424"/>
              <a:gd name="connsiteX1" fmla="*/ 638797 w 668679"/>
              <a:gd name="connsiteY1" fmla="*/ 0 h 1924424"/>
              <a:gd name="connsiteX2" fmla="*/ 668679 w 668679"/>
              <a:gd name="connsiteY2" fmla="*/ 1649508 h 1924424"/>
              <a:gd name="connsiteX3" fmla="*/ 47812 w 668679"/>
              <a:gd name="connsiteY3" fmla="*/ 1924424 h 1924424"/>
              <a:gd name="connsiteX4" fmla="*/ 0 w 668679"/>
              <a:gd name="connsiteY4" fmla="*/ 280894 h 1924424"/>
              <a:gd name="connsiteX0" fmla="*/ 0 w 680632"/>
              <a:gd name="connsiteY0" fmla="*/ 280894 h 1924424"/>
              <a:gd name="connsiteX1" fmla="*/ 638797 w 680632"/>
              <a:gd name="connsiteY1" fmla="*/ 0 h 1924424"/>
              <a:gd name="connsiteX2" fmla="*/ 680632 w 680632"/>
              <a:gd name="connsiteY2" fmla="*/ 1631579 h 1924424"/>
              <a:gd name="connsiteX3" fmla="*/ 47812 w 680632"/>
              <a:gd name="connsiteY3" fmla="*/ 1924424 h 1924424"/>
              <a:gd name="connsiteX4" fmla="*/ 0 w 680632"/>
              <a:gd name="connsiteY4" fmla="*/ 280894 h 1924424"/>
              <a:gd name="connsiteX0" fmla="*/ 0 w 674655"/>
              <a:gd name="connsiteY0" fmla="*/ 280894 h 1924424"/>
              <a:gd name="connsiteX1" fmla="*/ 638797 w 674655"/>
              <a:gd name="connsiteY1" fmla="*/ 0 h 1924424"/>
              <a:gd name="connsiteX2" fmla="*/ 674655 w 674655"/>
              <a:gd name="connsiteY2" fmla="*/ 1661462 h 1924424"/>
              <a:gd name="connsiteX3" fmla="*/ 47812 w 674655"/>
              <a:gd name="connsiteY3" fmla="*/ 1924424 h 1924424"/>
              <a:gd name="connsiteX4" fmla="*/ 0 w 674655"/>
              <a:gd name="connsiteY4" fmla="*/ 280894 h 1924424"/>
              <a:gd name="connsiteX0" fmla="*/ 0 w 695127"/>
              <a:gd name="connsiteY0" fmla="*/ 280894 h 1924424"/>
              <a:gd name="connsiteX1" fmla="*/ 638797 w 695127"/>
              <a:gd name="connsiteY1" fmla="*/ 0 h 1924424"/>
              <a:gd name="connsiteX2" fmla="*/ 695127 w 695127"/>
              <a:gd name="connsiteY2" fmla="*/ 1647814 h 1924424"/>
              <a:gd name="connsiteX3" fmla="*/ 47812 w 695127"/>
              <a:gd name="connsiteY3" fmla="*/ 1924424 h 1924424"/>
              <a:gd name="connsiteX4" fmla="*/ 0 w 695127"/>
              <a:gd name="connsiteY4" fmla="*/ 280894 h 192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127" h="1924424">
                <a:moveTo>
                  <a:pt x="0" y="280894"/>
                </a:moveTo>
                <a:lnTo>
                  <a:pt x="638797" y="0"/>
                </a:lnTo>
                <a:lnTo>
                  <a:pt x="695127" y="1647814"/>
                </a:lnTo>
                <a:lnTo>
                  <a:pt x="47812" y="1924424"/>
                </a:lnTo>
                <a:lnTo>
                  <a:pt x="0" y="280894"/>
                </a:lnTo>
                <a:close/>
              </a:path>
            </a:pathLst>
          </a:cu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1110C6-4C06-56B8-48D7-E5784D8C90B4}"/>
              </a:ext>
            </a:extLst>
          </p:cNvPr>
          <p:cNvSpPr/>
          <p:nvPr/>
        </p:nvSpPr>
        <p:spPr>
          <a:xfrm>
            <a:off x="2318124" y="1457813"/>
            <a:ext cx="1578909" cy="1697577"/>
          </a:xfrm>
          <a:custGeom>
            <a:avLst/>
            <a:gdLst>
              <a:gd name="connsiteX0" fmla="*/ 0 w 1614767"/>
              <a:gd name="connsiteY0" fmla="*/ 0 h 1733435"/>
              <a:gd name="connsiteX1" fmla="*/ 1614767 w 1614767"/>
              <a:gd name="connsiteY1" fmla="*/ 0 h 1733435"/>
              <a:gd name="connsiteX2" fmla="*/ 1614767 w 1614767"/>
              <a:gd name="connsiteY2" fmla="*/ 1733435 h 1733435"/>
              <a:gd name="connsiteX3" fmla="*/ 0 w 1614767"/>
              <a:gd name="connsiteY3" fmla="*/ 1733435 h 1733435"/>
              <a:gd name="connsiteX4" fmla="*/ 0 w 1614767"/>
              <a:gd name="connsiteY4" fmla="*/ 0 h 1733435"/>
              <a:gd name="connsiteX0" fmla="*/ 0 w 1614767"/>
              <a:gd name="connsiteY0" fmla="*/ 0 h 1733435"/>
              <a:gd name="connsiteX1" fmla="*/ 1614767 w 1614767"/>
              <a:gd name="connsiteY1" fmla="*/ 0 h 1733435"/>
              <a:gd name="connsiteX2" fmla="*/ 1614767 w 1614767"/>
              <a:gd name="connsiteY2" fmla="*/ 1733435 h 1733435"/>
              <a:gd name="connsiteX3" fmla="*/ 77694 w 1614767"/>
              <a:gd name="connsiteY3" fmla="*/ 1637811 h 1733435"/>
              <a:gd name="connsiteX4" fmla="*/ 0 w 1614767"/>
              <a:gd name="connsiteY4" fmla="*/ 0 h 1733435"/>
              <a:gd name="connsiteX0" fmla="*/ 0 w 1572932"/>
              <a:gd name="connsiteY0" fmla="*/ 17929 h 1733435"/>
              <a:gd name="connsiteX1" fmla="*/ 1572932 w 1572932"/>
              <a:gd name="connsiteY1" fmla="*/ 0 h 1733435"/>
              <a:gd name="connsiteX2" fmla="*/ 1572932 w 1572932"/>
              <a:gd name="connsiteY2" fmla="*/ 1733435 h 1733435"/>
              <a:gd name="connsiteX3" fmla="*/ 35859 w 1572932"/>
              <a:gd name="connsiteY3" fmla="*/ 1637811 h 1733435"/>
              <a:gd name="connsiteX4" fmla="*/ 0 w 1572932"/>
              <a:gd name="connsiteY4" fmla="*/ 17929 h 1733435"/>
              <a:gd name="connsiteX0" fmla="*/ 0 w 1572932"/>
              <a:gd name="connsiteY0" fmla="*/ 0 h 1715506"/>
              <a:gd name="connsiteX1" fmla="*/ 1537073 w 1572932"/>
              <a:gd name="connsiteY1" fmla="*/ 53789 h 1715506"/>
              <a:gd name="connsiteX2" fmla="*/ 1572932 w 1572932"/>
              <a:gd name="connsiteY2" fmla="*/ 1715506 h 1715506"/>
              <a:gd name="connsiteX3" fmla="*/ 35859 w 1572932"/>
              <a:gd name="connsiteY3" fmla="*/ 1619882 h 1715506"/>
              <a:gd name="connsiteX4" fmla="*/ 0 w 1572932"/>
              <a:gd name="connsiteY4" fmla="*/ 0 h 1715506"/>
              <a:gd name="connsiteX0" fmla="*/ 0 w 1578909"/>
              <a:gd name="connsiteY0" fmla="*/ 0 h 1697577"/>
              <a:gd name="connsiteX1" fmla="*/ 1537073 w 1578909"/>
              <a:gd name="connsiteY1" fmla="*/ 53789 h 1697577"/>
              <a:gd name="connsiteX2" fmla="*/ 1578909 w 1578909"/>
              <a:gd name="connsiteY2" fmla="*/ 1697577 h 1697577"/>
              <a:gd name="connsiteX3" fmla="*/ 35859 w 1578909"/>
              <a:gd name="connsiteY3" fmla="*/ 1619882 h 1697577"/>
              <a:gd name="connsiteX4" fmla="*/ 0 w 1578909"/>
              <a:gd name="connsiteY4" fmla="*/ 0 h 1697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909" h="1697577">
                <a:moveTo>
                  <a:pt x="0" y="0"/>
                </a:moveTo>
                <a:lnTo>
                  <a:pt x="1537073" y="53789"/>
                </a:lnTo>
                <a:lnTo>
                  <a:pt x="1578909" y="1697577"/>
                </a:lnTo>
                <a:lnTo>
                  <a:pt x="35859" y="16198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2359F9-1278-E9EF-00BE-8A2654D9E6AE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783479" y="2435095"/>
            <a:ext cx="73714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75DF3E7-FC72-185F-5B5A-62CF0DBD86DE}"/>
              </a:ext>
            </a:extLst>
          </p:cNvPr>
          <p:cNvSpPr/>
          <p:nvPr/>
        </p:nvSpPr>
        <p:spPr>
          <a:xfrm>
            <a:off x="1671243" y="1445559"/>
            <a:ext cx="2166024" cy="352240"/>
          </a:xfrm>
          <a:custGeom>
            <a:avLst/>
            <a:gdLst>
              <a:gd name="connsiteX0" fmla="*/ 0 w 2145553"/>
              <a:gd name="connsiteY0" fmla="*/ 0 h 429933"/>
              <a:gd name="connsiteX1" fmla="*/ 2145553 w 2145553"/>
              <a:gd name="connsiteY1" fmla="*/ 0 h 429933"/>
              <a:gd name="connsiteX2" fmla="*/ 2145553 w 2145553"/>
              <a:gd name="connsiteY2" fmla="*/ 429933 h 429933"/>
              <a:gd name="connsiteX3" fmla="*/ 0 w 2145553"/>
              <a:gd name="connsiteY3" fmla="*/ 429933 h 429933"/>
              <a:gd name="connsiteX4" fmla="*/ 0 w 2145553"/>
              <a:gd name="connsiteY4" fmla="*/ 0 h 429933"/>
              <a:gd name="connsiteX0" fmla="*/ 5976 w 2151529"/>
              <a:gd name="connsiteY0" fmla="*/ 0 h 429933"/>
              <a:gd name="connsiteX1" fmla="*/ 2151529 w 2151529"/>
              <a:gd name="connsiteY1" fmla="*/ 0 h 429933"/>
              <a:gd name="connsiteX2" fmla="*/ 2151529 w 2151529"/>
              <a:gd name="connsiteY2" fmla="*/ 429933 h 429933"/>
              <a:gd name="connsiteX3" fmla="*/ 0 w 2151529"/>
              <a:gd name="connsiteY3" fmla="*/ 322357 h 429933"/>
              <a:gd name="connsiteX4" fmla="*/ 5976 w 2151529"/>
              <a:gd name="connsiteY4" fmla="*/ 0 h 429933"/>
              <a:gd name="connsiteX0" fmla="*/ 5976 w 2151529"/>
              <a:gd name="connsiteY0" fmla="*/ 0 h 412004"/>
              <a:gd name="connsiteX1" fmla="*/ 2151529 w 2151529"/>
              <a:gd name="connsiteY1" fmla="*/ 0 h 412004"/>
              <a:gd name="connsiteX2" fmla="*/ 1523999 w 2151529"/>
              <a:gd name="connsiteY2" fmla="*/ 412004 h 412004"/>
              <a:gd name="connsiteX3" fmla="*/ 0 w 2151529"/>
              <a:gd name="connsiteY3" fmla="*/ 322357 h 412004"/>
              <a:gd name="connsiteX4" fmla="*/ 5976 w 2151529"/>
              <a:gd name="connsiteY4" fmla="*/ 0 h 412004"/>
              <a:gd name="connsiteX0" fmla="*/ 5976 w 2151529"/>
              <a:gd name="connsiteY0" fmla="*/ 0 h 340287"/>
              <a:gd name="connsiteX1" fmla="*/ 2151529 w 2151529"/>
              <a:gd name="connsiteY1" fmla="*/ 0 h 340287"/>
              <a:gd name="connsiteX2" fmla="*/ 1512046 w 2151529"/>
              <a:gd name="connsiteY2" fmla="*/ 340287 h 340287"/>
              <a:gd name="connsiteX3" fmla="*/ 0 w 2151529"/>
              <a:gd name="connsiteY3" fmla="*/ 322357 h 340287"/>
              <a:gd name="connsiteX4" fmla="*/ 5976 w 2151529"/>
              <a:gd name="connsiteY4" fmla="*/ 0 h 340287"/>
              <a:gd name="connsiteX0" fmla="*/ 5976 w 2151529"/>
              <a:gd name="connsiteY0" fmla="*/ 0 h 388099"/>
              <a:gd name="connsiteX1" fmla="*/ 2151529 w 2151529"/>
              <a:gd name="connsiteY1" fmla="*/ 0 h 388099"/>
              <a:gd name="connsiteX2" fmla="*/ 1529975 w 2151529"/>
              <a:gd name="connsiteY2" fmla="*/ 388099 h 388099"/>
              <a:gd name="connsiteX3" fmla="*/ 0 w 2151529"/>
              <a:gd name="connsiteY3" fmla="*/ 322357 h 388099"/>
              <a:gd name="connsiteX4" fmla="*/ 5976 w 2151529"/>
              <a:gd name="connsiteY4" fmla="*/ 0 h 388099"/>
              <a:gd name="connsiteX0" fmla="*/ 5976 w 2145552"/>
              <a:gd name="connsiteY0" fmla="*/ 0 h 388099"/>
              <a:gd name="connsiteX1" fmla="*/ 2145552 w 2145552"/>
              <a:gd name="connsiteY1" fmla="*/ 101600 h 388099"/>
              <a:gd name="connsiteX2" fmla="*/ 1529975 w 2145552"/>
              <a:gd name="connsiteY2" fmla="*/ 388099 h 388099"/>
              <a:gd name="connsiteX3" fmla="*/ 0 w 2145552"/>
              <a:gd name="connsiteY3" fmla="*/ 322357 h 388099"/>
              <a:gd name="connsiteX4" fmla="*/ 5976 w 2145552"/>
              <a:gd name="connsiteY4" fmla="*/ 0 h 388099"/>
              <a:gd name="connsiteX0" fmla="*/ 645458 w 2145552"/>
              <a:gd name="connsiteY0" fmla="*/ 0 h 352240"/>
              <a:gd name="connsiteX1" fmla="*/ 2145552 w 2145552"/>
              <a:gd name="connsiteY1" fmla="*/ 65741 h 352240"/>
              <a:gd name="connsiteX2" fmla="*/ 1529975 w 2145552"/>
              <a:gd name="connsiteY2" fmla="*/ 352240 h 352240"/>
              <a:gd name="connsiteX3" fmla="*/ 0 w 2145552"/>
              <a:gd name="connsiteY3" fmla="*/ 286498 h 352240"/>
              <a:gd name="connsiteX4" fmla="*/ 645458 w 2145552"/>
              <a:gd name="connsiteY4" fmla="*/ 0 h 352240"/>
              <a:gd name="connsiteX0" fmla="*/ 665930 w 2166024"/>
              <a:gd name="connsiteY0" fmla="*/ 0 h 352240"/>
              <a:gd name="connsiteX1" fmla="*/ 2166024 w 2166024"/>
              <a:gd name="connsiteY1" fmla="*/ 65741 h 352240"/>
              <a:gd name="connsiteX2" fmla="*/ 1550447 w 2166024"/>
              <a:gd name="connsiteY2" fmla="*/ 352240 h 352240"/>
              <a:gd name="connsiteX3" fmla="*/ 0 w 2166024"/>
              <a:gd name="connsiteY3" fmla="*/ 286498 h 352240"/>
              <a:gd name="connsiteX4" fmla="*/ 665930 w 2166024"/>
              <a:gd name="connsiteY4" fmla="*/ 0 h 35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6024" h="352240">
                <a:moveTo>
                  <a:pt x="665930" y="0"/>
                </a:moveTo>
                <a:lnTo>
                  <a:pt x="2166024" y="65741"/>
                </a:lnTo>
                <a:lnTo>
                  <a:pt x="1550447" y="352240"/>
                </a:lnTo>
                <a:lnTo>
                  <a:pt x="0" y="286498"/>
                </a:lnTo>
                <a:lnTo>
                  <a:pt x="665930" y="0"/>
                </a:lnTo>
                <a:close/>
              </a:path>
            </a:pathLst>
          </a:custGeom>
          <a:solidFill>
            <a:srgbClr val="3E039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FB8D9C-5C7F-5D17-53BB-498C513BB55D}"/>
                  </a:ext>
                </a:extLst>
              </p:cNvPr>
              <p:cNvSpPr txBox="1"/>
              <p:nvPr/>
            </p:nvSpPr>
            <p:spPr>
              <a:xfrm>
                <a:off x="838200" y="4105275"/>
                <a:ext cx="5114925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What does the computer see?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dirty="0"/>
                  <a:t>A result is as good as the </a:t>
                </a:r>
                <a:r>
                  <a:rPr lang="en-IN" sz="1400" b="1" i="1" dirty="0"/>
                  <a:t>input</a:t>
                </a:r>
                <a:r>
                  <a:rPr lang="en-IN" sz="1400" dirty="0"/>
                  <a:t> – parametric dependence 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400" dirty="0"/>
                  <a:t> (BO approximation)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dirty="0"/>
                  <a:t>The </a:t>
                </a:r>
                <a:r>
                  <a:rPr lang="en-IN" sz="1400" b="1" i="1" dirty="0"/>
                  <a:t>simulation box</a:t>
                </a:r>
                <a:r>
                  <a:rPr lang="en-IN" sz="1400" dirty="0"/>
                  <a:t> (of course with atoms inside) is simulated on the computer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dirty="0"/>
                  <a:t>Appropriate </a:t>
                </a:r>
                <a:r>
                  <a:rPr lang="en-IN" sz="1400" b="1" i="1" dirty="0"/>
                  <a:t>size</a:t>
                </a:r>
                <a:r>
                  <a:rPr lang="en-IN" sz="1400" dirty="0"/>
                  <a:t> and </a:t>
                </a:r>
                <a:r>
                  <a:rPr lang="en-IN" sz="1400" b="1" i="1" dirty="0"/>
                  <a:t>boundary conditions</a:t>
                </a:r>
                <a:r>
                  <a:rPr lang="en-IN" sz="1400" dirty="0"/>
                  <a:t> need to be imposed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FB8D9C-5C7F-5D17-53BB-498C513BB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05275"/>
                <a:ext cx="5114925" cy="1600438"/>
              </a:xfrm>
              <a:prstGeom prst="rect">
                <a:avLst/>
              </a:prstGeom>
              <a:blipFill>
                <a:blip r:embed="rId3"/>
                <a:stretch>
                  <a:fillRect l="-358" t="-380" b="-30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computer generated image of a molecule&#10;&#10;Description automatically generated">
            <a:extLst>
              <a:ext uri="{FF2B5EF4-FFF2-40B4-BE49-F238E27FC236}">
                <a16:creationId xmlns:a16="http://schemas.microsoft.com/office/drawing/2014/main" id="{8F75AEE9-06EE-A8B9-30A2-CFE88A2785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10" t="26916" r="12612" b="20556"/>
          <a:stretch/>
        </p:blipFill>
        <p:spPr>
          <a:xfrm>
            <a:off x="8382002" y="3876675"/>
            <a:ext cx="3420701" cy="2706560"/>
          </a:xfrm>
          <a:prstGeom prst="rect">
            <a:avLst/>
          </a:prstGeom>
        </p:spPr>
      </p:pic>
      <p:pic>
        <p:nvPicPr>
          <p:cNvPr id="10" name="Picture 9" descr="A screenshot of a game&#10;&#10;Description automatically generated">
            <a:extLst>
              <a:ext uri="{FF2B5EF4-FFF2-40B4-BE49-F238E27FC236}">
                <a16:creationId xmlns:a16="http://schemas.microsoft.com/office/drawing/2014/main" id="{59257700-FB15-1063-38BC-2A8DBF5AC4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147" t="33095" r="29155" b="33307"/>
          <a:stretch/>
        </p:blipFill>
        <p:spPr>
          <a:xfrm>
            <a:off x="6381075" y="1409700"/>
            <a:ext cx="2343151" cy="23041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805882-8B7B-6E19-A449-C5B7108FF08C}"/>
                  </a:ext>
                </a:extLst>
              </p:cNvPr>
              <p:cNvSpPr txBox="1"/>
              <p:nvPr/>
            </p:nvSpPr>
            <p:spPr>
              <a:xfrm>
                <a:off x="8724226" y="2395151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805882-8B7B-6E19-A449-C5B7108FF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226" y="2395151"/>
                <a:ext cx="496931" cy="276999"/>
              </a:xfrm>
              <a:prstGeom prst="rect">
                <a:avLst/>
              </a:prstGeom>
              <a:blipFill>
                <a:blip r:embed="rId6"/>
                <a:stretch>
                  <a:fillRect l="-1220" r="-24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B22179-B30E-17CE-CAB7-9AA99C3F1EB4}"/>
                  </a:ext>
                </a:extLst>
              </p:cNvPr>
              <p:cNvSpPr txBox="1"/>
              <p:nvPr/>
            </p:nvSpPr>
            <p:spPr>
              <a:xfrm rot="16200000">
                <a:off x="7247034" y="3832490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B22179-B30E-17CE-CAB7-9AA99C3F1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47034" y="3832490"/>
                <a:ext cx="496931" cy="276999"/>
              </a:xfrm>
              <a:prstGeom prst="rect">
                <a:avLst/>
              </a:prstGeom>
              <a:blipFill>
                <a:blip r:embed="rId7"/>
                <a:stretch>
                  <a:fillRect t="-3704" b="-1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A689EE-413E-C781-F5DD-B553C6F7DAE7}"/>
                  </a:ext>
                </a:extLst>
              </p:cNvPr>
              <p:cNvSpPr txBox="1"/>
              <p:nvPr/>
            </p:nvSpPr>
            <p:spPr>
              <a:xfrm rot="16200000">
                <a:off x="7247034" y="1070240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A689EE-413E-C781-F5DD-B553C6F7D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47034" y="1070240"/>
                <a:ext cx="496931" cy="276999"/>
              </a:xfrm>
              <a:prstGeom prst="rect">
                <a:avLst/>
              </a:prstGeom>
              <a:blipFill>
                <a:blip r:embed="rId8"/>
                <a:stretch>
                  <a:fillRect t="-3704" b="-1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F529D2C-1FE6-D957-2AB0-E4B783A97704}"/>
                  </a:ext>
                </a:extLst>
              </p:cNvPr>
              <p:cNvSpPr txBox="1"/>
              <p:nvPr/>
            </p:nvSpPr>
            <p:spPr>
              <a:xfrm>
                <a:off x="5895300" y="2410760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F529D2C-1FE6-D957-2AB0-E4B783A97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300" y="2410760"/>
                <a:ext cx="496931" cy="276999"/>
              </a:xfrm>
              <a:prstGeom prst="rect">
                <a:avLst/>
              </a:prstGeom>
              <a:blipFill>
                <a:blip r:embed="rId9"/>
                <a:stretch>
                  <a:fillRect l="-1220" r="-24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A3999E-5823-AEF1-A2AE-2E5198AB5413}"/>
                  </a:ext>
                </a:extLst>
              </p:cNvPr>
              <p:cNvSpPr txBox="1"/>
              <p:nvPr/>
            </p:nvSpPr>
            <p:spPr>
              <a:xfrm>
                <a:off x="11391227" y="4968532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A3999E-5823-AEF1-A2AE-2E5198AB5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227" y="4968532"/>
                <a:ext cx="496931" cy="276999"/>
              </a:xfrm>
              <a:prstGeom prst="rect">
                <a:avLst/>
              </a:prstGeom>
              <a:blipFill>
                <a:blip r:embed="rId10"/>
                <a:stretch>
                  <a:fillRect l="-1235" r="-37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95046E-A7A3-1BA1-1041-642DB477B294}"/>
                  </a:ext>
                </a:extLst>
              </p:cNvPr>
              <p:cNvSpPr txBox="1"/>
              <p:nvPr/>
            </p:nvSpPr>
            <p:spPr>
              <a:xfrm rot="16200000">
                <a:off x="9628285" y="6301096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95046E-A7A3-1BA1-1041-642DB477B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628285" y="6301096"/>
                <a:ext cx="496931" cy="276999"/>
              </a:xfrm>
              <a:prstGeom prst="rect">
                <a:avLst/>
              </a:prstGeom>
              <a:blipFill>
                <a:blip r:embed="rId11"/>
                <a:stretch>
                  <a:fillRect t="-3704" b="-1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269C68-B008-9CF2-7156-C26EEFEAD3C8}"/>
                  </a:ext>
                </a:extLst>
              </p:cNvPr>
              <p:cNvSpPr txBox="1"/>
              <p:nvPr/>
            </p:nvSpPr>
            <p:spPr>
              <a:xfrm rot="16200000">
                <a:off x="10075960" y="3548371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269C68-B008-9CF2-7156-C26EEFEAD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075960" y="3548371"/>
                <a:ext cx="496931" cy="276999"/>
              </a:xfrm>
              <a:prstGeom prst="rect">
                <a:avLst/>
              </a:prstGeom>
              <a:blipFill>
                <a:blip r:embed="rId12"/>
                <a:stretch>
                  <a:fillRect t="-2439" b="-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DAAAF-F5B3-B077-EBDD-F95E6FE57565}"/>
                  </a:ext>
                </a:extLst>
              </p:cNvPr>
              <p:cNvSpPr txBox="1"/>
              <p:nvPr/>
            </p:nvSpPr>
            <p:spPr>
              <a:xfrm>
                <a:off x="8276551" y="4879366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DAAAF-F5B3-B077-EBDD-F95E6FE57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551" y="4879366"/>
                <a:ext cx="496931" cy="276999"/>
              </a:xfrm>
              <a:prstGeom prst="rect">
                <a:avLst/>
              </a:prstGeom>
              <a:blipFill>
                <a:blip r:embed="rId13"/>
                <a:stretch>
                  <a:fillRect l="-1235" r="-37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5B60369F-6F0C-C820-0B48-C85084BBD603}"/>
              </a:ext>
            </a:extLst>
          </p:cNvPr>
          <p:cNvSpPr txBox="1"/>
          <p:nvPr/>
        </p:nvSpPr>
        <p:spPr>
          <a:xfrm>
            <a:off x="7724775" y="972214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FCC Si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40A45B-D64C-A60C-DD99-0734F93E4BE7}"/>
              </a:ext>
            </a:extLst>
          </p:cNvPr>
          <p:cNvSpPr txBox="1"/>
          <p:nvPr/>
        </p:nvSpPr>
        <p:spPr>
          <a:xfrm>
            <a:off x="8926285" y="3648770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Hexagonal BN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F5C569-1AB9-EAE3-E79A-E3B8118B6892}"/>
              </a:ext>
            </a:extLst>
          </p:cNvPr>
          <p:cNvSpPr txBox="1"/>
          <p:nvPr/>
        </p:nvSpPr>
        <p:spPr>
          <a:xfrm>
            <a:off x="9586437" y="2357051"/>
            <a:ext cx="1646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i="1" dirty="0">
                <a:solidFill>
                  <a:srgbClr val="FF0000"/>
                </a:solidFill>
              </a:rPr>
              <a:t>Infinite domain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5F7B67-4F10-EDC6-2262-EBBF9A29BA0A}"/>
              </a:ext>
            </a:extLst>
          </p:cNvPr>
          <p:cNvSpPr txBox="1"/>
          <p:nvPr/>
        </p:nvSpPr>
        <p:spPr>
          <a:xfrm>
            <a:off x="6255944" y="4814643"/>
            <a:ext cx="2020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rgbClr val="FF0000"/>
                </a:solidFill>
              </a:rPr>
              <a:t>Finite simulation box</a:t>
            </a:r>
          </a:p>
        </p:txBody>
      </p:sp>
    </p:spTree>
    <p:extLst>
      <p:ext uri="{BB962C8B-B14F-4D97-AF65-F5344CB8AC3E}">
        <p14:creationId xmlns:p14="http://schemas.microsoft.com/office/powerpoint/2010/main" val="252016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08A4B94-6C1F-0A06-2F37-ED127AD1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/>
          <a:lstStyle/>
          <a:p>
            <a:r>
              <a:rPr lang="en-IN" dirty="0"/>
              <a:t>Periodic solids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FA346B-EA20-1BD9-9A2C-DA704810348C}"/>
              </a:ext>
            </a:extLst>
          </p:cNvPr>
          <p:cNvSpPr txBox="1"/>
          <p:nvPr/>
        </p:nvSpPr>
        <p:spPr>
          <a:xfrm>
            <a:off x="609600" y="1066800"/>
            <a:ext cx="3400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u="sng" dirty="0"/>
              <a:t>Unit Cell</a:t>
            </a:r>
          </a:p>
          <a:p>
            <a:r>
              <a:rPr lang="en-IN" sz="1400" dirty="0"/>
              <a:t>Smallest repeating unit that has the full rotational and translational symmetry of the crystals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8485358-D4F4-ED2D-54E1-563B941F2E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68" t="32361" r="26013" b="30972"/>
          <a:stretch/>
        </p:blipFill>
        <p:spPr>
          <a:xfrm>
            <a:off x="1409456" y="2449532"/>
            <a:ext cx="2010262" cy="171750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821205-6CA8-B037-7B51-2B28B15BEAE2}"/>
              </a:ext>
            </a:extLst>
          </p:cNvPr>
          <p:cNvCxnSpPr>
            <a:cxnSpLocks/>
          </p:cNvCxnSpPr>
          <p:nvPr/>
        </p:nvCxnSpPr>
        <p:spPr>
          <a:xfrm>
            <a:off x="1581150" y="3878244"/>
            <a:ext cx="833437" cy="7463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45ACF6-942C-5938-7473-73D9656072FF}"/>
              </a:ext>
            </a:extLst>
          </p:cNvPr>
          <p:cNvCxnSpPr>
            <a:cxnSpLocks/>
          </p:cNvCxnSpPr>
          <p:nvPr/>
        </p:nvCxnSpPr>
        <p:spPr>
          <a:xfrm flipV="1">
            <a:off x="1581150" y="3308285"/>
            <a:ext cx="257175" cy="5413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9A63C4-534E-585D-5317-67A7048589AC}"/>
              </a:ext>
            </a:extLst>
          </p:cNvPr>
          <p:cNvCxnSpPr>
            <a:cxnSpLocks/>
          </p:cNvCxnSpPr>
          <p:nvPr/>
        </p:nvCxnSpPr>
        <p:spPr>
          <a:xfrm flipV="1">
            <a:off x="1581150" y="3208356"/>
            <a:ext cx="666750" cy="6698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3F4756-4D85-A39C-DC0D-4977F63D77E9}"/>
              </a:ext>
            </a:extLst>
          </p:cNvPr>
          <p:cNvCxnSpPr>
            <a:cxnSpLocks/>
          </p:cNvCxnSpPr>
          <p:nvPr/>
        </p:nvCxnSpPr>
        <p:spPr>
          <a:xfrm flipH="1">
            <a:off x="623643" y="3878244"/>
            <a:ext cx="9575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B47904-A1B5-8816-C83A-FDE49EA23868}"/>
              </a:ext>
            </a:extLst>
          </p:cNvPr>
          <p:cNvCxnSpPr/>
          <p:nvPr/>
        </p:nvCxnSpPr>
        <p:spPr>
          <a:xfrm flipH="1">
            <a:off x="978325" y="2525694"/>
            <a:ext cx="62413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D6B1845-931B-89FC-123E-F6D55EBF18E1}"/>
              </a:ext>
            </a:extLst>
          </p:cNvPr>
          <p:cNvCxnSpPr>
            <a:cxnSpLocks/>
          </p:cNvCxnSpPr>
          <p:nvPr/>
        </p:nvCxnSpPr>
        <p:spPr>
          <a:xfrm flipH="1">
            <a:off x="1057275" y="4068744"/>
            <a:ext cx="990600" cy="0"/>
          </a:xfrm>
          <a:prstGeom prst="line">
            <a:avLst/>
          </a:prstGeom>
          <a:ln>
            <a:solidFill>
              <a:srgbClr val="130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7B7FE62-1968-3CA8-38A9-164B20F31DB6}"/>
              </a:ext>
            </a:extLst>
          </p:cNvPr>
          <p:cNvCxnSpPr/>
          <p:nvPr/>
        </p:nvCxnSpPr>
        <p:spPr>
          <a:xfrm>
            <a:off x="1085850" y="2525694"/>
            <a:ext cx="0" cy="135255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CCB2E03-8767-AF5A-864C-BD71E62AE4F5}"/>
              </a:ext>
            </a:extLst>
          </p:cNvPr>
          <p:cNvCxnSpPr>
            <a:cxnSpLocks/>
          </p:cNvCxnSpPr>
          <p:nvPr/>
        </p:nvCxnSpPr>
        <p:spPr>
          <a:xfrm>
            <a:off x="914400" y="3878244"/>
            <a:ext cx="495300" cy="179257"/>
          </a:xfrm>
          <a:prstGeom prst="straightConnector1">
            <a:avLst/>
          </a:prstGeom>
          <a:ln>
            <a:solidFill>
              <a:srgbClr val="1309D9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7A325F4-2E49-D9D1-AF45-00E4842CC39E}"/>
              </a:ext>
            </a:extLst>
          </p:cNvPr>
          <p:cNvCxnSpPr>
            <a:cxnSpLocks/>
          </p:cNvCxnSpPr>
          <p:nvPr/>
        </p:nvCxnSpPr>
        <p:spPr>
          <a:xfrm flipV="1">
            <a:off x="1602458" y="2478107"/>
            <a:ext cx="1302667" cy="4758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31CBED2-1E85-0419-1B15-A709FB4ABD77}"/>
                  </a:ext>
                </a:extLst>
              </p:cNvPr>
              <p:cNvSpPr txBox="1"/>
              <p:nvPr/>
            </p:nvSpPr>
            <p:spPr>
              <a:xfrm>
                <a:off x="2045493" y="2180559"/>
                <a:ext cx="335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IN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31CBED2-1E85-0419-1B15-A709FB4AB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493" y="2180559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FED0209-8F8D-C8B2-C06E-86C8661D1B81}"/>
                  </a:ext>
                </a:extLst>
              </p:cNvPr>
              <p:cNvSpPr txBox="1"/>
              <p:nvPr/>
            </p:nvSpPr>
            <p:spPr>
              <a:xfrm>
                <a:off x="742086" y="3054467"/>
                <a:ext cx="335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IN" sz="1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FED0209-8F8D-C8B2-C06E-86C8661D1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86" y="3054467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C74C317-9104-965C-BF68-CC22FBD03154}"/>
                  </a:ext>
                </a:extLst>
              </p:cNvPr>
              <p:cNvSpPr txBox="1"/>
              <p:nvPr/>
            </p:nvSpPr>
            <p:spPr>
              <a:xfrm>
                <a:off x="761056" y="3866414"/>
                <a:ext cx="335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IN" sz="1400" b="1" dirty="0">
                  <a:solidFill>
                    <a:srgbClr val="1309D9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C74C317-9104-965C-BF68-CC22FBD03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056" y="3866414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CD8A5B06-401E-0FC1-1973-254FD9B55E49}"/>
              </a:ext>
            </a:extLst>
          </p:cNvPr>
          <p:cNvSpPr txBox="1"/>
          <p:nvPr/>
        </p:nvSpPr>
        <p:spPr>
          <a:xfrm>
            <a:off x="978325" y="4349678"/>
            <a:ext cx="26821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Simple Cubic Lattice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All sides equal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Angle between sides are 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FCC type: </a:t>
            </a:r>
            <a:r>
              <a:rPr lang="en-IN" sz="1400" b="1" i="1" dirty="0"/>
              <a:t>4 lattice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DD1EE3C-372F-8120-DF31-3971E5D36DA1}"/>
                  </a:ext>
                </a:extLst>
              </p:cNvPr>
              <p:cNvSpPr txBox="1"/>
              <p:nvPr/>
            </p:nvSpPr>
            <p:spPr>
              <a:xfrm>
                <a:off x="1977270" y="3340379"/>
                <a:ext cx="4325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b>
                          <m: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DD1EE3C-372F-8120-DF31-3971E5D36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270" y="3340379"/>
                <a:ext cx="43255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68E21E-D7B0-CAEF-B109-EEAC80C8067E}"/>
                  </a:ext>
                </a:extLst>
              </p:cNvPr>
              <p:cNvSpPr txBox="1"/>
              <p:nvPr/>
            </p:nvSpPr>
            <p:spPr>
              <a:xfrm>
                <a:off x="2006984" y="3906068"/>
                <a:ext cx="4325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b>
                          <m: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68E21E-D7B0-CAEF-B109-EEAC80C80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984" y="3906068"/>
                <a:ext cx="43255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21AF0E0-5EA2-A476-74FD-A6629C301642}"/>
                  </a:ext>
                </a:extLst>
              </p:cNvPr>
              <p:cNvSpPr txBox="1"/>
              <p:nvPr/>
            </p:nvSpPr>
            <p:spPr>
              <a:xfrm>
                <a:off x="1358341" y="3356304"/>
                <a:ext cx="4325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b>
                          <m: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21AF0E0-5EA2-A476-74FD-A6629C301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341" y="3356304"/>
                <a:ext cx="43255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A1A8C07-ADFB-A718-6FC3-935BE9103388}"/>
                  </a:ext>
                </a:extLst>
              </p:cNvPr>
              <p:cNvSpPr txBox="1"/>
              <p:nvPr/>
            </p:nvSpPr>
            <p:spPr>
              <a:xfrm>
                <a:off x="4405312" y="1066799"/>
                <a:ext cx="340042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u="sng" dirty="0"/>
                  <a:t>Primitive Cell</a:t>
                </a:r>
              </a:p>
              <a:p>
                <a:r>
                  <a:rPr lang="en-IN" sz="1400" dirty="0"/>
                  <a:t>The parallelopiped defined by the primitive axes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IN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en-I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IN" sz="1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sz="14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IN" sz="1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IN" sz="14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A1A8C07-ADFB-A718-6FC3-935BE9103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312" y="1066799"/>
                <a:ext cx="3400425" cy="738664"/>
              </a:xfrm>
              <a:prstGeom prst="rect">
                <a:avLst/>
              </a:prstGeom>
              <a:blipFill>
                <a:blip r:embed="rId9"/>
                <a:stretch>
                  <a:fillRect l="-539" t="-1653" b="-7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Picture 44" descr="A blue sphere and a cube&#10;&#10;Description automatically generated">
            <a:extLst>
              <a:ext uri="{FF2B5EF4-FFF2-40B4-BE49-F238E27FC236}">
                <a16:creationId xmlns:a16="http://schemas.microsoft.com/office/drawing/2014/main" id="{8FD6E8C0-9885-8E11-657E-2B4DD3CB16E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8044" t="34051" r="28044" b="31875"/>
          <a:stretch/>
        </p:blipFill>
        <p:spPr>
          <a:xfrm>
            <a:off x="5084937" y="2427438"/>
            <a:ext cx="2030238" cy="1717506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8EEBCA6-6535-DBAC-1593-8C748325F88B}"/>
              </a:ext>
            </a:extLst>
          </p:cNvPr>
          <p:cNvCxnSpPr>
            <a:cxnSpLocks/>
          </p:cNvCxnSpPr>
          <p:nvPr/>
        </p:nvCxnSpPr>
        <p:spPr>
          <a:xfrm flipH="1">
            <a:off x="5101414" y="3831254"/>
            <a:ext cx="405387" cy="9461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C262A0E-4494-C285-3EC9-C5E9974DC53E}"/>
              </a:ext>
            </a:extLst>
          </p:cNvPr>
          <p:cNvCxnSpPr>
            <a:cxnSpLocks/>
          </p:cNvCxnSpPr>
          <p:nvPr/>
        </p:nvCxnSpPr>
        <p:spPr>
          <a:xfrm>
            <a:off x="5495925" y="3830619"/>
            <a:ext cx="1266825" cy="4794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154139C-0FD5-8266-90E0-44D323F65277}"/>
                  </a:ext>
                </a:extLst>
              </p:cNvPr>
              <p:cNvSpPr txBox="1"/>
              <p:nvPr/>
            </p:nvSpPr>
            <p:spPr>
              <a:xfrm>
                <a:off x="5101414" y="3570784"/>
                <a:ext cx="4325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b>
                          <m: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154139C-0FD5-8266-90E0-44D323F65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414" y="3570784"/>
                <a:ext cx="432554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E3E80B-DF32-B6DA-5AF4-02B5048C53D6}"/>
                  </a:ext>
                </a:extLst>
              </p:cNvPr>
              <p:cNvSpPr txBox="1"/>
              <p:nvPr/>
            </p:nvSpPr>
            <p:spPr>
              <a:xfrm>
                <a:off x="5939670" y="3568979"/>
                <a:ext cx="4325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b>
                          <m: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E3E80B-DF32-B6DA-5AF4-02B5048C5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670" y="3568979"/>
                <a:ext cx="432554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ED5AC72-D0A5-56ED-9C61-3D22DF30C703}"/>
              </a:ext>
            </a:extLst>
          </p:cNvPr>
          <p:cNvCxnSpPr>
            <a:cxnSpLocks/>
          </p:cNvCxnSpPr>
          <p:nvPr/>
        </p:nvCxnSpPr>
        <p:spPr>
          <a:xfrm flipV="1">
            <a:off x="5495925" y="2525732"/>
            <a:ext cx="280931" cy="131441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21FDD3-7101-DFF1-6B87-765C4EABF7DE}"/>
                  </a:ext>
                </a:extLst>
              </p:cNvPr>
              <p:cNvSpPr txBox="1"/>
              <p:nvPr/>
            </p:nvSpPr>
            <p:spPr>
              <a:xfrm>
                <a:off x="5596966" y="3022929"/>
                <a:ext cx="4325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b>
                          <m:r>
                            <a:rPr lang="en-I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21FDD3-7101-DFF1-6B87-765C4EABF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966" y="3022929"/>
                <a:ext cx="432554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A3D56305-B545-C85C-2121-29A2F61F2E83}"/>
              </a:ext>
            </a:extLst>
          </p:cNvPr>
          <p:cNvSpPr txBox="1"/>
          <p:nvPr/>
        </p:nvSpPr>
        <p:spPr>
          <a:xfrm>
            <a:off x="4405312" y="4432658"/>
            <a:ext cx="3400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Unit cell containing only </a:t>
            </a:r>
            <a:r>
              <a:rPr lang="en-IN" sz="1400" b="1" i="1" dirty="0"/>
              <a:t>1 lattice point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1B5F77-AB0F-70F3-C933-FCEA1520B0DD}"/>
              </a:ext>
            </a:extLst>
          </p:cNvPr>
          <p:cNvSpPr txBox="1"/>
          <p:nvPr/>
        </p:nvSpPr>
        <p:spPr>
          <a:xfrm>
            <a:off x="8201024" y="1062512"/>
            <a:ext cx="34004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u="sng" dirty="0"/>
              <a:t>Atom Basis</a:t>
            </a:r>
          </a:p>
          <a:p>
            <a:r>
              <a:rPr lang="en-IN" sz="1400" dirty="0"/>
              <a:t>The number of atoms at each lattice point in the cell</a:t>
            </a:r>
          </a:p>
        </p:txBody>
      </p:sp>
      <p:pic>
        <p:nvPicPr>
          <p:cNvPr id="58" name="Picture 57" descr="A blue sphere and a cube&#10;&#10;Description automatically generated">
            <a:extLst>
              <a:ext uri="{FF2B5EF4-FFF2-40B4-BE49-F238E27FC236}">
                <a16:creationId xmlns:a16="http://schemas.microsoft.com/office/drawing/2014/main" id="{7D04FA0A-85E1-A5D6-0CEA-4276448FCDD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8044" t="34051" r="28044" b="31875"/>
          <a:stretch/>
        </p:blipFill>
        <p:spPr>
          <a:xfrm>
            <a:off x="8201024" y="2413314"/>
            <a:ext cx="2030238" cy="1717506"/>
          </a:xfrm>
          <a:prstGeom prst="rect">
            <a:avLst/>
          </a:prstGeom>
        </p:spPr>
      </p:pic>
      <p:pic>
        <p:nvPicPr>
          <p:cNvPr id="60" name="Picture 59" descr="A screenshot of a computer&#10;&#10;Description automatically generated">
            <a:extLst>
              <a:ext uri="{FF2B5EF4-FFF2-40B4-BE49-F238E27FC236}">
                <a16:creationId xmlns:a16="http://schemas.microsoft.com/office/drawing/2014/main" id="{56EAA8BB-F3F2-E1DA-F53A-F6FC4DE4927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30292" t="39167" r="32298" b="36185"/>
          <a:stretch/>
        </p:blipFill>
        <p:spPr>
          <a:xfrm>
            <a:off x="8201024" y="4681796"/>
            <a:ext cx="2153886" cy="169034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F30509F-5D52-4849-5CEF-097969A638A6}"/>
              </a:ext>
            </a:extLst>
          </p:cNvPr>
          <p:cNvSpPr txBox="1"/>
          <p:nvPr/>
        </p:nvSpPr>
        <p:spPr>
          <a:xfrm>
            <a:off x="1861415" y="1952039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FCC Si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EA9A78-DF89-F6D7-D5B0-D5425532B1BD}"/>
              </a:ext>
            </a:extLst>
          </p:cNvPr>
          <p:cNvSpPr txBox="1"/>
          <p:nvPr/>
        </p:nvSpPr>
        <p:spPr>
          <a:xfrm>
            <a:off x="5714277" y="1952039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FCC Si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FD6FF5-E79C-052B-8774-14E05DEA676E}"/>
              </a:ext>
            </a:extLst>
          </p:cNvPr>
          <p:cNvSpPr txBox="1"/>
          <p:nvPr/>
        </p:nvSpPr>
        <p:spPr>
          <a:xfrm>
            <a:off x="9000402" y="1952039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FCC Si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2DAE8E-189D-2C11-D457-D4F17DE092FE}"/>
              </a:ext>
            </a:extLst>
          </p:cNvPr>
          <p:cNvSpPr txBox="1"/>
          <p:nvPr/>
        </p:nvSpPr>
        <p:spPr>
          <a:xfrm>
            <a:off x="8592910" y="4477445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Hexagonal BN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BFDB5D-A6C1-0A4D-0EE6-4285F149F7A9}"/>
              </a:ext>
            </a:extLst>
          </p:cNvPr>
          <p:cNvSpPr txBox="1"/>
          <p:nvPr/>
        </p:nvSpPr>
        <p:spPr>
          <a:xfrm>
            <a:off x="10354910" y="3010457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1 atom per lattice point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56BF2C-3863-DDC9-C96B-73DCE4201A8F}"/>
              </a:ext>
            </a:extLst>
          </p:cNvPr>
          <p:cNvSpPr txBox="1"/>
          <p:nvPr/>
        </p:nvSpPr>
        <p:spPr>
          <a:xfrm>
            <a:off x="10354910" y="5265358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2 atoms per lattice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6AA4595-5A8C-9D05-F1C0-BBB17B7F9960}"/>
                  </a:ext>
                </a:extLst>
              </p:cNvPr>
              <p:cNvSpPr txBox="1"/>
              <p:nvPr/>
            </p:nvSpPr>
            <p:spPr>
              <a:xfrm>
                <a:off x="4510376" y="5005517"/>
                <a:ext cx="3190296" cy="5509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400" dirty="0"/>
                  <a:t>DFT scales as </a:t>
                </a:r>
                <a14:m>
                  <m:oMath xmlns:m="http://schemas.openxmlformats.org/officeDocument/2006/math">
                    <m:r>
                      <a:rPr lang="en-I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𝑒𝑙</m:t>
                            </m:r>
                          </m:sub>
                          <m:sup>
                            <m: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e>
                    </m:d>
                  </m:oMath>
                </a14:m>
                <a:endParaRPr lang="en-IN" sz="1400" dirty="0"/>
              </a:p>
              <a:p>
                <a:pPr algn="ctr"/>
                <a:r>
                  <a:rPr lang="en-IN" sz="1400" dirty="0"/>
                  <a:t>Advantageous to choose primitive cell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6AA4595-5A8C-9D05-F1C0-BBB17B7F9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376" y="5005517"/>
                <a:ext cx="3190296" cy="550920"/>
              </a:xfrm>
              <a:prstGeom prst="rect">
                <a:avLst/>
              </a:prstGeom>
              <a:blipFill>
                <a:blip r:embed="rId15"/>
                <a:stretch>
                  <a:fillRect l="-190" b="-1087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35A9C922-D0EC-3316-F14A-8EEDD4A6BE0B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Kittel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C., Introduction to Solid State Physics,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Wiley, 2019</a:t>
            </a:r>
            <a:endParaRPr lang="en-US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93218D-C787-F552-092E-72837F6E1118}"/>
              </a:ext>
            </a:extLst>
          </p:cNvPr>
          <p:cNvSpPr txBox="1"/>
          <p:nvPr/>
        </p:nvSpPr>
        <p:spPr>
          <a:xfrm>
            <a:off x="4133849" y="5712372"/>
            <a:ext cx="3671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Wigner-Seitz construction: A way to form primitive cell using lattice points.</a:t>
            </a:r>
          </a:p>
        </p:txBody>
      </p:sp>
    </p:spTree>
    <p:extLst>
      <p:ext uri="{BB962C8B-B14F-4D97-AF65-F5344CB8AC3E}">
        <p14:creationId xmlns:p14="http://schemas.microsoft.com/office/powerpoint/2010/main" val="1986285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1" grpId="0"/>
      <p:bldP spid="52" grpId="0"/>
      <p:bldP spid="55" grpId="0"/>
      <p:bldP spid="56" grpId="0"/>
      <p:bldP spid="57" grpId="0"/>
      <p:bldP spid="62" grpId="0"/>
      <p:bldP spid="63" grpId="0"/>
      <p:bldP spid="64" grpId="0"/>
      <p:bldP spid="65" grpId="0"/>
      <p:bldP spid="66" grpId="0"/>
      <p:bldP spid="67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CC27DFE-FBE6-0474-4F73-64C6D602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>
            <a:normAutofit fontScale="90000"/>
          </a:bodyPr>
          <a:lstStyle/>
          <a:p>
            <a:r>
              <a:rPr lang="en-IN" dirty="0"/>
              <a:t>Born-von Karman Boundary Conditions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B5C33E-DF7B-B75B-26F2-FA2127835F2B}"/>
              </a:ext>
            </a:extLst>
          </p:cNvPr>
          <p:cNvSpPr/>
          <p:nvPr/>
        </p:nvSpPr>
        <p:spPr>
          <a:xfrm>
            <a:off x="2295525" y="1362075"/>
            <a:ext cx="704850" cy="6953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AF752-A303-F5A3-9813-0A052A8C694D}"/>
              </a:ext>
            </a:extLst>
          </p:cNvPr>
          <p:cNvSpPr/>
          <p:nvPr/>
        </p:nvSpPr>
        <p:spPr>
          <a:xfrm>
            <a:off x="3000375" y="1362075"/>
            <a:ext cx="704850" cy="6953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950C68-5398-8AF1-1216-9FCD4C551980}"/>
              </a:ext>
            </a:extLst>
          </p:cNvPr>
          <p:cNvSpPr/>
          <p:nvPr/>
        </p:nvSpPr>
        <p:spPr>
          <a:xfrm>
            <a:off x="3705225" y="1362074"/>
            <a:ext cx="704850" cy="6953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2D5DC1-ACF8-9E79-03F7-29E650B09BF4}"/>
                  </a:ext>
                </a:extLst>
              </p:cNvPr>
              <p:cNvSpPr txBox="1"/>
              <p:nvPr/>
            </p:nvSpPr>
            <p:spPr>
              <a:xfrm>
                <a:off x="4504651" y="1571236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2D5DC1-ACF8-9E79-03F7-29E650B09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51" y="1571236"/>
                <a:ext cx="496931" cy="276999"/>
              </a:xfrm>
              <a:prstGeom prst="rect">
                <a:avLst/>
              </a:prstGeom>
              <a:blipFill>
                <a:blip r:embed="rId2"/>
                <a:stretch>
                  <a:fillRect l="-1235" r="-37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65A471-10C8-1696-F45D-50A16EFF9113}"/>
                  </a:ext>
                </a:extLst>
              </p:cNvPr>
              <p:cNvSpPr txBox="1"/>
              <p:nvPr/>
            </p:nvSpPr>
            <p:spPr>
              <a:xfrm>
                <a:off x="1751306" y="1571235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65A471-10C8-1696-F45D-50A16EFF9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306" y="1571235"/>
                <a:ext cx="496931" cy="276999"/>
              </a:xfrm>
              <a:prstGeom prst="rect">
                <a:avLst/>
              </a:prstGeom>
              <a:blipFill>
                <a:blip r:embed="rId3"/>
                <a:stretch>
                  <a:fillRect l="-1220" r="-24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C4F99800-6862-16AD-D136-014AD1E5525C}"/>
              </a:ext>
            </a:extLst>
          </p:cNvPr>
          <p:cNvSpPr/>
          <p:nvPr/>
        </p:nvSpPr>
        <p:spPr>
          <a:xfrm>
            <a:off x="2627405" y="1661099"/>
            <a:ext cx="88714" cy="828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AB7253-A387-F5BA-39F3-2BF36B4E3896}"/>
              </a:ext>
            </a:extLst>
          </p:cNvPr>
          <p:cNvSpPr/>
          <p:nvPr/>
        </p:nvSpPr>
        <p:spPr>
          <a:xfrm>
            <a:off x="3312458" y="1668332"/>
            <a:ext cx="88714" cy="828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F1680F4-264F-7112-A511-1B2B460A8836}"/>
              </a:ext>
            </a:extLst>
          </p:cNvPr>
          <p:cNvSpPr/>
          <p:nvPr/>
        </p:nvSpPr>
        <p:spPr>
          <a:xfrm>
            <a:off x="4001153" y="1677856"/>
            <a:ext cx="88714" cy="828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1D618D-92CE-48FB-3613-A437DD881805}"/>
                  </a:ext>
                </a:extLst>
              </p:cNvPr>
              <p:cNvSpPr txBox="1"/>
              <p:nvPr/>
            </p:nvSpPr>
            <p:spPr>
              <a:xfrm>
                <a:off x="2538314" y="2584975"/>
                <a:ext cx="1628972" cy="566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>
                    <a:latin typeface="Arial   "/>
                  </a:rPr>
                  <a:t>Periodic Potential:</a:t>
                </a:r>
                <a:endParaRPr lang="en-IN" sz="1400" b="0" dirty="0">
                  <a:latin typeface="Arial   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IN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IN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  <m:r>
                        <a:rPr lang="en-IN" sz="1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IN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1D618D-92CE-48FB-3613-A437DD881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314" y="2584975"/>
                <a:ext cx="1628972" cy="566630"/>
              </a:xfrm>
              <a:prstGeom prst="rect">
                <a:avLst/>
              </a:prstGeom>
              <a:blipFill>
                <a:blip r:embed="rId4"/>
                <a:stretch>
                  <a:fillRect l="-1119" t="-2151" r="-22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8B7EF6-368F-7EA0-488A-620630F776A6}"/>
              </a:ext>
            </a:extLst>
          </p:cNvPr>
          <p:cNvCxnSpPr/>
          <p:nvPr/>
        </p:nvCxnSpPr>
        <p:spPr>
          <a:xfrm>
            <a:off x="2295525" y="2171700"/>
            <a:ext cx="704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FA249DA-A97E-7539-02A4-1E0459418D63}"/>
                  </a:ext>
                </a:extLst>
              </p:cNvPr>
              <p:cNvSpPr txBox="1"/>
              <p:nvPr/>
            </p:nvSpPr>
            <p:spPr>
              <a:xfrm>
                <a:off x="2484530" y="2136737"/>
                <a:ext cx="285750" cy="333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FA249DA-A97E-7539-02A4-1E0459418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530" y="2136737"/>
                <a:ext cx="285750" cy="3339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45C548-1BB3-A37C-1426-A125896456F3}"/>
                  </a:ext>
                </a:extLst>
              </p:cNvPr>
              <p:cNvSpPr txBox="1"/>
              <p:nvPr/>
            </p:nvSpPr>
            <p:spPr>
              <a:xfrm>
                <a:off x="902955" y="3450579"/>
                <a:ext cx="4899690" cy="2721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The wavefunctions (usually) have wavelength longer than one unit cell. Therefore,</a:t>
                </a:r>
                <a:endParaRPr lang="en-IN" sz="1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</m:d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1400" dirty="0"/>
                  <a:t> </a:t>
                </a:r>
              </a:p>
              <a:p>
                <a:endParaRPr lang="en-IN" sz="1400" dirty="0"/>
              </a:p>
              <a:p>
                <a:r>
                  <a:rPr lang="en-IN" sz="1400" dirty="0"/>
                  <a:t>But,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400" dirty="0"/>
              </a:p>
              <a:p>
                <a:endParaRPr lang="en-IN" sz="1400" dirty="0"/>
              </a:p>
              <a:p>
                <a:r>
                  <a:rPr lang="en-IN" sz="1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400" dirty="0"/>
                  <a:t> are usually large integers (at least one of them). Total number of unit cells in the “super-cell”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sz="1400" dirty="0"/>
              </a:p>
              <a:p>
                <a:endParaRPr lang="en-IN" sz="1400" dirty="0"/>
              </a:p>
              <a:p>
                <a:r>
                  <a:rPr lang="en-IN" sz="1400" dirty="0"/>
                  <a:t>This is known as the </a:t>
                </a:r>
                <a:r>
                  <a:rPr lang="en-IN" sz="1400" b="1" i="1" dirty="0"/>
                  <a:t>Born-von Karman Boundary Condition</a:t>
                </a:r>
                <a:r>
                  <a:rPr lang="en-IN" sz="1400" dirty="0"/>
                  <a:t> of </a:t>
                </a:r>
                <a:r>
                  <a:rPr lang="en-IN" sz="1400" i="1" dirty="0"/>
                  <a:t>macroscopic periodicity</a:t>
                </a:r>
                <a:r>
                  <a:rPr lang="en-IN" sz="1400" dirty="0"/>
                  <a:t>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45C548-1BB3-A37C-1426-A12589645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55" y="3450579"/>
                <a:ext cx="4899690" cy="2721066"/>
              </a:xfrm>
              <a:prstGeom prst="rect">
                <a:avLst/>
              </a:prstGeom>
              <a:blipFill>
                <a:blip r:embed="rId6"/>
                <a:stretch>
                  <a:fillRect l="-373" t="-448" b="-15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A diagram of blue balls&#10;&#10;Description automatically generated">
            <a:extLst>
              <a:ext uri="{FF2B5EF4-FFF2-40B4-BE49-F238E27FC236}">
                <a16:creationId xmlns:a16="http://schemas.microsoft.com/office/drawing/2014/main" id="{C6B7C45A-E0A4-095D-0601-F914CB13DC9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33" t="30000" r="27893" b="30000"/>
          <a:stretch/>
        </p:blipFill>
        <p:spPr>
          <a:xfrm>
            <a:off x="6794256" y="1526147"/>
            <a:ext cx="1565016" cy="1548470"/>
          </a:xfrm>
          <a:prstGeom prst="rect">
            <a:avLst/>
          </a:prstGeom>
        </p:spPr>
      </p:pic>
      <p:pic>
        <p:nvPicPr>
          <p:cNvPr id="23" name="Picture 22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3E18E995-6F33-3CDF-2DB1-7A7877F66DD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287" t="31416" r="29256" b="31803"/>
          <a:stretch/>
        </p:blipFill>
        <p:spPr>
          <a:xfrm>
            <a:off x="9944313" y="1528680"/>
            <a:ext cx="1598280" cy="1545937"/>
          </a:xfrm>
          <a:prstGeom prst="rect">
            <a:avLst/>
          </a:prstGeom>
        </p:spPr>
      </p:pic>
      <p:pic>
        <p:nvPicPr>
          <p:cNvPr id="25" name="Picture 24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EFABD10A-8224-2796-4849-7CB66434A55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0770" t="32177" r="29466" b="31667"/>
          <a:stretch/>
        </p:blipFill>
        <p:spPr>
          <a:xfrm>
            <a:off x="9977577" y="4687451"/>
            <a:ext cx="1565016" cy="1551420"/>
          </a:xfrm>
          <a:prstGeom prst="rect">
            <a:avLst/>
          </a:prstGeom>
        </p:spPr>
      </p:pic>
      <p:pic>
        <p:nvPicPr>
          <p:cNvPr id="27" name="Picture 26" descr="A blue and green dot pattern&#10;&#10;Description automatically generated">
            <a:extLst>
              <a:ext uri="{FF2B5EF4-FFF2-40B4-BE49-F238E27FC236}">
                <a16:creationId xmlns:a16="http://schemas.microsoft.com/office/drawing/2014/main" id="{353BBE64-6FF7-E759-CB4D-CFBA465FD5C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0467" t="32177" r="29466" b="31803"/>
          <a:stretch/>
        </p:blipFill>
        <p:spPr>
          <a:xfrm>
            <a:off x="6888495" y="4687451"/>
            <a:ext cx="1585042" cy="1553526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0A37BE-2196-423D-2789-4E9D12B77146}"/>
              </a:ext>
            </a:extLst>
          </p:cNvPr>
          <p:cNvCxnSpPr>
            <a:stCxn id="21" idx="3"/>
            <a:endCxn id="23" idx="1"/>
          </p:cNvCxnSpPr>
          <p:nvPr/>
        </p:nvCxnSpPr>
        <p:spPr>
          <a:xfrm>
            <a:off x="8359272" y="2300382"/>
            <a:ext cx="14991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98496E2-BA76-33AB-1DF6-223FD776CE13}"/>
              </a:ext>
            </a:extLst>
          </p:cNvPr>
          <p:cNvCxnSpPr/>
          <p:nvPr/>
        </p:nvCxnSpPr>
        <p:spPr>
          <a:xfrm>
            <a:off x="10887075" y="3151605"/>
            <a:ext cx="0" cy="146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75C933-9D87-2DA1-3D74-3E4CA3FD166E}"/>
              </a:ext>
            </a:extLst>
          </p:cNvPr>
          <p:cNvCxnSpPr>
            <a:endCxn id="27" idx="3"/>
          </p:cNvCxnSpPr>
          <p:nvPr/>
        </p:nvCxnSpPr>
        <p:spPr>
          <a:xfrm flipH="1">
            <a:off x="8473537" y="5463161"/>
            <a:ext cx="1384838" cy="1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F8337F0-3695-9D17-F69C-44031F135D5F}"/>
                  </a:ext>
                </a:extLst>
              </p:cNvPr>
              <p:cNvSpPr txBox="1"/>
              <p:nvPr/>
            </p:nvSpPr>
            <p:spPr>
              <a:xfrm>
                <a:off x="8625806" y="1998237"/>
                <a:ext cx="9660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/>
                  <a:t>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F8337F0-3695-9D17-F69C-44031F135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806" y="1998237"/>
                <a:ext cx="966034" cy="276999"/>
              </a:xfrm>
              <a:prstGeom prst="rect">
                <a:avLst/>
              </a:prstGeom>
              <a:blipFill>
                <a:blip r:embed="rId11"/>
                <a:stretch>
                  <a:fillRect l="-633" t="-444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2343610-3AF8-787B-7512-E1B93E4B5969}"/>
                  </a:ext>
                </a:extLst>
              </p:cNvPr>
              <p:cNvSpPr txBox="1"/>
              <p:nvPr/>
            </p:nvSpPr>
            <p:spPr>
              <a:xfrm>
                <a:off x="10923195" y="3825184"/>
                <a:ext cx="9660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/>
                  <a:t>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2343610-3AF8-787B-7512-E1B93E4B5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3195" y="3825184"/>
                <a:ext cx="966034" cy="276999"/>
              </a:xfrm>
              <a:prstGeom prst="rect">
                <a:avLst/>
              </a:prstGeom>
              <a:blipFill>
                <a:blip r:embed="rId12"/>
                <a:stretch>
                  <a:fillRect l="-633" t="-2174" b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6FFE8C-F433-6809-62AE-5D0BF047A5C2}"/>
                  </a:ext>
                </a:extLst>
              </p:cNvPr>
              <p:cNvSpPr txBox="1"/>
              <p:nvPr/>
            </p:nvSpPr>
            <p:spPr>
              <a:xfrm>
                <a:off x="8747716" y="5065287"/>
                <a:ext cx="9660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/>
                  <a:t>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6FFE8C-F433-6809-62AE-5D0BF047A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716" y="5065287"/>
                <a:ext cx="966034" cy="276999"/>
              </a:xfrm>
              <a:prstGeom prst="rect">
                <a:avLst/>
              </a:prstGeom>
              <a:blipFill>
                <a:blip r:embed="rId11"/>
                <a:stretch>
                  <a:fillRect l="-633" t="-444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8E77ED74-1F3F-5143-5E07-A03F0349A464}"/>
              </a:ext>
            </a:extLst>
          </p:cNvPr>
          <p:cNvSpPr txBox="1"/>
          <p:nvPr/>
        </p:nvSpPr>
        <p:spPr>
          <a:xfrm>
            <a:off x="6944002" y="3455852"/>
            <a:ext cx="12655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Till convergence in energy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32382B7-8198-1565-4C27-2DDD46F92F11}"/>
              </a:ext>
            </a:extLst>
          </p:cNvPr>
          <p:cNvCxnSpPr>
            <a:endCxn id="37" idx="2"/>
          </p:cNvCxnSpPr>
          <p:nvPr/>
        </p:nvCxnSpPr>
        <p:spPr>
          <a:xfrm flipV="1">
            <a:off x="7576764" y="4194516"/>
            <a:ext cx="0" cy="425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1EB277-A189-86CD-C004-A28F97227318}"/>
                  </a:ext>
                </a:extLst>
              </p:cNvPr>
              <p:cNvSpPr txBox="1"/>
              <p:nvPr/>
            </p:nvSpPr>
            <p:spPr>
              <a:xfrm>
                <a:off x="7575014" y="4280619"/>
                <a:ext cx="9660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/>
                  <a:t>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1EB277-A189-86CD-C004-A28F97227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014" y="4280619"/>
                <a:ext cx="966034" cy="276999"/>
              </a:xfrm>
              <a:prstGeom prst="rect">
                <a:avLst/>
              </a:prstGeom>
              <a:blipFill>
                <a:blip r:embed="rId12"/>
                <a:stretch>
                  <a:fillRect l="-633" t="-2174" b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47814A0-8B74-A7C9-9450-58FDF1FA2992}"/>
                  </a:ext>
                </a:extLst>
              </p:cNvPr>
              <p:cNvSpPr txBox="1"/>
              <p:nvPr/>
            </p:nvSpPr>
            <p:spPr>
              <a:xfrm>
                <a:off x="8473537" y="3348411"/>
                <a:ext cx="1851694" cy="78726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/>
                  <a:t>Since DFT scales as </a:t>
                </a:r>
                <a14:m>
                  <m:oMath xmlns:m="http://schemas.openxmlformats.org/officeDocument/2006/math">
                    <m:r>
                      <a:rPr lang="en-I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N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𝑒𝑙</m:t>
                            </m:r>
                          </m:sub>
                          <m:sup>
                            <m:r>
                              <a:rPr lang="en-I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IN" sz="1400" dirty="0"/>
                  <a:t>, cost increases massively!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47814A0-8B74-A7C9-9450-58FDF1FA2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537" y="3348411"/>
                <a:ext cx="1851694" cy="787267"/>
              </a:xfrm>
              <a:prstGeom prst="rect">
                <a:avLst/>
              </a:prstGeom>
              <a:blipFill>
                <a:blip r:embed="rId13"/>
                <a:stretch>
                  <a:fillRect r="-1634" b="-458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F95D8E8A-5C5C-07D9-4215-AD8B88A17BF0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Ashcroft, N.</a:t>
            </a:r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W. and Mermin, N. D.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Solid State Physics, </a:t>
            </a:r>
            <a:r>
              <a:rPr lang="en-IN" sz="800" b="0" i="1" dirty="0" err="1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Hartcourt</a:t>
            </a:r>
            <a:r>
              <a:rPr lang="en-IN" sz="800" b="0" i="1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College Publishers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, 1976</a:t>
            </a:r>
            <a:endParaRPr lang="en-US" sz="800" dirty="0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E69D6AE1-8A39-5D7F-3613-E5A6CF4B87F3}"/>
              </a:ext>
            </a:extLst>
          </p:cNvPr>
          <p:cNvSpPr/>
          <p:nvPr/>
        </p:nvSpPr>
        <p:spPr>
          <a:xfrm>
            <a:off x="2133600" y="1362074"/>
            <a:ext cx="466560" cy="1548470"/>
          </a:xfrm>
          <a:prstGeom prst="arc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DD13967F-3401-0896-CCEB-4F0C0AF077FF}"/>
              </a:ext>
            </a:extLst>
          </p:cNvPr>
          <p:cNvSpPr/>
          <p:nvPr/>
        </p:nvSpPr>
        <p:spPr>
          <a:xfrm flipH="1">
            <a:off x="2752725" y="1371601"/>
            <a:ext cx="466560" cy="1548470"/>
          </a:xfrm>
          <a:prstGeom prst="arc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D2812163-87E6-D620-8B9F-7AD79E576A6A}"/>
              </a:ext>
            </a:extLst>
          </p:cNvPr>
          <p:cNvSpPr/>
          <p:nvPr/>
        </p:nvSpPr>
        <p:spPr>
          <a:xfrm>
            <a:off x="2809875" y="1371599"/>
            <a:ext cx="466560" cy="1548470"/>
          </a:xfrm>
          <a:prstGeom prst="arc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F490682E-C57E-AC35-5461-183EB38010A4}"/>
              </a:ext>
            </a:extLst>
          </p:cNvPr>
          <p:cNvSpPr/>
          <p:nvPr/>
        </p:nvSpPr>
        <p:spPr>
          <a:xfrm flipH="1">
            <a:off x="3429000" y="1381126"/>
            <a:ext cx="466560" cy="1548470"/>
          </a:xfrm>
          <a:prstGeom prst="arc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79A53FB-74D8-8ECA-7B88-7224D55B8B2D}"/>
              </a:ext>
            </a:extLst>
          </p:cNvPr>
          <p:cNvSpPr/>
          <p:nvPr/>
        </p:nvSpPr>
        <p:spPr>
          <a:xfrm>
            <a:off x="3505200" y="1362074"/>
            <a:ext cx="466560" cy="1548470"/>
          </a:xfrm>
          <a:prstGeom prst="arc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7174A61E-E38E-5472-8D32-8C2BF6538F8D}"/>
              </a:ext>
            </a:extLst>
          </p:cNvPr>
          <p:cNvSpPr/>
          <p:nvPr/>
        </p:nvSpPr>
        <p:spPr>
          <a:xfrm flipH="1">
            <a:off x="4124325" y="1371601"/>
            <a:ext cx="466560" cy="1548470"/>
          </a:xfrm>
          <a:prstGeom prst="arc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902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40" grpId="0"/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9F0FC4D-E6CC-2532-E679-62D1275F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>
            <a:normAutofit/>
          </a:bodyPr>
          <a:lstStyle/>
          <a:p>
            <a:r>
              <a:rPr lang="en-IN" dirty="0"/>
              <a:t>Bloch Periodic Boundary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D9D364-9483-C9AA-C27D-5967C077DE91}"/>
                  </a:ext>
                </a:extLst>
              </p:cNvPr>
              <p:cNvSpPr txBox="1"/>
              <p:nvPr/>
            </p:nvSpPr>
            <p:spPr>
              <a:xfrm>
                <a:off x="609600" y="1181100"/>
                <a:ext cx="11001375" cy="3336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u="sng" dirty="0"/>
                  <a:t>Bloch’s Theorem</a:t>
                </a:r>
                <a:r>
                  <a:rPr lang="en-IN" sz="1400" dirty="0"/>
                  <a:t>: The eigenstates of the one-electron Hamiltonian for a periodic potential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IN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acc>
                          </m:e>
                        </m:d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r>
                  <a:rPr lang="en-IN" sz="1400" dirty="0"/>
                  <a:t> can be chosen to have a form of a plane wave times a function with the periodicity of the lattice</a:t>
                </a:r>
              </a:p>
              <a:p>
                <a:endParaRPr lang="en-IN" sz="1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sup>
                      </m:sSup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sz="1400" dirty="0"/>
              </a:p>
              <a:p>
                <a:pPr>
                  <a:lnSpc>
                    <a:spcPct val="150000"/>
                  </a:lnSpc>
                </a:pPr>
                <a:r>
                  <a:rPr lang="en-IN" sz="1400" dirty="0"/>
                  <a:t>Where,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;</m:t>
                      </m:r>
                      <m:acc>
                        <m:accPr>
                          <m:chr m:val="⃗"/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1400" dirty="0"/>
                  <a:t> are the lattice vectors in “</a:t>
                </a:r>
                <a:r>
                  <a:rPr lang="en-IN" sz="1400" dirty="0">
                    <a:solidFill>
                      <a:srgbClr val="1309D9"/>
                    </a:solidFill>
                  </a:rPr>
                  <a:t>real</a:t>
                </a:r>
                <a:r>
                  <a:rPr lang="en-IN" sz="1400" dirty="0"/>
                  <a:t>” space.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1400" dirty="0"/>
                  <a:t> is the wave function of the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1400" dirty="0"/>
                  <a:t>-</a:t>
                </a:r>
                <a:r>
                  <a:rPr lang="en-IN" sz="1400" dirty="0" err="1"/>
                  <a:t>th</a:t>
                </a:r>
                <a:r>
                  <a:rPr lang="en-IN" sz="1400" dirty="0"/>
                  <a:t> electron in the </a:t>
                </a:r>
                <a:r>
                  <a:rPr lang="en-IN" sz="1400" dirty="0">
                    <a:solidFill>
                      <a:srgbClr val="1309D9"/>
                    </a:solidFill>
                  </a:rPr>
                  <a:t>entire crystal</a:t>
                </a:r>
                <a:r>
                  <a:rPr lang="en-IN" sz="1400" dirty="0"/>
                  <a:t>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1400" dirty="0"/>
                  <a:t> is the wave function of the 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1400" dirty="0"/>
                  <a:t>-</a:t>
                </a:r>
                <a:r>
                  <a:rPr lang="en-IN" sz="1400" dirty="0" err="1"/>
                  <a:t>th</a:t>
                </a:r>
                <a:r>
                  <a:rPr lang="en-IN" sz="1400" dirty="0"/>
                  <a:t> electron in </a:t>
                </a:r>
                <a:r>
                  <a:rPr lang="en-IN" sz="1400" dirty="0">
                    <a:solidFill>
                      <a:srgbClr val="1309D9"/>
                    </a:solidFill>
                  </a:rPr>
                  <a:t>one unit cell</a:t>
                </a:r>
                <a:r>
                  <a:rPr lang="en-IN" sz="1400" dirty="0"/>
                  <a:t>. </a:t>
                </a:r>
                <a:endParaRPr lang="en-IN" sz="1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sup>
                    </m:sSup>
                  </m:oMath>
                </a14:m>
                <a:r>
                  <a:rPr lang="en-IN" sz="1400" dirty="0"/>
                  <a:t> is the planewave with the wave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lang="en-IN" sz="1400" dirty="0"/>
                  <a:t> inside the Wigner-Seitz cell in the “</a:t>
                </a:r>
                <a:r>
                  <a:rPr lang="en-IN" sz="1400" dirty="0">
                    <a:solidFill>
                      <a:srgbClr val="1309D9"/>
                    </a:solidFill>
                  </a:rPr>
                  <a:t>reciprocal</a:t>
                </a:r>
                <a:r>
                  <a:rPr lang="en-IN" sz="1400" dirty="0"/>
                  <a:t>” lattice (1</a:t>
                </a:r>
                <a:r>
                  <a:rPr lang="en-IN" sz="1400" baseline="30000" dirty="0"/>
                  <a:t>st</a:t>
                </a:r>
                <a:r>
                  <a:rPr lang="en-IN" sz="1400" dirty="0"/>
                  <a:t> Brillouin Zone)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D9D364-9483-C9AA-C27D-5967C077D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181100"/>
                <a:ext cx="11001375" cy="3336298"/>
              </a:xfrm>
              <a:prstGeom prst="rect">
                <a:avLst/>
              </a:prstGeom>
              <a:blipFill>
                <a:blip r:embed="rId2"/>
                <a:stretch>
                  <a:fillRect l="-166" b="-12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D5BD93-6C6D-4F47-B6A5-D699641053C7}"/>
                  </a:ext>
                </a:extLst>
              </p:cNvPr>
              <p:cNvSpPr txBox="1"/>
              <p:nvPr/>
            </p:nvSpPr>
            <p:spPr>
              <a:xfrm>
                <a:off x="742950" y="4713877"/>
                <a:ext cx="2675156" cy="565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</m:d>
                        </m:sup>
                      </m:sSup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sup>
                      </m:sSup>
                      <m:sSup>
                        <m:s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sup>
                      </m:sSup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D5BD93-6C6D-4F47-B6A5-D69964105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0" y="4713877"/>
                <a:ext cx="2675156" cy="565796"/>
              </a:xfrm>
              <a:prstGeom prst="rect">
                <a:avLst/>
              </a:prstGeom>
              <a:blipFill>
                <a:blip r:embed="rId3"/>
                <a:stretch>
                  <a:fillRect l="-1822" t="-4301" r="-5011" b="-96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A2DF79-F980-FC14-E371-20F688109663}"/>
                  </a:ext>
                </a:extLst>
              </p:cNvPr>
              <p:cNvSpPr txBox="1"/>
              <p:nvPr/>
            </p:nvSpPr>
            <p:spPr>
              <a:xfrm>
                <a:off x="4783321" y="4814802"/>
                <a:ext cx="2653932" cy="3639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sup>
                      </m:sSup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A2DF79-F980-FC14-E371-20F688109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321" y="4814802"/>
                <a:ext cx="2653932" cy="363946"/>
              </a:xfrm>
              <a:prstGeom prst="rect">
                <a:avLst/>
              </a:prstGeom>
              <a:blipFill>
                <a:blip r:embed="rId4"/>
                <a:stretch>
                  <a:fillRect l="-2288" t="-16129" r="-8924" b="-161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13AA1D-DBE0-4A81-9292-BA5EF8BC003B}"/>
                  </a:ext>
                </a:extLst>
              </p:cNvPr>
              <p:cNvSpPr txBox="1"/>
              <p:nvPr/>
            </p:nvSpPr>
            <p:spPr>
              <a:xfrm>
                <a:off x="8439151" y="4814802"/>
                <a:ext cx="317182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13AA1D-DBE0-4A81-9292-BA5EF8BC0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151" y="4814802"/>
                <a:ext cx="3171824" cy="307777"/>
              </a:xfrm>
              <a:prstGeom prst="rect">
                <a:avLst/>
              </a:prstGeom>
              <a:blipFill>
                <a:blip r:embed="rId5"/>
                <a:stretch>
                  <a:fillRect t="-10000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8D17F6-906A-9B04-6091-A9362162DFFE}"/>
              </a:ext>
            </a:extLst>
          </p:cNvPr>
          <p:cNvCxnSpPr>
            <a:endCxn id="5" idx="1"/>
          </p:cNvCxnSpPr>
          <p:nvPr/>
        </p:nvCxnSpPr>
        <p:spPr>
          <a:xfrm>
            <a:off x="3505200" y="4996775"/>
            <a:ext cx="1278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814F28-D6CB-5D49-F22E-5AB2BCE55D6B}"/>
              </a:ext>
            </a:extLst>
          </p:cNvPr>
          <p:cNvSpPr txBox="1"/>
          <p:nvPr/>
        </p:nvSpPr>
        <p:spPr>
          <a:xfrm>
            <a:off x="4626121" y="5203473"/>
            <a:ext cx="2953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</a:rPr>
              <a:t>Bloch Periodic Boundary Condition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2652D-EC68-ED2E-61C6-AC1A2983875E}"/>
              </a:ext>
            </a:extLst>
          </p:cNvPr>
          <p:cNvSpPr txBox="1"/>
          <p:nvPr/>
        </p:nvSpPr>
        <p:spPr>
          <a:xfrm>
            <a:off x="8401442" y="5175896"/>
            <a:ext cx="3209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Born von-Karman Boundary Condition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948251-46F7-686F-C9A2-8F93D54AB1F3}"/>
                  </a:ext>
                </a:extLst>
              </p:cNvPr>
              <p:cNvSpPr txBox="1"/>
              <p:nvPr/>
            </p:nvSpPr>
            <p:spPr>
              <a:xfrm>
                <a:off x="4565680" y="5498438"/>
                <a:ext cx="3292445" cy="981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dirty="0"/>
                  <a:t>Can use a smaller super/unit-cell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𝑒𝑙</m:t>
                            </m:r>
                          </m:sub>
                          <m:sup>
                            <m: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IN" sz="1400" dirty="0"/>
                  <a:t> - overall savings in cost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sz="1400" dirty="0"/>
                  <a:t> - number of k-points chosen (can be reduced by symmetry)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948251-46F7-686F-C9A2-8F93D54AB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680" y="5498438"/>
                <a:ext cx="3292445" cy="981807"/>
              </a:xfrm>
              <a:prstGeom prst="rect">
                <a:avLst/>
              </a:prstGeom>
              <a:blipFill>
                <a:blip r:embed="rId6"/>
                <a:stretch>
                  <a:fillRect l="-370" t="-1242" b="-5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8012CC-BA55-D24C-BE7C-70E5FC312582}"/>
                  </a:ext>
                </a:extLst>
              </p:cNvPr>
              <p:cNvSpPr txBox="1"/>
              <p:nvPr/>
            </p:nvSpPr>
            <p:spPr>
              <a:xfrm>
                <a:off x="8439151" y="5483673"/>
                <a:ext cx="3202095" cy="5509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dirty="0"/>
                  <a:t>Larger super-cells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𝑒𝑙</m:t>
                            </m:r>
                          </m:sub>
                          <m:sup>
                            <m: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IN" sz="1400" dirty="0"/>
                  <a:t> - higher computational cost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8012CC-BA55-D24C-BE7C-70E5FC312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151" y="5483673"/>
                <a:ext cx="3202095" cy="550920"/>
              </a:xfrm>
              <a:prstGeom prst="rect">
                <a:avLst/>
              </a:prstGeom>
              <a:blipFill>
                <a:blip r:embed="rId7"/>
                <a:stretch>
                  <a:fillRect l="-190" t="-2222" b="-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AC756D9-CEE3-C0B3-8983-6C0BEACD4E4C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Ashcroft, N.</a:t>
            </a:r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W. and Mermin, N. D.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Solid State Physics, </a:t>
            </a:r>
            <a:r>
              <a:rPr lang="en-IN" sz="800" b="0" i="1" dirty="0" err="1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Hartcourt</a:t>
            </a:r>
            <a:r>
              <a:rPr lang="en-IN" sz="800" b="0" i="1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College Publishers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, 1976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8997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/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8FB2AF-AD44-4F32-76A8-FF313887E60F}"/>
                  </a:ext>
                </a:extLst>
              </p:cNvPr>
              <p:cNvSpPr txBox="1"/>
              <p:nvPr/>
            </p:nvSpPr>
            <p:spPr>
              <a:xfrm>
                <a:off x="838201" y="1057275"/>
                <a:ext cx="5257800" cy="5237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Any point in the “</a:t>
                </a:r>
                <a:r>
                  <a:rPr lang="en-IN" sz="1400" dirty="0">
                    <a:solidFill>
                      <a:srgbClr val="1309D9"/>
                    </a:solidFill>
                  </a:rPr>
                  <a:t>real</a:t>
                </a:r>
                <a:r>
                  <a:rPr lang="en-IN" sz="1400" dirty="0"/>
                  <a:t>” space can be defined in terms of the </a:t>
                </a:r>
                <a:r>
                  <a:rPr lang="en-IN" sz="1400" dirty="0">
                    <a:solidFill>
                      <a:srgbClr val="1309D9"/>
                    </a:solidFill>
                  </a:rPr>
                  <a:t>lattice vector basis</a:t>
                </a:r>
                <a:r>
                  <a:rPr lang="en-IN" sz="1400" dirty="0"/>
                  <a:t>. The lattice translation vector is given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  <a:p>
                <a:endParaRPr lang="en-IN" sz="1400" dirty="0"/>
              </a:p>
              <a:p>
                <a:r>
                  <a:rPr lang="en-IN" sz="1400" dirty="0"/>
                  <a:t>Let the space of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lang="en-IN" sz="1400" dirty="0"/>
                  <a:t> form a space (called the </a:t>
                </a:r>
                <a:r>
                  <a:rPr lang="en-IN" sz="1400" dirty="0">
                    <a:solidFill>
                      <a:srgbClr val="1309D9"/>
                    </a:solidFill>
                  </a:rPr>
                  <a:t>reciprocal or k-space</a:t>
                </a:r>
                <a:r>
                  <a:rPr lang="en-IN" sz="1400" dirty="0"/>
                  <a:t>),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  <a:p>
                <a:endParaRPr lang="en-IN" sz="1400" dirty="0"/>
              </a:p>
              <a:p>
                <a:r>
                  <a:rPr lang="en-IN" sz="1400" dirty="0"/>
                  <a:t>Where the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4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1400" dirty="0"/>
                  <a:t> form the </a:t>
                </a:r>
                <a:r>
                  <a:rPr lang="en-IN" sz="1400" dirty="0">
                    <a:solidFill>
                      <a:srgbClr val="1309D9"/>
                    </a:solidFill>
                  </a:rPr>
                  <a:t>reciprocal lattice vectors</a:t>
                </a:r>
                <a:r>
                  <a:rPr lang="en-IN" sz="1400" dirty="0"/>
                  <a:t> (or the reciprocal lattice basis). The k-space is so defined such that,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𝕫</m:t>
                      </m:r>
                    </m:oMath>
                  </m:oMathPara>
                </a14:m>
                <a:endParaRPr lang="en-I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1400" dirty="0"/>
              </a:p>
              <a:p>
                <a:endParaRPr lang="en-IN" sz="1400" dirty="0"/>
              </a:p>
              <a:p>
                <a:r>
                  <a:rPr lang="en-IN" sz="1400" dirty="0"/>
                  <a:t>Explicitly, the reciprocal lattice vectors can be expressed as,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I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I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IN" sz="1400" dirty="0"/>
              </a:p>
              <a:p>
                <a:endParaRPr lang="en-IN" sz="1400" dirty="0"/>
              </a:p>
              <a:p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sz="1400" dirty="0"/>
                  <a:t> is the volume of the unit cell lattice in the “</a:t>
                </a:r>
                <a:r>
                  <a:rPr lang="en-IN" sz="1400" dirty="0">
                    <a:solidFill>
                      <a:srgbClr val="1309D9"/>
                    </a:solidFill>
                  </a:rPr>
                  <a:t>real</a:t>
                </a:r>
                <a:r>
                  <a:rPr lang="en-IN" sz="1400" dirty="0"/>
                  <a:t>”-space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8FB2AF-AD44-4F32-76A8-FF313887E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057275"/>
                <a:ext cx="5257800" cy="5237588"/>
              </a:xfrm>
              <a:prstGeom prst="rect">
                <a:avLst/>
              </a:prstGeom>
              <a:blipFill>
                <a:blip r:embed="rId2"/>
                <a:stretch>
                  <a:fillRect l="-348" t="-116" b="-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DE09BB6-BBE0-6B77-EA7C-B2C8916B4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889" y="1073343"/>
            <a:ext cx="2533651" cy="266321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899B768-2B89-6A55-72C6-A3F6199B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n-IN" dirty="0"/>
              <a:t>Reciprocal space (k-space)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346976-F120-7A7A-D945-C0741F75B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0338" y="2630130"/>
            <a:ext cx="2920181" cy="25591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99E5C8-7414-0A36-B06D-5BFE1B383FD7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Sholl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D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S. and Steckel, J. A.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Density functional theory: A practical introduction,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Wiley, 2009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7CF8CB-F113-D3F9-5F16-6E1D49105710}"/>
                  </a:ext>
                </a:extLst>
              </p:cNvPr>
              <p:cNvSpPr txBox="1"/>
              <p:nvPr/>
            </p:nvSpPr>
            <p:spPr>
              <a:xfrm>
                <a:off x="8962939" y="1982484"/>
                <a:ext cx="2755563" cy="6476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sz="1400" dirty="0">
                    <a:latin typeface="Arial   "/>
                  </a:rPr>
                  <a:t>The volume of the Brillouin Zone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𝐵𝑍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7CF8CB-F113-D3F9-5F16-6E1D49105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2939" y="1982484"/>
                <a:ext cx="2755563" cy="647678"/>
              </a:xfrm>
              <a:prstGeom prst="rect">
                <a:avLst/>
              </a:prstGeom>
              <a:blipFill>
                <a:blip r:embed="rId5"/>
                <a:stretch>
                  <a:fillRect l="-3982" t="-8491" r="-33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72ED4A-59FA-33A3-0C09-149CE24393F7}"/>
                  </a:ext>
                </a:extLst>
              </p:cNvPr>
              <p:cNvSpPr txBox="1"/>
              <p:nvPr/>
            </p:nvSpPr>
            <p:spPr>
              <a:xfrm>
                <a:off x="6096000" y="4435857"/>
                <a:ext cx="3255699" cy="909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sz="1400" b="0" dirty="0">
                    <a:latin typeface="Arial   "/>
                  </a:rPr>
                  <a:t>The electron density becomes,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sSup>
                            <m:sSup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nary>
                        <m:nary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  <m:t>𝑒𝑙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IN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en-IN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IN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</m:acc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d>
                                    <m:dPr>
                                      <m:ctrlP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IN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IN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acc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72ED4A-59FA-33A3-0C09-149CE2439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435857"/>
                <a:ext cx="3255699" cy="909031"/>
              </a:xfrm>
              <a:prstGeom prst="rect">
                <a:avLst/>
              </a:prstGeom>
              <a:blipFill>
                <a:blip r:embed="rId6"/>
                <a:stretch>
                  <a:fillRect l="-3371" t="-67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DD168D1-7479-E2E6-1FDD-A191D505B07C}"/>
              </a:ext>
            </a:extLst>
          </p:cNvPr>
          <p:cNvSpPr txBox="1"/>
          <p:nvPr/>
        </p:nvSpPr>
        <p:spPr>
          <a:xfrm>
            <a:off x="8105776" y="5511164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Occupation of j-</a:t>
            </a:r>
            <a:r>
              <a:rPr lang="en-IN" sz="1200" dirty="0" err="1"/>
              <a:t>th</a:t>
            </a:r>
            <a:r>
              <a:rPr lang="en-IN" sz="1200" dirty="0"/>
              <a:t> orbital at k-</a:t>
            </a:r>
            <a:r>
              <a:rPr lang="en-IN" sz="1200" dirty="0" err="1"/>
              <a:t>th</a:t>
            </a:r>
            <a:r>
              <a:rPr lang="en-IN" sz="1200" dirty="0"/>
              <a:t> wave-vector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A149C7-2916-B63C-CE2A-FB1C7F88E55A}"/>
              </a:ext>
            </a:extLst>
          </p:cNvPr>
          <p:cNvCxnSpPr/>
          <p:nvPr/>
        </p:nvCxnSpPr>
        <p:spPr>
          <a:xfrm>
            <a:off x="8429625" y="5089516"/>
            <a:ext cx="0" cy="425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722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Lecture 12: Basis</a:t>
            </a:r>
          </a:p>
          <a:p>
            <a:r>
              <a:rPr lang="en-US" dirty="0"/>
              <a:t>Sayan Bhowmik</a:t>
            </a:r>
          </a:p>
          <a:p>
            <a:r>
              <a:rPr lang="en-US" dirty="0"/>
              <a:t>School of Chemical &amp; Biomolecular Engineering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Georgia Institute of Technology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B55F80D4-0E8D-E1D7-9321-A023FAF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4852577" y="1579563"/>
            <a:ext cx="2486846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76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70555-A4D6-201F-4BC9-B53A10EE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3600"/>
          </a:xfrm>
        </p:spPr>
        <p:txBody>
          <a:bodyPr/>
          <a:lstStyle/>
          <a:p>
            <a:r>
              <a:rPr lang="en-IN" dirty="0"/>
              <a:t>Basis sets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AC5212-7674-F3C6-10E3-2E42F002DAD7}"/>
                  </a:ext>
                </a:extLst>
              </p:cNvPr>
              <p:cNvSpPr txBox="1"/>
              <p:nvPr/>
            </p:nvSpPr>
            <p:spPr>
              <a:xfrm>
                <a:off x="595317" y="2129745"/>
                <a:ext cx="1847850" cy="358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AC5212-7674-F3C6-10E3-2E42F002D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7" y="2129745"/>
                <a:ext cx="1847850" cy="358175"/>
              </a:xfrm>
              <a:prstGeom prst="rect">
                <a:avLst/>
              </a:prstGeom>
              <a:blipFill>
                <a:blip r:embed="rId2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BE6226-D028-27B5-9DC3-84748974B037}"/>
                  </a:ext>
                </a:extLst>
              </p:cNvPr>
              <p:cNvSpPr txBox="1"/>
              <p:nvPr/>
            </p:nvSpPr>
            <p:spPr>
              <a:xfrm>
                <a:off x="595317" y="1576388"/>
                <a:ext cx="2771774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solidFill>
                            <a:srgbClr val="1309D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1309D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BE6226-D028-27B5-9DC3-84748974B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7" y="1576388"/>
                <a:ext cx="2771774" cy="5533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133A7F-A1F5-E244-3D7D-D333B99E78E9}"/>
                  </a:ext>
                </a:extLst>
              </p:cNvPr>
              <p:cNvSpPr txBox="1"/>
              <p:nvPr/>
            </p:nvSpPr>
            <p:spPr>
              <a:xfrm>
                <a:off x="3622737" y="1557338"/>
                <a:ext cx="4946525" cy="1370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b="1" i="1" dirty="0"/>
                  <a:t>Dirichlet Boundary Condition</a:t>
                </a:r>
                <a:r>
                  <a:rPr lang="en-IN" sz="1600" dirty="0"/>
                  <a:t> </a:t>
                </a:r>
              </a:p>
              <a:p>
                <a:endParaRPr lang="en-IN" sz="1600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=0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=±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=±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=±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600" b="1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133A7F-A1F5-E244-3D7D-D333B99E7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737" y="1557338"/>
                <a:ext cx="4946525" cy="1370888"/>
              </a:xfrm>
              <a:prstGeom prst="rect">
                <a:avLst/>
              </a:prstGeom>
              <a:blipFill>
                <a:blip r:embed="rId4"/>
                <a:stretch>
                  <a:fillRect l="-616" t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14F581-FA80-F4FC-3678-CEAF00B9ED37}"/>
                  </a:ext>
                </a:extLst>
              </p:cNvPr>
              <p:cNvSpPr txBox="1"/>
              <p:nvPr/>
            </p:nvSpPr>
            <p:spPr>
              <a:xfrm>
                <a:off x="8835183" y="2123974"/>
                <a:ext cx="2653932" cy="3639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sup>
                      </m:sSup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14F581-FA80-F4FC-3678-CEAF00B9E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5183" y="2123974"/>
                <a:ext cx="2653932" cy="363946"/>
              </a:xfrm>
              <a:prstGeom prst="rect">
                <a:avLst/>
              </a:prstGeom>
              <a:blipFill>
                <a:blip r:embed="rId5"/>
                <a:stretch>
                  <a:fillRect l="-2294" t="-16667" r="-9174"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E215004-9BEF-9FA5-49F2-53A573FA3278}"/>
              </a:ext>
            </a:extLst>
          </p:cNvPr>
          <p:cNvSpPr txBox="1"/>
          <p:nvPr/>
        </p:nvSpPr>
        <p:spPr>
          <a:xfrm>
            <a:off x="8548710" y="1576388"/>
            <a:ext cx="3206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b="1" i="1" dirty="0"/>
              <a:t>Bloch Periodic Boundary Condition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47DE5-8F38-9F97-2E50-2A53F1DD8A9B}"/>
              </a:ext>
            </a:extLst>
          </p:cNvPr>
          <p:cNvSpPr txBox="1"/>
          <p:nvPr/>
        </p:nvSpPr>
        <p:spPr>
          <a:xfrm>
            <a:off x="5507537" y="1104900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u="sng" dirty="0"/>
              <a:t>Molecules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E24ABA-2E83-914B-F211-DE67ACC272DB}"/>
              </a:ext>
            </a:extLst>
          </p:cNvPr>
          <p:cNvSpPr txBox="1"/>
          <p:nvPr/>
        </p:nvSpPr>
        <p:spPr>
          <a:xfrm>
            <a:off x="9328427" y="1104900"/>
            <a:ext cx="16674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u="sng" dirty="0"/>
              <a:t>Periodic Solids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E166D-DC47-868D-D3FA-9BAC3CBEFABD}"/>
              </a:ext>
            </a:extLst>
          </p:cNvPr>
          <p:cNvSpPr txBox="1"/>
          <p:nvPr/>
        </p:nvSpPr>
        <p:spPr>
          <a:xfrm>
            <a:off x="930779" y="1104900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u="sng" dirty="0"/>
              <a:t>DFT Equations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718443-E3E7-A407-0368-8FB23990C917}"/>
              </a:ext>
            </a:extLst>
          </p:cNvPr>
          <p:cNvSpPr txBox="1"/>
          <p:nvPr/>
        </p:nvSpPr>
        <p:spPr>
          <a:xfrm>
            <a:off x="2822518" y="3000375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u="sng" dirty="0"/>
              <a:t>Basis: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18805C-78E7-8C2E-230B-6C7740F4AE85}"/>
                  </a:ext>
                </a:extLst>
              </p:cNvPr>
              <p:cNvSpPr txBox="1"/>
              <p:nvPr/>
            </p:nvSpPr>
            <p:spPr>
              <a:xfrm>
                <a:off x="3543300" y="3028950"/>
                <a:ext cx="4257675" cy="3614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The wavefunction is written as linear combination of basis functions </a:t>
                </a:r>
                <a:r>
                  <a:rPr lang="en-IN" sz="1400" dirty="0" err="1"/>
                  <a:t>centered</a:t>
                </a:r>
                <a:r>
                  <a:rPr lang="en-IN" sz="1400" dirty="0"/>
                  <a:t> about atoms.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1400" dirty="0"/>
              </a:p>
              <a:p>
                <a:r>
                  <a:rPr lang="en-IN" sz="1400" i="1" dirty="0">
                    <a:solidFill>
                      <a:srgbClr val="1309D9"/>
                    </a:solidFill>
                  </a:rPr>
                  <a:t>Slater</a:t>
                </a:r>
                <a:r>
                  <a:rPr lang="en-IN" sz="1400" i="1" dirty="0"/>
                  <a:t> </a:t>
                </a:r>
                <a:r>
                  <a:rPr lang="en-IN" sz="1400" i="1" dirty="0">
                    <a:solidFill>
                      <a:srgbClr val="1309D9"/>
                    </a:solidFill>
                  </a:rPr>
                  <a:t>type</a:t>
                </a:r>
                <a:r>
                  <a:rPr lang="en-IN" sz="1400" i="1" dirty="0"/>
                  <a:t> </a:t>
                </a:r>
                <a:r>
                  <a:rPr lang="en-IN" sz="1400" i="1" dirty="0">
                    <a:solidFill>
                      <a:srgbClr val="1309D9"/>
                    </a:solidFill>
                  </a:rPr>
                  <a:t>functions</a:t>
                </a:r>
                <a:r>
                  <a:rPr lang="en-IN" sz="1400" i="1" dirty="0"/>
                  <a:t> </a:t>
                </a:r>
                <a:r>
                  <a:rPr lang="en-IN" sz="1400" dirty="0"/>
                  <a:t>(Analytical solutions to the H atom):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4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1400" dirty="0"/>
              </a:p>
              <a:p>
                <a:endParaRPr lang="en-IN" sz="1400" dirty="0"/>
              </a:p>
              <a:p>
                <a:r>
                  <a:rPr lang="en-IN" sz="1400" i="1" dirty="0">
                    <a:solidFill>
                      <a:srgbClr val="1309D9"/>
                    </a:solidFill>
                  </a:rPr>
                  <a:t>Gaussian type functions </a:t>
                </a:r>
                <a:r>
                  <a:rPr lang="en-IN" sz="1400" dirty="0"/>
                  <a:t>(Easier math):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3/4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sSup>
                            <m:sSup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I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1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400" dirty="0"/>
              </a:p>
              <a:p>
                <a:r>
                  <a:rPr lang="en-IN" sz="1400" dirty="0">
                    <a:solidFill>
                      <a:srgbClr val="FF0000"/>
                    </a:solidFill>
                  </a:rPr>
                  <a:t>Codes</a:t>
                </a:r>
                <a:r>
                  <a:rPr lang="en-IN" sz="1400" dirty="0"/>
                  <a:t>: Gaussian, Q-CHEM, Psi-4, Orca, </a:t>
                </a:r>
                <a:r>
                  <a:rPr lang="en-IN" sz="1400" dirty="0" err="1"/>
                  <a:t>pySCF</a:t>
                </a:r>
                <a:endParaRPr lang="en-IN" sz="1400" dirty="0"/>
              </a:p>
              <a:p>
                <a:endParaRPr lang="en-IN" sz="1400" dirty="0"/>
              </a:p>
              <a:p>
                <a:r>
                  <a:rPr lang="en-IN" sz="1400" i="1" dirty="0">
                    <a:solidFill>
                      <a:srgbClr val="1309D9"/>
                    </a:solidFill>
                  </a:rPr>
                  <a:t>Numerical Atomic Orbital</a:t>
                </a:r>
                <a:r>
                  <a:rPr lang="en-IN" sz="1400" dirty="0"/>
                  <a:t>: Obtained from solving single atom DFT equation</a:t>
                </a:r>
              </a:p>
              <a:p>
                <a:r>
                  <a:rPr lang="en-IN" sz="1400" dirty="0">
                    <a:solidFill>
                      <a:srgbClr val="FF0000"/>
                    </a:solidFill>
                  </a:rPr>
                  <a:t>Codes</a:t>
                </a:r>
                <a:r>
                  <a:rPr lang="en-IN" sz="1400" dirty="0"/>
                  <a:t>: FHI-aims, SIESTA, GPAW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18805C-78E7-8C2E-230B-6C7740F4A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300" y="3028950"/>
                <a:ext cx="4257675" cy="3614259"/>
              </a:xfrm>
              <a:prstGeom prst="rect">
                <a:avLst/>
              </a:prstGeom>
              <a:blipFill>
                <a:blip r:embed="rId6"/>
                <a:stretch>
                  <a:fillRect l="-429" t="-7926" r="-1144" b="-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F170B5-C9B7-C022-BB68-E5146CBCFA69}"/>
                  </a:ext>
                </a:extLst>
              </p:cNvPr>
              <p:cNvSpPr txBox="1"/>
              <p:nvPr/>
            </p:nvSpPr>
            <p:spPr>
              <a:xfrm>
                <a:off x="7934326" y="3000375"/>
                <a:ext cx="4000500" cy="2235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The wavefunction is written as linear combination of basis functions as plane waves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sup>
                      </m:sSup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sz="1400" dirty="0"/>
              </a:p>
              <a:p>
                <a:endParaRPr lang="en-IN" sz="1400" dirty="0"/>
              </a:p>
              <a:p>
                <a:r>
                  <a:rPr lang="en-IN" sz="1400" dirty="0">
                    <a:solidFill>
                      <a:srgbClr val="FF0000"/>
                    </a:solidFill>
                  </a:rPr>
                  <a:t>Codes</a:t>
                </a:r>
                <a:r>
                  <a:rPr lang="en-IN" sz="1400" dirty="0"/>
                  <a:t>: VASP, Quantum Espresso, ABINIT</a:t>
                </a:r>
              </a:p>
              <a:p>
                <a:endParaRPr lang="en-IN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F170B5-C9B7-C022-BB68-E5146CBCF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326" y="3000375"/>
                <a:ext cx="4000500" cy="2235805"/>
              </a:xfrm>
              <a:prstGeom prst="rect">
                <a:avLst/>
              </a:prstGeom>
              <a:blipFill>
                <a:blip r:embed="rId7"/>
                <a:stretch>
                  <a:fillRect l="-457" t="-545" b="-4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394F90-74BC-323A-F41E-9EAC7A47A71F}"/>
                  </a:ext>
                </a:extLst>
              </p:cNvPr>
              <p:cNvSpPr txBox="1"/>
              <p:nvPr/>
            </p:nvSpPr>
            <p:spPr>
              <a:xfrm>
                <a:off x="576267" y="3619500"/>
                <a:ext cx="2081208" cy="2750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b="1" u="sng" dirty="0"/>
                  <a:t>Polynomial basis:</a:t>
                </a:r>
              </a:p>
              <a:p>
                <a:r>
                  <a:rPr lang="en-IN" sz="1400" dirty="0"/>
                  <a:t>Discretize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400" dirty="0"/>
                  <a:t> in finite elements</a:t>
                </a:r>
              </a:p>
              <a:p>
                <a:endParaRPr lang="en-IN" sz="1400" dirty="0"/>
              </a:p>
              <a:p>
                <a:r>
                  <a:rPr lang="en-IN" sz="1400" dirty="0">
                    <a:solidFill>
                      <a:srgbClr val="FF0000"/>
                    </a:solidFill>
                  </a:rPr>
                  <a:t>Codes</a:t>
                </a:r>
                <a:r>
                  <a:rPr lang="en-IN" sz="1400" dirty="0"/>
                  <a:t>: DFT-FE</a:t>
                </a:r>
              </a:p>
              <a:p>
                <a:endParaRPr lang="en-IN" sz="1400" dirty="0"/>
              </a:p>
              <a:p>
                <a:r>
                  <a:rPr lang="en-IN" sz="1600" b="1" u="sng" dirty="0"/>
                  <a:t>Basis set free:</a:t>
                </a:r>
                <a:endParaRPr lang="en-IN" sz="1600" dirty="0"/>
              </a:p>
              <a:p>
                <a:r>
                  <a:rPr lang="en-IN" sz="1400" dirty="0"/>
                  <a:t>Discretize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400" dirty="0"/>
                  <a:t> in finite difference</a:t>
                </a:r>
              </a:p>
              <a:p>
                <a:endParaRPr lang="en-IN" sz="1400" dirty="0"/>
              </a:p>
              <a:p>
                <a:r>
                  <a:rPr lang="en-IN" sz="1400" dirty="0">
                    <a:solidFill>
                      <a:srgbClr val="FF0000"/>
                    </a:solidFill>
                  </a:rPr>
                  <a:t>Codes</a:t>
                </a:r>
                <a:r>
                  <a:rPr lang="en-IN" sz="1400" dirty="0"/>
                  <a:t>: </a:t>
                </a:r>
                <a:r>
                  <a:rPr lang="en-IN" sz="1400" b="1" dirty="0"/>
                  <a:t>SPARC</a:t>
                </a:r>
                <a:r>
                  <a:rPr lang="en-IN" sz="1400" dirty="0"/>
                  <a:t>, PARSEC, GPAW (old)</a:t>
                </a:r>
                <a:endParaRPr lang="en-IN" sz="1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394F90-74BC-323A-F41E-9EAC7A47A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67" y="3619500"/>
                <a:ext cx="2081208" cy="2750753"/>
              </a:xfrm>
              <a:prstGeom prst="rect">
                <a:avLst/>
              </a:prstGeom>
              <a:blipFill>
                <a:blip r:embed="rId8"/>
                <a:stretch>
                  <a:fillRect l="-1760" t="-665" r="-3226" b="-1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89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Lecture 13: Pseudopotentials</a:t>
            </a:r>
          </a:p>
          <a:p>
            <a:r>
              <a:rPr lang="en-US" dirty="0"/>
              <a:t>Sayan Bhowmik</a:t>
            </a:r>
          </a:p>
          <a:p>
            <a:r>
              <a:rPr lang="en-US" dirty="0"/>
              <a:t>School of Chemical &amp; Biomolecular Engineering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Georgia Institute of Technology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B55F80D4-0E8D-E1D7-9321-A023FAF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4852577" y="1579563"/>
            <a:ext cx="2486846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10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4B08-7344-2653-AE30-002992264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IN" dirty="0"/>
              <a:t>Need for a pseudopotential</a:t>
            </a:r>
          </a:p>
        </p:txBody>
      </p:sp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DA2EE872-9945-04C8-A30D-DE6990379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279" y="2286000"/>
            <a:ext cx="2675601" cy="2362200"/>
          </a:xfrm>
          <a:prstGeom prst="rect">
            <a:avLst/>
          </a:prstGeom>
        </p:spPr>
      </p:pic>
      <p:pic>
        <p:nvPicPr>
          <p:cNvPr id="7" name="Picture 6" descr="A graph of colored lines&#10;&#10;Description automatically generated">
            <a:extLst>
              <a:ext uri="{FF2B5EF4-FFF2-40B4-BE49-F238E27FC236}">
                <a16:creationId xmlns:a16="http://schemas.microsoft.com/office/drawing/2014/main" id="{F16A17D2-1A81-2445-5C0C-D6413A793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0" y="1194295"/>
            <a:ext cx="3310368" cy="299594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A55235-DBD8-5ADF-3609-1841677BC23B}"/>
              </a:ext>
            </a:extLst>
          </p:cNvPr>
          <p:cNvCxnSpPr/>
          <p:nvPr/>
        </p:nvCxnSpPr>
        <p:spPr>
          <a:xfrm>
            <a:off x="3590925" y="2371725"/>
            <a:ext cx="0" cy="1895475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9F19E0-2D10-B278-3A12-CF416D13B2A1}"/>
              </a:ext>
            </a:extLst>
          </p:cNvPr>
          <p:cNvCxnSpPr>
            <a:cxnSpLocks/>
          </p:cNvCxnSpPr>
          <p:nvPr/>
        </p:nvCxnSpPr>
        <p:spPr>
          <a:xfrm flipV="1">
            <a:off x="3362325" y="1266825"/>
            <a:ext cx="3600450" cy="1070470"/>
          </a:xfrm>
          <a:prstGeom prst="line">
            <a:avLst/>
          </a:prstGeom>
          <a:ln w="3175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402A4-6394-C08E-9B12-9149700EFA2A}"/>
              </a:ext>
            </a:extLst>
          </p:cNvPr>
          <p:cNvCxnSpPr>
            <a:cxnSpLocks/>
          </p:cNvCxnSpPr>
          <p:nvPr/>
        </p:nvCxnSpPr>
        <p:spPr>
          <a:xfrm flipV="1">
            <a:off x="3590925" y="1279278"/>
            <a:ext cx="6215493" cy="1058017"/>
          </a:xfrm>
          <a:prstGeom prst="line">
            <a:avLst/>
          </a:prstGeom>
          <a:ln w="3175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4E5A65-E1D8-0D0E-34C6-C3F79A3506D7}"/>
              </a:ext>
            </a:extLst>
          </p:cNvPr>
          <p:cNvCxnSpPr>
            <a:cxnSpLocks/>
          </p:cNvCxnSpPr>
          <p:nvPr/>
        </p:nvCxnSpPr>
        <p:spPr>
          <a:xfrm flipV="1">
            <a:off x="3590924" y="3752850"/>
            <a:ext cx="6215494" cy="522370"/>
          </a:xfrm>
          <a:prstGeom prst="line">
            <a:avLst/>
          </a:prstGeom>
          <a:ln w="3175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F3149A-AEBF-EA05-1021-57B48D606F8B}"/>
              </a:ext>
            </a:extLst>
          </p:cNvPr>
          <p:cNvCxnSpPr>
            <a:cxnSpLocks/>
          </p:cNvCxnSpPr>
          <p:nvPr/>
        </p:nvCxnSpPr>
        <p:spPr>
          <a:xfrm flipV="1">
            <a:off x="3362325" y="3697494"/>
            <a:ext cx="3600450" cy="573716"/>
          </a:xfrm>
          <a:prstGeom prst="line">
            <a:avLst/>
          </a:prstGeom>
          <a:ln w="3175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28F4A94-8BCF-CC33-4CB5-AC51C6CE49EC}"/>
              </a:ext>
            </a:extLst>
          </p:cNvPr>
          <p:cNvSpPr txBox="1"/>
          <p:nvPr/>
        </p:nvSpPr>
        <p:spPr>
          <a:xfrm>
            <a:off x="1456319" y="1841945"/>
            <a:ext cx="2056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All electron calculations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56054-1619-8C92-A776-534E5A35E837}"/>
              </a:ext>
            </a:extLst>
          </p:cNvPr>
          <p:cNvSpPr txBox="1"/>
          <p:nvPr/>
        </p:nvSpPr>
        <p:spPr>
          <a:xfrm>
            <a:off x="4858756" y="2468769"/>
            <a:ext cx="354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Ni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0CAFB7-9FA7-2885-DF9E-C4CC2C76CC3B}"/>
              </a:ext>
            </a:extLst>
          </p:cNvPr>
          <p:cNvSpPr txBox="1"/>
          <p:nvPr/>
        </p:nvSpPr>
        <p:spPr>
          <a:xfrm>
            <a:off x="9097381" y="1494283"/>
            <a:ext cx="354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Ni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32127F-58A3-2AFE-6E77-2241F035DB98}"/>
              </a:ext>
            </a:extLst>
          </p:cNvPr>
          <p:cNvSpPr txBox="1"/>
          <p:nvPr/>
        </p:nvSpPr>
        <p:spPr>
          <a:xfrm>
            <a:off x="838200" y="4810125"/>
            <a:ext cx="107346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Wavefunctions are extremely oscillatory near the nuclei – higher resolution is needed to accurately resolve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Core electrons do not participate in chemical bonding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Valence electrons are more important to model</a:t>
            </a:r>
          </a:p>
          <a:p>
            <a:endParaRPr lang="en-IN" sz="1600" dirty="0"/>
          </a:p>
          <a:p>
            <a:r>
              <a:rPr lang="en-IN" sz="1600" dirty="0"/>
              <a:t>Can we replace the real potential due to nucleus + core electrons by a “pseudo” potential such that outside a core region, the “pseudo” potential matches the real potential?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09C7DB-6BF0-8679-BED3-430327E44A7F}"/>
                  </a:ext>
                </a:extLst>
              </p:cNvPr>
              <p:cNvSpPr txBox="1"/>
              <p:nvPr/>
            </p:nvSpPr>
            <p:spPr>
              <a:xfrm>
                <a:off x="1456319" y="2063582"/>
                <a:ext cx="765421" cy="335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I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𝑒𝑙</m:t>
                              </m:r>
                            </m:sub>
                            <m:sup>
                              <m: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09C7DB-6BF0-8679-BED3-430327E44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319" y="2063582"/>
                <a:ext cx="765421" cy="3354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C20B585-0E13-DBE2-AE68-25071E92832D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Martin, R. M.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Electronic Structure Theory: Basic Theory and Practical Methods, </a:t>
            </a:r>
            <a:r>
              <a:rPr lang="en-IN" sz="800" b="0" i="1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Cambridge University Press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, 2020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0673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9C0BA-95DB-5874-90FE-905D7AD9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IN" dirty="0"/>
              <a:t>Ionic pseudopotentials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A775E5F-7FA1-9345-DF38-FA5B739EAD21}"/>
              </a:ext>
            </a:extLst>
          </p:cNvPr>
          <p:cNvSpPr/>
          <p:nvPr/>
        </p:nvSpPr>
        <p:spPr>
          <a:xfrm>
            <a:off x="1962150" y="1114425"/>
            <a:ext cx="2695575" cy="256222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38B1FAC-3F8A-FCBA-2EF2-5856E1B26D8F}"/>
                  </a:ext>
                </a:extLst>
              </p:cNvPr>
              <p:cNvSpPr/>
              <p:nvPr/>
            </p:nvSpPr>
            <p:spPr>
              <a:xfrm>
                <a:off x="2935859" y="2030133"/>
                <a:ext cx="748155" cy="730807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I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38B1FAC-3F8A-FCBA-2EF2-5856E1B26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859" y="2030133"/>
                <a:ext cx="748155" cy="730807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716D91-6E35-F538-9957-69AB2964268A}"/>
                  </a:ext>
                </a:extLst>
              </p:cNvPr>
              <p:cNvSpPr txBox="1"/>
              <p:nvPr/>
            </p:nvSpPr>
            <p:spPr>
              <a:xfrm>
                <a:off x="2935859" y="1470331"/>
                <a:ext cx="76386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716D91-6E35-F538-9957-69AB29642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859" y="1470331"/>
                <a:ext cx="76386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2F81F2E6-3AF6-A494-17EC-D7D8F4C39B49}"/>
              </a:ext>
            </a:extLst>
          </p:cNvPr>
          <p:cNvSpPr/>
          <p:nvPr/>
        </p:nvSpPr>
        <p:spPr>
          <a:xfrm>
            <a:off x="7534277" y="1114425"/>
            <a:ext cx="2695575" cy="256222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07A22C4-F1BD-0BCF-4A7D-799EFA789E24}"/>
                  </a:ext>
                </a:extLst>
              </p:cNvPr>
              <p:cNvSpPr/>
              <p:nvPr/>
            </p:nvSpPr>
            <p:spPr>
              <a:xfrm>
                <a:off x="8279607" y="1807049"/>
                <a:ext cx="1204913" cy="1176974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I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IN" sz="1600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I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07A22C4-F1BD-0BCF-4A7D-799EFA789E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607" y="1807049"/>
                <a:ext cx="1204913" cy="117697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71476F-25F6-DC6D-4113-E5B66D71D4B3}"/>
                  </a:ext>
                </a:extLst>
              </p:cNvPr>
              <p:cNvSpPr txBox="1"/>
              <p:nvPr/>
            </p:nvSpPr>
            <p:spPr>
              <a:xfrm>
                <a:off x="8507986" y="1470331"/>
                <a:ext cx="69653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b="1" dirty="0"/>
                  <a:t>1</a:t>
                </a:r>
                <a14:m>
                  <m:oMath xmlns:m="http://schemas.openxmlformats.org/officeDocument/2006/math"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IN" sz="1600" b="1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IN" sz="1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71476F-25F6-DC6D-4113-E5B66D71D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986" y="1470331"/>
                <a:ext cx="696537" cy="338554"/>
              </a:xfrm>
              <a:prstGeom prst="rect">
                <a:avLst/>
              </a:prstGeom>
              <a:blipFill>
                <a:blip r:embed="rId5"/>
                <a:stretch>
                  <a:fillRect l="-5263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F67277-B9B1-869B-6234-44C4D3818240}"/>
              </a:ext>
            </a:extLst>
          </p:cNvPr>
          <p:cNvCxnSpPr>
            <a:cxnSpLocks/>
          </p:cNvCxnSpPr>
          <p:nvPr/>
        </p:nvCxnSpPr>
        <p:spPr>
          <a:xfrm>
            <a:off x="4857750" y="2505075"/>
            <a:ext cx="2428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070770-7296-CB44-9EF0-7BCBEEF5FCC0}"/>
                  </a:ext>
                </a:extLst>
              </p:cNvPr>
              <p:cNvSpPr txBox="1"/>
              <p:nvPr/>
            </p:nvSpPr>
            <p:spPr>
              <a:xfrm>
                <a:off x="8608975" y="2862712"/>
                <a:ext cx="5955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𝒄𝒖𝒕</m:t>
                          </m:r>
                        </m:sub>
                      </m:sSub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070770-7296-CB44-9EF0-7BCBEEF5F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75" y="2862712"/>
                <a:ext cx="59554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43C0AA-3A1B-E802-3E83-C6A008CF093A}"/>
                  </a:ext>
                </a:extLst>
              </p:cNvPr>
              <p:cNvSpPr txBox="1"/>
              <p:nvPr/>
            </p:nvSpPr>
            <p:spPr>
              <a:xfrm>
                <a:off x="586982" y="2228396"/>
                <a:ext cx="1275156" cy="553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43C0AA-3A1B-E802-3E83-C6A008CF0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82" y="2228396"/>
                <a:ext cx="1275156" cy="5533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E7147B-62B9-825A-FBBA-A1884D026BAE}"/>
                  </a:ext>
                </a:extLst>
              </p:cNvPr>
              <p:cNvSpPr txBox="1"/>
              <p:nvPr/>
            </p:nvSpPr>
            <p:spPr>
              <a:xfrm>
                <a:off x="10329862" y="2118857"/>
                <a:ext cx="1275157" cy="553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E7147B-62B9-825A-FBBA-A1884D026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862" y="2118857"/>
                <a:ext cx="1275157" cy="5533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 descr="A graph of a function&#10;&#10;Description automatically generated">
            <a:extLst>
              <a:ext uri="{FF2B5EF4-FFF2-40B4-BE49-F238E27FC236}">
                <a16:creationId xmlns:a16="http://schemas.microsoft.com/office/drawing/2014/main" id="{FEA11710-143E-2C0D-8432-C9543D145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9106" y="3381374"/>
            <a:ext cx="3685118" cy="3259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C2C8EC-3F0E-3C16-A4A2-A316ED461229}"/>
                  </a:ext>
                </a:extLst>
              </p:cNvPr>
              <p:cNvSpPr txBox="1"/>
              <p:nvPr/>
            </p:nvSpPr>
            <p:spPr>
              <a:xfrm>
                <a:off x="6459143" y="4696777"/>
                <a:ext cx="1001363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C2C8EC-3F0E-3C16-A4A2-A316ED461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143" y="4696777"/>
                <a:ext cx="1001363" cy="4380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FD7A3E-4B2A-02EA-D31D-A0605820B3C3}"/>
                  </a:ext>
                </a:extLst>
              </p:cNvPr>
              <p:cNvSpPr txBox="1"/>
              <p:nvPr/>
            </p:nvSpPr>
            <p:spPr>
              <a:xfrm>
                <a:off x="6161369" y="5726192"/>
                <a:ext cx="5955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𝒄𝒖𝒕</m:t>
                          </m:r>
                        </m:sub>
                      </m:sSub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FD7A3E-4B2A-02EA-D31D-A0605820B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369" y="5726192"/>
                <a:ext cx="595548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156A9B4-BF22-AA1B-A2B0-14595842F3FE}"/>
              </a:ext>
            </a:extLst>
          </p:cNvPr>
          <p:cNvSpPr txBox="1"/>
          <p:nvPr/>
        </p:nvSpPr>
        <p:spPr>
          <a:xfrm>
            <a:off x="3229061" y="6634675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Martin, R. M.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Electronic Structure Theory: Basic Theory and Practical Methods, </a:t>
            </a:r>
            <a:r>
              <a:rPr lang="en-IN" sz="800" b="0" i="1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Cambridge University Press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, 2020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EA007D-FC66-1AED-6C91-DFABE0CF727D}"/>
                  </a:ext>
                </a:extLst>
              </p:cNvPr>
              <p:cNvSpPr txBox="1"/>
              <p:nvPr/>
            </p:nvSpPr>
            <p:spPr>
              <a:xfrm>
                <a:off x="8402994" y="4393347"/>
                <a:ext cx="3202025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The pseudopotential inside the core is azimuthal quantum number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IN" sz="1600" dirty="0"/>
                  <a:t> dependent and spherically symmetric.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EA007D-FC66-1AED-6C91-DFABE0CF7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994" y="4393347"/>
                <a:ext cx="3202025" cy="1077218"/>
              </a:xfrm>
              <a:prstGeom prst="rect">
                <a:avLst/>
              </a:prstGeom>
              <a:blipFill>
                <a:blip r:embed="rId12"/>
                <a:stretch>
                  <a:fillRect l="-951" t="-1705" b="-6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2E4875-2928-6BCF-7D84-92FCD0BD1C56}"/>
                  </a:ext>
                </a:extLst>
              </p:cNvPr>
              <p:cNvSpPr txBox="1"/>
              <p:nvPr/>
            </p:nvSpPr>
            <p:spPr>
              <a:xfrm>
                <a:off x="1224560" y="4125988"/>
                <a:ext cx="17836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dirty="0"/>
                  <a:t>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𝑐𝑢𝑡</m:t>
                        </m:r>
                      </m:sub>
                    </m:sSub>
                  </m:oMath>
                </a14:m>
                <a:r>
                  <a:rPr lang="en-IN" sz="1400" dirty="0"/>
                  <a:t>:Soft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dirty="0"/>
                  <a:t>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𝑐𝑢𝑡</m:t>
                        </m:r>
                      </m:sub>
                    </m:sSub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400" dirty="0"/>
                  <a:t>: Hard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2E4875-2928-6BCF-7D84-92FCD0BD1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560" y="4125988"/>
                <a:ext cx="1783693" cy="523220"/>
              </a:xfrm>
              <a:prstGeom prst="rect">
                <a:avLst/>
              </a:prstGeom>
              <a:blipFill>
                <a:blip r:embed="rId13"/>
                <a:stretch>
                  <a:fillRect l="-685" t="-2326" r="-342" b="-104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13579017-1E5B-949C-E66E-C27E204AC9DC}"/>
              </a:ext>
            </a:extLst>
          </p:cNvPr>
          <p:cNvSpPr txBox="1"/>
          <p:nvPr/>
        </p:nvSpPr>
        <p:spPr>
          <a:xfrm>
            <a:off x="1174226" y="4840760"/>
            <a:ext cx="24594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Other approaches: Projector Augmented Waves (PAW) where the plane waves are augmented with extra functions near the nucleus</a:t>
            </a:r>
          </a:p>
        </p:txBody>
      </p:sp>
    </p:spTree>
    <p:extLst>
      <p:ext uri="{BB962C8B-B14F-4D97-AF65-F5344CB8AC3E}">
        <p14:creationId xmlns:p14="http://schemas.microsoft.com/office/powerpoint/2010/main" val="1522720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6325-49B2-A89B-48CB-D9718EFE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3600"/>
          </a:xfrm>
        </p:spPr>
        <p:txBody>
          <a:bodyPr>
            <a:normAutofit fontScale="90000"/>
          </a:bodyPr>
          <a:lstStyle/>
          <a:p>
            <a:r>
              <a:rPr lang="en-IN" dirty="0"/>
              <a:t>Norm-Conserved Ionic pseudopotentials</a:t>
            </a:r>
          </a:p>
        </p:txBody>
      </p:sp>
      <p:pic>
        <p:nvPicPr>
          <p:cNvPr id="13" name="Picture 12" descr="A graph of a function&#10;&#10;Description automatically generated">
            <a:extLst>
              <a:ext uri="{FF2B5EF4-FFF2-40B4-BE49-F238E27FC236}">
                <a16:creationId xmlns:a16="http://schemas.microsoft.com/office/drawing/2014/main" id="{2E588867-BA87-904D-72CF-75D78AC61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466" y="1154868"/>
            <a:ext cx="2599167" cy="2294719"/>
          </a:xfrm>
          <a:prstGeom prst="rect">
            <a:avLst/>
          </a:prstGeom>
        </p:spPr>
      </p:pic>
      <p:pic>
        <p:nvPicPr>
          <p:cNvPr id="15" name="Picture 14" descr="A graph of a function&#10;&#10;Description automatically generated">
            <a:extLst>
              <a:ext uri="{FF2B5EF4-FFF2-40B4-BE49-F238E27FC236}">
                <a16:creationId xmlns:a16="http://schemas.microsoft.com/office/drawing/2014/main" id="{1796DA39-8901-3135-6F91-44FB05CED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730" y="1154868"/>
            <a:ext cx="2599167" cy="2294719"/>
          </a:xfrm>
          <a:prstGeom prst="rect">
            <a:avLst/>
          </a:prstGeom>
        </p:spPr>
      </p:pic>
      <p:pic>
        <p:nvPicPr>
          <p:cNvPr id="17" name="Picture 16" descr="A graph of a function&#10;&#10;Description automatically generated">
            <a:extLst>
              <a:ext uri="{FF2B5EF4-FFF2-40B4-BE49-F238E27FC236}">
                <a16:creationId xmlns:a16="http://schemas.microsoft.com/office/drawing/2014/main" id="{4620C960-9641-AFD4-6A82-436DB0C35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94" y="1154868"/>
            <a:ext cx="2599167" cy="2294719"/>
          </a:xfrm>
          <a:prstGeom prst="rect">
            <a:avLst/>
          </a:prstGeom>
        </p:spPr>
      </p:pic>
      <p:pic>
        <p:nvPicPr>
          <p:cNvPr id="19" name="Picture 18" descr="A graph of a function&#10;&#10;Description automatically generated">
            <a:extLst>
              <a:ext uri="{FF2B5EF4-FFF2-40B4-BE49-F238E27FC236}">
                <a16:creationId xmlns:a16="http://schemas.microsoft.com/office/drawing/2014/main" id="{1429E97E-6BD9-5DE7-83FF-2C41E155B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8202" y="1154867"/>
            <a:ext cx="2599167" cy="22947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139873-4246-CB65-29BC-31EF0296C210}"/>
                  </a:ext>
                </a:extLst>
              </p:cNvPr>
              <p:cNvSpPr txBox="1"/>
              <p:nvPr/>
            </p:nvSpPr>
            <p:spPr>
              <a:xfrm>
                <a:off x="1095375" y="3705225"/>
                <a:ext cx="9709709" cy="2179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/>
                  <a:t>All electron and </a:t>
                </a:r>
                <a:r>
                  <a:rPr lang="en-IN" sz="1400" dirty="0" err="1"/>
                  <a:t>pseudovalence</a:t>
                </a:r>
                <a:r>
                  <a:rPr lang="en-IN" sz="1400" dirty="0"/>
                  <a:t> eigenvalues agree for a chosen atomic reference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/>
                  <a:t>All electron and pseudo wavefunctions agree beyond a chosen core radius,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𝑐𝑢𝑡</m:t>
                        </m:r>
                      </m:sub>
                    </m:sSub>
                  </m:oMath>
                </a14:m>
                <a:endParaRPr lang="en-IN" sz="1400" dirty="0"/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/>
                  <a:t>The integrated charge inside the core region agrees for the all electron and pseudo wavefunctions (norm conserving)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/>
                  <a:t>The logarithmic derivatives of all electron and pseudo wavefunctions agree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𝑐𝑢𝑡</m:t>
                        </m:r>
                      </m:sub>
                    </m:sSub>
                  </m:oMath>
                </a14:m>
                <a:endParaRPr lang="en-IN" sz="1400" dirty="0"/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/>
                  <a:t>Derivative condition on energy derivatives of logarithmic derivatives of wavefunctions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139873-4246-CB65-29BC-31EF0296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375" y="3705225"/>
                <a:ext cx="9709709" cy="2179892"/>
              </a:xfrm>
              <a:prstGeom prst="rect">
                <a:avLst/>
              </a:prstGeom>
              <a:blipFill>
                <a:blip r:embed="rId6"/>
                <a:stretch>
                  <a:fillRect l="-126" b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51573C-0AB9-F78B-1DED-931EF88BC1B0}"/>
                  </a:ext>
                </a:extLst>
              </p:cNvPr>
              <p:cNvSpPr txBox="1"/>
              <p:nvPr/>
            </p:nvSpPr>
            <p:spPr>
              <a:xfrm>
                <a:off x="1903640" y="2693383"/>
                <a:ext cx="5955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𝒄𝒖𝒕</m:t>
                          </m:r>
                        </m:sub>
                      </m:sSub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51573C-0AB9-F78B-1DED-931EF88BC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640" y="2693383"/>
                <a:ext cx="59554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5077C7-67A7-0D7F-7860-1A199DA13382}"/>
                  </a:ext>
                </a:extLst>
              </p:cNvPr>
              <p:cNvSpPr txBox="1"/>
              <p:nvPr/>
            </p:nvSpPr>
            <p:spPr>
              <a:xfrm>
                <a:off x="4742090" y="2693383"/>
                <a:ext cx="5955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𝒄𝒖𝒕</m:t>
                          </m:r>
                        </m:sub>
                      </m:sSub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5077C7-67A7-0D7F-7860-1A199DA13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090" y="2693383"/>
                <a:ext cx="59554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549AAB-7171-9004-9FD2-6383A1EEDA16}"/>
                  </a:ext>
                </a:extLst>
              </p:cNvPr>
              <p:cNvSpPr txBox="1"/>
              <p:nvPr/>
            </p:nvSpPr>
            <p:spPr>
              <a:xfrm>
                <a:off x="7456715" y="2693383"/>
                <a:ext cx="5955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𝒄𝒖𝒕</m:t>
                          </m:r>
                        </m:sub>
                      </m:sSub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549AAB-7171-9004-9FD2-6383A1EED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715" y="2693383"/>
                <a:ext cx="595548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BEB443-A39B-F1B3-9ED9-8FC5018D3AEA}"/>
                  </a:ext>
                </a:extLst>
              </p:cNvPr>
              <p:cNvSpPr txBox="1"/>
              <p:nvPr/>
            </p:nvSpPr>
            <p:spPr>
              <a:xfrm>
                <a:off x="10331416" y="2693383"/>
                <a:ext cx="5955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1600" b="1" i="1" smtClean="0">
                              <a:latin typeface="Cambria Math" panose="02040503050406030204" pitchFamily="18" charset="0"/>
                            </a:rPr>
                            <m:t>𝒄𝒖𝒕</m:t>
                          </m:r>
                        </m:sub>
                      </m:sSub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BEB443-A39B-F1B3-9ED9-8FC5018D3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416" y="2693383"/>
                <a:ext cx="595548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4855B8E-F3B0-9F95-4174-29BDB67D1B25}"/>
              </a:ext>
            </a:extLst>
          </p:cNvPr>
          <p:cNvSpPr txBox="1"/>
          <p:nvPr/>
        </p:nvSpPr>
        <p:spPr>
          <a:xfrm>
            <a:off x="3229061" y="6634675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Martin, R. M.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Electronic Structure Theory: Basic Theory and Practical Methods, </a:t>
            </a:r>
            <a:r>
              <a:rPr lang="en-IN" sz="800" b="0" i="1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Cambridge University Press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, 2020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83083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817D-D4F8-1224-9D1F-50702004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9144000" cy="1003011"/>
          </a:xfrm>
        </p:spPr>
        <p:txBody>
          <a:bodyPr>
            <a:normAutofit/>
          </a:bodyPr>
          <a:lstStyle/>
          <a:p>
            <a:r>
              <a:rPr lang="en-US" sz="480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CEDF-66F4-D04D-3CFA-2BFEA2B0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362"/>
            <a:ext cx="9144000" cy="206406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Lecture 14: Accuracy and Beyond</a:t>
            </a:r>
          </a:p>
          <a:p>
            <a:r>
              <a:rPr lang="en-US" dirty="0"/>
              <a:t>Sayan Bhowmik</a:t>
            </a:r>
          </a:p>
          <a:p>
            <a:r>
              <a:rPr lang="en-US" dirty="0"/>
              <a:t>School of Chemical &amp; Biomolecular Engineering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Georgia Institute of Technology</a:t>
            </a:r>
          </a:p>
        </p:txBody>
      </p:sp>
      <p:pic>
        <p:nvPicPr>
          <p:cNvPr id="4" name="Picture 3" descr="A diagram of a atom&#10;&#10;Description automatically generated">
            <a:extLst>
              <a:ext uri="{FF2B5EF4-FFF2-40B4-BE49-F238E27FC236}">
                <a16:creationId xmlns:a16="http://schemas.microsoft.com/office/drawing/2014/main" id="{B55F80D4-0E8D-E1D7-9321-A023FAFC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9" b="1667"/>
          <a:stretch/>
        </p:blipFill>
        <p:spPr>
          <a:xfrm>
            <a:off x="4852577" y="1579563"/>
            <a:ext cx="2486846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44FD-78A1-8B13-69A4-164D9A5FE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925"/>
          </a:xfrm>
        </p:spPr>
        <p:txBody>
          <a:bodyPr/>
          <a:lstStyle/>
          <a:p>
            <a:r>
              <a:rPr lang="en-IN" dirty="0"/>
              <a:t>Physical vs Numerical 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F9E54-D4A9-B118-45E2-164C8E9F0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9" y="1560841"/>
            <a:ext cx="5077692" cy="3744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F2D36D-18A3-8D25-0683-FB06B050EB7B}"/>
              </a:ext>
            </a:extLst>
          </p:cNvPr>
          <p:cNvSpPr txBox="1"/>
          <p:nvPr/>
        </p:nvSpPr>
        <p:spPr>
          <a:xfrm>
            <a:off x="6447561" y="1914525"/>
            <a:ext cx="50776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u="sng" dirty="0"/>
              <a:t>Physical accuracy</a:t>
            </a:r>
            <a:r>
              <a:rPr lang="en-IN" sz="1600" dirty="0"/>
              <a:t>: How precise the predictions of a DFT calculations are when some property is calculated relative to the property measured from the best possible experiment.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u="sng" dirty="0"/>
              <a:t>Numerical accuracy</a:t>
            </a:r>
            <a:r>
              <a:rPr lang="en-IN" sz="1600" dirty="0"/>
              <a:t>: Is the solution to the mathematical Kohn-Sham problem a well converged one?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As users, we are more concerned with Numerical accuracy, but we should not neglect Physical accuracy.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BC7E2-A185-2D1C-877B-80779F966FB2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Sholl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D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S. and Steckel, J. A.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Density functional theory: A practical introduction,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Wiley, 2009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94728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8F1C-E0A5-B10C-86D9-3331A263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n-IN" dirty="0"/>
              <a:t>Numerical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BFD8B-33F2-9066-BD87-2B4774E4E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275"/>
            <a:ext cx="10515600" cy="5314949"/>
          </a:xfrm>
        </p:spPr>
        <p:txBody>
          <a:bodyPr>
            <a:normAutofit/>
          </a:bodyPr>
          <a:lstStyle/>
          <a:p>
            <a:r>
              <a:rPr lang="en-IN" sz="1600" dirty="0"/>
              <a:t>Results depend on </a:t>
            </a:r>
            <a:r>
              <a:rPr lang="en-IN" sz="1600" dirty="0">
                <a:solidFill>
                  <a:srgbClr val="1309D9"/>
                </a:solidFill>
              </a:rPr>
              <a:t>initial atomic positions</a:t>
            </a:r>
            <a:r>
              <a:rPr lang="en-IN" sz="1600" dirty="0"/>
              <a:t> (BO approximation)</a:t>
            </a:r>
          </a:p>
          <a:p>
            <a:r>
              <a:rPr lang="en-IN" sz="1600" dirty="0"/>
              <a:t>If “</a:t>
            </a:r>
            <a:r>
              <a:rPr lang="en-IN" sz="1600" dirty="0">
                <a:solidFill>
                  <a:srgbClr val="1309D9"/>
                </a:solidFill>
              </a:rPr>
              <a:t>spin</a:t>
            </a:r>
            <a:r>
              <a:rPr lang="en-IN" sz="1600" dirty="0"/>
              <a:t>” is important for system, then it needs to be “</a:t>
            </a:r>
            <a:r>
              <a:rPr lang="en-IN" sz="1600" dirty="0">
                <a:solidFill>
                  <a:srgbClr val="1309D9"/>
                </a:solidFill>
              </a:rPr>
              <a:t>switched on</a:t>
            </a:r>
            <a:r>
              <a:rPr lang="en-IN" sz="1600" dirty="0"/>
              <a:t>” for the calculation – sometimes switching on spin makes the system energy lower than one would obtain for switching it off (O</a:t>
            </a:r>
            <a:r>
              <a:rPr lang="en-IN" sz="1600" baseline="-25000" dirty="0"/>
              <a:t>2</a:t>
            </a:r>
            <a:r>
              <a:rPr lang="en-IN" sz="1600" dirty="0"/>
              <a:t> being a case).</a:t>
            </a:r>
          </a:p>
          <a:p>
            <a:r>
              <a:rPr lang="en-IN" sz="1600" dirty="0"/>
              <a:t>The </a:t>
            </a:r>
            <a:r>
              <a:rPr lang="en-IN" sz="1600" dirty="0">
                <a:solidFill>
                  <a:srgbClr val="1309D9"/>
                </a:solidFill>
              </a:rPr>
              <a:t>boundary conditions</a:t>
            </a:r>
            <a:r>
              <a:rPr lang="en-IN" sz="1600" dirty="0"/>
              <a:t> should be appropriately set – Dirichlet for molecules/atoms, Bloch periodic for periodic solids:</a:t>
            </a:r>
          </a:p>
          <a:p>
            <a:pPr lvl="1"/>
            <a:r>
              <a:rPr lang="en-IN" sz="1200" dirty="0"/>
              <a:t>Atomic orbital basis – Natural for molecules/atoms but can be used for solids. </a:t>
            </a:r>
          </a:p>
          <a:p>
            <a:pPr lvl="1"/>
            <a:r>
              <a:rPr lang="en-IN" sz="1200" dirty="0"/>
              <a:t>Plane wave basis – Natural for periodic solids but can be used for molecules/atoms. Only Bloch periodic BC possible – need a larger box for molecules. More vacuum induces instabilities and convergence difficulties</a:t>
            </a:r>
          </a:p>
          <a:p>
            <a:pPr lvl="1"/>
            <a:r>
              <a:rPr lang="en-IN" sz="1200" dirty="0"/>
              <a:t>Real space methods – Boundary conditions can be set appropriately (choice) leading to smaller box sizes required for convergence.</a:t>
            </a:r>
          </a:p>
          <a:p>
            <a:r>
              <a:rPr lang="en-IN" sz="1600" dirty="0"/>
              <a:t>The numerical “knobs” must be tuned to achieve convergence</a:t>
            </a:r>
          </a:p>
          <a:p>
            <a:pPr lvl="1"/>
            <a:r>
              <a:rPr lang="en-IN" sz="1200" dirty="0">
                <a:solidFill>
                  <a:srgbClr val="1309D9"/>
                </a:solidFill>
              </a:rPr>
              <a:t>Energy cutoff (ECUT) / Mesh</a:t>
            </a:r>
            <a:r>
              <a:rPr lang="en-IN" sz="1200" dirty="0"/>
              <a:t>: </a:t>
            </a:r>
            <a:r>
              <a:rPr lang="en-IN" sz="1200" i="1" dirty="0">
                <a:solidFill>
                  <a:srgbClr val="FF0000"/>
                </a:solidFill>
              </a:rPr>
              <a:t>ECUT</a:t>
            </a:r>
            <a:r>
              <a:rPr lang="en-IN" sz="1200" dirty="0"/>
              <a:t> is a parameter for </a:t>
            </a:r>
            <a:r>
              <a:rPr lang="en-IN" sz="1200" i="1" dirty="0">
                <a:solidFill>
                  <a:srgbClr val="FF0000"/>
                </a:solidFill>
              </a:rPr>
              <a:t>plane wave codes</a:t>
            </a:r>
            <a:r>
              <a:rPr lang="en-IN" sz="1200" dirty="0"/>
              <a:t> where one needs to keep increasing it until convergence is achieved in energies. Similarly, </a:t>
            </a:r>
            <a:r>
              <a:rPr lang="en-IN" sz="1200" i="1" dirty="0">
                <a:solidFill>
                  <a:schemeClr val="accent5"/>
                </a:solidFill>
              </a:rPr>
              <a:t>mesh</a:t>
            </a:r>
            <a:r>
              <a:rPr lang="en-IN" sz="1200" dirty="0"/>
              <a:t> is a parameter for </a:t>
            </a:r>
            <a:r>
              <a:rPr lang="en-IN" sz="1200" i="1" dirty="0">
                <a:solidFill>
                  <a:schemeClr val="accent5"/>
                </a:solidFill>
              </a:rPr>
              <a:t>real space codes</a:t>
            </a:r>
            <a:r>
              <a:rPr lang="en-IN" sz="1200" dirty="0"/>
              <a:t> where one needs to keep reducing the spacing until convergence is achieved.</a:t>
            </a:r>
          </a:p>
          <a:p>
            <a:pPr lvl="1"/>
            <a:r>
              <a:rPr lang="en-IN" sz="1200" dirty="0">
                <a:solidFill>
                  <a:srgbClr val="1309D9"/>
                </a:solidFill>
              </a:rPr>
              <a:t>k-points</a:t>
            </a:r>
            <a:r>
              <a:rPr lang="en-IN" sz="1200" dirty="0"/>
              <a:t>: One can specify the number of k-points in each reciprocal space direction. One needs to keep increasing it (following the general rule of thumb that a small dimension in real space corresponds to a large dimension in reciprocal space requiring more k-points in that direction) until convergence</a:t>
            </a:r>
          </a:p>
          <a:p>
            <a:pPr lvl="1"/>
            <a:r>
              <a:rPr lang="en-IN" sz="1200" dirty="0">
                <a:solidFill>
                  <a:srgbClr val="1309D9"/>
                </a:solidFill>
              </a:rPr>
              <a:t>Pseudopotentials</a:t>
            </a:r>
            <a:r>
              <a:rPr lang="en-IN" sz="1200" dirty="0"/>
              <a:t>: Many codes (like QE/ABINIT/SPARC) allow a choice of PAW, Norm Conserved PSP, Ultrasoft PSP. User needs to choose depending on the target application and accuracy desired. Some </a:t>
            </a:r>
            <a:r>
              <a:rPr lang="en-IN" sz="1200" dirty="0" err="1"/>
              <a:t>psp</a:t>
            </a:r>
            <a:r>
              <a:rPr lang="en-IN" sz="1200" dirty="0"/>
              <a:t> might give easier convergence.</a:t>
            </a:r>
          </a:p>
          <a:p>
            <a:pPr lvl="1"/>
            <a:r>
              <a:rPr lang="en-IN" sz="1200" dirty="0">
                <a:solidFill>
                  <a:srgbClr val="1309D9"/>
                </a:solidFill>
              </a:rPr>
              <a:t>Convergence tolerance on Energy</a:t>
            </a:r>
            <a:r>
              <a:rPr lang="en-IN" sz="1200" dirty="0"/>
              <a:t>: The self-consistency cycle needs to be stopped. Many codes apply convergence criteria on Energy, some apply it on norm of density. When criteria is on Energy, a stricter tolerance (like 1e-5 eV or 1e-6 ha) is needed compared to when on density (sometimes 1e-4 is also enough).</a:t>
            </a:r>
          </a:p>
          <a:p>
            <a:pPr lvl="1"/>
            <a:r>
              <a:rPr lang="en-IN" sz="1200" dirty="0">
                <a:solidFill>
                  <a:srgbClr val="1309D9"/>
                </a:solidFill>
              </a:rPr>
              <a:t>Convergence tolerance on Force</a:t>
            </a:r>
            <a:r>
              <a:rPr lang="en-IN" sz="1200" dirty="0"/>
              <a:t>: Important for structural relaxations. At the energy minima, force on the atoms is 0. Tolerance can be set to (0.05 or 0.01 or 0.005 eV/</a:t>
            </a:r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Å, 1e-3 or 1e-4 ha/Bohr) </a:t>
            </a:r>
            <a:r>
              <a:rPr lang="en-IN" sz="1200" dirty="0">
                <a:latin typeface="Arial   "/>
                <a:ea typeface="Cambria Math" panose="02040503050406030204" pitchFamily="18" charset="0"/>
              </a:rPr>
              <a:t>depending on the application</a:t>
            </a:r>
          </a:p>
          <a:p>
            <a:pPr lvl="1"/>
            <a:r>
              <a:rPr lang="en-IN" sz="1200" dirty="0">
                <a:solidFill>
                  <a:srgbClr val="1309D9"/>
                </a:solidFill>
                <a:latin typeface="Arial   "/>
                <a:ea typeface="Cambria Math" panose="02040503050406030204" pitchFamily="18" charset="0"/>
              </a:rPr>
              <a:t>Optimizers</a:t>
            </a:r>
            <a:r>
              <a:rPr lang="en-IN" sz="1200" dirty="0">
                <a:latin typeface="Arial   "/>
                <a:ea typeface="Cambria Math" panose="02040503050406030204" pitchFamily="18" charset="0"/>
              </a:rPr>
              <a:t>: Conjugate Gradient (CG), </a:t>
            </a:r>
            <a:r>
              <a:rPr lang="en-IN" sz="1200" dirty="0" err="1">
                <a:latin typeface="Arial   "/>
                <a:ea typeface="Cambria Math" panose="02040503050406030204" pitchFamily="18" charset="0"/>
              </a:rPr>
              <a:t>Broyden</a:t>
            </a:r>
            <a:r>
              <a:rPr lang="en-IN" sz="1200" dirty="0">
                <a:latin typeface="Arial   "/>
                <a:ea typeface="Cambria Math" panose="02040503050406030204" pitchFamily="18" charset="0"/>
              </a:rPr>
              <a:t>-Fletcher-Goldfarb-</a:t>
            </a:r>
            <a:r>
              <a:rPr lang="en-IN" sz="1200" dirty="0" err="1">
                <a:latin typeface="Arial   "/>
                <a:ea typeface="Cambria Math" panose="02040503050406030204" pitchFamily="18" charset="0"/>
              </a:rPr>
              <a:t>Shanno</a:t>
            </a:r>
            <a:r>
              <a:rPr lang="en-IN" sz="1200" dirty="0">
                <a:latin typeface="Arial   "/>
                <a:ea typeface="Cambria Math" panose="02040503050406030204" pitchFamily="18" charset="0"/>
              </a:rPr>
              <a:t> (BFGS or L-BFGS) choices</a:t>
            </a: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C1469-11F8-51C0-8CFB-E2C4A5265713}"/>
              </a:ext>
            </a:extLst>
          </p:cNvPr>
          <p:cNvSpPr txBox="1"/>
          <p:nvPr/>
        </p:nvSpPr>
        <p:spPr>
          <a:xfrm>
            <a:off x="3229061" y="6606100"/>
            <a:ext cx="57338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Sholl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D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S. and Steckel, J. A.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Density functional theory: A practical introduction,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Wiley, 2009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12756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D3165-E215-AD9C-BCDF-C26C99A06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</p:spPr>
        <p:txBody>
          <a:bodyPr/>
          <a:lstStyle/>
          <a:p>
            <a:r>
              <a:rPr lang="en-IN" dirty="0"/>
              <a:t>Physical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50D54-4AAD-9587-7869-D1964CC84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1"/>
            <a:ext cx="10515600" cy="2857500"/>
          </a:xfrm>
        </p:spPr>
        <p:txBody>
          <a:bodyPr>
            <a:normAutofit/>
          </a:bodyPr>
          <a:lstStyle/>
          <a:p>
            <a:r>
              <a:rPr lang="en-IN" sz="1600" dirty="0"/>
              <a:t>DFT can yield very accurate predictions for some property while grossly mis-predicting other properties for the same material</a:t>
            </a:r>
          </a:p>
          <a:p>
            <a:r>
              <a:rPr lang="en-IN" sz="1600" dirty="0"/>
              <a:t>How accurate do we want our predictions to be for scientific conclusions? Can we get the trends correct from DFT predictions?</a:t>
            </a:r>
          </a:p>
          <a:p>
            <a:r>
              <a:rPr lang="en-IN" sz="1600" dirty="0"/>
              <a:t>How accurately does your simulation mimic real conditions?</a:t>
            </a:r>
          </a:p>
          <a:p>
            <a:r>
              <a:rPr lang="en-IN" sz="1600" dirty="0"/>
              <a:t>A “zoo” of XC exists! Typical accuracy of XC functionals are 1~2 eV when compared to experiments. </a:t>
            </a:r>
          </a:p>
          <a:p>
            <a:r>
              <a:rPr lang="en-IN" sz="1600" dirty="0"/>
              <a:t>Need to choose a XC leading to best accuracy for some “test” calculation with the particular system elements/molecules. Often available in literature (benchmark calculations).</a:t>
            </a:r>
          </a:p>
          <a:p>
            <a:r>
              <a:rPr lang="en-IN" sz="1600" dirty="0"/>
              <a:t>Additional corrections – like Dispersion, Hubbard correction to yield more accuracy depending on systems.</a:t>
            </a:r>
          </a:p>
          <a:p>
            <a:endParaRPr lang="en-IN" sz="1600" dirty="0"/>
          </a:p>
        </p:txBody>
      </p:sp>
      <p:pic>
        <p:nvPicPr>
          <p:cNvPr id="5" name="Picture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D4CB616-38C5-5EE6-3B09-660A0FD66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228" y="3980873"/>
            <a:ext cx="4329545" cy="2337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A2C596-482B-FD58-8EB8-10E4DB4A6536}"/>
              </a:ext>
            </a:extLst>
          </p:cNvPr>
          <p:cNvSpPr txBox="1"/>
          <p:nvPr/>
        </p:nvSpPr>
        <p:spPr>
          <a:xfrm>
            <a:off x="3229061" y="6472750"/>
            <a:ext cx="5733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Sholl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D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 S. and Steckel, J. A.</a:t>
            </a:r>
            <a:r>
              <a:rPr lang="en-IN" sz="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Density functional theory: A practical introduction, </a:t>
            </a:r>
            <a:r>
              <a:rPr lang="en-IN" sz="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Wiley, 2009</a:t>
            </a:r>
          </a:p>
          <a:p>
            <a:pPr algn="ctr"/>
            <a:r>
              <a:rPr lang="en-IN" sz="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</a:rPr>
              <a:t>Kim, H., Yu, N.-K., Tian, N., and Medford, A. J., </a:t>
            </a:r>
            <a:r>
              <a:rPr lang="en-US" sz="800" b="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J. Phys. Chem. C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n-US" sz="8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2024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n-US" sz="800" b="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128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(27), 11159-11175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0615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075C-0FC1-A255-D749-CDCDAE3CB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IN" dirty="0"/>
              <a:t>Systematic vs Discrete convergence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299A6F-5572-90DF-0450-37D07CCA3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95363"/>
            <a:ext cx="5157787" cy="461962"/>
          </a:xfrm>
        </p:spPr>
        <p:txBody>
          <a:bodyPr/>
          <a:lstStyle/>
          <a:p>
            <a:r>
              <a:rPr lang="en-IN" dirty="0"/>
              <a:t>Systematic convergence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81557E-5C2E-3028-F61F-C8C4D531F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457325"/>
            <a:ext cx="5157787" cy="4046538"/>
          </a:xfrm>
        </p:spPr>
        <p:txBody>
          <a:bodyPr>
            <a:normAutofit lnSpcReduction="10000"/>
          </a:bodyPr>
          <a:lstStyle/>
          <a:p>
            <a:r>
              <a:rPr lang="en-IN" sz="1800" dirty="0"/>
              <a:t>Increase ECUT/Mesh – Energy converges (to machine precision theoretically)</a:t>
            </a:r>
          </a:p>
          <a:p>
            <a:r>
              <a:rPr lang="en-IN" sz="1800" dirty="0"/>
              <a:t>Plane waves and real space methods provide systematic convergence – but the #DOFs are larger</a:t>
            </a:r>
          </a:p>
          <a:p>
            <a:r>
              <a:rPr lang="en-IN" sz="1800" dirty="0"/>
              <a:t>Atomic basis are unable to provide systematic convergence – but the #DOFs are smaller</a:t>
            </a:r>
          </a:p>
          <a:p>
            <a:r>
              <a:rPr lang="en-IN" sz="1800" dirty="0"/>
              <a:t>Increase k-points – Energy converges (to machine precision theoretically)</a:t>
            </a:r>
          </a:p>
          <a:p>
            <a:r>
              <a:rPr lang="en-IN" sz="1800" dirty="0"/>
              <a:t>Theory hierarchy – Usually the physical accuracy goes as: Hartree-</a:t>
            </a:r>
            <a:r>
              <a:rPr lang="en-IN" sz="1800" dirty="0" err="1"/>
              <a:t>Fock</a:t>
            </a:r>
            <a:r>
              <a:rPr lang="en-IN" sz="1800" dirty="0"/>
              <a:t> &lt; DFT &lt; Perturbative approaches (MP2) &lt; Coupled Cluster (CCSD(T)) &lt; Full Configuration Interaction (CI)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C8051F-BA30-FE3D-E83B-A150FCD45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95363"/>
            <a:ext cx="5183188" cy="461962"/>
          </a:xfrm>
        </p:spPr>
        <p:txBody>
          <a:bodyPr/>
          <a:lstStyle/>
          <a:p>
            <a:r>
              <a:rPr lang="en-IN" dirty="0"/>
              <a:t>Discrete convergence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47127E1-5489-12CC-06B1-DE4BA7467A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457325"/>
            <a:ext cx="5183188" cy="4046538"/>
          </a:xfrm>
        </p:spPr>
        <p:txBody>
          <a:bodyPr>
            <a:normAutofit lnSpcReduction="10000"/>
          </a:bodyPr>
          <a:lstStyle/>
          <a:p>
            <a:r>
              <a:rPr lang="en-IN" sz="1800" dirty="0"/>
              <a:t>XC functional – Usually the Jacob’s ladder is a good point of reference</a:t>
            </a:r>
          </a:p>
          <a:p>
            <a:r>
              <a:rPr lang="en-IN" sz="1800" dirty="0"/>
              <a:t>Initial guess – The densities are guessed using the pseudopotential core densities, the wavefunction guess is a random vector. A “good” guess would improve convergence</a:t>
            </a:r>
          </a:p>
          <a:p>
            <a:r>
              <a:rPr lang="en-IN" sz="1800" dirty="0"/>
              <a:t>Eigen-solvers – There are choices over eigen-solvers which might provide better stability or better convergence.</a:t>
            </a:r>
          </a:p>
        </p:txBody>
      </p:sp>
    </p:spTree>
    <p:extLst>
      <p:ext uri="{BB962C8B-B14F-4D97-AF65-F5344CB8AC3E}">
        <p14:creationId xmlns:p14="http://schemas.microsoft.com/office/powerpoint/2010/main" val="2869363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Arial Rounded MT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2333</TotalTime>
  <Words>2418</Words>
  <Application>Microsoft Office PowerPoint</Application>
  <PresentationFormat>Widescreen</PresentationFormat>
  <Paragraphs>299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Arial   </vt:lpstr>
      <vt:lpstr>Arial Rounded MT Bold</vt:lpstr>
      <vt:lpstr>Cambria Math</vt:lpstr>
      <vt:lpstr>Roboto</vt:lpstr>
      <vt:lpstr>Office Theme</vt:lpstr>
      <vt:lpstr>Electronic Structure Theory</vt:lpstr>
      <vt:lpstr>Recap</vt:lpstr>
      <vt:lpstr>DFT for molecules</vt:lpstr>
      <vt:lpstr>DFT for molecules</vt:lpstr>
      <vt:lpstr>Electronic Structure Theory</vt:lpstr>
      <vt:lpstr>DFT for periodic solids</vt:lpstr>
      <vt:lpstr>Periodic solids</vt:lpstr>
      <vt:lpstr>Born-von Karman Boundary Conditions</vt:lpstr>
      <vt:lpstr>Bloch Periodic Boundary Conditions</vt:lpstr>
      <vt:lpstr>Reciprocal space (k-space)</vt:lpstr>
      <vt:lpstr>Electronic Structure Theory</vt:lpstr>
      <vt:lpstr>Basis sets </vt:lpstr>
      <vt:lpstr>Electronic Structure Theory</vt:lpstr>
      <vt:lpstr>Need for a pseudopotential</vt:lpstr>
      <vt:lpstr>Ionic pseudopotentials</vt:lpstr>
      <vt:lpstr>Norm-Conserved Ionic pseudopotentials</vt:lpstr>
      <vt:lpstr>Electronic Structure Theory</vt:lpstr>
      <vt:lpstr>Physical vs Numerical Accuracy</vt:lpstr>
      <vt:lpstr>Numerical Accuracy</vt:lpstr>
      <vt:lpstr>Physical Accuracy</vt:lpstr>
      <vt:lpstr>Systematic vs Discrete convergence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Bhowmik, Sayan</dc:creator>
  <cp:lastModifiedBy>Bhowmik, Sayan</cp:lastModifiedBy>
  <cp:revision>6</cp:revision>
  <dcterms:created xsi:type="dcterms:W3CDTF">2024-09-04T12:39:13Z</dcterms:created>
  <dcterms:modified xsi:type="dcterms:W3CDTF">2024-10-09T00:56:29Z</dcterms:modified>
</cp:coreProperties>
</file>